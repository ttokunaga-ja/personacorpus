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ae815bb62e4746" /><Relationship Type="http://schemas.openxmlformats.org/officeDocument/2006/relationships/extended-properties" Target="/docProps/app.xml" Id="R198188cf65cd4aff" /><Relationship Type="http://schemas.openxmlformats.org/officeDocument/2006/relationships/officeDocument" Target="/ppt/presentation.xml" Id="R0e4df987f4cb4b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270e4854de4254"/>
  </p:sldMasterIdLst>
  <p:notesMasterIdLst>
    <p:notesMasterId xmlns:r="http://schemas.openxmlformats.org/officeDocument/2006/relationships" r:id="R080e1694279c4e0f"/>
  </p:notesMasterIdLst>
  <p:sldIdLst>
    <p:sldId xmlns:r="http://schemas.openxmlformats.org/officeDocument/2006/relationships" id="256" r:id="Rdc286e88eae84dab"/>
    <p:sldId xmlns:r="http://schemas.openxmlformats.org/officeDocument/2006/relationships" id="257" r:id="R4126d2fd066947e2"/>
    <p:sldId xmlns:r="http://schemas.openxmlformats.org/officeDocument/2006/relationships" id="258" r:id="Rb9ca155bb46e4aef"/>
    <p:sldId xmlns:r="http://schemas.openxmlformats.org/officeDocument/2006/relationships" id="259" r:id="Rfdd4f4fa95de4d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084e7d888b47cf" /><Relationship Type="http://schemas.openxmlformats.org/officeDocument/2006/relationships/slideMaster" Target="/ppt/slideMasters/slideMaster1.xml" Id="R3c270e4854de4254" /><Relationship Type="http://schemas.openxmlformats.org/officeDocument/2006/relationships/notesMaster" Target="/ppt/notesMasters/notesMaster1.xml" Id="R080e1694279c4e0f" /><Relationship Type="http://schemas.openxmlformats.org/officeDocument/2006/relationships/presProps" Target="/ppt/presProps.xml" Id="Ra3b8daf16ed445ce" /><Relationship Type="http://schemas.openxmlformats.org/officeDocument/2006/relationships/tableStyles" Target="/ppt/tableStyles.xml" Id="R5b382e05e3ca4113" /><Relationship Type="http://schemas.openxmlformats.org/officeDocument/2006/relationships/slide" Target="/ppt/slides/slide1.xml" Id="Rdc286e88eae84dab" /><Relationship Type="http://schemas.openxmlformats.org/officeDocument/2006/relationships/slide" Target="/ppt/slides/slide2.xml" Id="R4126d2fd066947e2" /><Relationship Type="http://schemas.openxmlformats.org/officeDocument/2006/relationships/slide" Target="/ppt/slides/slide3.xml" Id="Rb9ca155bb46e4aef" /><Relationship Type="http://schemas.openxmlformats.org/officeDocument/2006/relationships/slide" Target="/ppt/slides/slide4.xml" Id="Rfdd4f4fa95de4d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f4826eb11d46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186ce2ff2343c7" /><Relationship Type="http://schemas.openxmlformats.org/officeDocument/2006/relationships/notesMaster" Target="/ppt/notesMasters/notesMaster1.xml" Id="R2366c1e67dbb45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184e1934174e27" /><Relationship Type="http://schemas.openxmlformats.org/officeDocument/2006/relationships/notesMaster" Target="/ppt/notesMasters/notesMaster1.xml" Id="R580009e9246a4e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4a1c5c4aa449b9" /><Relationship Type="http://schemas.openxmlformats.org/officeDocument/2006/relationships/notesMaster" Target="/ppt/notesMasters/notesMaster1.xml" Id="R1d53a86d90bb42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bf34dbef784b48" /><Relationship Type="http://schemas.openxmlformats.org/officeDocument/2006/relationships/notesMaster" Target="/ppt/notesMasters/notesMaster1.xml" Id="Rdb5767d8a9084c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capacity/reports/2026/q3/datasets/2026-07-14-capacity-plan-identity-capacity-metrics-tsv-s001233.tsv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Queue drain = 1,460 jobs/min; source p02-full-001233, row:canonical-metric.</a:t>
            </a:r>
          </a:p>
          <a:p xmlns:a="http://schemas.openxmlformats.org/drawingml/2006/main">
            <a:r>
              <a:t>Artifact: p02-full-001946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capacity/reports/2026/q3/datasets/2026-07-14-capacity-plan-identity-capacity-metrics-tsv-s001233.tsv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Queue drain = 1,460 jobs/min; source p02-full-001233, row:canonical-metric.</a:t>
            </a:r>
          </a:p>
          <a:p xmlns:a="http://schemas.openxmlformats.org/drawingml/2006/main">
            <a:r>
              <a:t>Artifact: p02-full-001946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capacity/reports/2026/q3/datasets/2026-07-14-capacity-plan-identity-capacity-metrics-tsv-s001233.tsv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Queue drain = 1,460 jobs/min; source p02-full-001233, row:canonical-metric.</a:t>
            </a:r>
          </a:p>
          <a:p xmlns:a="http://schemas.openxmlformats.org/drawingml/2006/main">
            <a:r>
              <a:t>Artifact: p02-full-001946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capacity/reports/2026/q3/datasets/2026-07-14-capacity-plan-identity-capacity-metrics-tsv-s001233.tsv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Queue drain = 1,460 jobs/min; source p02-full-001233, row:canonical-metric.</a:t>
            </a:r>
          </a:p>
          <a:p xmlns:a="http://schemas.openxmlformats.org/drawingml/2006/main">
            <a:r>
              <a:t>Artifact: p02-full-001946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bc3f96754e49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36ec95b9314f00" /><Relationship Type="http://schemas.openxmlformats.org/officeDocument/2006/relationships/slideLayout" Target="/ppt/slideLayouts/slideLayout1.xml" Id="R3ada268e67e74c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da268e67e74c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d31f4574b4218" /><Relationship Type="http://schemas.openxmlformats.org/officeDocument/2006/relationships/notesSlide" Target="/ppt/notesSlides/notesSlide1.xml" Id="R66d1f98ce3f340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104f93b874b61" /><Relationship Type="http://schemas.openxmlformats.org/officeDocument/2006/relationships/notesSlide" Target="/ppt/notesSlides/notesSlide2.xml" Id="Ra776fa8ad8ab49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a5135a04a473a" /><Relationship Type="http://schemas.openxmlformats.org/officeDocument/2006/relationships/notesSlide" Target="/ppt/notesSlides/notesSlide3.xml" Id="R436ae3c11a474d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3fe82fc4e4103" /><Relationship Type="http://schemas.openxmlformats.org/officeDocument/2006/relationships/chart" Target="/ppt/slides/charts/chart1.xml" Id="R38a6c07bec5f4adb" /><Relationship Type="http://schemas.openxmlformats.org/officeDocument/2006/relationships/notesSlide" Target="/ppt/notesSlides/notesSlide4.xml" Id="Rb24950704f374ca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728FAAC3-F49C-4EFE-A317-81E530A3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2F0CB36F-5C25-4832-8B65-CC32E075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p02-full-001946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CC17CEC9-3E9A-41C7-85C3-0A1E7867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capacity/reports · Platform Reliability · control p02-full-001946 · 2026 07 20 Capacity Plan Ingress Headroom Operations Briefing Pptx · Queue drain 1,460 jobs/min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DACADE4D-3A11-4A29-B414-E6002A82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3230949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95BFCD54-246D-4AB9-A289-2D1A3DB6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Capacity Plan Ingress Headroom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7B96D9CB-E606-48F7-ADF7-A92E9708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6ED71681-4340-4F7B-9D5B-C03AA5F9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35721B14-FBB9-46E6-887F-5ED60E7E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6FB1EBF7-3108-484E-B498-01043B24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capacity plan identity capacity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ECB28A7F-3104-49B3-B11F-0084D082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6C9C060E-447E-4E15-9EA1-D682E828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97C6EA0D-582D-4435-A907-A6C4C2F0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A57F43DE-71F9-4E0A-AD09-590EE024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339C7613-5280-46E0-98FB-94DA5A9D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0CF281C3-5B54-4800-81A7-8577A4BB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D1AABFD9-CCBB-4574-A806-3BD36866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01B25783-ED33-4FEA-BD40-0D8299DC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941C2411-B15C-48D3-AF70-D6C3F161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p02-full-001946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29CFA3E1-9152-41A8-95B3-E7733F60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55719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C93836B3-FD40-4CD8-994B-2AA384AE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p02-full-001946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D39D3355-1E62-4DBE-B5DF-F659131F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measure.queue.drain-rate · rel.capacity.2026-q3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E60C4E5F-14F2-421E-913A-C00D5B07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4F198AA8-FA33-4795-B904-DE8D2A3B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38D7B460-4220-4A6C-A070-60AC3F0E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2DAA7DE5-9306-4F4A-947F-86D44FA9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Queue drain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985DA122-DB61-42E6-BD33-2FFEAD0F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25CA1671-6B53-4AA5-B147-15E3BFEA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A1F15B59-AAD7-4952-A59F-6283E90C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A0083112-BED4-4548-9E94-DCF40B40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6FAB282C-112F-40D1-B1DE-D59F718C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AEC30A3C-BC09-4B20-9A60-F780C1B0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demand</a:t>
            </a:r>
          </a:p>
        </p:txBody>
      </p:sp>
      <p:sp>
        <p:nvSpPr>
          <p:cNvPr id="13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3AADC5CD-3889-4C99-BC7E-BF2C8885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14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C784C932-913F-4D7F-ACC4-C89D6CE0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310604D4-0B79-431B-9418-2A56C46D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9F992305-23AE-4902-B342-842B8F2A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7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CF250739-A152-4825-ADBC-79C55212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18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4D434F40-B168-49E3-A3BE-1731AB06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 drain</a:t>
            </a:r>
          </a:p>
        </p:txBody>
      </p:sp>
      <p:sp>
        <p:nvSpPr>
          <p:cNvPr id="19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A097C3E3-B362-49F1-BE95-4CC0F027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20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CB24B235-AB21-4CC0-A841-D8CAD76C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p02-full-001946</a:t>
            </a:r>
          </a:p>
        </p:txBody>
      </p:sp>
      <p:sp>
        <p:nvSpPr>
          <p:cNvPr id="21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272398F2-E95B-42E4-B315-D0E74A27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0808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A6D085A8-706A-425F-9FC4-F1FC9869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8A036BD3-5D02-435C-B77E-7759DCD1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Capacity Plan Ingress Headroom Operations Briefing Pptx: Q-07 threshold evidence · p02-full-001946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a6c07bec5f4adb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C91804AD-C057-4BFD-8F53-67403920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E9632E3F-C790-45E2-ADFC-98B5103B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638622D1-D824-4286-81F3-9DD40411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4063FBD2-6E63-467E-9B0E-C2719E00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7394B913-DC3B-4BB7-AD6E-24D6078E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29AE4F5D-D2E4-4FE4-A08C-8E46D8A0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2E76BB1B-C2BD-420F-9877-F441519C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FDE16B14-33B7-44A2-9749-62B1671F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DFE25650-A2EC-438B-A222-E5953E71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1F90EFF6-7455-4C6F-9340-3EADB043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195AD5B3-DF2F-49DF-B597-B5891B9A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3BB19B21-FE27-4B19-8BC4-72CC606A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capacity plan identity capacity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42ECA0FD-FB03-4FF5-B2F4-57003493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94423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2026-08-24T10:38:01.0780000Z</dcterms:created>
  <dcterms:modified xsi:type="dcterms:W3CDTF">2026-08-24T10:38:01.0780000Z</dcterms:modified>
</coreProperties>
</file>