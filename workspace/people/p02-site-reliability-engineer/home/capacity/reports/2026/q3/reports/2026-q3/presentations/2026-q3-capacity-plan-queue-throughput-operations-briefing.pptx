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d81f4116504ccb" /><Relationship Type="http://schemas.openxmlformats.org/officeDocument/2006/relationships/extended-properties" Target="/docProps/app.xml" Id="R390d9cfd7a424ec6" /><Relationship Type="http://schemas.openxmlformats.org/officeDocument/2006/relationships/officeDocument" Target="/ppt/presentation.xml" Id="R3c8635084eee40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71bc458858483d"/>
  </p:sldMasterIdLst>
  <p:notesMasterIdLst>
    <p:notesMasterId xmlns:r="http://schemas.openxmlformats.org/officeDocument/2006/relationships" r:id="Rdeb19d424bf34f36"/>
  </p:notesMasterIdLst>
  <p:sldIdLst>
    <p:sldId xmlns:r="http://schemas.openxmlformats.org/officeDocument/2006/relationships" id="256" r:id="Rd4255dc8d42a42c3"/>
    <p:sldId xmlns:r="http://schemas.openxmlformats.org/officeDocument/2006/relationships" id="257" r:id="Rce0f2c0776bd408a"/>
    <p:sldId xmlns:r="http://schemas.openxmlformats.org/officeDocument/2006/relationships" id="258" r:id="R89377282e291454a"/>
    <p:sldId xmlns:r="http://schemas.openxmlformats.org/officeDocument/2006/relationships" id="259" r:id="Rdaa88933457145b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7d5809e0ee4a93" /><Relationship Type="http://schemas.openxmlformats.org/officeDocument/2006/relationships/slideMaster" Target="/ppt/slideMasters/slideMaster1.xml" Id="R5571bc458858483d" /><Relationship Type="http://schemas.openxmlformats.org/officeDocument/2006/relationships/notesMaster" Target="/ppt/notesMasters/notesMaster1.xml" Id="Rdeb19d424bf34f36" /><Relationship Type="http://schemas.openxmlformats.org/officeDocument/2006/relationships/presProps" Target="/ppt/presProps.xml" Id="R2ff8ef9d25ff4df7" /><Relationship Type="http://schemas.openxmlformats.org/officeDocument/2006/relationships/tableStyles" Target="/ppt/tableStyles.xml" Id="R924bea8ecd2a4a8a" /><Relationship Type="http://schemas.openxmlformats.org/officeDocument/2006/relationships/slide" Target="/ppt/slides/slide1.xml" Id="Rd4255dc8d42a42c3" /><Relationship Type="http://schemas.openxmlformats.org/officeDocument/2006/relationships/slide" Target="/ppt/slides/slide2.xml" Id="Rce0f2c0776bd408a" /><Relationship Type="http://schemas.openxmlformats.org/officeDocument/2006/relationships/slide" Target="/ppt/slides/slide3.xml" Id="R89377282e291454a" /><Relationship Type="http://schemas.openxmlformats.org/officeDocument/2006/relationships/slide" Target="/ppt/slides/slide4.xml" Id="Rdaa88933457145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ecccab627841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d41431f3ee4dde" /><Relationship Type="http://schemas.openxmlformats.org/officeDocument/2006/relationships/notesMaster" Target="/ppt/notesMasters/notesMaster1.xml" Id="R85c06254384a4f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c8b93cae714640" /><Relationship Type="http://schemas.openxmlformats.org/officeDocument/2006/relationships/notesMaster" Target="/ppt/notesMasters/notesMaster1.xml" Id="Recba063c231b4c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baeb4395cb4d52" /><Relationship Type="http://schemas.openxmlformats.org/officeDocument/2006/relationships/notesMaster" Target="/ppt/notesMasters/notesMaster1.xml" Id="R30a7efc36a354c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1cc1333b884afd" /><Relationship Type="http://schemas.openxmlformats.org/officeDocument/2006/relationships/notesMaster" Target="/ppt/notesMasters/notesMaster1.xml" Id="Rb30dfc9c644549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capacity/reports/2026/q3/datasets/2026-07-13-capacity-plan-identity-capacity-metrics-csv-s002385.csv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Queue drain = 1,460 jobs/min; source p02-full-002385, row:canonical-metric.</a:t>
            </a:r>
          </a:p>
          <a:p xmlns:a="http://schemas.openxmlformats.org/drawingml/2006/main">
            <a:r>
              <a:t>Artifact: p02-full-002548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capacity/reports/2026/q3/datasets/2026-07-13-capacity-plan-identity-capacity-metrics-csv-s002385.csv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Queue drain = 1,460 jobs/min; source p02-full-002385, row:canonical-metric.</a:t>
            </a:r>
          </a:p>
          <a:p xmlns:a="http://schemas.openxmlformats.org/drawingml/2006/main">
            <a:r>
              <a:t>Artifact: p02-full-002548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capacity/reports/2026/q3/datasets/2026-07-13-capacity-plan-identity-capacity-metrics-csv-s002385.csv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Queue drain = 1,460 jobs/min; source p02-full-002385, row:canonical-metric.</a:t>
            </a:r>
          </a:p>
          <a:p xmlns:a="http://schemas.openxmlformats.org/drawingml/2006/main">
            <a:r>
              <a:t>Artifact: p02-full-002548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capacity/reports/2026/q3/datasets/2026-07-13-capacity-plan-identity-capacity-metrics-csv-s002385.csv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Queue drain = 1,460 jobs/min; source p02-full-002385, row:canonical-metric.</a:t>
            </a:r>
          </a:p>
          <a:p xmlns:a="http://schemas.openxmlformats.org/drawingml/2006/main">
            <a:r>
              <a:t>Artifact: p02-full-002548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8674f4d5b447f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a2ff48ef454c31" /><Relationship Type="http://schemas.openxmlformats.org/officeDocument/2006/relationships/slideLayout" Target="/ppt/slideLayouts/slideLayout1.xml" Id="Rd323718e866447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23718e866447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d57420f03d478a" /><Relationship Type="http://schemas.openxmlformats.org/officeDocument/2006/relationships/notesSlide" Target="/ppt/notesSlides/notesSlide1.xml" Id="R3e87f4869fae47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ebc9e2ac2a4c6f" /><Relationship Type="http://schemas.openxmlformats.org/officeDocument/2006/relationships/notesSlide" Target="/ppt/notesSlides/notesSlide2.xml" Id="R17e96b5f42c243e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800235b2de49f6" /><Relationship Type="http://schemas.openxmlformats.org/officeDocument/2006/relationships/notesSlide" Target="/ppt/notesSlides/notesSlide3.xml" Id="R8297078ef70b492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31aa37687841af" /><Relationship Type="http://schemas.openxmlformats.org/officeDocument/2006/relationships/chart" Target="/ppt/slides/charts/chart1.xml" Id="R07bb8c873f564b38" /><Relationship Type="http://schemas.openxmlformats.org/officeDocument/2006/relationships/notesSlide" Target="/ppt/notesSlides/notesSlide4.xml" Id="R5876ad28b20b4c6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BDCD61C0-E8C0-44AD-B2E4-EC159CB4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6B6AF7EC-37C9-435F-A129-B504168D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p02-full-002548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68675447-97CC-4FD6-91C6-5990609F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2026-Q3 · capacity/reports · Platform Reliability · control p02-full-002548 · 2026 Q3 Capacity Plan Queue Throughput Operations Briefing Pptx · Queue drain 1,460 jobs/min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BF6B946C-F5FB-45BE-8818-19D40828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8433187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36D80FA1-91AF-4E40-83D0-6CE2292D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Capacity Plan Queue Throughput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071DD408-0B8C-4D92-9E1F-6E7E6948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9CFB4A62-9C5E-4842-BE3A-F3487E33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769DBC27-7AD1-4E53-AE9F-90E2F06A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8CD97DC3-D8B2-4853-B98D-AC4A8A65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capacity plan identity capacity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69A92F78-3457-4E03-8D16-4B27F2440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7EAD2FF5-7D23-4450-9146-82AF73066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4AF573F0-C016-4F16-A1C7-ADB0095D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661EA559-3075-442B-B349-30EEAE996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3FACAA94-3E88-4341-A0E2-DB92F99E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E9347120-7CA5-4E31-B898-E8A182B5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B4B423EF-4FBF-4BA0-A834-D4102902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1E9C107C-D741-4F43-BAB2-C74EAE08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2026-Q3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92B26B13-44E0-497C-B3BE-9C863059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p02-full-002548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3A7A1365-DDDD-4618-9695-66761A587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888678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D3099D9F-426B-45C7-8144-35A2315C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p02-full-002548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15AD55FD-4D34-495F-8E11-7B10003D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measure.checkout.peak-rps · rel.capacity.2026-q3 · period.2026-q3.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F00BF5B1-67C4-45AB-B4CB-1BE1A0D0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BC1E3AAA-159F-4CE7-868C-D8699E701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8E8E65E4-896B-41D0-8429-2F850A26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1,460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89D24777-C7C7-429D-8EF4-A49BA270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Queue drain</a:t>
            </a:r>
          </a:p>
        </p:txBody>
      </p:sp>
      <p:sp>
        <p:nvSpPr>
          <p:cNvPr id="7" name="grid13-body-0">
            <a:extLst xmlns:a="http://schemas.openxmlformats.org/drawingml/2006/main">
              <a:ext uri="{FF2B5EF4-FFF2-40B4-BE49-F238E27FC236}">
                <a16:creationId xmlns:a16="http://schemas.microsoft.com/office/drawing/2014/main" id="{0718A54B-C7E3-420A-8603-47B6AAD8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jobs/min</a:t>
            </a:r>
          </a:p>
        </p:txBody>
      </p:sp>
      <p:sp>
        <p:nvSpPr>
          <p:cNvPr id="8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11D01D8B-D5F8-43F9-9285-86600AE2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1D419DB1-E4F9-4D74-A4B9-FEE3D231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10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6C9BDE5D-B14E-4952-B407-87487917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1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BFF88C47-AB2D-4965-84B9-F7C2FDC06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2,420</a:t>
            </a:r>
          </a:p>
        </p:txBody>
      </p:sp>
      <p:sp>
        <p:nvSpPr>
          <p:cNvPr id="12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345CC946-8D0B-4747-8091-BF7373DE5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Peak demand</a:t>
            </a:r>
          </a:p>
        </p:txBody>
      </p:sp>
      <p:sp>
        <p:nvSpPr>
          <p:cNvPr id="13" name="grid13-body-1">
            <a:extLst xmlns:a="http://schemas.openxmlformats.org/drawingml/2006/main">
              <a:ext uri="{FF2B5EF4-FFF2-40B4-BE49-F238E27FC236}">
                <a16:creationId xmlns:a16="http://schemas.microsoft.com/office/drawing/2014/main" id="{0904657C-3E90-43D5-94F8-880ED875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requests/s</a:t>
            </a:r>
          </a:p>
        </p:txBody>
      </p:sp>
      <p:sp>
        <p:nvSpPr>
          <p:cNvPr id="14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3F824AED-DCD5-434A-910B-6AC141E9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D94C749B-EE1B-460D-838E-C720CFA2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6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8E17F97F-9701-430E-AE00-5DE77F59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7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FCEB8ACF-CCE7-47A8-BF30-DCE7CD6F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1,460</a:t>
            </a:r>
          </a:p>
        </p:txBody>
      </p:sp>
      <p:sp>
        <p:nvSpPr>
          <p:cNvPr id="18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BBF6D855-2054-486F-BFA7-34EEF0A7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 drain</a:t>
            </a:r>
          </a:p>
        </p:txBody>
      </p:sp>
      <p:sp>
        <p:nvSpPr>
          <p:cNvPr id="19" name="grid13-body-2">
            <a:extLst xmlns:a="http://schemas.openxmlformats.org/drawingml/2006/main">
              <a:ext uri="{FF2B5EF4-FFF2-40B4-BE49-F238E27FC236}">
                <a16:creationId xmlns:a16="http://schemas.microsoft.com/office/drawing/2014/main" id="{0C61DB4D-FA18-4135-836A-92687B5D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jobs/min</a:t>
            </a:r>
          </a:p>
        </p:txBody>
      </p:sp>
      <p:sp>
        <p:nvSpPr>
          <p:cNvPr id="20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F9E57771-EFD2-44E1-97D2-67EC77D1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p02-full-002548</a:t>
            </a:r>
          </a:p>
        </p:txBody>
      </p:sp>
      <p:sp>
        <p:nvSpPr>
          <p:cNvPr id="21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331A207C-845E-45D4-B539-172C6BC1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777000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130C959A-952E-4502-9E10-1D7F50E0C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DB4946FA-CA61-4A2D-B6B5-ED3D40CE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Capacity Plan Queue Throughput Operations Briefing Pptx: Q-07 threshold evidence · p02-full-002548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7bb8c873f564b38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0D3036C1-5621-4A01-B564-EE4B14AB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D4DE8AD2-D529-4737-8C9C-FA78037C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1BF13EB8-D5AC-4EC8-B020-A25F763B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5E86BE97-CFCE-4D56-95E2-6C02BC24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C9625B06-2EF2-46CB-82C7-B8019A76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172020B9-1436-481E-A50E-C1BA49562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E2339F06-5406-4D16-92FA-31515CA7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2EF7046F-7E18-4BE3-A871-EAC47562A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4D0548F6-187E-4B6D-A6CA-35CE9272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Reliability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65721C78-B8B2-4F5B-BBB0-E75C6A12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8693EFC0-FBA9-42BE-ACDE-96F8F99A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4EB794FC-99DE-4B7A-AA9E-07136F3D4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capacity plan identity capacity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C07F376C-8CBE-453E-8DD1-40960E42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742802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2026-08-24T10:38:02.0320000Z</dcterms:created>
  <dcterms:modified xsi:type="dcterms:W3CDTF">2026-08-24T10:38:02.0320000Z</dcterms:modified>
</coreProperties>
</file>