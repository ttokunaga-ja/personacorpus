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ed10f9704a4442" /><Relationship Type="http://schemas.openxmlformats.org/officeDocument/2006/relationships/extended-properties" Target="/docProps/app.xml" Id="R87782a33038a41a3" /><Relationship Type="http://schemas.openxmlformats.org/officeDocument/2006/relationships/officeDocument" Target="/ppt/presentation.xml" Id="R9700a940700541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8862d0675148e3"/>
  </p:sldMasterIdLst>
  <p:notesMasterIdLst>
    <p:notesMasterId xmlns:r="http://schemas.openxmlformats.org/officeDocument/2006/relationships" r:id="R743b8d93672b445b"/>
  </p:notesMasterIdLst>
  <p:sldIdLst>
    <p:sldId xmlns:r="http://schemas.openxmlformats.org/officeDocument/2006/relationships" id="256" r:id="Rec19921944474e1d"/>
    <p:sldId xmlns:r="http://schemas.openxmlformats.org/officeDocument/2006/relationships" id="257" r:id="Re649000297724fb5"/>
    <p:sldId xmlns:r="http://schemas.openxmlformats.org/officeDocument/2006/relationships" id="258" r:id="R6752f4b343a64670"/>
    <p:sldId xmlns:r="http://schemas.openxmlformats.org/officeDocument/2006/relationships" id="259" r:id="R8f0aea4476c14c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512cfa7357446a" /><Relationship Type="http://schemas.openxmlformats.org/officeDocument/2006/relationships/slideMaster" Target="/ppt/slideMasters/slideMaster1.xml" Id="Ref8862d0675148e3" /><Relationship Type="http://schemas.openxmlformats.org/officeDocument/2006/relationships/notesMaster" Target="/ppt/notesMasters/notesMaster1.xml" Id="R743b8d93672b445b" /><Relationship Type="http://schemas.openxmlformats.org/officeDocument/2006/relationships/presProps" Target="/ppt/presProps.xml" Id="R50d11c59dab64ed8" /><Relationship Type="http://schemas.openxmlformats.org/officeDocument/2006/relationships/tableStyles" Target="/ppt/tableStyles.xml" Id="Reb609e942ba24eec" /><Relationship Type="http://schemas.openxmlformats.org/officeDocument/2006/relationships/slide" Target="/ppt/slides/slide1.xml" Id="Rec19921944474e1d" /><Relationship Type="http://schemas.openxmlformats.org/officeDocument/2006/relationships/slide" Target="/ppt/slides/slide2.xml" Id="Re649000297724fb5" /><Relationship Type="http://schemas.openxmlformats.org/officeDocument/2006/relationships/slide" Target="/ppt/slides/slide3.xml" Id="R6752f4b343a64670" /><Relationship Type="http://schemas.openxmlformats.org/officeDocument/2006/relationships/slide" Target="/ppt/slides/slide4.xml" Id="R8f0aea4476c14c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292f7287d348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7a15fd23604bad" /><Relationship Type="http://schemas.openxmlformats.org/officeDocument/2006/relationships/notesMaster" Target="/ppt/notesMasters/notesMaster1.xml" Id="R036d91a8185945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92bd40462c467d" /><Relationship Type="http://schemas.openxmlformats.org/officeDocument/2006/relationships/notesMaster" Target="/ppt/notesMasters/notesMaster1.xml" Id="Rcad2eaf4384c47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11ac09e6f94b2b" /><Relationship Type="http://schemas.openxmlformats.org/officeDocument/2006/relationships/notesMaster" Target="/ppt/notesMasters/notesMaster1.xml" Id="R92b5e3e5bb2a40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b20ad9493e427d" /><Relationship Type="http://schemas.openxmlformats.org/officeDocument/2006/relationships/notesMaster" Target="/ppt/notesMasters/notesMaster1.xml" Id="R84daef7dbd1f4c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capacity/reports/2026/q3/datasets/2026-07-14-capacity-plan-checkout-demand-metrics-csv-s001728.csv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p02-full-001728, row:canonical-metric.</a:t>
            </a:r>
          </a:p>
          <a:p xmlns:a="http://schemas.openxmlformats.org/drawingml/2006/main">
            <a:r>
              <a:t>Artifact: p02-full-002655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capacity/reports/2026/q3/datasets/2026-07-14-capacity-plan-checkout-demand-metrics-csv-s001728.csv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p02-full-001728, row:canonical-metric.</a:t>
            </a:r>
          </a:p>
          <a:p xmlns:a="http://schemas.openxmlformats.org/drawingml/2006/main">
            <a:r>
              <a:t>Artifact: p02-full-002655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capacity/reports/2026/q3/datasets/2026-07-14-capacity-plan-checkout-demand-metrics-csv-s001728.csv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p02-full-001728, row:canonical-metric.</a:t>
            </a:r>
          </a:p>
          <a:p xmlns:a="http://schemas.openxmlformats.org/drawingml/2006/main">
            <a:r>
              <a:t>Artifact: p02-full-002655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capacity/reports/2026/q3/datasets/2026-07-14-capacity-plan-checkout-demand-metrics-csv-s001728.csv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p02-full-001728, row:canonical-metric.</a:t>
            </a:r>
          </a:p>
          <a:p xmlns:a="http://schemas.openxmlformats.org/drawingml/2006/main">
            <a:r>
              <a:t>Artifact: p02-full-002655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a93d0486942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139649f4cd4251" /><Relationship Type="http://schemas.openxmlformats.org/officeDocument/2006/relationships/slideLayout" Target="/ppt/slideLayouts/slideLayout1.xml" Id="R1ab6f793c3d64e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b6f793c3d6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fd3a568bd4139" /><Relationship Type="http://schemas.openxmlformats.org/officeDocument/2006/relationships/notesSlide" Target="/ppt/notesSlides/notesSlide1.xml" Id="R490980bbc25642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f52c274c74341" /><Relationship Type="http://schemas.openxmlformats.org/officeDocument/2006/relationships/notesSlide" Target="/ppt/notesSlides/notesSlide2.xml" Id="R4bd2fb4181ae41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4f1ea9c1946e0" /><Relationship Type="http://schemas.openxmlformats.org/officeDocument/2006/relationships/notesSlide" Target="/ppt/notesSlides/notesSlide3.xml" Id="R5474a90ec8f343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ce702854d4c99" /><Relationship Type="http://schemas.openxmlformats.org/officeDocument/2006/relationships/chart" Target="/ppt/slides/charts/chart1.xml" Id="R1e612cf1ffc9434c" /><Relationship Type="http://schemas.openxmlformats.org/officeDocument/2006/relationships/notesSlide" Target="/ppt/notesSlides/notesSlide4.xml" Id="R81f4784860c74d3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AEF355B1-2B60-4D2A-A8E0-5A4B7F1E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98F9FD32-CB3C-4E86-9973-5BC79E09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p02-full-002655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8EDB0377-903E-414E-BBD6-5C46E898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capacity/reports · Platform Reliability · control p02-full-002655 · 2026 Q3 Capacity Plan Regional Failover Operations Briefing Pptx · Queue drain 1,460 jobs/min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83B93E5-FCF6-4B27-A3F5-F8C62708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370108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3A9D6D14-D023-49F9-9183-3F365531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Capacity Plan Regional Failover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F6FF3997-ABAF-4B98-A09A-2BE64EEE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11575B2-1C7D-446D-A507-35A22F88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750A8F6-BF7C-4514-9A4F-2E717171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D3894DFE-C24F-47DB-B1DA-5C02CC2B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capacity plan checkout demand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541B1BE5-FA69-43E7-80B5-FED5BFC2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010E82BA-0C5E-4B88-820F-ADEACE4A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3C9DA8A-D520-43A2-AA86-C7DE8DB3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2DD55205-5618-4271-AA1D-D7B9D7F2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6C6C3A8-6820-47D3-974C-FBA68955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18BADC66-8A1A-463D-810A-9C2B9A3B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E1657B97-A464-424E-A246-10441F3A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B6E58FAC-C684-4394-81B7-779272D5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62DE55D5-CE0C-4346-A241-BECBA92B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p02-full-002655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668AB576-63C0-470E-AAEE-6FDD1364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00748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E6F139E-4A08-420E-979C-0DA7452E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p02-full-002655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E8C7745-8592-4D48-8C70-01A1EFEA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measure.capacity.headroom · rel.capacity.2026-q3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32C80397-3B03-464F-ADEB-1728F8DA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348A19AB-8056-42C3-A91F-6C26FE69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77B35575-A2A7-4E67-A06B-D91511DD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DBD4C977-814A-4312-83BB-D9CFC53D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Queue drain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57B02833-A28F-4589-B0C1-D0CB9C56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8E68D941-2E1A-4176-AC12-F5A34450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360CC5BE-1825-49C9-910E-E4BD0917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C20A22FB-D477-490C-85BC-0D05D83C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90FCF66-4A18-4820-8451-8AF8E2FC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9B5D5836-897F-490A-83B5-461F146A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ADBAC422-328D-4FBF-95E0-76913155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FE8AEB7-2E91-4F81-B8BC-4FB116DA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3A657EFE-9C5D-4888-9D8E-99123CA6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90A761A1-597A-43C0-981D-DFED7715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032FD11A-72F3-4FD4-84CD-DC5EB43C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D9322955-DF46-41BF-901F-C701B847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D2B16F61-AFCE-4026-A8B0-9A8AF66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17E3CE6F-CB44-447A-B4BD-2931D293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p02-full-002655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44C7F35-8EF4-461E-9EE8-B819B365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86495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E8D737B8-68BD-4A13-835B-90014FBD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F6BCB349-BC4A-440F-A8D7-8D8736AF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Capacity Plan Regional Failover Operations Briefing Pptx: Q-07 threshold evidence · p02-full-002655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612cf1ffc9434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6AB0A23F-FE8B-47CA-86DE-7BB67CB3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D537395-8F86-46B2-AB6F-1E3FE103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31D21F9E-E87A-4A1E-BDE0-BEC947A8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553D3710-61F0-4237-BEF2-903DDC3B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E8B9357B-FD5D-4B2C-A03D-9479332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991FF909-41EB-469C-B409-DA76F782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A819E13B-23E3-4B4B-A527-EFA93D03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04141D06-09D2-4986-8E06-20FBB72F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75855F2-1E7E-4F96-A96C-D862B85D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F6AAADB6-E940-4C96-8E05-88DAA336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ACDEC07F-9B26-444D-BCBC-2426E5DB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DA27CA8C-4BE8-47A5-A7F6-BE42B6C1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capacity plan checkout demand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C28FE93B-3B91-4E49-8745-CE7B6FFF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4718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2026-08-24T10:38:02.4540000Z</dcterms:created>
  <dcterms:modified xsi:type="dcterms:W3CDTF">2026-08-24T10:38:02.4540000Z</dcterms:modified>
</coreProperties>
</file>