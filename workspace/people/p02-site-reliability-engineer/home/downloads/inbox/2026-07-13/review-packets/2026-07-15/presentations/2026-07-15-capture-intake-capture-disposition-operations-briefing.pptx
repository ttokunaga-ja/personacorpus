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ed7cd2af8f48da" /><Relationship Type="http://schemas.openxmlformats.org/officeDocument/2006/relationships/extended-properties" Target="/docProps/app.xml" Id="R42c6f240488c46bd" /><Relationship Type="http://schemas.openxmlformats.org/officeDocument/2006/relationships/officeDocument" Target="/ppt/presentation.xml" Id="Rd7aa8a3072534d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9dbf29a47c4c63"/>
  </p:sldMasterIdLst>
  <p:notesMasterIdLst>
    <p:notesMasterId xmlns:r="http://schemas.openxmlformats.org/officeDocument/2006/relationships" r:id="R67c1aa4dcc8145b1"/>
  </p:notesMasterIdLst>
  <p:sldIdLst>
    <p:sldId xmlns:r="http://schemas.openxmlformats.org/officeDocument/2006/relationships" id="256" r:id="Rea3e87fbf9084515"/>
    <p:sldId xmlns:r="http://schemas.openxmlformats.org/officeDocument/2006/relationships" id="257" r:id="R78ed7b6ec25044fd"/>
    <p:sldId xmlns:r="http://schemas.openxmlformats.org/officeDocument/2006/relationships" id="258" r:id="R0ecd335d37ac4d4d"/>
    <p:sldId xmlns:r="http://schemas.openxmlformats.org/officeDocument/2006/relationships" id="259" r:id="R67191e2c007e49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5e792d689d4372" /><Relationship Type="http://schemas.openxmlformats.org/officeDocument/2006/relationships/slideMaster" Target="/ppt/slideMasters/slideMaster1.xml" Id="Rd19dbf29a47c4c63" /><Relationship Type="http://schemas.openxmlformats.org/officeDocument/2006/relationships/notesMaster" Target="/ppt/notesMasters/notesMaster1.xml" Id="R67c1aa4dcc8145b1" /><Relationship Type="http://schemas.openxmlformats.org/officeDocument/2006/relationships/presProps" Target="/ppt/presProps.xml" Id="R5da572f849ae4653" /><Relationship Type="http://schemas.openxmlformats.org/officeDocument/2006/relationships/tableStyles" Target="/ppt/tableStyles.xml" Id="R91af2b8dac444a8a" /><Relationship Type="http://schemas.openxmlformats.org/officeDocument/2006/relationships/slide" Target="/ppt/slides/slide1.xml" Id="Rea3e87fbf9084515" /><Relationship Type="http://schemas.openxmlformats.org/officeDocument/2006/relationships/slide" Target="/ppt/slides/slide2.xml" Id="R78ed7b6ec25044fd" /><Relationship Type="http://schemas.openxmlformats.org/officeDocument/2006/relationships/slide" Target="/ppt/slides/slide3.xml" Id="R0ecd335d37ac4d4d" /><Relationship Type="http://schemas.openxmlformats.org/officeDocument/2006/relationships/slide" Target="/ppt/slides/slide4.xml" Id="R67191e2c007e49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0478cacba64f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f5e6ad8d64e6d" /><Relationship Type="http://schemas.openxmlformats.org/officeDocument/2006/relationships/notesMaster" Target="/ppt/notesMasters/notesMaster1.xml" Id="Rbe2dd5fdc875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a9022cc1514adc" /><Relationship Type="http://schemas.openxmlformats.org/officeDocument/2006/relationships/notesMaster" Target="/ppt/notesMasters/notesMaster1.xml" Id="R941d258706324f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7fb37992044a7c" /><Relationship Type="http://schemas.openxmlformats.org/officeDocument/2006/relationships/notesMaster" Target="/ppt/notesMasters/notesMaster1.xml" Id="R368c4adea23344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60d54c60234356" /><Relationship Type="http://schemas.openxmlformats.org/officeDocument/2006/relationships/notesMaster" Target="/ppt/notesMasters/notesMaster1.xml" Id="R58a5bca9f69249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downloads/inbox/2026-07-13/intake-data/2026-q3-capture-intake-checkout-queue-metrics-csv-s001674.csv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p02-full-001674, row:canonical-metric.</a:t>
            </a:r>
          </a:p>
          <a:p xmlns:a="http://schemas.openxmlformats.org/drawingml/2006/main">
            <a:r>
              <a:t>Artifact: p02-full-001455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downloads/inbox/2026-07-13/intake-data/2026-q3-capture-intake-checkout-queue-metrics-csv-s001674.csv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p02-full-001674, row:canonical-metric.</a:t>
            </a:r>
          </a:p>
          <a:p xmlns:a="http://schemas.openxmlformats.org/drawingml/2006/main">
            <a:r>
              <a:t>Artifact: p02-full-001455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downloads/inbox/2026-07-13/intake-data/2026-q3-capture-intake-checkout-queue-metrics-csv-s001674.csv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p02-full-001674, row:canonical-metric.</a:t>
            </a:r>
          </a:p>
          <a:p xmlns:a="http://schemas.openxmlformats.org/drawingml/2006/main">
            <a:r>
              <a:t>Artifact: p02-full-001455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downloads/inbox/2026-07-13/intake-data/2026-q3-capture-intake-checkout-queue-metrics-csv-s001674.csv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p02-full-001674, row:canonical-metric.</a:t>
            </a:r>
          </a:p>
          <a:p xmlns:a="http://schemas.openxmlformats.org/drawingml/2006/main">
            <a:r>
              <a:t>Artifact: p02-full-001455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a09a9ddbf45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29014aa981466d" /><Relationship Type="http://schemas.openxmlformats.org/officeDocument/2006/relationships/slideLayout" Target="/ppt/slideLayouts/slideLayout1.xml" Id="R05e85d5637ce4c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e85d5637ce4c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06a97c98149d3" /><Relationship Type="http://schemas.openxmlformats.org/officeDocument/2006/relationships/notesSlide" Target="/ppt/notesSlides/notesSlide1.xml" Id="R2498c3418da44a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bd9d860d341ef" /><Relationship Type="http://schemas.openxmlformats.org/officeDocument/2006/relationships/notesSlide" Target="/ppt/notesSlides/notesSlide2.xml" Id="R0f802c64798c41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7beae08a94f99" /><Relationship Type="http://schemas.openxmlformats.org/officeDocument/2006/relationships/notesSlide" Target="/ppt/notesSlides/notesSlide3.xml" Id="R73b2f88f153b4a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547713c5043b5" /><Relationship Type="http://schemas.openxmlformats.org/officeDocument/2006/relationships/chart" Target="/ppt/slides/charts/chart1.xml" Id="R03df386341904f68" /><Relationship Type="http://schemas.openxmlformats.org/officeDocument/2006/relationships/notesSlide" Target="/ppt/notesSlides/notesSlide4.xml" Id="Rc9be12078fa5469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C67889A-45F9-4320-8794-A846CA9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38E215B-41A2-4687-9B97-5D4492F7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p02-full-001455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ADD763A-2C17-449D-A16A-9DC0EC8F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downloads/inbox · Platform Reliability · control p02-full-001455 · 2026 07 15 Capture Intake Capture Disposition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1F68F1F-F413-4747-A38E-6388FBB2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773156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9810C07A-4E0A-4251-A99C-1D7B03EF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Capture Intake Capture Disposition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94B7B47-F4F1-4737-A0EC-88DC01C9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24B14465-636F-490D-8902-457C8B0B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4BDF1D0F-6341-4A70-851B-D27D1DA5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A5431F33-E111-40BD-A430-AEA9804E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capture intake checkout queue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0241259-A0E3-4164-B434-BA02FED1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B9BBCCEA-7635-410E-AFC6-964483BF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727D69D-AFB6-496A-893A-26BE2B7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180668F-F2E9-420C-BFD0-3BABAC30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D40CABCF-5F74-4FE8-A021-CE141544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4615EE1-2A4D-40E4-BEAA-38C596B9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F1C7C26-A8B8-4407-A7A8-D615B8B1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071CE53-E6DE-41C3-A1A6-B4A7AEB1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46FBA38-6700-4CB7-AC00-744B06DB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p02-full-001455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69258C12-EBC7-4DF9-A298-16A3A560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16133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CC9EC7CD-A16E-4944-890A-5BA09010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p02-full-001455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E3FB26D-A1E3-4AE9-A53A-5A84A7F0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inc.inc-260713 · rel.archive.closed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C797522-F543-467E-89DB-0A902D29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16FCD16-3F61-40C0-B67F-777AA019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459CEDB-6F7D-4B13-9803-1B8C5FFB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1AF3A83-94FE-428F-9576-EF49C47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407077D2-894B-4827-A92A-8D7D7F92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AA514A1-012F-407B-8C95-374D7CF0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EA56FDB-3500-41BF-B6B1-9C77BC7B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C0FEF61E-A2A1-40E0-BFD0-6DB96CC1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2A4E63C5-13F6-48EF-A91E-1D50CBB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D5F83141-9A0C-4EAB-B00B-A3D6BE43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D076F1A-E4EA-4105-9BE4-27B01DDE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1680EF8-2E1C-4044-BD4B-EB9081D9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9D8648A3-82F9-4638-8700-BB833A2C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E5513CC-81E6-4747-9F33-23D15FF7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60B56378-8830-4FF9-9C82-9388C9E7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C0A2BB32-6B31-4A19-B9F3-010AFB1A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3AC5C69-4A59-405C-A090-4E753EB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p02-full-001455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AE2093E-1FCA-4EF8-99DA-A3F8F4CF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5023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33BB5809-963B-4B92-AAA0-6692BFD3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E13760ED-D64D-4B3C-9FCB-D658C117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Capture Intake Capture Disposition Operations Briefing Pptx: Q-07 threshold evidence · p02-full-001455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df386341904f6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6654E05-8BA3-4FB9-B5B3-2FABBFD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87E357D1-C9B3-4D3C-8FA3-4FA5A955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0E7AD33-1C62-45E1-A4D7-EC5A4BB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C67ECD7-FF6D-451C-89ED-C0A32056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0563473-5932-490F-8E1B-B134E94D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562FB25-4725-4354-ADD2-0B90D3A6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F2E3490A-A962-4050-8155-2F15D94B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F131857-7454-41A8-8102-9ADB21C4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7FD66465-A648-4177-BDFC-92906BF6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5113342-695B-49ED-8363-2D25B61A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FBD8DB46-F04A-49F6-A6B0-89A235EF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70F79719-1F0F-4784-81CB-9ABDD24E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capture intake checkout queue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84DF69A2-B52C-484A-919A-668F547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3148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2026-08-24T12:58:49.5370000Z</dcterms:created>
  <dcterms:modified xsi:type="dcterms:W3CDTF">2026-08-24T12:58:49.5370000Z</dcterms:modified>
</coreProperties>
</file>