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ead64ec5774baa" /><Relationship Type="http://schemas.openxmlformats.org/officeDocument/2006/relationships/extended-properties" Target="/docProps/app.xml" Id="Rebfa738e51a740cf" /><Relationship Type="http://schemas.openxmlformats.org/officeDocument/2006/relationships/officeDocument" Target="/ppt/presentation.xml" Id="R48ffda8aa47b43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3c168ead0948de"/>
  </p:sldMasterIdLst>
  <p:notesMasterIdLst>
    <p:notesMasterId xmlns:r="http://schemas.openxmlformats.org/officeDocument/2006/relationships" r:id="R8bc2a44854b740b7"/>
  </p:notesMasterIdLst>
  <p:sldIdLst>
    <p:sldId xmlns:r="http://schemas.openxmlformats.org/officeDocument/2006/relationships" id="256" r:id="R0d94a85043474983"/>
    <p:sldId xmlns:r="http://schemas.openxmlformats.org/officeDocument/2006/relationships" id="257" r:id="Ra8473e56453d4e01"/>
    <p:sldId xmlns:r="http://schemas.openxmlformats.org/officeDocument/2006/relationships" id="258" r:id="R4938027741ac42aa"/>
    <p:sldId xmlns:r="http://schemas.openxmlformats.org/officeDocument/2006/relationships" id="259" r:id="Rf21e0a98679f40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3560fc72814da0" /><Relationship Type="http://schemas.openxmlformats.org/officeDocument/2006/relationships/slideMaster" Target="/ppt/slideMasters/slideMaster1.xml" Id="R423c168ead0948de" /><Relationship Type="http://schemas.openxmlformats.org/officeDocument/2006/relationships/notesMaster" Target="/ppt/notesMasters/notesMaster1.xml" Id="R8bc2a44854b740b7" /><Relationship Type="http://schemas.openxmlformats.org/officeDocument/2006/relationships/presProps" Target="/ppt/presProps.xml" Id="Rb58b12e06652436d" /><Relationship Type="http://schemas.openxmlformats.org/officeDocument/2006/relationships/tableStyles" Target="/ppt/tableStyles.xml" Id="R8307268ae16d4f72" /><Relationship Type="http://schemas.openxmlformats.org/officeDocument/2006/relationships/slide" Target="/ppt/slides/slide1.xml" Id="R0d94a85043474983" /><Relationship Type="http://schemas.openxmlformats.org/officeDocument/2006/relationships/slide" Target="/ppt/slides/slide2.xml" Id="Ra8473e56453d4e01" /><Relationship Type="http://schemas.openxmlformats.org/officeDocument/2006/relationships/slide" Target="/ppt/slides/slide3.xml" Id="R4938027741ac42aa" /><Relationship Type="http://schemas.openxmlformats.org/officeDocument/2006/relationships/slide" Target="/ppt/slides/slide4.xml" Id="Rf21e0a98679f40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0435fbb76547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650c395b994a28" /><Relationship Type="http://schemas.openxmlformats.org/officeDocument/2006/relationships/notesMaster" Target="/ppt/notesMasters/notesMaster1.xml" Id="Rff6780229ff544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48d32029f74718" /><Relationship Type="http://schemas.openxmlformats.org/officeDocument/2006/relationships/notesMaster" Target="/ppt/notesMasters/notesMaster1.xml" Id="Rd212cbd9335846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ce586cfe5c4873" /><Relationship Type="http://schemas.openxmlformats.org/officeDocument/2006/relationships/notesMaster" Target="/ppt/notesMasters/notesMaster1.xml" Id="R0064c982688945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c5c7da80544664" /><Relationship Type="http://schemas.openxmlformats.org/officeDocument/2006/relationships/notesMaster" Target="/ppt/notesMasters/notesMaster1.xml" Id="Rcaf37fb4f1a945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downloads/inbox/2026-07-13/intake-data/2026-q3-capture-intake-regional-ingress-metrics-csv-s002444.csv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p02-full-002444, row:canonical-metric.</a:t>
            </a:r>
          </a:p>
          <a:p xmlns:a="http://schemas.openxmlformats.org/drawingml/2006/main">
            <a:r>
              <a:t>Artifact: p02-full-001349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downloads/inbox/2026-07-13/intake-data/2026-q3-capture-intake-regional-ingress-metrics-csv-s002444.csv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p02-full-002444, row:canonical-metric.</a:t>
            </a:r>
          </a:p>
          <a:p xmlns:a="http://schemas.openxmlformats.org/drawingml/2006/main">
            <a:r>
              <a:t>Artifact: p02-full-001349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downloads/inbox/2026-07-13/intake-data/2026-q3-capture-intake-regional-ingress-metrics-csv-s002444.csv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p02-full-002444, row:canonical-metric.</a:t>
            </a:r>
          </a:p>
          <a:p xmlns:a="http://schemas.openxmlformats.org/drawingml/2006/main">
            <a:r>
              <a:t>Artifact: p02-full-001349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downloads/inbox/2026-07-13/intake-data/2026-q3-capture-intake-regional-ingress-metrics-csv-s002444.csv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p02-full-002444, row:canonical-metric.</a:t>
            </a:r>
          </a:p>
          <a:p xmlns:a="http://schemas.openxmlformats.org/drawingml/2006/main">
            <a:r>
              <a:t>Artifact: p02-full-001349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62e46bff74b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e71f68628246fd" /><Relationship Type="http://schemas.openxmlformats.org/officeDocument/2006/relationships/slideLayout" Target="/ppt/slideLayouts/slideLayout1.xml" Id="Raf504f3441754c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504f3441754c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560ff7412469b" /><Relationship Type="http://schemas.openxmlformats.org/officeDocument/2006/relationships/notesSlide" Target="/ppt/notesSlides/notesSlide1.xml" Id="R2fdd245e914343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fdfd37dd440f5" /><Relationship Type="http://schemas.openxmlformats.org/officeDocument/2006/relationships/notesSlide" Target="/ppt/notesSlides/notesSlide2.xml" Id="Rae9ee465123c45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0c7fb097446a4" /><Relationship Type="http://schemas.openxmlformats.org/officeDocument/2006/relationships/notesSlide" Target="/ppt/notesSlides/notesSlide3.xml" Id="R5f7dbd5e11c346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d9b6d87fe4dd5" /><Relationship Type="http://schemas.openxmlformats.org/officeDocument/2006/relationships/chart" Target="/ppt/slides/charts/chart1.xml" Id="Re2a3d06f3f3c4664" /><Relationship Type="http://schemas.openxmlformats.org/officeDocument/2006/relationships/notesSlide" Target="/ppt/notesSlides/notesSlide4.xml" Id="R5663317fbaf34c8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A4DE81B1-CBAC-4BEB-AE1E-53360697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180CDE85-FB94-4E74-8CD0-8D0742D1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p02-full-001349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054801B-9591-44CA-814A-99985D91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downloads/inbox · Telemetry SVC-31 · control p02-full-001349 · 2026 07 15 Capture Intake Telemetry Export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40932FCD-373B-4C6D-B1EE-3BDD6B16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287828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ACF90E87-F3F8-4A5F-9050-24D336EF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Capture Intake Telemetry Export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EA0BB3C5-B594-4D77-A8B1-E8C902CC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54C6C040-D762-4A12-9093-21BB59D0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1993A2F3-56E8-4AC7-BDE2-9DFD3B88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4C98E67-B2A5-4849-B4A1-30CC43D4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capture intake regional ingress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A0B84110-5B77-474E-8180-04FBBB09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9EB83EAB-2067-49FF-99F5-EFEE68D4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990E7FCF-F371-416A-9DE0-7E589CB0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75E25908-3985-4A2E-8553-632F9F16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E04D67A0-457E-44F4-A447-1A721893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8111EF02-80FF-4DF3-B0E3-09876AC5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4391C764-CD16-4A26-A224-4C01DA90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8746CAB0-119F-44AD-AD25-A1334552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4C2BED5F-CA72-478F-84FA-9BAC9AA9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p02-full-001349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C357C420-1B9A-4AE1-89F2-92464D55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03716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982D51B1-A227-4DAF-AFB5-FFC502D5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p02-full-001349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0193DE7E-A6E4-4CDB-A2D0-B2261ADF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term.evidence-chain · rel.archive.closed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47701505-F74E-4299-BBBE-11E819A8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84EF2E66-E2BD-4BE6-B1C1-9BAC524D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30110E7A-2A30-4227-AE26-AAB6ACD4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5644C41E-EB37-4826-8233-71D9D02D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BEC92525-2A49-423F-B06B-56CF791F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7232E479-AEE1-4DF1-90A2-2208ED17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9E32CCB3-BEB1-4981-A774-2AC78957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C982EC0-5C68-48D0-8F45-45CBD18D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5FDDEAFE-6DED-4723-B0E6-81EDFFEE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29ABBC9F-FE1E-42DD-AF6B-935E7D73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7A9442D8-6269-4172-8C3C-3DD6279F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514DC7EC-19C1-4594-917F-CDC421E2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66C15816-57E4-461A-B8B4-118C1A9B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D5EED7D5-8173-4DF4-949D-328BF278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2E92E508-D632-4CC2-9B0D-06226663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1EBC34CB-8F52-42A1-9B76-95F56292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p02-full-001349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C8FB2460-505F-4E68-810F-172CC437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446923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2CB07A38-DBB6-4DFD-8E9B-76E36180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68A46B1F-FA14-4B92-B061-6BCB688C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Capture Intake Telemetry Export Operations Briefing Pptx: Q-07 threshold evidence · p02-full-001349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a3d06f3f3c4664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EE6F9839-F793-48D9-BF98-ABEED16F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91F054E0-B92B-4374-969B-9BF5B5ED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0EE5457F-726D-4E70-B2EC-3D7954E4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A82FB46B-3A07-4838-9098-7510D694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BE6E2365-54B6-487C-945A-AC80EEB3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59E07551-2838-4661-B90F-AD6C6D96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17FEC87-B2C9-4242-B098-45C7ADE1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3DE0A2BD-B7E9-4E92-90DA-65091877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D7E55805-9844-4030-B4F0-87467C19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031583B5-FB70-4796-BFA3-6F591A2C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E56BD7E3-5238-46FF-AB36-DA69EA2D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C967BCCB-C77F-4A63-B03B-88D94116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capture intake regional ingress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58B9723B-0EB3-4D8F-BE2A-D1236A15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86184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2026-08-24T12:58:44.9290000Z</dcterms:created>
  <dcterms:modified xsi:type="dcterms:W3CDTF">2026-08-24T12:58:44.9290000Z</dcterms:modified>
</coreProperties>
</file>