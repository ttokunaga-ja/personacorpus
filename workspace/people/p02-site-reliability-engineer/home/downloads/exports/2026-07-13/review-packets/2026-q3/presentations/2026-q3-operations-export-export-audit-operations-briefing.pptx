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caa9ec5bb445fc" /><Relationship Type="http://schemas.openxmlformats.org/officeDocument/2006/relationships/extended-properties" Target="/docProps/app.xml" Id="R10a738175a6f4a80" /><Relationship Type="http://schemas.openxmlformats.org/officeDocument/2006/relationships/officeDocument" Target="/ppt/presentation.xml" Id="R37c3bbbc157d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668dcc8bf4bff"/>
  </p:sldMasterIdLst>
  <p:notesMasterIdLst>
    <p:notesMasterId xmlns:r="http://schemas.openxmlformats.org/officeDocument/2006/relationships" r:id="R060e6ef807314a6f"/>
  </p:notesMasterIdLst>
  <p:sldIdLst>
    <p:sldId xmlns:r="http://schemas.openxmlformats.org/officeDocument/2006/relationships" id="256" r:id="R057e0d708e0e4703"/>
    <p:sldId xmlns:r="http://schemas.openxmlformats.org/officeDocument/2006/relationships" id="257" r:id="R8eaac330fb6f4745"/>
    <p:sldId xmlns:r="http://schemas.openxmlformats.org/officeDocument/2006/relationships" id="258" r:id="Rec6b9a361306454b"/>
    <p:sldId xmlns:r="http://schemas.openxmlformats.org/officeDocument/2006/relationships" id="259" r:id="Ra6c05d2b743043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63604195ca4142" /><Relationship Type="http://schemas.openxmlformats.org/officeDocument/2006/relationships/slideMaster" Target="/ppt/slideMasters/slideMaster1.xml" Id="Rc58668dcc8bf4bff" /><Relationship Type="http://schemas.openxmlformats.org/officeDocument/2006/relationships/notesMaster" Target="/ppt/notesMasters/notesMaster1.xml" Id="R060e6ef807314a6f" /><Relationship Type="http://schemas.openxmlformats.org/officeDocument/2006/relationships/presProps" Target="/ppt/presProps.xml" Id="R11340435fe6c489f" /><Relationship Type="http://schemas.openxmlformats.org/officeDocument/2006/relationships/tableStyles" Target="/ppt/tableStyles.xml" Id="Ra28ad29b59674914" /><Relationship Type="http://schemas.openxmlformats.org/officeDocument/2006/relationships/slide" Target="/ppt/slides/slide1.xml" Id="R057e0d708e0e4703" /><Relationship Type="http://schemas.openxmlformats.org/officeDocument/2006/relationships/slide" Target="/ppt/slides/slide2.xml" Id="R8eaac330fb6f4745" /><Relationship Type="http://schemas.openxmlformats.org/officeDocument/2006/relationships/slide" Target="/ppt/slides/slide3.xml" Id="Rec6b9a361306454b" /><Relationship Type="http://schemas.openxmlformats.org/officeDocument/2006/relationships/slide" Target="/ppt/slides/slide4.xml" Id="Ra6c05d2b743043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8ea8b4f64e49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847725938449ec" /><Relationship Type="http://schemas.openxmlformats.org/officeDocument/2006/relationships/notesMaster" Target="/ppt/notesMasters/notesMaster1.xml" Id="R470d954f76464d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da404681984fce" /><Relationship Type="http://schemas.openxmlformats.org/officeDocument/2006/relationships/notesMaster" Target="/ppt/notesMasters/notesMaster1.xml" Id="R2a527278ac4347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abd6f877ea4a75" /><Relationship Type="http://schemas.openxmlformats.org/officeDocument/2006/relationships/notesMaster" Target="/ppt/notesMasters/notesMaster1.xml" Id="Rf9c2846f07e1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3fcc06692f4bd5" /><Relationship Type="http://schemas.openxmlformats.org/officeDocument/2006/relationships/notesMaster" Target="/ppt/notesMasters/notesMaster1.xml" Id="Rd70318552eb749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downloads/exports/2026-07-13/source-data/2026-07-15-operations-export-export-audit-metrics-csv-s011183.csv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p02-full-011183, row:canonical-metric.</a:t>
            </a:r>
          </a:p>
          <a:p xmlns:a="http://schemas.openxmlformats.org/drawingml/2006/main">
            <a:r>
              <a:t>Artifact: p02-full-005455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downloads/exports/2026-07-13/source-data/2026-07-15-operations-export-export-audit-metrics-csv-s011183.csv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p02-full-011183, row:canonical-metric.</a:t>
            </a:r>
          </a:p>
          <a:p xmlns:a="http://schemas.openxmlformats.org/drawingml/2006/main">
            <a:r>
              <a:t>Artifact: p02-full-005455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downloads/exports/2026-07-13/source-data/2026-07-15-operations-export-export-audit-metrics-csv-s011183.csv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p02-full-011183, row:canonical-metric.</a:t>
            </a:r>
          </a:p>
          <a:p xmlns:a="http://schemas.openxmlformats.org/drawingml/2006/main">
            <a:r>
              <a:t>Artifact: p02-full-005455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downloads/exports/2026-07-13/source-data/2026-07-15-operations-export-export-audit-metrics-csv-s011183.csv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p02-full-011183, row:canonical-metric.</a:t>
            </a:r>
          </a:p>
          <a:p xmlns:a="http://schemas.openxmlformats.org/drawingml/2006/main">
            <a:r>
              <a:t>Artifact: p02-full-005455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4a4b8f71148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d0ab64e4234c9d" /><Relationship Type="http://schemas.openxmlformats.org/officeDocument/2006/relationships/slideLayout" Target="/ppt/slideLayouts/slideLayout1.xml" Id="R7ad03c0ed9594a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d03c0ed9594a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7976f7dfa42d5" /><Relationship Type="http://schemas.openxmlformats.org/officeDocument/2006/relationships/notesSlide" Target="/ppt/notesSlides/notesSlide1.xml" Id="R06691eb42b5040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d3fa7298d4fb6" /><Relationship Type="http://schemas.openxmlformats.org/officeDocument/2006/relationships/notesSlide" Target="/ppt/notesSlides/notesSlide2.xml" Id="R8b06d2d4605541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91ff6251d45d7" /><Relationship Type="http://schemas.openxmlformats.org/officeDocument/2006/relationships/notesSlide" Target="/ppt/notesSlides/notesSlide3.xml" Id="R7f9baf23652146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21adc9cfd4f42" /><Relationship Type="http://schemas.openxmlformats.org/officeDocument/2006/relationships/chart" Target="/ppt/slides/charts/chart1.xml" Id="R3e4ee648a9dc4645" /><Relationship Type="http://schemas.openxmlformats.org/officeDocument/2006/relationships/notesSlide" Target="/ppt/notesSlides/notesSlide4.xml" Id="Rf3550f5d246f421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FDFAC14-9CFE-4566-A06C-31C28935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2EE7943-8425-48CA-BF07-686BE2EC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p02-full-005455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D611B7E-CF51-4F0E-B856-12F47103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downloads/exports · Platform Reliability · control p02-full-005455 · 2026 Q3 Operations Export Export Audit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FCA62F6-9B2F-4F90-BFF6-DB03030F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461344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9FE9E709-604D-4295-8E39-699CEE8B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Export Export Audit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35A105F0-A618-4953-888B-627AC7DE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480BE32-ADB3-423D-86D1-B2F4E951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0936BE28-1581-4929-98E7-F9FA39E3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3877770-82B7-489E-9F18-31DE58D8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export export audit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D7D0A8F-1CE9-4D0E-8B41-325555C5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B1980593-2343-496B-8B81-30440448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984EB19-98F7-49BB-8E63-FA3AA1AE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E8BC690-6F77-4DEE-9155-DBC70D42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14AAEA2-1FBB-496F-B8B7-89D3D28F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D46E816A-FE76-447A-8E02-6C7D0E1C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8FD20192-A531-4366-9ECB-074F9CF5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E62B905C-8483-4BA6-A214-786BA3B0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8D3A8BFB-2882-4189-9121-FE84CD2F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p02-full-005455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E21A7242-0853-4DDD-AC9B-EF4D5978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4016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26B8E29F-3619-4E2C-8A03-4B4E7FA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p02-full-005455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DFADB07-49CA-4027-98D2-EBF57579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measure.queue.depth-high · rel.topology.260713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23521B44-094D-4A58-94C2-32B1CB9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F34789F-3986-432C-982D-F6F6218A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72AAAF7D-B8FA-4028-BAAD-85DEE3E1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6531F25-4BD6-4BAE-84BC-686BC7BC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073A9904-647E-43B2-9FFE-D42C2A8D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44F75B79-A8E5-4DCD-BFA5-2EE2111D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5935F4E6-FDBA-4E8C-9B23-A1B4CBD7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C4045B07-D63D-4874-B319-1E02A4F3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7F37BA3-DAAF-437F-90B3-DC3C5371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1D7C48A9-6A80-468A-AEB7-918627B8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9FECFBFE-3738-4059-A76F-375FC610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510647A6-2AC7-4295-86F5-8A6CFCE9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3E88946-76E8-4AF8-BABF-ECC17A6F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24E87AB-A647-4CD2-BD61-7F07C8D1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FD494F2-1ED2-41F6-9FE0-A74214C5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FE1E95C-B299-4F0C-BC7C-08427D3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p02-full-005455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BBA1922-6F79-495D-AE7A-A39C1546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31195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AF20D5E-CD77-45B7-ABDD-086D217F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99A7A2D-4B92-440C-8C11-4B0FBC85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Operations Export Export Audit Operations Briefing Pptx: Q-07 threshold evidence · p02-full-005455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4ee648a9dc464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7A273236-809A-4F80-879C-95427F7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7E70F60-7CD8-4595-ABA5-DCE2096C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B0DC06D5-2CE2-4059-80FD-8F0942F4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CCF46502-7872-450D-BC07-BA17A86E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F0E525D9-2BB0-471C-B8F0-4FC6A91D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C81CCBE-7D36-4283-9695-21C69063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07BBCBC5-702B-47E1-82B9-051548B5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E44877B9-D694-4EC5-BC3B-E7C90EE0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25B3CE07-A67A-4867-B68C-346ACBE6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DDA30BDC-81D6-4433-A7B2-0DB45A80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509ABC0-3EED-4A8E-8C4A-818D89FB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9BC4E06-6F53-46DA-8310-6E5DB3CA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export export audit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268EE22-E3EB-46BB-813C-FF764025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269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2026-08-24T13:01:02.1650000Z</dcterms:created>
  <dcterms:modified xsi:type="dcterms:W3CDTF">2026-08-24T13:01:02.1650000Z</dcterms:modified>
</coreProperties>
</file>