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b7bcecec1c490b" /><Relationship Type="http://schemas.openxmlformats.org/officeDocument/2006/relationships/extended-properties" Target="/docProps/app.xml" Id="R803df58f38264ed3" /><Relationship Type="http://schemas.openxmlformats.org/officeDocument/2006/relationships/officeDocument" Target="/ppt/presentation.xml" Id="R4c022df62c63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c6ca6429c04bc3"/>
  </p:sldMasterIdLst>
  <p:notesMasterIdLst>
    <p:notesMasterId xmlns:r="http://schemas.openxmlformats.org/officeDocument/2006/relationships" r:id="R1dbc01823cb842d5"/>
  </p:notesMasterIdLst>
  <p:sldIdLst>
    <p:sldId xmlns:r="http://schemas.openxmlformats.org/officeDocument/2006/relationships" id="256" r:id="Raa449414930f44ab"/>
    <p:sldId xmlns:r="http://schemas.openxmlformats.org/officeDocument/2006/relationships" id="257" r:id="Reb16ffe0ebc44b4b"/>
    <p:sldId xmlns:r="http://schemas.openxmlformats.org/officeDocument/2006/relationships" id="258" r:id="R77240a0c56034727"/>
    <p:sldId xmlns:r="http://schemas.openxmlformats.org/officeDocument/2006/relationships" id="259" r:id="R116a791aeaf04f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ed5348c0024a2d" /><Relationship Type="http://schemas.openxmlformats.org/officeDocument/2006/relationships/slideMaster" Target="/ppt/slideMasters/slideMaster1.xml" Id="Rccc6ca6429c04bc3" /><Relationship Type="http://schemas.openxmlformats.org/officeDocument/2006/relationships/notesMaster" Target="/ppt/notesMasters/notesMaster1.xml" Id="R1dbc01823cb842d5" /><Relationship Type="http://schemas.openxmlformats.org/officeDocument/2006/relationships/presProps" Target="/ppt/presProps.xml" Id="R65ddb0f570a940c0" /><Relationship Type="http://schemas.openxmlformats.org/officeDocument/2006/relationships/tableStyles" Target="/ppt/tableStyles.xml" Id="Rdc6d165954d34418" /><Relationship Type="http://schemas.openxmlformats.org/officeDocument/2006/relationships/slide" Target="/ppt/slides/slide1.xml" Id="Raa449414930f44ab" /><Relationship Type="http://schemas.openxmlformats.org/officeDocument/2006/relationships/slide" Target="/ppt/slides/slide2.xml" Id="Reb16ffe0ebc44b4b" /><Relationship Type="http://schemas.openxmlformats.org/officeDocument/2006/relationships/slide" Target="/ppt/slides/slide3.xml" Id="R77240a0c56034727" /><Relationship Type="http://schemas.openxmlformats.org/officeDocument/2006/relationships/slide" Target="/ppt/slides/slide4.xml" Id="R116a791aeaf04f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dcce678de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cb9558822240f2" /><Relationship Type="http://schemas.openxmlformats.org/officeDocument/2006/relationships/notesMaster" Target="/ppt/notesMasters/notesMaster1.xml" Id="R802fe7083c1645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7ed6c3a85a4873" /><Relationship Type="http://schemas.openxmlformats.org/officeDocument/2006/relationships/notesMaster" Target="/ppt/notesMasters/notesMaster1.xml" Id="R0b82cbb5903146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34e8fed41e4afe" /><Relationship Type="http://schemas.openxmlformats.org/officeDocument/2006/relationships/notesMaster" Target="/ppt/notesMasters/notesMaster1.xml" Id="R8af1a550e86740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8081906f4e47bc" /><Relationship Type="http://schemas.openxmlformats.org/officeDocument/2006/relationships/notesMaster" Target="/ppt/notesMasters/notesMaster1.xml" Id="R127e6044c62e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downloads/exports/2026-07-13/source-data/2026-07-20-operations-export-service-map-metrics-csv-s002157.csv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p02-full-002157, row:canonical-metric.</a:t>
            </a:r>
          </a:p>
          <a:p xmlns:a="http://schemas.openxmlformats.org/drawingml/2006/main">
            <a:r>
              <a:t>Artifact: p02-full-012553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downloads/exports/2026-07-13/source-data/2026-07-20-operations-export-service-map-metrics-csv-s002157.csv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p02-full-002157, row:canonical-metric.</a:t>
            </a:r>
          </a:p>
          <a:p xmlns:a="http://schemas.openxmlformats.org/drawingml/2006/main">
            <a:r>
              <a:t>Artifact: p02-full-012553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downloads/exports/2026-07-13/source-data/2026-07-20-operations-export-service-map-metrics-csv-s002157.csv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p02-full-002157, row:canonical-metric.</a:t>
            </a:r>
          </a:p>
          <a:p xmlns:a="http://schemas.openxmlformats.org/drawingml/2006/main">
            <a:r>
              <a:t>Artifact: p02-full-012553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downloads/exports/2026-07-13/source-data/2026-07-20-operations-export-service-map-metrics-csv-s002157.csv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p02-full-002157, row:canonical-metric.</a:t>
            </a:r>
          </a:p>
          <a:p xmlns:a="http://schemas.openxmlformats.org/drawingml/2006/main">
            <a:r>
              <a:t>Artifact: p02-full-012553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70069226e41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55e9db4f2a4a36" /><Relationship Type="http://schemas.openxmlformats.org/officeDocument/2006/relationships/slideLayout" Target="/ppt/slideLayouts/slideLayout1.xml" Id="R99d68fba2daf46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d68fba2daf46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6281279704451" /><Relationship Type="http://schemas.openxmlformats.org/officeDocument/2006/relationships/notesSlide" Target="/ppt/notesSlides/notesSlide1.xml" Id="Rb02461481823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538a9bae040ff" /><Relationship Type="http://schemas.openxmlformats.org/officeDocument/2006/relationships/notesSlide" Target="/ppt/notesSlides/notesSlide2.xml" Id="Re68f0f23a8f747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e770f56394f8f" /><Relationship Type="http://schemas.openxmlformats.org/officeDocument/2006/relationships/notesSlide" Target="/ppt/notesSlides/notesSlide3.xml" Id="R494ede46626641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9e0f9f4da4cff" /><Relationship Type="http://schemas.openxmlformats.org/officeDocument/2006/relationships/chart" Target="/ppt/slides/charts/chart1.xml" Id="R18675f0934934d06" /><Relationship Type="http://schemas.openxmlformats.org/officeDocument/2006/relationships/notesSlide" Target="/ppt/notesSlides/notesSlide4.xml" Id="R11ba4aa4ee704b4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49892C0-E182-4DCF-9157-8EA7EB26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29B19362-39D4-48C5-90A4-F2129F4B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p02-full-012553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0521E2A-67C8-4C75-9E08-238B2747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downloads/exports · Platform Reliability · control p02-full-012553 · 2026 07 20 Operations Export Incident Topology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A8CE2E4-BE19-474E-8F81-DE62FFF5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857797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C13C2B10-B2DA-4E73-8E9C-08024D11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Export Incident Topology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33E0440-69CF-4031-BC32-80C93A8B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1C2D7CD7-BAD7-4430-8944-8A554035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67654421-0955-4EE6-9FD0-95CEECE1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FD57EF60-C130-4E8C-B084-04922C60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export service map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28F2573B-0210-4DBA-ABC9-027AE897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9FCBA0C2-CCB6-49C9-A480-9B23B66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318D090-74FF-4CA3-A956-730F3CB2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B6EBEFA-F275-448B-86D0-7FAA7383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F6D6A0E6-5502-4D88-86A9-92C09A3A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4F9AA8E9-51AC-4BCB-91EC-95F4C4AE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5A511102-87E8-4A78-888A-2EA1CD0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B2B41F5-581B-442C-B0F2-7B5A2AFE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74556F48-B046-4C54-9FBB-D096823D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p02-full-012553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0016312A-9CA3-47A3-8557-18DAAA3D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4738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01882E6-83B0-4864-929A-0476C1A9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p02-full-012553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3EC40DDA-AC7B-4024-AED3-E886291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measure.queue.depth-high · rel.topology.260713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AD8AF66-8F78-4ABF-88C3-1C3036A0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C212BBD-C3F1-4461-AC04-44F77611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B9F0C8E7-AFFE-43B3-87AC-0CA284EC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B6A5416-A920-49C0-BB91-75A30031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3677D6DB-6918-4991-ADE4-9CB5AFAA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30D40BA7-FE1F-434A-BE04-6141D46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0708995-BD7F-4C0E-BCAB-30EDC8C1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96A1E686-15CA-4A98-B04E-2F57C17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A1BE8AB-0917-4805-9A26-9ED46174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52C78702-852F-4851-A02B-BC3C8CD2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E27D1173-4D8D-41A1-B901-A219356A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5B3D2D4E-F1F6-44AA-97BA-4CDFBCF0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C452868-CAC3-4A0E-AF2C-BB07FE3B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2812E4E-7076-4D0F-B6DC-A9A05BEF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EFA945A-96CB-4B05-A50C-EFB53CB1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6E49247-7673-44A6-8165-1E79C2E9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p02-full-012553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9CAE19C-8F0E-4875-80C7-45540FBF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15002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B96520E7-1746-47C4-A33A-4BC55272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C41D125-36C0-4897-BD5C-9AA509AF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Export Incident Topology Operations Briefing Pptx: Q-07 threshold evidence · p02-full-012553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675f0934934d06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69B506F5-048C-4B83-87A0-F832E90A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881EE3C9-6958-4E5A-A986-6E4A45D1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6612402-E66F-4CAE-B65A-DB021B9C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678FDC28-6EBC-4C9B-8A50-F56476F4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2E74EA4A-C267-4BEA-9191-8BD369B1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04C4C5A1-8846-45C3-9F10-D05D14D1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766AA4A-B998-45A4-8B1C-A86B2639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0D54D2E3-44C3-49F2-8998-86904B41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C866B2E6-8078-469E-890A-86BBC8CD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8F03512D-5DCE-47FC-B568-D26BB1E4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F7A4FA38-8D95-46E0-8F77-AD89FAF5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9AED8E09-FA75-4548-9235-421216D3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operations export service map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BCBA766F-ED5D-4BA5-AD97-37822203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27356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2026-08-24T13:01:03.3070000Z</dcterms:created>
  <dcterms:modified xsi:type="dcterms:W3CDTF">2026-08-24T13:01:03.3070000Z</dcterms:modified>
</coreProperties>
</file>