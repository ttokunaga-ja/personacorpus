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bda1a782f3475b" /><Relationship Type="http://schemas.openxmlformats.org/officeDocument/2006/relationships/extended-properties" Target="/docProps/app.xml" Id="R83405596b11f4551" /><Relationship Type="http://schemas.openxmlformats.org/officeDocument/2006/relationships/officeDocument" Target="/ppt/presentation.xml" Id="R4bcf60e05cea4f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37c23756c94cb6"/>
  </p:sldMasterIdLst>
  <p:notesMasterIdLst>
    <p:notesMasterId xmlns:r="http://schemas.openxmlformats.org/officeDocument/2006/relationships" r:id="R3aaed0bbb66b485d"/>
  </p:notesMasterIdLst>
  <p:sldIdLst>
    <p:sldId xmlns:r="http://schemas.openxmlformats.org/officeDocument/2006/relationships" id="256" r:id="Rc54410a7df2d406c"/>
    <p:sldId xmlns:r="http://schemas.openxmlformats.org/officeDocument/2006/relationships" id="257" r:id="R9c63589691634a8e"/>
    <p:sldId xmlns:r="http://schemas.openxmlformats.org/officeDocument/2006/relationships" id="258" r:id="Rc1808013b9294449"/>
    <p:sldId xmlns:r="http://schemas.openxmlformats.org/officeDocument/2006/relationships" id="259" r:id="Ree24ae7dabb4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a42ff1e7144d67" /><Relationship Type="http://schemas.openxmlformats.org/officeDocument/2006/relationships/slideMaster" Target="/ppt/slideMasters/slideMaster1.xml" Id="R6a37c23756c94cb6" /><Relationship Type="http://schemas.openxmlformats.org/officeDocument/2006/relationships/notesMaster" Target="/ppt/notesMasters/notesMaster1.xml" Id="R3aaed0bbb66b485d" /><Relationship Type="http://schemas.openxmlformats.org/officeDocument/2006/relationships/presProps" Target="/ppt/presProps.xml" Id="Rcb1baa7d5bb74bd0" /><Relationship Type="http://schemas.openxmlformats.org/officeDocument/2006/relationships/tableStyles" Target="/ppt/tableStyles.xml" Id="R21af2de6cc7e4aec" /><Relationship Type="http://schemas.openxmlformats.org/officeDocument/2006/relationships/slide" Target="/ppt/slides/slide1.xml" Id="Rc54410a7df2d406c" /><Relationship Type="http://schemas.openxmlformats.org/officeDocument/2006/relationships/slide" Target="/ppt/slides/slide2.xml" Id="R9c63589691634a8e" /><Relationship Type="http://schemas.openxmlformats.org/officeDocument/2006/relationships/slide" Target="/ppt/slides/slide3.xml" Id="Rc1808013b9294449" /><Relationship Type="http://schemas.openxmlformats.org/officeDocument/2006/relationships/slide" Target="/ppt/slides/slide4.xml" Id="Ree24ae7dabb4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067f9abf474f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d1698b88aa4de6" /><Relationship Type="http://schemas.openxmlformats.org/officeDocument/2006/relationships/notesMaster" Target="/ppt/notesMasters/notesMaster1.xml" Id="R9c341033c4e54b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65f7fb10a44917" /><Relationship Type="http://schemas.openxmlformats.org/officeDocument/2006/relationships/notesMaster" Target="/ppt/notesMasters/notesMaster1.xml" Id="R74892f0c4d3248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c6f766db8c41a2" /><Relationship Type="http://schemas.openxmlformats.org/officeDocument/2006/relationships/notesMaster" Target="/ppt/notesMasters/notesMaster1.xml" Id="Ref7352c40d4344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2eceec4ba6413e" /><Relationship Type="http://schemas.openxmlformats.org/officeDocument/2006/relationships/notesMaster" Target="/ppt/notesMasters/notesMaster1.xml" Id="R6ab8f02de41242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downloads/exports/2026-07-13/source-data/2026-07-14-operations-export-export-audit-metrics-csv-s007183.csv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p02-full-007183, row:canonical-metric.</a:t>
            </a:r>
          </a:p>
          <a:p xmlns:a="http://schemas.openxmlformats.org/drawingml/2006/main">
            <a:r>
              <a:t>Artifact: p02-full-005055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downloads/exports/2026-07-13/source-data/2026-07-14-operations-export-export-audit-metrics-csv-s007183.csv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p02-full-007183, row:canonical-metric.</a:t>
            </a:r>
          </a:p>
          <a:p xmlns:a="http://schemas.openxmlformats.org/drawingml/2006/main">
            <a:r>
              <a:t>Artifact: p02-full-005055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downloads/exports/2026-07-13/source-data/2026-07-14-operations-export-export-audit-metrics-csv-s007183.csv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p02-full-007183, row:canonical-metric.</a:t>
            </a:r>
          </a:p>
          <a:p xmlns:a="http://schemas.openxmlformats.org/drawingml/2006/main">
            <a:r>
              <a:t>Artifact: p02-full-005055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downloads/exports/2026-07-13/source-data/2026-07-14-operations-export-export-audit-metrics-csv-s007183.csv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p02-full-007183, row:canonical-metric.</a:t>
            </a:r>
          </a:p>
          <a:p xmlns:a="http://schemas.openxmlformats.org/drawingml/2006/main">
            <a:r>
              <a:t>Artifact: p02-full-005055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390c7f0264b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ef94cd70ba4a00" /><Relationship Type="http://schemas.openxmlformats.org/officeDocument/2006/relationships/slideLayout" Target="/ppt/slideLayouts/slideLayout1.xml" Id="Rafb7ceac345247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b7ceac345247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2287f6a85471b" /><Relationship Type="http://schemas.openxmlformats.org/officeDocument/2006/relationships/notesSlide" Target="/ppt/notesSlides/notesSlide1.xml" Id="R3dfea3c4f06f45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9d1eac483488a" /><Relationship Type="http://schemas.openxmlformats.org/officeDocument/2006/relationships/notesSlide" Target="/ppt/notesSlides/notesSlide2.xml" Id="R884ad4037b9e4a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49fd920dd4aec" /><Relationship Type="http://schemas.openxmlformats.org/officeDocument/2006/relationships/notesSlide" Target="/ppt/notesSlides/notesSlide3.xml" Id="Rc990d44c96c442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b47b3ff30498d" /><Relationship Type="http://schemas.openxmlformats.org/officeDocument/2006/relationships/chart" Target="/ppt/slides/charts/chart1.xml" Id="R134d9f63b2af4bf5" /><Relationship Type="http://schemas.openxmlformats.org/officeDocument/2006/relationships/notesSlide" Target="/ppt/notesSlides/notesSlide4.xml" Id="R5557ba31473048b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F6935D70-F132-4BD9-89F9-055E5587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0FEB2E73-C508-4C46-A53B-B00DB9AE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p02-full-005055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F30ED337-93B3-4FD1-803D-FED63286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downloads/exports · Platform Reliability · control p02-full-005055 · 2026 07 15 Operations Export Export Audit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5998529C-2713-4870-8569-4F5B61FC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4214174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BC5ADF74-0B79-4892-96D8-E37A8F10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Operations Export Export Audit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62F18B29-ED49-4728-99FB-E2AC45D7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5A2F54CC-34AB-4D47-B164-E1B6E704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CF47E925-00B1-42F5-8ACD-55786DE9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E6320C3F-F73C-4982-835D-9354570D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operations export export audit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855BB1B6-38CC-4724-96A1-3BA9687D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5758110B-B282-4884-A88F-5D60047D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859DCBA7-A93F-4966-A88F-08056D97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99B616F1-379B-42E4-9ACD-6093B748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C92BB6FC-D14A-4FBB-A6BE-2F59F761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985AAE26-4581-4347-81D5-FB455F55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213F3F61-869E-4730-8EF9-6B28FE08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01E7ED4E-E34D-4001-B54E-4E0F99CA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171D5FC1-CF1A-4BCE-B5A2-35ECE70E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p02-full-005055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73CF6AFB-442A-4C80-85C4-65F06646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85829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BB965015-663E-4814-9A94-BF037BEA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p02-full-005055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6BD61488-95EE-474B-BC36-4A89462A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measure.burn-rate-short · rel.topology.260713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9DFE5993-7391-4CF8-AD16-4B0563B9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B16DF41D-2E6E-4E36-AFF9-5B9C9B0C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9C31EF54-B27D-4D0B-B7F7-0570E7A3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C5EA2FD9-4EBF-45C9-8A1A-F4DFBAD7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CEFAF630-67DC-4917-B12F-071912B9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02449DF2-AA56-479A-8EF4-11DB8914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912D0E61-8E8B-44D9-B9D2-472DB69F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A976C2E8-D99C-40D4-86E7-C57B2639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AD1E8AA1-C750-47E1-B9A9-FB71CF30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41038C0A-661B-4A31-B8A5-E5F9C191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59E3C563-C9AA-43DB-8C5F-6B6463F8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7F277FD6-103A-42E7-B5F6-9CA93183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D4D909FA-5DB2-47C2-86CF-848F8D48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E31FB43D-1279-4C7C-A632-2D417BF1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99FD61B7-7DF4-4670-8AB5-9F2F91B7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14173311-39A1-4867-9739-37B5798E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p02-full-005055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BEEC9A2D-ACBE-4827-A49B-427EA5AA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95004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A10EDC8A-3583-401E-8BAA-FDEEAB49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1606F925-D40D-4B23-B6A4-401E3DED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Operations Export Export Audit Operations Briefing Pptx: Q-07 threshold evidence · p02-full-005055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4d9f63b2af4bf5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E24B1F40-7830-47C8-9E8D-B9F34E4B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72C567CE-1968-4773-9713-158FCBAD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CC107D78-E230-453E-98DA-2E3A0C02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0D234E22-D34B-4FD3-9D29-19EBBEBA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1F7D708B-2252-462B-AC50-745B7BD5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DB1E851D-9AAC-4D97-840E-0FE46BB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262FB302-DEB8-4DE6-AFCC-3B441FA5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153BBEB4-7B3F-4DF4-8468-AF8708C6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DAB7E11E-9862-4191-BB65-DE674B92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FDDB4B86-E149-46EB-B607-DBED25DC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2A5192CF-A4DC-4753-AC08-0CB035AE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43A17D5A-0196-41C5-AFC0-307772B4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operations export export audit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2B3E6E81-922F-4349-8501-939DF4DB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38502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2026-08-24T13:00:55.4190000Z</dcterms:created>
  <dcterms:modified xsi:type="dcterms:W3CDTF">2026-08-24T13:00:55.4200000Z</dcterms:modified>
</coreProperties>
</file>