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c4d8ab294d4506" /><Relationship Type="http://schemas.openxmlformats.org/officeDocument/2006/relationships/extended-properties" Target="/docProps/app.xml" Id="R9360ccd6e5854307" /><Relationship Type="http://schemas.openxmlformats.org/officeDocument/2006/relationships/officeDocument" Target="/ppt/presentation.xml" Id="R575fa4d78d9b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3229e7894424a"/>
  </p:sldMasterIdLst>
  <p:notesMasterIdLst>
    <p:notesMasterId xmlns:r="http://schemas.openxmlformats.org/officeDocument/2006/relationships" r:id="R35523cbf5788493f"/>
  </p:notesMasterIdLst>
  <p:sldIdLst>
    <p:sldId xmlns:r="http://schemas.openxmlformats.org/officeDocument/2006/relationships" id="256" r:id="R227b0ab821054466"/>
    <p:sldId xmlns:r="http://schemas.openxmlformats.org/officeDocument/2006/relationships" id="257" r:id="R0b47b6e47473440a"/>
    <p:sldId xmlns:r="http://schemas.openxmlformats.org/officeDocument/2006/relationships" id="258" r:id="R3c65c908a3c24a98"/>
    <p:sldId xmlns:r="http://schemas.openxmlformats.org/officeDocument/2006/relationships" id="259" r:id="R99e76679ed7a40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68eb4ba2f4c78" /><Relationship Type="http://schemas.openxmlformats.org/officeDocument/2006/relationships/slideMaster" Target="/ppt/slideMasters/slideMaster1.xml" Id="R2993229e7894424a" /><Relationship Type="http://schemas.openxmlformats.org/officeDocument/2006/relationships/notesMaster" Target="/ppt/notesMasters/notesMaster1.xml" Id="R35523cbf5788493f" /><Relationship Type="http://schemas.openxmlformats.org/officeDocument/2006/relationships/presProps" Target="/ppt/presProps.xml" Id="Rc18ef81f903b4c08" /><Relationship Type="http://schemas.openxmlformats.org/officeDocument/2006/relationships/tableStyles" Target="/ppt/tableStyles.xml" Id="R3d1b3586f710498d" /><Relationship Type="http://schemas.openxmlformats.org/officeDocument/2006/relationships/slide" Target="/ppt/slides/slide1.xml" Id="R227b0ab821054466" /><Relationship Type="http://schemas.openxmlformats.org/officeDocument/2006/relationships/slide" Target="/ppt/slides/slide2.xml" Id="R0b47b6e47473440a" /><Relationship Type="http://schemas.openxmlformats.org/officeDocument/2006/relationships/slide" Target="/ppt/slides/slide3.xml" Id="R3c65c908a3c24a98" /><Relationship Type="http://schemas.openxmlformats.org/officeDocument/2006/relationships/slide" Target="/ppt/slides/slide4.xml" Id="R99e76679ed7a40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70ee621da47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62d85d39c4c0a" /><Relationship Type="http://schemas.openxmlformats.org/officeDocument/2006/relationships/notesMaster" Target="/ppt/notesMasters/notesMaster1.xml" Id="R2a90bd4cf4ee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91f343e7f452e" /><Relationship Type="http://schemas.openxmlformats.org/officeDocument/2006/relationships/notesMaster" Target="/ppt/notesMasters/notesMaster1.xml" Id="R1835415dda46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5ca9667454d8a" /><Relationship Type="http://schemas.openxmlformats.org/officeDocument/2006/relationships/notesMaster" Target="/ppt/notesMasters/notesMaster1.xml" Id="Rf9339bb940db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e85ca8476f4062" /><Relationship Type="http://schemas.openxmlformats.org/officeDocument/2006/relationships/notesMaster" Target="/ppt/notesMasters/notesMaster1.xml" Id="R373b436f26d045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changes/deployments/2026/q3/plans/2026-07-20-deployment-change-identity-hotfix-metrics-csv-s003385.csv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p02-full-003385, row:canonical-metric.</a:t>
            </a:r>
          </a:p>
          <a:p xmlns:a="http://schemas.openxmlformats.org/drawingml/2006/main">
            <a:r>
              <a:t>Artifact: p02-full-000849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changes/deployments/2026/q3/plans/2026-07-20-deployment-change-identity-hotfix-metrics-csv-s003385.csv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p02-full-003385, row:canonical-metric.</a:t>
            </a:r>
          </a:p>
          <a:p xmlns:a="http://schemas.openxmlformats.org/drawingml/2006/main">
            <a:r>
              <a:t>Artifact: p02-full-000849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changes/deployments/2026/q3/plans/2026-07-20-deployment-change-identity-hotfix-metrics-csv-s003385.csv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p02-full-003385, row:canonical-metric.</a:t>
            </a:r>
          </a:p>
          <a:p xmlns:a="http://schemas.openxmlformats.org/drawingml/2006/main">
            <a:r>
              <a:t>Artifact: p02-full-000849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changes/deployments/2026/q3/plans/2026-07-20-deployment-change-identity-hotfix-metrics-csv-s003385.csv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p02-full-003385, row:canonical-metric.</a:t>
            </a:r>
          </a:p>
          <a:p xmlns:a="http://schemas.openxmlformats.org/drawingml/2006/main">
            <a:r>
              <a:t>Artifact: p02-full-000849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16f88e600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5a34cd5370447f" /><Relationship Type="http://schemas.openxmlformats.org/officeDocument/2006/relationships/slideLayout" Target="/ppt/slideLayouts/slideLayout1.xml" Id="Rbe2e19c5913a4f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e19c5913a4f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6b52604f24e7e" /><Relationship Type="http://schemas.openxmlformats.org/officeDocument/2006/relationships/notesSlide" Target="/ppt/notesSlides/notesSlide1.xml" Id="R520712f44e67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b02a51d7c4c83" /><Relationship Type="http://schemas.openxmlformats.org/officeDocument/2006/relationships/notesSlide" Target="/ppt/notesSlides/notesSlide2.xml" Id="R88644495d820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54f200d0145aa" /><Relationship Type="http://schemas.openxmlformats.org/officeDocument/2006/relationships/notesSlide" Target="/ppt/notesSlides/notesSlide3.xml" Id="R546cdc3588ec4c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1382b9e3a400b" /><Relationship Type="http://schemas.openxmlformats.org/officeDocument/2006/relationships/chart" Target="/ppt/slides/charts/chart1.xml" Id="R8dc0f8c702e6426f" /><Relationship Type="http://schemas.openxmlformats.org/officeDocument/2006/relationships/notesSlide" Target="/ppt/notesSlides/notesSlide4.xml" Id="R31043e28d316433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F06FDA7-000A-4BBD-9A5C-4FD6B074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1D58ECA-7E21-49B0-9050-FF656EF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689E6A2-56FF-45B2-8B2A-1C66A3C2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changes/deployments · Platform Reliability · control p02-full-000849 · 2026 07 14 Deployment Change Identity Hotfix Operations Briefing Pptx · Identity p95: 286 ms (below 350 ms threshold)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3FA5CA5-BB23-4EE2-A624-2D313966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86606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038F996-CBA0-4043-AFD9-200AEBCD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Deployment Change Identity Hotfix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1DB6F5C-3DC1-45F7-AD91-D4CA6676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93EECD0-E5DA-4B3E-8E67-9D2DC2A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1CBA956-F453-46B1-B2A5-4655D8DF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97859BB-D96F-479A-839A-63F7C0C5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deployment change identity hotfix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51A9B5F-94E9-4CFA-B30E-470C3168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7A3DB9F8-88F9-45B7-92E3-D90BA10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771F4EE-01E9-49C7-B005-F0C3859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F86F6FE-260B-4C85-B0A4-E4E9D68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424567A-12A7-45CE-A277-76EDE81F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8469858-983C-4BA2-98CD-2DE4C4DD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A805594-7A68-4097-91A2-5AFE695A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0B4C7A8-C704-46E0-99EC-1A42185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ECC4B1E-6DCF-491E-B8CA-738D5F73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12CBD95-3FC1-44A8-BA51-C82C24A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350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C66E1D8-B143-4098-8F27-0A9B08F2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2531C7E-1B70-4649-A11E-3465B003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change.chg-260713-042 · rel.change.260713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4550290-6E0D-4F5B-8159-2821452C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6D4D46A-8E6D-463D-81B9-FE8E1163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E2EEBA1-3A99-49AF-AC86-22FA028A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286 ms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799F4F8-3DDC-44A2-98A9-58957CD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p95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71D3293C-3EDC-4E03-B063-2715CCEA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Below 350 ms threshold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F10E01F-2C58-4E7B-842F-F7A74F02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C1FE48A-2089-470C-B823-09C36091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3DF5120-3252-420A-BC2F-81F45F9B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7BF2DD41-425C-44CC-8B76-1F97156E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C3C5C15-2107-433F-9871-AAE42FC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04002E4E-C12F-4E2F-ADCD-78BB0B20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C811CA7-E4E8-4C48-AC81-EDE3241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4B4003D-7EB6-48FA-A019-FEA37B7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FE424F8-35EF-4869-A0AC-A8426B1F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859C60E-8725-40D7-A1B3-2449A4B9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BF014B1-4FA6-4BF0-B9BC-F50C80BD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66143A01-BF10-4F84-A3D3-16730560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4A90802-B898-440E-AA25-970CFC75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p02-full-000849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D8C46D9-860A-48F1-BD50-38A0BF1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29739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1F05DBC-4326-4327-8B9B-3C98D901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68925DC5-7089-4BD7-A4A7-3477F998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Deployment Change Identity Hotfix Operations Briefing Pptx: Q-07 threshold evidence · p02-full-000849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c0f8c702e6426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8E8264D-6C53-4297-B7D9-066D1BE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E6A7590-4176-41E6-B070-8179246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9C55422-F04C-402F-8A79-1F58436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3671361-D463-4AD4-9346-8AEA6CF9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4DB799D-6F33-43EA-9AA8-1AAA57A5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95BDA1B-CB95-4E72-AA2F-E15FAFD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084CE34-9A8A-478F-B663-4EF9B232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ADD5754-428D-4CE4-AED6-18ECEB75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998B77A-DF53-4DCC-8F3E-ECE2CBE2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877E94B-50F5-4793-973A-5A705C4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730FB373-4CD0-4CF0-8F4D-27442EA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B6E36FC-356C-436C-A497-FB003A3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deployment change identity hotfix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8F1F102-8D49-45AE-8F6A-8CDCD544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58292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2026-08-24T14:15:27.9510000Z</dcterms:created>
  <dcterms:modified xsi:type="dcterms:W3CDTF">2026-08-24T14:15:27.9570000Z</dcterms:modified>
</coreProperties>
</file>