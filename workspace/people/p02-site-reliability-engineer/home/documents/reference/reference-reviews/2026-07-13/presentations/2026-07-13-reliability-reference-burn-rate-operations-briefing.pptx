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96f70e0c084d93" /><Relationship Type="http://schemas.openxmlformats.org/officeDocument/2006/relationships/extended-properties" Target="/docProps/app.xml" Id="R0cb7262f7eaf4a5e" /><Relationship Type="http://schemas.openxmlformats.org/officeDocument/2006/relationships/officeDocument" Target="/ppt/presentation.xml" Id="R2ea6fdafa20847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b7b55fd1734831"/>
  </p:sldMasterIdLst>
  <p:notesMasterIdLst>
    <p:notesMasterId xmlns:r="http://schemas.openxmlformats.org/officeDocument/2006/relationships" r:id="Ra5d26c9dcd8248bd"/>
  </p:notesMasterIdLst>
  <p:sldIdLst>
    <p:sldId xmlns:r="http://schemas.openxmlformats.org/officeDocument/2006/relationships" id="256" r:id="Rf49d181913664126"/>
    <p:sldId xmlns:r="http://schemas.openxmlformats.org/officeDocument/2006/relationships" id="257" r:id="R81dbb160f36c4e6a"/>
    <p:sldId xmlns:r="http://schemas.openxmlformats.org/officeDocument/2006/relationships" id="258" r:id="R264ace2786f640a1"/>
    <p:sldId xmlns:r="http://schemas.openxmlformats.org/officeDocument/2006/relationships" id="259" r:id="R01c8b86fb41c41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38e921eb1242fd" /><Relationship Type="http://schemas.openxmlformats.org/officeDocument/2006/relationships/slideMaster" Target="/ppt/slideMasters/slideMaster1.xml" Id="R4cb7b55fd1734831" /><Relationship Type="http://schemas.openxmlformats.org/officeDocument/2006/relationships/notesMaster" Target="/ppt/notesMasters/notesMaster1.xml" Id="Ra5d26c9dcd8248bd" /><Relationship Type="http://schemas.openxmlformats.org/officeDocument/2006/relationships/presProps" Target="/ppt/presProps.xml" Id="R3f0b3bbbed9c4b60" /><Relationship Type="http://schemas.openxmlformats.org/officeDocument/2006/relationships/tableStyles" Target="/ppt/tableStyles.xml" Id="R566b3b6b37c6439b" /><Relationship Type="http://schemas.openxmlformats.org/officeDocument/2006/relationships/slide" Target="/ppt/slides/slide1.xml" Id="Rf49d181913664126" /><Relationship Type="http://schemas.openxmlformats.org/officeDocument/2006/relationships/slide" Target="/ppt/slides/slide2.xml" Id="R81dbb160f36c4e6a" /><Relationship Type="http://schemas.openxmlformats.org/officeDocument/2006/relationships/slide" Target="/ppt/slides/slide3.xml" Id="R264ace2786f640a1" /><Relationship Type="http://schemas.openxmlformats.org/officeDocument/2006/relationships/slide" Target="/ppt/slides/slide4.xml" Id="R01c8b86fb41c41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42ebd1438340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1c40e52228459a" /><Relationship Type="http://schemas.openxmlformats.org/officeDocument/2006/relationships/notesMaster" Target="/ppt/notesMasters/notesMaster1.xml" Id="Rc7f1bee747f44f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02d729598b4d7c" /><Relationship Type="http://schemas.openxmlformats.org/officeDocument/2006/relationships/notesMaster" Target="/ppt/notesMasters/notesMaster1.xml" Id="R7c8303f23b9947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38d7b6396e4f36" /><Relationship Type="http://schemas.openxmlformats.org/officeDocument/2006/relationships/notesMaster" Target="/ppt/notesMasters/notesMaster1.xml" Id="Rd1748f7ba1e645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8789cd90d84bab" /><Relationship Type="http://schemas.openxmlformats.org/officeDocument/2006/relationships/notesMaster" Target="/ppt/notesMasters/notesMaster1.xml" Id="R0d3bf5828bcf4d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documents/reference/schemas/2026-07-13-reliability-reference-burn-rate-metrics-csv-s008616.csv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p02-full-008616, row:canonical-metric.</a:t>
            </a:r>
          </a:p>
          <a:p xmlns:a="http://schemas.openxmlformats.org/drawingml/2006/main">
            <a:r>
              <a:t>Artifact: p02-full-000248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documents/reference/schemas/2026-07-13-reliability-reference-burn-rate-metrics-csv-s008616.csv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p02-full-008616, row:canonical-metric.</a:t>
            </a:r>
          </a:p>
          <a:p xmlns:a="http://schemas.openxmlformats.org/drawingml/2006/main">
            <a:r>
              <a:t>Artifact: p02-full-000248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documents/reference/schemas/2026-07-13-reliability-reference-burn-rate-metrics-csv-s008616.csv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p02-full-008616, row:canonical-metric.</a:t>
            </a:r>
          </a:p>
          <a:p xmlns:a="http://schemas.openxmlformats.org/drawingml/2006/main">
            <a:r>
              <a:t>Artifact: p02-full-000248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documents/reference/schemas/2026-07-13-reliability-reference-burn-rate-metrics-csv-s008616.csv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p02-full-008616, row:canonical-metric.</a:t>
            </a:r>
          </a:p>
          <a:p xmlns:a="http://schemas.openxmlformats.org/drawingml/2006/main">
            <a:r>
              <a:t>Artifact: p02-full-000248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52885b7e04a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24cd398bca40e6" /><Relationship Type="http://schemas.openxmlformats.org/officeDocument/2006/relationships/slideLayout" Target="/ppt/slideLayouts/slideLayout1.xml" Id="R283324ddfc8e46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3324ddfc8e46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b643e27454281" /><Relationship Type="http://schemas.openxmlformats.org/officeDocument/2006/relationships/notesSlide" Target="/ppt/notesSlides/notesSlide1.xml" Id="R859dc2bce84b41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c4d0911f94e61" /><Relationship Type="http://schemas.openxmlformats.org/officeDocument/2006/relationships/notesSlide" Target="/ppt/notesSlides/notesSlide2.xml" Id="Rfc520be085224a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9edf269294334" /><Relationship Type="http://schemas.openxmlformats.org/officeDocument/2006/relationships/notesSlide" Target="/ppt/notesSlides/notesSlide3.xml" Id="R0bce3af5a29e4a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aebb3384b4044" /><Relationship Type="http://schemas.openxmlformats.org/officeDocument/2006/relationships/chart" Target="/ppt/slides/charts/chart1.xml" Id="R6c28ba611ace47c3" /><Relationship Type="http://schemas.openxmlformats.org/officeDocument/2006/relationships/notesSlide" Target="/ppt/notesSlides/notesSlide4.xml" Id="Rd9f5ec69d3384da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2986FA1C-0FFD-42F7-9538-AB0560F8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EC9AAE47-1766-42FB-B730-3410BFDD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p02-full-000248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2DA3D875-D43D-4E73-9AAA-6E0F2493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documents/reference · Platform Reliability · control p02-full-000248 · 2026 07 13 Reliability Reference Burn Rate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08CCD302-CEE5-42C2-BF59-8B424683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637367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2AF1C465-09E0-4F5B-963C-AFD068F4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Reference Burn Rate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3043C2A2-356B-4458-A63D-7C4F130A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7176AD83-5EBB-4C4B-95F3-33086CF0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E1F35700-71BF-4BBF-8535-4CAE17AA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5B2E5ECB-D44B-4051-9D4B-9BD83F4C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reference burn rate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FFAFC522-8D93-4412-94D6-38479F73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3C7376B6-9CAD-409A-8867-40C03976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90EE8B18-E20C-4054-9452-ECF8AAB2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5B4B400F-5A8E-4D88-AB0C-B10FEB8D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7A077498-FF33-4B00-8881-CF9EF80E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3308DE39-3232-44A1-9BDE-C6AD8602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A3EA3DC1-C311-4D79-8910-431A0E90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19AB6200-CB31-4BB6-9BF9-3C2A5D1D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A257876D-8611-43A9-88B6-CB05355C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676F6500-B733-4A71-B4D2-9D1CD251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p02-full-000248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0C6B5245-1C3F-4B2B-B45E-2E8C58E7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69071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6F02E596-FA35-4337-AC48-A536483E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p02-full-000248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5B454F1F-994E-4516-9EE3-B713A517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term.rollback-ready · rel.slo.2026-q3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54EC41A7-6770-4407-AA1B-883E93C8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AB97FC9C-760E-41AE-AB17-449D653C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C21A527D-6BA0-48E1-A935-6D3A704C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E2C8846F-7EEB-44EF-A436-7675429E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5D4A99AE-BCCC-48E7-9500-7273D4AB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C4E9B2E7-6498-49C1-84B6-CAD56954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8A4680A5-B0BB-4764-96A4-3003564C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87FD5CF6-F0E0-4252-ADEB-2646420B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7BF9474F-0404-44AC-BB3B-5E7B7011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D0A3CFC5-6131-46E6-8C41-09126F35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F4D9AFF0-2D72-446A-8F0C-95F2D17A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8C92ACC0-14C2-439B-A205-755D98BE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DD00F405-E89F-4FE6-9EF0-9890392B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2C0776D3-7604-47DC-9605-A43713F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A37BB7EB-B25C-47CA-A85C-394F9086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p02-full-000248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16C6F6A6-A86F-4CFD-B069-F78C9AB3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064926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82F7B256-AA64-416B-8678-9A471486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217E58C4-5021-4333-A63C-50DEC43E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Reference Burn Rate Operations Briefing Pptx: Q-07 threshold evidence · p02-full-000248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28ba611ace47c3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43958712-D95C-4537-B8A9-4895EE23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E60FE825-DC5D-446B-933A-FDFB6F0B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5FAF817C-5B89-46EF-B1B8-EAE17AE8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0C4FDF02-8654-4FE6-B977-34058C64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8B847CE3-DC53-4D7B-AE5B-7502BC1D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Tested reversal path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CBEB2565-80C7-478D-A27A-87B5B98C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Restore the guardrail; replay 1,850 requests/s in harbor-test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889366B-FA5E-4FB5-9948-42C67F35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B4AF914E-A127-4D78-9B75-D7B442A0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location · owner role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59F2A801-7345-4BAE-8516-45BA46EF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documents/reference rollback evidence at 10:02 UTC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Owner role: Platform Reliability incident commander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5BB69BA6-CF9D-4D47-887D-FDFB1B75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E03EAA2D-37B4-4B73-B9B1-EC933B32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Explicit stop condition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07D4C0EE-5C63-4692-9A3B-02896EC9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Stop at Q-07 12,000; resume only below 8,000 after burn recovery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4F423146-C93D-452C-AB8E-EEAF7638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632418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2026-08-24T17:17:19.9000000Z</dcterms:created>
  <dcterms:modified xsi:type="dcterms:W3CDTF">2026-08-24T17:17:19.9000000Z</dcterms:modified>
</coreProperties>
</file>