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1e221a1c494f89" /><Relationship Type="http://schemas.openxmlformats.org/officeDocument/2006/relationships/extended-properties" Target="/docProps/app.xml" Id="R36d67aa0a6de4d65" /><Relationship Type="http://schemas.openxmlformats.org/officeDocument/2006/relationships/officeDocument" Target="/ppt/presentation.xml" Id="Rf9ab60ae76224d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cc14a8076e403c"/>
  </p:sldMasterIdLst>
  <p:notesMasterIdLst>
    <p:notesMasterId xmlns:r="http://schemas.openxmlformats.org/officeDocument/2006/relationships" r:id="R0e9e713497ff4179"/>
  </p:notesMasterIdLst>
  <p:sldIdLst>
    <p:sldId xmlns:r="http://schemas.openxmlformats.org/officeDocument/2006/relationships" id="256" r:id="R96dc651b85794f63"/>
    <p:sldId xmlns:r="http://schemas.openxmlformats.org/officeDocument/2006/relationships" id="257" r:id="R0bb97b39cc7f4537"/>
    <p:sldId xmlns:r="http://schemas.openxmlformats.org/officeDocument/2006/relationships" id="258" r:id="R937e90205bbf4637"/>
    <p:sldId xmlns:r="http://schemas.openxmlformats.org/officeDocument/2006/relationships" id="259" r:id="R4667649c54da46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6bda5db7a0417d" /><Relationship Type="http://schemas.openxmlformats.org/officeDocument/2006/relationships/slideMaster" Target="/ppt/slideMasters/slideMaster1.xml" Id="R66cc14a8076e403c" /><Relationship Type="http://schemas.openxmlformats.org/officeDocument/2006/relationships/notesMaster" Target="/ppt/notesMasters/notesMaster1.xml" Id="R0e9e713497ff4179" /><Relationship Type="http://schemas.openxmlformats.org/officeDocument/2006/relationships/presProps" Target="/ppt/presProps.xml" Id="R1ec4eb22dbd64bb9" /><Relationship Type="http://schemas.openxmlformats.org/officeDocument/2006/relationships/tableStyles" Target="/ppt/tableStyles.xml" Id="Rda2f4523a9894976" /><Relationship Type="http://schemas.openxmlformats.org/officeDocument/2006/relationships/slide" Target="/ppt/slides/slide1.xml" Id="R96dc651b85794f63" /><Relationship Type="http://schemas.openxmlformats.org/officeDocument/2006/relationships/slide" Target="/ppt/slides/slide2.xml" Id="R0bb97b39cc7f4537" /><Relationship Type="http://schemas.openxmlformats.org/officeDocument/2006/relationships/slide" Target="/ppt/slides/slide3.xml" Id="R937e90205bbf4637" /><Relationship Type="http://schemas.openxmlformats.org/officeDocument/2006/relationships/slide" Target="/ppt/slides/slide4.xml" Id="R4667649c54da46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bd50f18a774d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e7bb7c63ed4821" /><Relationship Type="http://schemas.openxmlformats.org/officeDocument/2006/relationships/notesMaster" Target="/ppt/notesMasters/notesMaster1.xml" Id="R8dfe4246a90540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b32fd9f83d4969" /><Relationship Type="http://schemas.openxmlformats.org/officeDocument/2006/relationships/notesMaster" Target="/ppt/notesMasters/notesMaster1.xml" Id="R5871b689989243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0927babba14cb4" /><Relationship Type="http://schemas.openxmlformats.org/officeDocument/2006/relationships/notesMaster" Target="/ppt/notesMasters/notesMaster1.xml" Id="Rfb3e2fcd7c094b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e41044084d488d" /><Relationship Type="http://schemas.openxmlformats.org/officeDocument/2006/relationships/notesMaster" Target="/ppt/notesMasters/notesMaster1.xml" Id="R41306129c2304f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documents/operations/runbooks/supporting-data/2026-07-14-reliability-runbook-traffic-shift-metrics-csv-s001130.csv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p02-full-001130, row:canonical-metric.</a:t>
            </a:r>
          </a:p>
          <a:p xmlns:a="http://schemas.openxmlformats.org/drawingml/2006/main">
            <a:r>
              <a:t>Artifact: p02-full-011346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documents/operations/runbooks/supporting-data/2026-07-14-reliability-runbook-traffic-shift-metrics-csv-s001130.csv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p02-full-001130, row:canonical-metric.</a:t>
            </a:r>
          </a:p>
          <a:p xmlns:a="http://schemas.openxmlformats.org/drawingml/2006/main">
            <a:r>
              <a:t>Artifact: p02-full-011346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documents/operations/runbooks/supporting-data/2026-07-14-reliability-runbook-traffic-shift-metrics-csv-s001130.csv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p02-full-001130, row:canonical-metric.</a:t>
            </a:r>
          </a:p>
          <a:p xmlns:a="http://schemas.openxmlformats.org/drawingml/2006/main">
            <a:r>
              <a:t>Artifact: p02-full-011346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documents/operations/runbooks/supporting-data/2026-07-14-reliability-runbook-traffic-shift-metrics-csv-s001130.csv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p02-full-001130, row:canonical-metric.</a:t>
            </a:r>
          </a:p>
          <a:p xmlns:a="http://schemas.openxmlformats.org/drawingml/2006/main">
            <a:r>
              <a:t>Artifact: p02-full-011346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68b829294145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c4311906eb4b3c" /><Relationship Type="http://schemas.openxmlformats.org/officeDocument/2006/relationships/slideLayout" Target="/ppt/slideLayouts/slideLayout1.xml" Id="R8ca444422e5340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a444422e5340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7244920704e7e" /><Relationship Type="http://schemas.openxmlformats.org/officeDocument/2006/relationships/notesSlide" Target="/ppt/notesSlides/notesSlide1.xml" Id="Rf64975cba6bd44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9e7fd83734292" /><Relationship Type="http://schemas.openxmlformats.org/officeDocument/2006/relationships/notesSlide" Target="/ppt/notesSlides/notesSlide2.xml" Id="Rd7193e19285043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1749752dc4087" /><Relationship Type="http://schemas.openxmlformats.org/officeDocument/2006/relationships/notesSlide" Target="/ppt/notesSlides/notesSlide3.xml" Id="R7b955b6fb79a4b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4e32744ec41df" /><Relationship Type="http://schemas.openxmlformats.org/officeDocument/2006/relationships/chart" Target="/ppt/slides/charts/chart1.xml" Id="R8f98adb6ee7c4c97" /><Relationship Type="http://schemas.openxmlformats.org/officeDocument/2006/relationships/notesSlide" Target="/ppt/notesSlides/notesSlide4.xml" Id="R3425cf48d09349d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Checkout SVC-17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0B849EAA-A355-4B11-B6DF-AB6C09C4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9556FF89-87F5-401A-808E-0C0459BA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p02-full-011346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4EC2DE6E-AD32-436E-B16A-4EB5059E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documents/operations/runbooks · Checkout SVC-17 · control p02-full-011346 · 2026 07 13 Reliability Runbook Traffic Shift Operations Briefing Pptx · Checkout peak 2,420 requests/s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F994A085-FE7D-48C2-A408-1F893385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4952619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8C3DE574-822A-4A13-AF7F-6FD10180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Runbook Traffic Shift Operations Briefing Pptx: controls and recipients</a:t>
            </a:r>
          </a:p>
        </p:txBody>
      </p:sp>
      <p:cxnSp>
        <p:nvCxnSpPr>
          <p:cNvPr id="19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79FEF832-3854-4DD6-BF5C-642B7F77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575ABA59-64F5-4622-ACF4-7736BE4E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C6D92324-25A1-48F6-A60C-5B634341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0EB7FE97-3B9A-46BD-A4B9-75891C8C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reliability runbook traffic shift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F411B1F1-B7CB-4783-A941-EC583C12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1B518B29-242F-4C85-8918-F66315B5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162F792B-B353-4213-A292-FBA0F885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6B3273AC-E4C9-4B93-8C9F-F2DA253A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Checkout SVC-17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F9F06000-E9B4-4FF8-ABD9-92D3D449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87E7311B-55CD-4606-B3D5-810BEC32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9A5ADC27-421B-4885-87C4-0A5C2FC4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2DAAC31C-FADB-4ED7-9B02-DB2D0882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no-kio-claim">
            <a:extLst xmlns:a="http://schemas.openxmlformats.org/drawingml/2006/main">
              <a:ext uri="{FF2B5EF4-FFF2-40B4-BE49-F238E27FC236}">
                <a16:creationId xmlns:a16="http://schemas.microsoft.com/office/drawing/2014/main" id="{FE7D04C1-6FCF-45BE-B76F-9028E075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Corpus production and QA do not establish Kio indexing, history, chunks, search quality, or performance.</a:t>
            </a:r>
          </a:p>
        </p:txBody>
      </p:sp>
      <p:sp>
        <p:nvSpPr>
          <p:cNvPr id="16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3EFB1E48-F69C-47D1-8C1E-44EAD085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p02-full-011346</a:t>
            </a:r>
          </a:p>
        </p:txBody>
      </p:sp>
      <p:sp>
        <p:nvSpPr>
          <p:cNvPr id="17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A1DD5BB8-4724-4A3A-A117-77E99A6A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04671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D8D161CA-C05F-4E97-9F8D-D20D1CA9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p02-full-011346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11C8462F-77D4-4727-8115-BCE342E5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Checkout SVC-17. org.ntc · svc.checkout.svc17 · rel.inc260713.timeline · date.2026-07-13.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6024F86A-9013-4244-AE70-34A11ABD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A800EB60-2F89-42E8-AD17-7249CA14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8D4EF2D9-1476-418C-844A-E587A9B6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2,420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26502746-05B0-42CE-9D85-8A9047E5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peak</a:t>
            </a:r>
          </a:p>
        </p:txBody>
      </p:sp>
      <p:sp>
        <p:nvSpPr>
          <p:cNvPr id="7" name="grid13-body-0">
            <a:extLst xmlns:a="http://schemas.openxmlformats.org/drawingml/2006/main">
              <a:ext uri="{FF2B5EF4-FFF2-40B4-BE49-F238E27FC236}">
                <a16:creationId xmlns:a16="http://schemas.microsoft.com/office/drawing/2014/main" id="{3BB0199F-2088-418B-BF01-0A062670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requests/s</a:t>
            </a:r>
          </a:p>
        </p:txBody>
      </p:sp>
      <p:sp>
        <p:nvSpPr>
          <p:cNvPr id="8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F0DA0E82-0136-46FE-B5F9-F16EC945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080784B3-9988-423E-9B29-2FE310AB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0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0909E4CE-1535-4895-80CD-94BB5F7E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1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8A9B47FE-5DAD-486A-8322-A376B3FF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2,420</a:t>
            </a:r>
          </a:p>
        </p:txBody>
      </p:sp>
      <p:sp>
        <p:nvSpPr>
          <p:cNvPr id="12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6475119F-C7F9-4A30-B0E2-3CD571FA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demand</a:t>
            </a:r>
          </a:p>
        </p:txBody>
      </p:sp>
      <p:sp>
        <p:nvSpPr>
          <p:cNvPr id="13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19DCC299-C9B0-4583-B8D5-336DC3AE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requests/s</a:t>
            </a:r>
          </a:p>
        </p:txBody>
      </p:sp>
      <p:sp>
        <p:nvSpPr>
          <p:cNvPr id="14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DEBB8189-11C8-4800-89C0-12AF046C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E8E8EAC2-108F-4DDA-ACEB-D4440377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6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F46AFFF1-16D0-45F7-B751-C229D8CE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7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EFC2BB56-08A5-4913-9C6E-04185E9B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1,460</a:t>
            </a:r>
          </a:p>
        </p:txBody>
      </p:sp>
      <p:sp>
        <p:nvSpPr>
          <p:cNvPr id="18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B81771ED-53D1-48A6-8280-C976C400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 drain</a:t>
            </a:r>
          </a:p>
        </p:txBody>
      </p:sp>
      <p:sp>
        <p:nvSpPr>
          <p:cNvPr id="19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30534222-6ECC-4CEC-9AC6-B690133B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jobs/min</a:t>
            </a:r>
          </a:p>
        </p:txBody>
      </p:sp>
      <p:sp>
        <p:nvSpPr>
          <p:cNvPr id="20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134B1D5A-F105-4AE4-B5DB-D4110E2A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p02-full-011346</a:t>
            </a:r>
          </a:p>
        </p:txBody>
      </p:sp>
      <p:sp>
        <p:nvSpPr>
          <p:cNvPr id="21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7A7F0FB9-5B3F-4B30-BFE0-45B490E6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812730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1E7FA162-4E76-4FC2-AEDA-422FBC15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24A0FC92-6EAD-4B24-8AC0-B5A3FE9E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Runbook Traffic Shift Operations Briefing Pptx: Q-07 threshold evidence · p02-full-011346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98adb6ee7c4c97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AFCC2B86-4861-45B6-BAD6-C32F9A3D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5B99E67D-A938-4152-AFB6-6CD307D1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D16BF3EF-9CFB-4BD5-91F2-92344471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A2500931-F210-4824-B58E-055CCC1D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7F665964-BAE3-4007-8C94-E2176302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1FDA2372-0A58-4D95-871E-FBFABD89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0322E3C8-7523-4205-814F-FEE6018A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904E03B4-58B6-4551-BD28-48EF22C3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E0C2823D-C6B5-4EE9-BF5D-084676CF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SVC-17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7B7E788E-2CC9-426D-B937-D5BCB359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ED69814B-ECB2-45D8-8093-6FF0353E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8AA856A9-702F-4A22-9203-7CC94043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reliability runbook traffic shift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F2B21575-6B8B-4334-A345-19998A7E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560776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2026-08-24T17:17:06.5520000Z</dcterms:created>
  <dcterms:modified xsi:type="dcterms:W3CDTF">2026-08-24T17:17:06.5520000Z</dcterms:modified>
</coreProperties>
</file>