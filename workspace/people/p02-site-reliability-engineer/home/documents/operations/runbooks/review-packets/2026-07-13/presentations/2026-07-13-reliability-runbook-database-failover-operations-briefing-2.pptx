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bee1d7165d47e5" /><Relationship Type="http://schemas.openxmlformats.org/officeDocument/2006/relationships/extended-properties" Target="/docProps/app.xml" Id="R4ac7fa111f2d4761" /><Relationship Type="http://schemas.openxmlformats.org/officeDocument/2006/relationships/officeDocument" Target="/ppt/presentation.xml" Id="Rc3a29852168e4d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ca9b9f5d3f419b"/>
  </p:sldMasterIdLst>
  <p:notesMasterIdLst>
    <p:notesMasterId xmlns:r="http://schemas.openxmlformats.org/officeDocument/2006/relationships" r:id="Rd44dfc5d06e0446c"/>
  </p:notesMasterIdLst>
  <p:sldIdLst>
    <p:sldId xmlns:r="http://schemas.openxmlformats.org/officeDocument/2006/relationships" id="256" r:id="R685d5f5f1f004810"/>
    <p:sldId xmlns:r="http://schemas.openxmlformats.org/officeDocument/2006/relationships" id="257" r:id="R54b915d15d744f4b"/>
    <p:sldId xmlns:r="http://schemas.openxmlformats.org/officeDocument/2006/relationships" id="258" r:id="Rfff0111479e842a1"/>
    <p:sldId xmlns:r="http://schemas.openxmlformats.org/officeDocument/2006/relationships" id="259" r:id="Ra2a2176689cf42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751411d38047f8" /><Relationship Type="http://schemas.openxmlformats.org/officeDocument/2006/relationships/slideMaster" Target="/ppt/slideMasters/slideMaster1.xml" Id="R5fca9b9f5d3f419b" /><Relationship Type="http://schemas.openxmlformats.org/officeDocument/2006/relationships/notesMaster" Target="/ppt/notesMasters/notesMaster1.xml" Id="Rd44dfc5d06e0446c" /><Relationship Type="http://schemas.openxmlformats.org/officeDocument/2006/relationships/presProps" Target="/ppt/presProps.xml" Id="Rd2f86de7c2ce486e" /><Relationship Type="http://schemas.openxmlformats.org/officeDocument/2006/relationships/tableStyles" Target="/ppt/tableStyles.xml" Id="R970921cf06ab45e1" /><Relationship Type="http://schemas.openxmlformats.org/officeDocument/2006/relationships/slide" Target="/ppt/slides/slide1.xml" Id="R685d5f5f1f004810" /><Relationship Type="http://schemas.openxmlformats.org/officeDocument/2006/relationships/slide" Target="/ppt/slides/slide2.xml" Id="R54b915d15d744f4b" /><Relationship Type="http://schemas.openxmlformats.org/officeDocument/2006/relationships/slide" Target="/ppt/slides/slide3.xml" Id="Rfff0111479e842a1" /><Relationship Type="http://schemas.openxmlformats.org/officeDocument/2006/relationships/slide" Target="/ppt/slides/slide4.xml" Id="Ra2a2176689cf42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c22a564564d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313a5891c64f68" /><Relationship Type="http://schemas.openxmlformats.org/officeDocument/2006/relationships/notesMaster" Target="/ppt/notesMasters/notesMaster1.xml" Id="R9df999e4035a4a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27663d6c724d70" /><Relationship Type="http://schemas.openxmlformats.org/officeDocument/2006/relationships/notesMaster" Target="/ppt/notesMasters/notesMaster1.xml" Id="R9147e22f509748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db3511456a4d3e" /><Relationship Type="http://schemas.openxmlformats.org/officeDocument/2006/relationships/notesMaster" Target="/ppt/notesMasters/notesMaster1.xml" Id="R43cab9454f5b43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2a4e5ebd464952" /><Relationship Type="http://schemas.openxmlformats.org/officeDocument/2006/relationships/notesMaster" Target="/ppt/notesMasters/notesMaster1.xml" Id="R2605ca4936cc4c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p02-full-005849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p02-full-005849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p02-full-005849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p02-full-005849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d18095ebd4d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e9b1bb0a2f4f85" /><Relationship Type="http://schemas.openxmlformats.org/officeDocument/2006/relationships/slideLayout" Target="/ppt/slideLayouts/slideLayout1.xml" Id="Rfad14e5385bc43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d14e5385bc43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445e7450b493a" /><Relationship Type="http://schemas.openxmlformats.org/officeDocument/2006/relationships/notesSlide" Target="/ppt/notesSlides/notesSlide1.xml" Id="Rf7c189a2654542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918c9b0324922" /><Relationship Type="http://schemas.openxmlformats.org/officeDocument/2006/relationships/notesSlide" Target="/ppt/notesSlides/notesSlide2.xml" Id="R5371c5f87f714e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1093e6e1d4e13" /><Relationship Type="http://schemas.openxmlformats.org/officeDocument/2006/relationships/notesSlide" Target="/ppt/notesSlides/notesSlide3.xml" Id="R5e061a0eea604d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8e796ed124316" /><Relationship Type="http://schemas.openxmlformats.org/officeDocument/2006/relationships/chart" Target="/ppt/slides/charts/chart1.xml" Id="R971ac13e03384463" /><Relationship Type="http://schemas.openxmlformats.org/officeDocument/2006/relationships/notesSlide" Target="/ppt/notesSlides/notesSlide4.xml" Id="R24d187b9431c486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81673EA-A06F-436D-895A-77830644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CD33AD26-0635-4D5E-96CF-7802AB56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p02-full-005849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61A95290-CE6C-453B-AAC4-853E06FE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documents/operations/runbooks · Platform Reliability · control p02-full-005849 · 2026 07 13 Reliability Runbook Database Failover Operations Briefing Pptx · Checkout peak 2,420 requests/s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44E2D9E3-FDA9-4762-BC31-A037BF7C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798171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7614DF04-39E8-483A-A15D-EC1B1716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2DF65706-AA7E-4FDB-82D5-AA41E28C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AAB59063-0133-48B0-AB16-0E8A34C0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C920B9F0-5FF6-46B4-8BFC-C1A114D2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7BBC7B7D-1324-436F-A703-5906769F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3C9FEC6C-E96E-48CC-80E3-C965A4B3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00E75C1D-44AA-48F1-9BC7-2EF9CD4F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03CDBBE8-55C6-4F1A-BBB7-803C9076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0E926F4D-1AB9-424F-A010-45363F9D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6A43B216-AAB0-4867-8621-79B64C76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5ED1C7CE-5EC1-4CDB-85AA-7031EF95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072593A-3DA7-475B-B390-17396DD1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F2844707-A745-4828-9325-F55EA9AC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1C117890-2D74-404A-A9EF-5E2E8AFD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D89E73C6-A139-4977-BFE4-1F6DEC1F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p02-full-005849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CD0D2EA2-7A0C-48F4-8486-C86793F1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62009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3D9148A-1885-47BF-9F34-341CDF52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p02-full-005849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2B53F318-23F3-442F-B01B-2EB1A1F8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term.mitigation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2986966-E60F-4D62-A54F-C205549F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5D86FC3C-15CA-4919-8D96-A36E7274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D5D59EC4-51C6-47A0-AB3F-4E3ED7C8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FFF2167-7FE5-424E-96E4-1349778F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peak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8CD1F46D-770E-4B76-92A6-FACDBF86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A456E43F-8555-409A-85EB-9CD65BA3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CD3A0C7B-97D1-462E-A435-74011001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21C5848F-71E9-4F1C-B70B-94813E57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376F4AE-7052-4490-94EC-CAFA899B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1BCBD4D3-D5E5-4853-959E-86DC88AF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63DE536C-F27C-4726-9820-3F859B4D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44947748-C0AA-46F7-A718-52459AE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19A64658-A1AC-4F53-A53B-4292C582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E3BAA756-21FF-4337-B0B7-82D7203E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61B3B6FB-06BD-4D6D-B383-EA0C1ACA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723117B1-9641-4645-86BC-90549F77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AE29DC83-4CA1-4E24-87E2-67074813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p02-full-005849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29C66A28-C23C-4AE0-B3D5-E3C61507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7574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E2387383-C9D5-417C-9B48-8EBC63F8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3BCDE336-058D-4FD2-A020-8C1D3E60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Operations Briefing Pptx: Q-07 threshold evidence · p02-full-005849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1ac13e03384463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3A8362B0-4E25-4DE1-B86D-B31000E3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22803134-ED16-4864-AD4E-B5437542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B54FC1AF-8669-4014-BE55-3FC39922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37E49122-0BC4-4806-89C8-A5E976A0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12C56973-402A-4410-B7E0-262A51AD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action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AA01FA03-E05A-4380-8675-BFE593BD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09:54 rate limit + 10:11 concurrency increase reduced Checkout impact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6A19F4AA-DBE9-4D38-8A35-DAD640D2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7396F06A-40FA-4EF3-9EA0-7D03BFDA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Root-cause boundary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6BC4FCA-2AE8-4998-9154-A2F3E809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did not necessarily remove the root cause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47EA13E5-813C-48CD-B39E-BD17F559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98A6196E-DB6A-448A-9588-53937D20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cause retained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BA13B12D-ABA6-46EA-B949-430AA9EF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5A97A4BA-2919-4A98-830D-87F89345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66846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2026-08-24T17:17:01.6200000Z</dcterms:created>
  <dcterms:modified xsi:type="dcterms:W3CDTF">2026-08-24T17:17:01.6200000Z</dcterms:modified>
</coreProperties>
</file>