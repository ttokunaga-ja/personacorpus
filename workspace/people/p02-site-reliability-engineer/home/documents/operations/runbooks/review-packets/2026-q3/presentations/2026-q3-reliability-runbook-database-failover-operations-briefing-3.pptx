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78872ae50d474c" /><Relationship Type="http://schemas.openxmlformats.org/officeDocument/2006/relationships/extended-properties" Target="/docProps/app.xml" Id="R60aca5bacaca4900" /><Relationship Type="http://schemas.openxmlformats.org/officeDocument/2006/relationships/officeDocument" Target="/ppt/presentation.xml" Id="R2e6776e1bf1142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19338330fd4a7d"/>
  </p:sldMasterIdLst>
  <p:notesMasterIdLst>
    <p:notesMasterId xmlns:r="http://schemas.openxmlformats.org/officeDocument/2006/relationships" r:id="R65f2b594314d470a"/>
  </p:notesMasterIdLst>
  <p:sldIdLst>
    <p:sldId xmlns:r="http://schemas.openxmlformats.org/officeDocument/2006/relationships" id="256" r:id="R675819786e0b4f6a"/>
    <p:sldId xmlns:r="http://schemas.openxmlformats.org/officeDocument/2006/relationships" id="257" r:id="Rafcb97d5331442ac"/>
    <p:sldId xmlns:r="http://schemas.openxmlformats.org/officeDocument/2006/relationships" id="258" r:id="R856ece52632545a3"/>
    <p:sldId xmlns:r="http://schemas.openxmlformats.org/officeDocument/2006/relationships" id="259" r:id="Rd6e057118bb543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545c02acb24d8e" /><Relationship Type="http://schemas.openxmlformats.org/officeDocument/2006/relationships/slideMaster" Target="/ppt/slideMasters/slideMaster1.xml" Id="R2119338330fd4a7d" /><Relationship Type="http://schemas.openxmlformats.org/officeDocument/2006/relationships/notesMaster" Target="/ppt/notesMasters/notesMaster1.xml" Id="R65f2b594314d470a" /><Relationship Type="http://schemas.openxmlformats.org/officeDocument/2006/relationships/presProps" Target="/ppt/presProps.xml" Id="R1556db9210b6487a" /><Relationship Type="http://schemas.openxmlformats.org/officeDocument/2006/relationships/tableStyles" Target="/ppt/tableStyles.xml" Id="R8365e24aaee44816" /><Relationship Type="http://schemas.openxmlformats.org/officeDocument/2006/relationships/slide" Target="/ppt/slides/slide1.xml" Id="R675819786e0b4f6a" /><Relationship Type="http://schemas.openxmlformats.org/officeDocument/2006/relationships/slide" Target="/ppt/slides/slide2.xml" Id="Rafcb97d5331442ac" /><Relationship Type="http://schemas.openxmlformats.org/officeDocument/2006/relationships/slide" Target="/ppt/slides/slide3.xml" Id="R856ece52632545a3" /><Relationship Type="http://schemas.openxmlformats.org/officeDocument/2006/relationships/slide" Target="/ppt/slides/slide4.xml" Id="Rd6e057118bb543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d250bafef4a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1c5d38172748ea" /><Relationship Type="http://schemas.openxmlformats.org/officeDocument/2006/relationships/notesMaster" Target="/ppt/notesMasters/notesMaster1.xml" Id="R761096bfdbff4f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1c026541464854" /><Relationship Type="http://schemas.openxmlformats.org/officeDocument/2006/relationships/notesMaster" Target="/ppt/notesMasters/notesMaster1.xml" Id="R0c1ed8a7256248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343f3a25b044bc" /><Relationship Type="http://schemas.openxmlformats.org/officeDocument/2006/relationships/notesMaster" Target="/ppt/notesMasters/notesMaster1.xml" Id="Rfceda5496b0241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8d4ab414264a0b" /><Relationship Type="http://schemas.openxmlformats.org/officeDocument/2006/relationships/notesMaster" Target="/ppt/notesMasters/notesMaster1.xml" Id="Re27be2ba62e04e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p02-full-005249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p02-full-005249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p02-full-005249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p02-full-005249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3ae25a2e9349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d1ab17d12e4c59" /><Relationship Type="http://schemas.openxmlformats.org/officeDocument/2006/relationships/slideLayout" Target="/ppt/slideLayouts/slideLayout1.xml" Id="R36d7c188a88d44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d7c188a88d44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9b84dbd5b4780" /><Relationship Type="http://schemas.openxmlformats.org/officeDocument/2006/relationships/notesSlide" Target="/ppt/notesSlides/notesSlide1.xml" Id="R8be38cd3b66544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9cdbd5668442f" /><Relationship Type="http://schemas.openxmlformats.org/officeDocument/2006/relationships/notesSlide" Target="/ppt/notesSlides/notesSlide2.xml" Id="R07a677ac2bf044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ab0ed73a0471b" /><Relationship Type="http://schemas.openxmlformats.org/officeDocument/2006/relationships/notesSlide" Target="/ppt/notesSlides/notesSlide3.xml" Id="R6ad54ac57f30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859c4705d4b51" /><Relationship Type="http://schemas.openxmlformats.org/officeDocument/2006/relationships/chart" Target="/ppt/slides/charts/chart1.xml" Id="Rb9ee5413db724fa0" /><Relationship Type="http://schemas.openxmlformats.org/officeDocument/2006/relationships/notesSlide" Target="/ppt/notesSlides/notesSlide4.xml" Id="R2305d6056a8c42b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DFA6617-D367-448E-957C-01C6EE2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D630E4F5-AA1F-4100-BC9E-C6F2990B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p02-full-005249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665EC30-C34A-4297-8545-F245E878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documents/operations/runbooks · Platform Reliability · control p02-full-005249 · 2026 Q3 Reliability Runbook Database Failover Operations Briefing Pptx · Checkout peak 2,420 requests/s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75FD43D6-93AD-4A06-A1CF-34E4DE65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48384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D87B6054-0FE7-48C2-A2AE-0A46816D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1A59A6F7-0F52-46CF-B8BD-EDDC73E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4991D14-FCAF-45A7-A9D2-26350589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723E32A-97A0-4332-BAE7-A6B0FBC5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D35D49A7-BF90-4AC2-8551-CD6C6A4D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8969EBDF-E0BE-4B26-BD85-AF180120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088D1B1-BFB0-4969-AC29-B98E8B67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569C8D2-30B5-49B5-ACC9-AF3D91D6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340B6FD2-689F-4FF4-A86E-C1450782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D3D3CBB1-5801-4A73-A679-43DEED1F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70802FF-09BA-4553-948C-A815F2BA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4174357-4F7B-454A-9487-0DBC1090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52D3C05-FC29-407B-BE7C-C5E86A01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0736E02E-7952-4F4E-9A06-5DE2E157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FD0644A1-8961-4FCB-AB38-8FC8EC38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p02-full-005249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D935FE7-3EED-4E13-94CD-8615775C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56187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391A6618-4403-4D28-841F-26FDB470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p02-full-005249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B9F15F4F-11CF-41A5-8B73-CB5E0E95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5605A744-426B-430B-8EAD-249888F2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ECB17EFB-47D0-4D0D-81F4-9CED17BF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ADFC979C-46A6-44AC-BFAE-8E8B7BF1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D6F9D73-D285-4DA8-BDF4-56BA0FA8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peak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370B02EB-6244-4D0F-9724-54949B9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4DDB1384-3826-4350-84CD-D415F4E5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5DD4ADB-2CF9-4A95-9CA5-40E6B6A8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D36B88F7-80A3-4501-96C7-1528795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4FE00A6-E147-43C8-B1EE-805D5EF8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A1F7F8E-19C1-4707-B52C-7B82BF98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EBD759A3-CBD1-4B45-8760-2CE5AFE8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2F5E1486-E976-4F69-B17C-A16F0E3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5706670-9583-4110-841B-9177F0FA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67D1D2F3-4DD9-48DA-BE86-BB985130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8BDD882D-85A0-49BC-978E-D4C5E36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4AFD0D36-73CC-4EBF-BBCD-C9AF7838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3A6072EB-B17B-4A3A-89B4-C12DF6EE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B71298F-5151-4472-955F-EE5A16C7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p02-full-005249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8F985C29-91DE-43A9-B2EB-E45FDD6D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0534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716E67AC-B975-4361-A029-24A42A36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49DE0FCD-EA9B-400D-A7A9-79D080D0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Database Failover Operations Briefing Pptx: Q-07 threshold evidence · p02-full-005249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ee5413db724fa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0DC4D928-3888-4902-93DE-09F3FEBB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BE84676-BEA9-4D51-ADB0-53C073A5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F702EAC-4440-4A4B-A1B5-50A153E7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2DF3F3E0-83AE-409C-8B15-8631381D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F0C5E24D-7FBF-42CB-AAD7-333BDBD2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9BFE036E-AE8E-4585-8628-85622D00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97D50949-A5B5-4439-9C05-CB91E387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1EAA63C-71D4-4247-8B71-08A66F0D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89089850-A5D3-4F79-9F7D-5D8D975E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3D23A3D6-9A03-414C-9A88-4172CFBD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037C7CA0-A45B-4A6B-958A-1D311B8F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E41808AF-D326-49B9-B835-406850E7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D884198-9420-47E3-B541-3CD23610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7935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2026-08-24T17:17:01.2080000Z</dcterms:created>
  <dcterms:modified xsi:type="dcterms:W3CDTF">2026-08-24T17:17:01.2080000Z</dcterms:modified>
</coreProperties>
</file>