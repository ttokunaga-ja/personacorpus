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a97dd23b3a411c" /><Relationship Type="http://schemas.openxmlformats.org/officeDocument/2006/relationships/extended-properties" Target="/docProps/app.xml" Id="R0c04a1fa7bc147a7" /><Relationship Type="http://schemas.openxmlformats.org/officeDocument/2006/relationships/officeDocument" Target="/ppt/presentation.xml" Id="R8223baca191a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d7b93ebac74cbb"/>
  </p:sldMasterIdLst>
  <p:notesMasterIdLst>
    <p:notesMasterId xmlns:r="http://schemas.openxmlformats.org/officeDocument/2006/relationships" r:id="R32e268a38b0c42a0"/>
  </p:notesMasterIdLst>
  <p:sldIdLst>
    <p:sldId xmlns:r="http://schemas.openxmlformats.org/officeDocument/2006/relationships" id="256" r:id="Redab6837eed64af4"/>
    <p:sldId xmlns:r="http://schemas.openxmlformats.org/officeDocument/2006/relationships" id="257" r:id="Rca546ab700b5480b"/>
    <p:sldId xmlns:r="http://schemas.openxmlformats.org/officeDocument/2006/relationships" id="258" r:id="R4dbe1dfc4dd147b0"/>
    <p:sldId xmlns:r="http://schemas.openxmlformats.org/officeDocument/2006/relationships" id="259" r:id="R440ffe0ce10a48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e0afffede54379" /><Relationship Type="http://schemas.openxmlformats.org/officeDocument/2006/relationships/slideMaster" Target="/ppt/slideMasters/slideMaster1.xml" Id="R04d7b93ebac74cbb" /><Relationship Type="http://schemas.openxmlformats.org/officeDocument/2006/relationships/notesMaster" Target="/ppt/notesMasters/notesMaster1.xml" Id="R32e268a38b0c42a0" /><Relationship Type="http://schemas.openxmlformats.org/officeDocument/2006/relationships/presProps" Target="/ppt/presProps.xml" Id="R2d400ec517804c4f" /><Relationship Type="http://schemas.openxmlformats.org/officeDocument/2006/relationships/tableStyles" Target="/ppt/tableStyles.xml" Id="R8af1d9f99a804a08" /><Relationship Type="http://schemas.openxmlformats.org/officeDocument/2006/relationships/slide" Target="/ppt/slides/slide1.xml" Id="Redab6837eed64af4" /><Relationship Type="http://schemas.openxmlformats.org/officeDocument/2006/relationships/slide" Target="/ppt/slides/slide2.xml" Id="Rca546ab700b5480b" /><Relationship Type="http://schemas.openxmlformats.org/officeDocument/2006/relationships/slide" Target="/ppt/slides/slide3.xml" Id="R4dbe1dfc4dd147b0" /><Relationship Type="http://schemas.openxmlformats.org/officeDocument/2006/relationships/slide" Target="/ppt/slides/slide4.xml" Id="R440ffe0ce10a48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a36e92b23a44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9b323931244132" /><Relationship Type="http://schemas.openxmlformats.org/officeDocument/2006/relationships/notesMaster" Target="/ppt/notesMasters/notesMaster1.xml" Id="R10d10008280440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84d15dabf4ec7" /><Relationship Type="http://schemas.openxmlformats.org/officeDocument/2006/relationships/notesMaster" Target="/ppt/notesMasters/notesMaster1.xml" Id="R0c0882ef253e4f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f65e8b4b05416e" /><Relationship Type="http://schemas.openxmlformats.org/officeDocument/2006/relationships/notesMaster" Target="/ppt/notesMasters/notesMaster1.xml" Id="Re5768e8a931044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1a1b4a42a4d34" /><Relationship Type="http://schemas.openxmlformats.org/officeDocument/2006/relationships/notesMaster" Target="/ppt/notesMasters/notesMaster1.xml" Id="R3d2c8b446b8b4c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p02-full-004449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p02-full-004449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p02-full-004449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documents/operations/runbooks/supporting-data/2026-07-20-reliability-runbook-alert-triage-metrics-tsv-s001701.tsv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p02-full-001701, row:canonical-metric.</a:t>
            </a:r>
          </a:p>
          <a:p xmlns:a="http://schemas.openxmlformats.org/drawingml/2006/main">
            <a:r>
              <a:t>Artifact: p02-full-004449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d8fa63fa3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a016328c6048be" /><Relationship Type="http://schemas.openxmlformats.org/officeDocument/2006/relationships/slideLayout" Target="/ppt/slideLayouts/slideLayout1.xml" Id="R5ea620ade1544b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620ade1544b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2b02d7d5742f1" /><Relationship Type="http://schemas.openxmlformats.org/officeDocument/2006/relationships/notesSlide" Target="/ppt/notesSlides/notesSlide1.xml" Id="R2d4a1219407f49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cac5ff5564b44" /><Relationship Type="http://schemas.openxmlformats.org/officeDocument/2006/relationships/notesSlide" Target="/ppt/notesSlides/notesSlide2.xml" Id="R81761b758d024e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c5ba1b71f44f6" /><Relationship Type="http://schemas.openxmlformats.org/officeDocument/2006/relationships/notesSlide" Target="/ppt/notesSlides/notesSlide3.xml" Id="R359cb5cf7a674c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f98ee0a7f4ead" /><Relationship Type="http://schemas.openxmlformats.org/officeDocument/2006/relationships/chart" Target="/ppt/slides/charts/chart1.xml" Id="R45eafa0bfa26406f" /><Relationship Type="http://schemas.openxmlformats.org/officeDocument/2006/relationships/notesSlide" Target="/ppt/notesSlides/notesSlide4.xml" Id="R6f470cd4c0b34b4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6B768B5-433C-4699-9FC9-0F97762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CDBDF6C-3691-4F9C-9A27-9B9C45D5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p02-full-004449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45B390E-FBA2-4DE4-8082-2ED89A63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Checkout SVC-17 · control p02-full-004449 · 2026 07 13 Reliability Runbook Database Failover Operations Briefing Pptx · Q-07 warning 12,000 jobs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EA0B3954-E1F5-4ED0-8C62-CDE2F7B3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99324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E3822B9-9D39-4D0E-9F3F-52F14C76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2D694CB4-94A6-4EC2-8AB2-D7022196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6C7248DE-88A9-4BD9-B1A8-0FCB695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D65946F-E7B8-4648-A42D-1E915F72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1BBAF89-68B5-46A0-9C5D-AFF0DD2E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5407440B-1836-41D3-96E1-E871AB2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9B32A01-60F3-478B-A280-0EEBD8DF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B0AC4531-992A-4CB7-8FE1-FAAFC637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C7DD7D6-E806-4C8D-8170-4FBD9125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E5CFA57-C0BD-434D-8308-84AD39E9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EE4101F-DF8F-4BAF-B808-862E3228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70C59F46-3A16-4611-8B9B-BC540011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6DFA6384-7091-47F8-9A69-69DD4895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7C6B4BFE-74AA-4F52-A6D5-576458FB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8D89091-42B1-453A-90E2-2725E888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p02-full-004449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0A237527-D429-41C2-A2FE-A48D19A8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35060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61129AB-3D3B-41F4-A7AC-5A0D9DFF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p02-full-004449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BAFF75C8-D74E-4FC9-A461-6E65ADF2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D37B3DF-025B-4406-B765-C189C23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B78F949-DB52-46F9-8E8C-68FB1676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E04A9A8D-8B8B-426D-9C7C-315FFC4C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69D8282B-6547-44DC-A033-30B4685F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warning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EBC0DF99-2C32-40D5-B93A-E4FB4BF4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4F21B88E-852A-49A4-9FCF-B9E6BE0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4CEF0489-3CA1-45EB-92F5-7A15A33D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67CECD4-388E-4071-8682-3C0B339C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1EAF7FC1-A206-4E2B-988B-707BB571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2CC65BD8-AFD7-4001-ABA3-D706E75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1DB736D4-18A9-4AE1-9F49-BADF1A51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43DE975-A30F-47F0-A6C2-DA3D647D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FBFD6FE8-96B0-4A44-97E0-43AA20A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3687CA8-09D8-444D-B9B7-7919BFDA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CDB0B06B-06E7-4CC1-812E-DD5CF6EF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497E30B5-129C-4D72-85C2-7364DE83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23ACEE99-22C6-4F96-8576-47DEE40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p02-full-004449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B0353EB8-59DD-40DD-B806-11BDF41A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660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A44F5EB-7151-4F0B-BA3C-59F8EAFA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9C641DC0-5467-4079-A4BC-4E9C6B69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Operations Briefing Pptx: Q-07 threshold evidence · p02-full-004449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eafa0bfa26406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2AC7C47E-22B2-425C-8F52-4B2ADA57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1B2424CE-D4A6-4534-94DE-B6AFED8E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E90A0C0-10B6-40AD-A003-A8E04BC8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081AA18E-780F-476D-84DB-4E2FFCF1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72BFFA2-58B8-4B3F-A8AD-D5BDBEA2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FF181F9-833E-4187-AA0C-7A1DCC2B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19FC286-5753-4B60-B394-ED842BBC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77A68102-EC5B-42D8-B219-FE1B3EBD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8EB2BDD-6861-4ED9-B55A-07DFB402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4EFCF62-A837-4520-B9AE-7C67C474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9DA0F83C-EB84-410B-A38F-56625951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25502469-13C1-4980-987B-856EB74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alert triage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F419041-BE99-44A9-B9FE-1C54A7EA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15994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2026-08-24T17:17:00.3870000Z</dcterms:created>
  <dcterms:modified xsi:type="dcterms:W3CDTF">2026-08-24T17:17:00.3870000Z</dcterms:modified>
</coreProperties>
</file>