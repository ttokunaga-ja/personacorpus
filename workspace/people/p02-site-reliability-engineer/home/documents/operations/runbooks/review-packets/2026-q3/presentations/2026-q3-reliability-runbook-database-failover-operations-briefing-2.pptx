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72063fdb9047fa" /><Relationship Type="http://schemas.openxmlformats.org/officeDocument/2006/relationships/extended-properties" Target="/docProps/app.xml" Id="Rd04fcd1c320440de" /><Relationship Type="http://schemas.openxmlformats.org/officeDocument/2006/relationships/officeDocument" Target="/ppt/presentation.xml" Id="R780666cb9f7840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8d00e775984cb3"/>
  </p:sldMasterIdLst>
  <p:notesMasterIdLst>
    <p:notesMasterId xmlns:r="http://schemas.openxmlformats.org/officeDocument/2006/relationships" r:id="R65b3d8e6e3714fe9"/>
  </p:notesMasterIdLst>
  <p:sldIdLst>
    <p:sldId xmlns:r="http://schemas.openxmlformats.org/officeDocument/2006/relationships" id="256" r:id="R72cec3c87b964204"/>
    <p:sldId xmlns:r="http://schemas.openxmlformats.org/officeDocument/2006/relationships" id="257" r:id="Rbe3f5adb1b8d4e6e"/>
    <p:sldId xmlns:r="http://schemas.openxmlformats.org/officeDocument/2006/relationships" id="258" r:id="R19bcb41291f84995"/>
    <p:sldId xmlns:r="http://schemas.openxmlformats.org/officeDocument/2006/relationships" id="259" r:id="R2393216da3fa45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a8c69796a24b0a" /><Relationship Type="http://schemas.openxmlformats.org/officeDocument/2006/relationships/slideMaster" Target="/ppt/slideMasters/slideMaster1.xml" Id="R038d00e775984cb3" /><Relationship Type="http://schemas.openxmlformats.org/officeDocument/2006/relationships/notesMaster" Target="/ppt/notesMasters/notesMaster1.xml" Id="R65b3d8e6e3714fe9" /><Relationship Type="http://schemas.openxmlformats.org/officeDocument/2006/relationships/presProps" Target="/ppt/presProps.xml" Id="Rff5a2e19c43c4c32" /><Relationship Type="http://schemas.openxmlformats.org/officeDocument/2006/relationships/tableStyles" Target="/ppt/tableStyles.xml" Id="R4d55a5a3ef554fa6" /><Relationship Type="http://schemas.openxmlformats.org/officeDocument/2006/relationships/slide" Target="/ppt/slides/slide1.xml" Id="R72cec3c87b964204" /><Relationship Type="http://schemas.openxmlformats.org/officeDocument/2006/relationships/slide" Target="/ppt/slides/slide2.xml" Id="Rbe3f5adb1b8d4e6e" /><Relationship Type="http://schemas.openxmlformats.org/officeDocument/2006/relationships/slide" Target="/ppt/slides/slide3.xml" Id="R19bcb41291f84995" /><Relationship Type="http://schemas.openxmlformats.org/officeDocument/2006/relationships/slide" Target="/ppt/slides/slide4.xml" Id="R2393216da3fa45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b403c5355a44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625e383ede48d8" /><Relationship Type="http://schemas.openxmlformats.org/officeDocument/2006/relationships/notesMaster" Target="/ppt/notesMasters/notesMaster1.xml" Id="R0e378fa13ad84c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423e12aefc4230" /><Relationship Type="http://schemas.openxmlformats.org/officeDocument/2006/relationships/notesMaster" Target="/ppt/notesMasters/notesMaster1.xml" Id="Rfaed7a48602a4c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993f7e46774894" /><Relationship Type="http://schemas.openxmlformats.org/officeDocument/2006/relationships/notesMaster" Target="/ppt/notesMasters/notesMaster1.xml" Id="Rf98b57691d7741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68c236a4f94eaf" /><Relationship Type="http://schemas.openxmlformats.org/officeDocument/2006/relationships/notesMaster" Target="/ppt/notesMasters/notesMaster1.xml" Id="Rbcc01e8ea4ed4b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documents/operations/runbooks/supporting-data/2026-07-20-reliability-runbook-alert-triage-metrics-tsv-s001701.tsv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Q-07 warning = 12,000 jobs; source p02-full-001701, row:canonical-metric.</a:t>
            </a:r>
          </a:p>
          <a:p xmlns:a="http://schemas.openxmlformats.org/drawingml/2006/main">
            <a:r>
              <a:t>Artifact: p02-full-003849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documents/operations/runbooks/supporting-data/2026-07-20-reliability-runbook-alert-triage-metrics-tsv-s001701.tsv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Q-07 warning = 12,000 jobs; source p02-full-001701, row:canonical-metric.</a:t>
            </a:r>
          </a:p>
          <a:p xmlns:a="http://schemas.openxmlformats.org/drawingml/2006/main">
            <a:r>
              <a:t>Artifact: p02-full-003849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documents/operations/runbooks/supporting-data/2026-07-20-reliability-runbook-alert-triage-metrics-tsv-s001701.tsv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Q-07 warning = 12,000 jobs; source p02-full-001701, row:canonical-metric.</a:t>
            </a:r>
          </a:p>
          <a:p xmlns:a="http://schemas.openxmlformats.org/drawingml/2006/main">
            <a:r>
              <a:t>Artifact: p02-full-003849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documents/operations/runbooks/supporting-data/2026-07-20-reliability-runbook-alert-triage-metrics-tsv-s001701.tsv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Q-07 warning = 12,000 jobs; source p02-full-001701, row:canonical-metric.</a:t>
            </a:r>
          </a:p>
          <a:p xmlns:a="http://schemas.openxmlformats.org/drawingml/2006/main">
            <a:r>
              <a:t>Artifact: p02-full-003849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d206118bef42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f015b826fe4d7f" /><Relationship Type="http://schemas.openxmlformats.org/officeDocument/2006/relationships/slideLayout" Target="/ppt/slideLayouts/slideLayout1.xml" Id="R0a6a84c212d749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6a84c212d749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9b33f0ebfc43a8" /><Relationship Type="http://schemas.openxmlformats.org/officeDocument/2006/relationships/notesSlide" Target="/ppt/notesSlides/notesSlide1.xml" Id="Rbeefc25e000d4c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52be1beb34d62" /><Relationship Type="http://schemas.openxmlformats.org/officeDocument/2006/relationships/notesSlide" Target="/ppt/notesSlides/notesSlide2.xml" Id="R41773f3b4a6f4f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7baa42bb1a4f75" /><Relationship Type="http://schemas.openxmlformats.org/officeDocument/2006/relationships/notesSlide" Target="/ppt/notesSlides/notesSlide3.xml" Id="Red0d5e10023c43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8517a267f4815" /><Relationship Type="http://schemas.openxmlformats.org/officeDocument/2006/relationships/chart" Target="/ppt/slides/charts/chart1.xml" Id="R5db757371ea64019" /><Relationship Type="http://schemas.openxmlformats.org/officeDocument/2006/relationships/notesSlide" Target="/ppt/notesSlides/notesSlide4.xml" Id="R1a967f39a758497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Checkout SVC-17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22EA6E7A-6B45-4D38-B314-40B55905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F3C7FE42-4F71-4A8E-9D90-E842F033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p02-full-003849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490A8B37-7042-4FE9-B7CE-16510DD4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· documents/operations/runbooks · Checkout SVC-17 · control p02-full-003849 · 2026 Q3 Reliability Runbook Database Failover Operations Briefing Pptx · Q-07 warning 12,000 jobs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6B526F70-0575-4C67-ACAF-907513E2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6647712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7AFAEC14-E35A-4539-8BE3-798FC2C5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Reliability Runbook Database Failover Operations Briefing Pptx: controls and recipients</a:t>
            </a:r>
          </a:p>
        </p:txBody>
      </p:sp>
      <p:cxnSp>
        <p:nvCxnSpPr>
          <p:cNvPr id="19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F8ABAFFC-A30D-4529-9E38-749E9044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7BD63E05-C465-4D54-A88B-D36501C0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F8736282-7881-4166-9E4D-8FF25930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A055406B-5F03-4E67-AD0A-B63E436E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reliability runbook alert triage metrics tsv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43339BC2-37CB-41FC-8F3B-23672B91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0786A892-884C-40C6-B729-E1D50C63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304877B6-B4AC-46B2-8553-F908FA78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3C7E0AF6-69E4-4DE2-8866-2D72D6A9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Checkout SVC-17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C3A1AE9B-9586-4276-9C7F-8EAD3A7E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1BBBCA2B-6AB2-4FF8-858B-4C81EC11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A7B3A985-51AD-46B9-9887-DDB65266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AF9BA87A-0B3A-4333-8C60-093E58ED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review</a:t>
            </a:r>
          </a:p>
        </p:txBody>
      </p:sp>
      <p:sp>
        <p:nvSpPr>
          <p:cNvPr id="15" name="grid17-no-kio-claim">
            <a:extLst xmlns:a="http://schemas.openxmlformats.org/drawingml/2006/main">
              <a:ext uri="{FF2B5EF4-FFF2-40B4-BE49-F238E27FC236}">
                <a16:creationId xmlns:a16="http://schemas.microsoft.com/office/drawing/2014/main" id="{93F441ED-BBD0-42F1-B40C-E22A0B64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816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Corpus production and QA do not establish Kio indexing, history, chunks, search quality, or performance.</a:t>
            </a:r>
          </a:p>
        </p:txBody>
      </p:sp>
      <p:sp>
        <p:nvSpPr>
          <p:cNvPr id="16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CC72AEC7-ECDF-469D-8C4E-181546C2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p02-full-003849</a:t>
            </a:r>
          </a:p>
        </p:txBody>
      </p:sp>
      <p:sp>
        <p:nvSpPr>
          <p:cNvPr id="17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696EEDCF-9843-41F5-9D81-B60FC3CD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471073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5456D683-F96B-4049-BA37-33B28B50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p02-full-003849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B77CAA9B-470B-4886-9135-513D4F20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Checkout SVC-17. org.ntc · svc.checkout.svc17 · rel.inc260713.timeline · period.2026-q3.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53EB7BCF-6A75-43BE-8544-C85198C4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E80859DD-9D6F-43DA-9DE5-541DC22D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CD572C4A-D263-41B4-8728-2DC23713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10AC7D51-A1ED-41FE-9869-CBD82B9D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warning</a:t>
            </a:r>
          </a:p>
        </p:txBody>
      </p:sp>
      <p:sp>
        <p:nvSpPr>
          <p:cNvPr id="7" name="grid13-body-0">
            <a:extLst xmlns:a="http://schemas.openxmlformats.org/drawingml/2006/main">
              <a:ext uri="{FF2B5EF4-FFF2-40B4-BE49-F238E27FC236}">
                <a16:creationId xmlns:a16="http://schemas.microsoft.com/office/drawing/2014/main" id="{3C15EC18-7967-4065-8231-701274BC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8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B2B6F54F-1DF2-4A85-8D55-EB2C51A0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E196D7DD-050E-48F3-8C83-6A8CB717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10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CD535DD4-88BD-4096-A209-A2518135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1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63296B1B-7824-4A9A-8EC7-6ECF6D30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1.84 s</a:t>
            </a:r>
          </a:p>
        </p:txBody>
      </p:sp>
      <p:sp>
        <p:nvSpPr>
          <p:cNvPr id="12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771BCC3F-5205-4114-B0A7-729DFE55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p95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0D55DC30-C7A5-4502-B422-8911AA0A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5475B14A-43CA-465D-B9A7-F80E5744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31F8C903-B693-48FC-B455-25BA0425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939A61C1-CBFB-4850-AC3B-D1D7EBD1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4BF18287-2698-4F16-BBD0-BBC20534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maximum</a:t>
            </a:r>
          </a:p>
        </p:txBody>
      </p:sp>
      <p:sp>
        <p:nvSpPr>
          <p:cNvPr id="18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6B504112-47E1-421E-9FCD-C71ABC38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9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44D44DD9-AFB4-448C-BC14-D2570EA9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p02-full-003849</a:t>
            </a:r>
          </a:p>
        </p:txBody>
      </p:sp>
      <p:sp>
        <p:nvSpPr>
          <p:cNvPr id="20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6788DB29-2A09-4521-AA0D-4B2138D8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477386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01E10BE2-77F5-49C7-86D3-78309DF9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66D77412-9FF6-419E-9635-832BF832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Reliability Runbook Database Failover Operations Briefing Pptx: Q-07 threshold evidence · p02-full-003849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db757371ea64019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DA9591F4-6E02-4AAD-B7F3-4CC3BDD0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DE8E8637-8B2F-4C5F-B754-33E1A7AF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36170A54-D7C9-4B99-B700-76ADDD1B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DFE7E30D-803E-4B59-B098-1F75C925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AD74A34F-E5CE-485E-B6EC-A8678AFB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39F963C6-274B-47DD-8C00-F4DC759B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C52B33B0-7358-4D23-889B-14C0BAB2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9579481B-46C4-46B3-8722-760C50E2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5CF9F2B6-F3A8-4B98-A686-4AD15079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SVC-17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3750D5CF-4B8F-423B-8230-B310EAE7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D8B287AB-027E-4495-9E97-0F617172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1BC8AB58-8C5B-4155-BA4D-21C127D1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reliability runbook alert triage metrics tsv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AA91C0DA-744F-4AE2-9B28-EB5A76B3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927134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2026-08-24T17:16:59.9400000Z</dcterms:created>
  <dcterms:modified xsi:type="dcterms:W3CDTF">2026-08-24T17:16:59.9400000Z</dcterms:modified>
</coreProperties>
</file>