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fc32a9bca48c0" /><Relationship Type="http://schemas.openxmlformats.org/officeDocument/2006/relationships/extended-properties" Target="/docProps/app.xml" Id="Rc743ea15433c4ceb" /><Relationship Type="http://schemas.openxmlformats.org/officeDocument/2006/relationships/officeDocument" Target="/ppt/presentation.xml" Id="Rc6ae67a210d1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4889cdc0448de"/>
  </p:sldMasterIdLst>
  <p:notesMasterIdLst>
    <p:notesMasterId xmlns:r="http://schemas.openxmlformats.org/officeDocument/2006/relationships" r:id="R50904c5665ee4e4f"/>
  </p:notesMasterIdLst>
  <p:sldIdLst>
    <p:sldId xmlns:r="http://schemas.openxmlformats.org/officeDocument/2006/relationships" id="256" r:id="R67324e8d7499489b"/>
    <p:sldId xmlns:r="http://schemas.openxmlformats.org/officeDocument/2006/relationships" id="257" r:id="R72e546fe06644cb0"/>
    <p:sldId xmlns:r="http://schemas.openxmlformats.org/officeDocument/2006/relationships" id="258" r:id="Rbe3f0fd1a6484640"/>
    <p:sldId xmlns:r="http://schemas.openxmlformats.org/officeDocument/2006/relationships" id="259" r:id="R4ff2a911a6fc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0a74f64984e90" /><Relationship Type="http://schemas.openxmlformats.org/officeDocument/2006/relationships/slideMaster" Target="/ppt/slideMasters/slideMaster1.xml" Id="R6924889cdc0448de" /><Relationship Type="http://schemas.openxmlformats.org/officeDocument/2006/relationships/notesMaster" Target="/ppt/notesMasters/notesMaster1.xml" Id="R50904c5665ee4e4f" /><Relationship Type="http://schemas.openxmlformats.org/officeDocument/2006/relationships/presProps" Target="/ppt/presProps.xml" Id="Re0e641dbe2814035" /><Relationship Type="http://schemas.openxmlformats.org/officeDocument/2006/relationships/tableStyles" Target="/ppt/tableStyles.xml" Id="Ra8d524b2f4a14b42" /><Relationship Type="http://schemas.openxmlformats.org/officeDocument/2006/relationships/slide" Target="/ppt/slides/slide1.xml" Id="R67324e8d7499489b" /><Relationship Type="http://schemas.openxmlformats.org/officeDocument/2006/relationships/slide" Target="/ppt/slides/slide2.xml" Id="R72e546fe06644cb0" /><Relationship Type="http://schemas.openxmlformats.org/officeDocument/2006/relationships/slide" Target="/ppt/slides/slide3.xml" Id="Rbe3f0fd1a6484640" /><Relationship Type="http://schemas.openxmlformats.org/officeDocument/2006/relationships/slide" Target="/ppt/slides/slide4.xml" Id="R4ff2a911a6fc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080205e0f47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2ae15927a4185" /><Relationship Type="http://schemas.openxmlformats.org/officeDocument/2006/relationships/notesMaster" Target="/ppt/notesMasters/notesMaster1.xml" Id="Rd1d46ae96dc5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d1db4b4ee4144" /><Relationship Type="http://schemas.openxmlformats.org/officeDocument/2006/relationships/notesMaster" Target="/ppt/notesMasters/notesMaster1.xml" Id="R9d0dc5fd7ea347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61cea38494e8c" /><Relationship Type="http://schemas.openxmlformats.org/officeDocument/2006/relationships/notesMaster" Target="/ppt/notesMasters/notesMaster1.xml" Id="Rfa25ba319c9f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d521e642274a00" /><Relationship Type="http://schemas.openxmlformats.org/officeDocument/2006/relationships/notesMaster" Target="/ppt/notesMasters/notesMaster1.xml" Id="R810cf09543fd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3129484da40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eb4b901e694c4f" /><Relationship Type="http://schemas.openxmlformats.org/officeDocument/2006/relationships/slideLayout" Target="/ppt/slideLayouts/slideLayout1.xml" Id="R35c739483c31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739483c31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c7e8e6fe941ef" /><Relationship Type="http://schemas.openxmlformats.org/officeDocument/2006/relationships/notesSlide" Target="/ppt/notesSlides/notesSlide1.xml" Id="R0bcd035ea220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fe09b299c4f31" /><Relationship Type="http://schemas.openxmlformats.org/officeDocument/2006/relationships/notesSlide" Target="/ppt/notesSlides/notesSlide2.xml" Id="R3a90a62e644f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d6644e0b4e22" /><Relationship Type="http://schemas.openxmlformats.org/officeDocument/2006/relationships/notesSlide" Target="/ppt/notesSlides/notesSlide3.xml" Id="R43a8ef1152d9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2094e7fba458a" /><Relationship Type="http://schemas.openxmlformats.org/officeDocument/2006/relationships/chart" Target="/ppt/slides/charts/chart1.xml" Id="Rd6858a3c6b954995" /><Relationship Type="http://schemas.openxmlformats.org/officeDocument/2006/relationships/notesSlide" Target="/ppt/notesSlides/notesSlide4.xml" Id="R9574294c316b4a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C63F197-4FA1-441D-A1E0-288C7DA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D07AF4F-BCC7-46DE-BE16-CDD83BF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16415E5-77BF-4BFE-A35F-2C53BC9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Checkout SVC-17 · control p02-full-003249 · 2026 Q3 Reliability Runbook Database Failover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314E908-0B95-47B4-B668-5CEA9AB3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21614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CBA9268-C6B2-4DF6-B508-1CC6EB49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A99BFDE-5513-48E9-AFDD-FDB5B187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3F24190-5D6A-481A-9722-838280FB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AA2554E-9FDA-43D5-93F4-D4C972CE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2607A41-F918-4CF7-A65C-63FA0D6D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DA77B98-CF30-4E75-A524-8600243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16E04F0-6A88-48C7-98AA-6335EE5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9ACD93A-8FD2-4B56-8D93-947F8E9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DC97E2A-6438-4B6B-A275-89E71A8A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EC1A620-580F-43F5-83AD-4798528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8EAE1C7-8674-4F1D-93E5-625BB820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57189E5-304D-4140-91FF-43B4FA12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83EA5C1-38A6-4FB6-8ADF-AF20DC2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3966B4BD-F5F2-4DE7-8D59-A2686FB5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CBD1113-252D-45C2-AD51-2407C86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p02-full-003249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A843DA2-7318-47B1-BFFD-188C6623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0805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32A6B7C6-4531-4FF4-8ACA-B651FD8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23B04E6-F750-41EE-BDCC-2F91B776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74021A2-C52C-4BB0-BDF6-F2792878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A4D8B58-8FBA-4956-B893-FB39831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AB8971D-0F02-4FC0-A2B5-97C1FF65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FC2B9D2-9B3C-40CA-8E98-563301E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0E8DAB56-19D0-46E9-9646-1869754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230908A-E95A-475F-841F-54316D1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5A583BE-7B15-4099-A278-AE92A162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A1D0E31-7D6C-48D5-A918-A4309E1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E522AFA-4B38-4031-BA84-CD6B90F2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EAF5DEF-A138-422F-9F5D-308BF024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16D1E89-A70A-440D-9880-2003F8DB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1EE7056-A86C-4980-A3EB-95A02AD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439A31F-FBC5-43A8-B9CD-5E9015B1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20FF65EE-3FFB-40C5-AF58-749BD89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AFB2E14-B7C8-4834-8CEC-C2B27A2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77691A12-8F82-4DDC-84F4-17D381B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F2E6EE5-BF57-456A-BF3E-5B40C78A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p02-full-003249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6D778C0-B15A-4A88-9D91-E323F580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7603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79C16AA-3659-469E-B94E-7E8A0863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954484D-D74E-4B48-8891-884E16D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Q-07 threshold evidence · p02-full-003249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58a3c6b95499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FAB5605-2A74-44D2-A2A1-713A31D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8A46CA7-AA21-4A04-918A-28560E2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BBE6468-7507-4A6D-87CA-F2B6668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B3B5736-AAE3-4F8F-AD5A-E5371A9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DDE6C49-6A0E-4C2D-8D85-D253D596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B0004E2-893E-40F1-8F86-25EDD03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F3C69CC-F0C4-4AF6-B938-A5CA544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4312F2D-6AFC-44DD-A8CF-0C2FEE81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81244B1-0F64-4622-A397-9A0555B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A4C6E4D8-8637-4820-A772-442D29C9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F975383-42DD-41DE-8830-0399884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8AA1792-8929-4A71-9718-8A64F71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E738C22-1413-42CF-B213-BC73F28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994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2026-08-24T17:16:58.9260000Z</dcterms:created>
  <dcterms:modified xsi:type="dcterms:W3CDTF">2026-08-24T17:16:58.9260000Z</dcterms:modified>
</coreProperties>
</file>