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0a280917d487c" /><Relationship Type="http://schemas.openxmlformats.org/officeDocument/2006/relationships/extended-properties" Target="/docProps/app.xml" Id="R18244c86038a41f1" /><Relationship Type="http://schemas.openxmlformats.org/officeDocument/2006/relationships/officeDocument" Target="/ppt/presentation.xml" Id="Rfd8395988b5b43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bdd64cdb0493c"/>
  </p:sldMasterIdLst>
  <p:notesMasterIdLst>
    <p:notesMasterId xmlns:r="http://schemas.openxmlformats.org/officeDocument/2006/relationships" r:id="R27006bab6d39445e"/>
  </p:notesMasterIdLst>
  <p:sldIdLst>
    <p:sldId xmlns:r="http://schemas.openxmlformats.org/officeDocument/2006/relationships" id="256" r:id="R9ec92cd6e75240ca"/>
    <p:sldId xmlns:r="http://schemas.openxmlformats.org/officeDocument/2006/relationships" id="257" r:id="R974f0db896da4ae4"/>
    <p:sldId xmlns:r="http://schemas.openxmlformats.org/officeDocument/2006/relationships" id="258" r:id="R7df80e0e55b14085"/>
    <p:sldId xmlns:r="http://schemas.openxmlformats.org/officeDocument/2006/relationships" id="259" r:id="R4fd3b33ac7b44f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fdcc22cd1b4d6a" /><Relationship Type="http://schemas.openxmlformats.org/officeDocument/2006/relationships/slideMaster" Target="/ppt/slideMasters/slideMaster1.xml" Id="Rd0dbdd64cdb0493c" /><Relationship Type="http://schemas.openxmlformats.org/officeDocument/2006/relationships/notesMaster" Target="/ppt/notesMasters/notesMaster1.xml" Id="R27006bab6d39445e" /><Relationship Type="http://schemas.openxmlformats.org/officeDocument/2006/relationships/presProps" Target="/ppt/presProps.xml" Id="Rb25b719beb764473" /><Relationship Type="http://schemas.openxmlformats.org/officeDocument/2006/relationships/tableStyles" Target="/ppt/tableStyles.xml" Id="R53eeae15cbe44f39" /><Relationship Type="http://schemas.openxmlformats.org/officeDocument/2006/relationships/slide" Target="/ppt/slides/slide1.xml" Id="R9ec92cd6e75240ca" /><Relationship Type="http://schemas.openxmlformats.org/officeDocument/2006/relationships/slide" Target="/ppt/slides/slide2.xml" Id="R974f0db896da4ae4" /><Relationship Type="http://schemas.openxmlformats.org/officeDocument/2006/relationships/slide" Target="/ppt/slides/slide3.xml" Id="R7df80e0e55b14085" /><Relationship Type="http://schemas.openxmlformats.org/officeDocument/2006/relationships/slide" Target="/ppt/slides/slide4.xml" Id="R4fd3b33ac7b44f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c684b3cfab4e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7b8a6de13d42ca" /><Relationship Type="http://schemas.openxmlformats.org/officeDocument/2006/relationships/notesMaster" Target="/ppt/notesMasters/notesMaster1.xml" Id="Rba4bfc918acd40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40b11f5bc343e0" /><Relationship Type="http://schemas.openxmlformats.org/officeDocument/2006/relationships/notesMaster" Target="/ppt/notesMasters/notesMaster1.xml" Id="R8d037ea6167d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02f661f7b4b22" /><Relationship Type="http://schemas.openxmlformats.org/officeDocument/2006/relationships/notesMaster" Target="/ppt/notesMasters/notesMaster1.xml" Id="R36a428c274814a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bd5997a461450c" /><Relationship Type="http://schemas.openxmlformats.org/officeDocument/2006/relationships/notesMaster" Target="/ppt/notesMasters/notesMaster1.xml" Id="R604b4b669cfc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p02-full-011057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p02-full-011057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p02-full-011057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p02-full-011057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d9657ff114d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2939ac9fd4ee7" /><Relationship Type="http://schemas.openxmlformats.org/officeDocument/2006/relationships/slideLayout" Target="/ppt/slideLayouts/slideLayout1.xml" Id="Rb96cf6cbacb0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6cf6cbacb0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33a177c074601" /><Relationship Type="http://schemas.openxmlformats.org/officeDocument/2006/relationships/notesSlide" Target="/ppt/notesSlides/notesSlide1.xml" Id="R9736e8f42dc649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04d2f73fc4fd5" /><Relationship Type="http://schemas.openxmlformats.org/officeDocument/2006/relationships/notesSlide" Target="/ppt/notesSlides/notesSlide2.xml" Id="Rbcc260b26ef345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3cdf027e94d39" /><Relationship Type="http://schemas.openxmlformats.org/officeDocument/2006/relationships/notesSlide" Target="/ppt/notesSlides/notesSlide3.xml" Id="Rf588f0a5d867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c8ecaa77d45f5" /><Relationship Type="http://schemas.openxmlformats.org/officeDocument/2006/relationships/chart" Target="/ppt/slides/charts/chart1.xml" Id="R385696fa14e34d8a" /><Relationship Type="http://schemas.openxmlformats.org/officeDocument/2006/relationships/notesSlide" Target="/ppt/notesSlides/notesSlide4.xml" Id="R469a6752eba94f2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96ECAD5-BBA8-42E2-A05A-9F9C6BE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0ACE5A7-8B6F-425B-B5CF-8CC0C75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p02-full-011057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2981499-E7BF-4F2C-A89D-B8BAC462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documents/operations/runbooks · Platform Reliability · control p02-full-011057 · 2026 Q3 Reliability Runbook Database Failover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B381508-0F59-42D1-A5C8-B32F2EE6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786337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FF835A4-0621-4BBF-A4D0-0139E2AF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D00BA36D-EEC4-43D5-BD2E-5B69E3B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9C72F2C-FCB5-4827-962E-34F63289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66149875-5182-4447-BDDF-D321A847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0A44761-6C97-49F6-8AB0-1D797FD0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C9EDBF5-3E00-4480-8FCE-45BB07D7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C42C4DF-ED50-4C4E-AC28-BFC3B3B3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0A4FB680-D1FC-491E-9F5B-23B13E6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D8DEC5B-002F-4350-B68F-FFE8529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655799B5-FFA3-4B18-9F38-2CC37D23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D76B210-01DA-48C2-A011-37633392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E461E39-644A-4B88-95EA-8BFCD81B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3A8BA0A-E64B-416F-A950-195D608A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9D71D375-AC2F-4011-AE6F-80D870F3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2A97DA87-8C94-4F90-9C9E-A19C9D4B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p02-full-011057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CCC3FA6-3A80-4A99-B069-08F72D90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3118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38F3DD9-A931-43C0-8E22-406BAE1F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p02-full-011057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8B44592-78E4-4AE5-A072-33FD39ED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2C3B8A1-21CB-490A-AEFF-562D90D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9166F80-DAA3-4DB5-927C-A2B5E16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E50976FC-F90F-4AEF-84ED-D1212F6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5B04C82-2A88-4255-AEB4-36D676BE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E1A7CC36-0FB2-400D-9DBD-15BE1EB0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149B6AA-544A-4A87-A317-261BE69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8C8B096-FA14-4C20-B236-8A4723A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BB78CB1-DD7D-485F-A9EF-822288AD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2604DE0-7000-40F0-9A88-E512C6E2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D95C30F-78B0-4B4D-8A1A-3531A3D5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3E8DBA1E-1DD0-42DC-8FF9-A0645960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53D27FFB-7716-4B74-AA8A-FA7B9F62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9683618-9873-46D9-AC2B-1499285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9DCD2D5-0A8A-4A09-B998-CDA71A7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2CE9315-0BD7-4AF1-B147-6D2719FC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05CA4A6-E65F-47CE-8B6A-6FBA1118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CCA88542-A5D6-43E5-9925-A4FA297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9E4D832-CF83-46E7-835C-C5C4B7D8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p02-full-011057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F737D93-3C29-48A1-9DE2-11A6687C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8395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9F16548-E084-413C-BFC1-7E3AC3B7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F7E9AFD-9047-4A20-A539-5F3DF1CA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Q-07 threshold evidence · p02-full-011057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5696fa14e34d8a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EDD679D-F101-4F3C-B57F-E7581ED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5485AB6-0952-4C57-ADAC-7B8D434C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389D979-FF7D-4DD8-9641-82DDE554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AFCED07-31A9-4144-BD60-89859787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A13C655-6670-494B-9A0D-1EA3FDA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2B684BF-34A2-42CD-94CF-B7CF270E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FB4666B-EAC2-466E-A60D-871668A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559FB821-E9CA-4E8F-8381-3E391DC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A87DC33-98B9-4BC5-AED9-07040927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E6783B3A-D78F-4D93-81D8-97201ED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C461CB6-5F43-412C-9F1E-B8FF96A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2701367-D075-4ED6-A30D-721334ED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7A4978C-B72E-453E-8044-B7AFEFD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4956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2026-08-24T17:17:06.0940000Z</dcterms:created>
  <dcterms:modified xsi:type="dcterms:W3CDTF">2026-08-24T17:17:06.0940000Z</dcterms:modified>
</coreProperties>
</file>