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324ccc7e8847bf" /><Relationship Type="http://schemas.openxmlformats.org/officeDocument/2006/relationships/extended-properties" Target="/docProps/app.xml" Id="Rfab1e87b93f44b42" /><Relationship Type="http://schemas.openxmlformats.org/officeDocument/2006/relationships/officeDocument" Target="/ppt/presentation.xml" Id="Reeb63da9335a41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5077ae1efe4a90"/>
  </p:sldMasterIdLst>
  <p:notesMasterIdLst>
    <p:notesMasterId xmlns:r="http://schemas.openxmlformats.org/officeDocument/2006/relationships" r:id="R6fe2a827ebcb4c0b"/>
  </p:notesMasterIdLst>
  <p:sldIdLst>
    <p:sldId xmlns:r="http://schemas.openxmlformats.org/officeDocument/2006/relationships" id="256" r:id="R8221c5e4d3fd43f0"/>
    <p:sldId xmlns:r="http://schemas.openxmlformats.org/officeDocument/2006/relationships" id="257" r:id="R9864817d16a44681"/>
    <p:sldId xmlns:r="http://schemas.openxmlformats.org/officeDocument/2006/relationships" id="258" r:id="R50307ab91c9b4a4a"/>
    <p:sldId xmlns:r="http://schemas.openxmlformats.org/officeDocument/2006/relationships" id="259" r:id="R38770c3157f740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e92c407cb8461a" /><Relationship Type="http://schemas.openxmlformats.org/officeDocument/2006/relationships/slideMaster" Target="/ppt/slideMasters/slideMaster1.xml" Id="Rb35077ae1efe4a90" /><Relationship Type="http://schemas.openxmlformats.org/officeDocument/2006/relationships/notesMaster" Target="/ppt/notesMasters/notesMaster1.xml" Id="R6fe2a827ebcb4c0b" /><Relationship Type="http://schemas.openxmlformats.org/officeDocument/2006/relationships/presProps" Target="/ppt/presProps.xml" Id="Rcde11452bf9b4ad0" /><Relationship Type="http://schemas.openxmlformats.org/officeDocument/2006/relationships/tableStyles" Target="/ppt/tableStyles.xml" Id="Rc225a102fd78486d" /><Relationship Type="http://schemas.openxmlformats.org/officeDocument/2006/relationships/slide" Target="/ppt/slides/slide1.xml" Id="R8221c5e4d3fd43f0" /><Relationship Type="http://schemas.openxmlformats.org/officeDocument/2006/relationships/slide" Target="/ppt/slides/slide2.xml" Id="R9864817d16a44681" /><Relationship Type="http://schemas.openxmlformats.org/officeDocument/2006/relationships/slide" Target="/ppt/slides/slide3.xml" Id="R50307ab91c9b4a4a" /><Relationship Type="http://schemas.openxmlformats.org/officeDocument/2006/relationships/slide" Target="/ppt/slides/slide4.xml" Id="R38770c3157f740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1be0eec0ba4b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43806d7f5e4c4b" /><Relationship Type="http://schemas.openxmlformats.org/officeDocument/2006/relationships/notesMaster" Target="/ppt/notesMasters/notesMaster1.xml" Id="R87020bdd1fad4f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dac80c912a4900" /><Relationship Type="http://schemas.openxmlformats.org/officeDocument/2006/relationships/notesMaster" Target="/ppt/notesMasters/notesMaster1.xml" Id="R98f0106d68f04a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8b99ebf939461d" /><Relationship Type="http://schemas.openxmlformats.org/officeDocument/2006/relationships/notesMaster" Target="/ppt/notesMasters/notesMaster1.xml" Id="Ra6f470bc0c6745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646753c3a24d51" /><Relationship Type="http://schemas.openxmlformats.org/officeDocument/2006/relationships/notesMaster" Target="/ppt/notesMasters/notesMaster1.xml" Id="R97ca9dd556c848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documents/operations/runbooks/supporting-data/2026-07-13-reliability-runbook-database-failover-metrics-csv-s001785.csv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p02-full-001785, row:canonical-metric.</a:t>
            </a:r>
          </a:p>
          <a:p xmlns:a="http://schemas.openxmlformats.org/drawingml/2006/main">
            <a:r>
              <a:t>Artifact: p02-full-012455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documents/operations/runbooks/supporting-data/2026-07-13-reliability-runbook-database-failover-metrics-csv-s001785.csv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p02-full-001785, row:canonical-metric.</a:t>
            </a:r>
          </a:p>
          <a:p xmlns:a="http://schemas.openxmlformats.org/drawingml/2006/main">
            <a:r>
              <a:t>Artifact: p02-full-012455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documents/operations/runbooks/supporting-data/2026-07-13-reliability-runbook-database-failover-metrics-csv-s001785.csv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p02-full-001785, row:canonical-metric.</a:t>
            </a:r>
          </a:p>
          <a:p xmlns:a="http://schemas.openxmlformats.org/drawingml/2006/main">
            <a:r>
              <a:t>Artifact: p02-full-012455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documents/operations/runbooks/supporting-data/2026-07-13-reliability-runbook-database-failover-metrics-csv-s001785.csv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p02-full-001785, row:canonical-metric.</a:t>
            </a:r>
          </a:p>
          <a:p xmlns:a="http://schemas.openxmlformats.org/drawingml/2006/main">
            <a:r>
              <a:t>Artifact: p02-full-012455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11cfd5c7c4d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f14853250744d0" /><Relationship Type="http://schemas.openxmlformats.org/officeDocument/2006/relationships/slideLayout" Target="/ppt/slideLayouts/slideLayout1.xml" Id="R4a0ca6f41d4642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0ca6f41d4642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cc9a26cda41fa" /><Relationship Type="http://schemas.openxmlformats.org/officeDocument/2006/relationships/notesSlide" Target="/ppt/notesSlides/notesSlide1.xml" Id="R949685830aff4e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5c52c82514dad" /><Relationship Type="http://schemas.openxmlformats.org/officeDocument/2006/relationships/notesSlide" Target="/ppt/notesSlides/notesSlide2.xml" Id="R21e929af7c9a44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d32886a2b4aa3" /><Relationship Type="http://schemas.openxmlformats.org/officeDocument/2006/relationships/notesSlide" Target="/ppt/notesSlides/notesSlide3.xml" Id="Rf95c48f030d04b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5c2975fa04c99" /><Relationship Type="http://schemas.openxmlformats.org/officeDocument/2006/relationships/chart" Target="/ppt/slides/charts/chart1.xml" Id="R029b2c6edc3f41c8" /><Relationship Type="http://schemas.openxmlformats.org/officeDocument/2006/relationships/notesSlide" Target="/ppt/notesSlides/notesSlide4.xml" Id="Re8824b2332bd483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A55BC109-9028-4A84-8DD0-3E9488A3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C2FAABF9-56DE-4B0E-9F45-EF6E6F10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p02-full-012455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185C610C-96F5-4FFD-BCDB-58CE3A6A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documents/operations/runbooks · Platform Reliability · control p02-full-012455 · 2026 Q3 Reliability Runbook Disaster Recovery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3750604A-73CB-4283-8387-5B941404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599293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E7CE791B-422B-47E2-9BB2-7BEF1D89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Disaster Recovery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A2C1C7FB-2B22-4064-852D-9DE713BE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CD79C311-7825-4EED-8DA1-7B90283E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77108ED0-05B9-418A-AFC2-5A455920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E20B95E1-2C98-45EA-9AE8-EC417173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database failover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73509385-BEAE-4FD2-A094-28D8EB96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45DA4321-80AE-4D29-8330-76E2E586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23372A41-1BF2-4A41-9377-815F63B4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AE85651D-65E3-4750-8773-AEFD370F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7EF365BC-7DAA-45E1-8BB9-69DFCD4E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B641D6E3-0040-4AE1-A86C-A7472044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3BA654CB-00EE-419F-AD88-A7D5BD7F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AF02B8AE-861A-4F4F-93DB-54665AA6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5B287714-FC85-48A4-A9CF-0CFEDD4C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C3CB8B4E-2CCA-4052-BE71-C7F7FF5F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p02-full-012455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3C0E06FA-61A2-4868-B62B-9533E35A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7522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EC4B18E2-5F8D-49E3-93FB-6874F72E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p02-full-012455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C3E80BFA-87C5-4C44-90C6-771F533C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term.mitigation · rel.inc260713.timeline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0BEFA906-2323-4D79-990C-4E58007E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86ACFA8E-88E1-41FD-9033-06F3BC12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9EFC65BA-E7A8-40DC-8137-82A5509B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4046CCC2-74E2-44AE-84B8-33DBB92D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A21807BA-D301-45AB-B883-FD7603DF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F085616C-4EB7-486D-B571-7584D6FA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E27F4A7E-CFC3-4881-95C1-D55B813F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4FE03A26-99BD-4FE3-A7B1-A7CEB582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67F1D598-83A2-4F27-958F-981126F3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A7289D1B-FF13-4D81-80F0-21EE1BD0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C03A64EA-D673-435A-AA46-8910495A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3B41A833-8B73-4FBB-BA83-BD1E8D7F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26C72693-5E16-4AEE-989F-E7157E43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0E66EC4A-4436-4B37-AE86-251AA724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7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97B39DD8-2FF9-48A7-AB62-708AB3C9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8CC3ABC7-5165-40E4-9CE6-5E062195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p02-full-012455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2F24208B-6191-42E4-AC22-B8614B7E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576321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093B95A7-A115-459E-B0FD-5A16811D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F884A0CF-D143-4504-913C-497DA63A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Disaster Recovery Operations Briefing Pptx: Q-07 threshold evidence · p02-full-012455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9b2c6edc3f41c8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D757FE01-FE03-4AB0-AC51-4BC5368D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AEDBE7C6-A288-499C-B71B-50513472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3E17CCF1-6545-4BDF-80A3-2FAA5BAD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5D1E5B54-B4E4-4382-932E-710F7601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351E8E51-E5E5-4487-862F-71F0EE7A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action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F8D67818-1C26-49D7-99EF-6643C817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09:54 rate limit + 10:11 concurrency increase reduced Checkout impact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BEFB0B34-AF40-43E5-9EA2-CEC36B56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361CD44F-DA3A-4625-8CFF-4CCE4411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Root-cause boundary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DD02292F-6E88-428A-95E9-3606EA0C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did not necessarily remove the root cause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FC2C76B4-5463-4904-8771-2A6320B9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157A5AF6-F93D-404D-BCA6-7FC1586B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 cause retained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17370F5E-F51A-49A4-A2B8-C84DE6FD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BE9C4F8D-DCB1-4BBB-BBBD-1E4D2516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36678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2026-08-24T17:17:07.3970000Z</dcterms:created>
  <dcterms:modified xsi:type="dcterms:W3CDTF">2026-08-24T17:17:07.3970000Z</dcterms:modified>
</coreProperties>
</file>