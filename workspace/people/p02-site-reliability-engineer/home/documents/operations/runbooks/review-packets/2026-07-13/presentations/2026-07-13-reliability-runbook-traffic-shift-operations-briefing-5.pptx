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6fc8ac70d346cd" /><Relationship Type="http://schemas.openxmlformats.org/officeDocument/2006/relationships/extended-properties" Target="/docProps/app.xml" Id="R2801f9bbb98b4002" /><Relationship Type="http://schemas.openxmlformats.org/officeDocument/2006/relationships/officeDocument" Target="/ppt/presentation.xml" Id="Rd4c1e18ee86144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d841934a4a4567"/>
  </p:sldMasterIdLst>
  <p:notesMasterIdLst>
    <p:notesMasterId xmlns:r="http://schemas.openxmlformats.org/officeDocument/2006/relationships" r:id="Rd9579f1a5b6d40af"/>
  </p:notesMasterIdLst>
  <p:sldIdLst>
    <p:sldId xmlns:r="http://schemas.openxmlformats.org/officeDocument/2006/relationships" id="256" r:id="Rba4e9250438e4d25"/>
    <p:sldId xmlns:r="http://schemas.openxmlformats.org/officeDocument/2006/relationships" id="257" r:id="R45f45649eafb4d92"/>
    <p:sldId xmlns:r="http://schemas.openxmlformats.org/officeDocument/2006/relationships" id="258" r:id="R68970f46bb284b73"/>
    <p:sldId xmlns:r="http://schemas.openxmlformats.org/officeDocument/2006/relationships" id="259" r:id="R9f487411a9c044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1603ac78c745d4" /><Relationship Type="http://schemas.openxmlformats.org/officeDocument/2006/relationships/slideMaster" Target="/ppt/slideMasters/slideMaster1.xml" Id="Rd4d841934a4a4567" /><Relationship Type="http://schemas.openxmlformats.org/officeDocument/2006/relationships/notesMaster" Target="/ppt/notesMasters/notesMaster1.xml" Id="Rd9579f1a5b6d40af" /><Relationship Type="http://schemas.openxmlformats.org/officeDocument/2006/relationships/presProps" Target="/ppt/presProps.xml" Id="R7e0cd152c326446f" /><Relationship Type="http://schemas.openxmlformats.org/officeDocument/2006/relationships/tableStyles" Target="/ppt/tableStyles.xml" Id="R185a63c6131c4c25" /><Relationship Type="http://schemas.openxmlformats.org/officeDocument/2006/relationships/slide" Target="/ppt/slides/slide1.xml" Id="Rba4e9250438e4d25" /><Relationship Type="http://schemas.openxmlformats.org/officeDocument/2006/relationships/slide" Target="/ppt/slides/slide2.xml" Id="R45f45649eafb4d92" /><Relationship Type="http://schemas.openxmlformats.org/officeDocument/2006/relationships/slide" Target="/ppt/slides/slide3.xml" Id="R68970f46bb284b73" /><Relationship Type="http://schemas.openxmlformats.org/officeDocument/2006/relationships/slide" Target="/ppt/slides/slide4.xml" Id="R9f487411a9c044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201bcaec0d42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0192d86b3a410f" /><Relationship Type="http://schemas.openxmlformats.org/officeDocument/2006/relationships/notesMaster" Target="/ppt/notesMasters/notesMaster1.xml" Id="R8539643fd6674f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ae914cf54d4599" /><Relationship Type="http://schemas.openxmlformats.org/officeDocument/2006/relationships/notesMaster" Target="/ppt/notesMasters/notesMaster1.xml" Id="R90f90bcb10d34c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d8ac62f5b04c05" /><Relationship Type="http://schemas.openxmlformats.org/officeDocument/2006/relationships/notesMaster" Target="/ppt/notesMasters/notesMaster1.xml" Id="R07b529b37f274b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986a2117d44fb1" /><Relationship Type="http://schemas.openxmlformats.org/officeDocument/2006/relationships/notesMaster" Target="/ppt/notesMasters/notesMaster1.xml" Id="R848f631b77ed4a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p02-full-014946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p02-full-014946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p02-full-014946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documents/operations/runbooks/supporting-data/2026-07-14-reliability-runbook-traffic-shift-metrics-csv-s001130.csv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p02-full-001130, row:canonical-metric.</a:t>
            </a:r>
          </a:p>
          <a:p xmlns:a="http://schemas.openxmlformats.org/drawingml/2006/main">
            <a:r>
              <a:t>Artifact: p02-full-014946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56ba36ec64a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a6d26995684bda" /><Relationship Type="http://schemas.openxmlformats.org/officeDocument/2006/relationships/slideLayout" Target="/ppt/slideLayouts/slideLayout1.xml" Id="R82345a43f68244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345a43f68244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8451b83e8452a" /><Relationship Type="http://schemas.openxmlformats.org/officeDocument/2006/relationships/notesSlide" Target="/ppt/notesSlides/notesSlide1.xml" Id="Recdecd5b245a40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045cac2804014" /><Relationship Type="http://schemas.openxmlformats.org/officeDocument/2006/relationships/notesSlide" Target="/ppt/notesSlides/notesSlide2.xml" Id="R887a14ea7fcf44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500fef3ff4a36" /><Relationship Type="http://schemas.openxmlformats.org/officeDocument/2006/relationships/notesSlide" Target="/ppt/notesSlides/notesSlide3.xml" Id="Rcff3d1cf96b14f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ae2656f2147ed" /><Relationship Type="http://schemas.openxmlformats.org/officeDocument/2006/relationships/chart" Target="/ppt/slides/charts/chart1.xml" Id="R7ae52c689f1d4730" /><Relationship Type="http://schemas.openxmlformats.org/officeDocument/2006/relationships/notesSlide" Target="/ppt/notesSlides/notesSlide4.xml" Id="R2b4f53f1f187436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C305864E-87AC-4C55-9AC8-7FE209A7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BC35F1AD-E486-4E40-9A5B-9EE5FAD8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p02-full-014946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C5F5D199-CB0A-4B44-81A7-6D7474F1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documents/operations/runbooks · Checkout SVC-17 · control p02-full-014946 · 2026 07 13 Reliability Runbook Traffic Shift Operations Briefing Pptx · Checkout peak 2,420 requests/s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69B9F084-BBF3-414F-9CEC-626CF82F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1123266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7E6DE46B-AA96-431B-AA49-AA689600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Traffic Shift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A61B5AD-A90D-42C7-BC1A-0121F781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F087BE95-5938-4F7C-9062-AC3447B6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DF4EB05E-AD5D-4ECC-85AE-40743333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88F69D45-7FFB-4AA8-AA17-85A49330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E6EA4915-31A2-41C7-B8B1-AEAD58F3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A98D7061-4734-4C55-982E-5D8B6F65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F6E2F27-8482-423F-ACD5-016765AB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8F19CF90-F2F6-4C31-AB9C-8AB487E3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DAF08DC4-317F-401E-8C4E-A3BDF82B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D8F0D188-4DCC-4D03-B3EE-9319E825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A877A47C-243A-466F-9041-DAEE6120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D95BD942-4064-43B3-8A8B-AAF8FAF3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DEFE7A29-F1A0-42EC-B6FA-3BB6D567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BF5A5AAF-3CEF-46FF-9B12-B4076E2A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p02-full-014946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7E99E0D0-5B38-44B6-B5A0-ABCB58E7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03551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822BF170-2F6E-4635-85A5-0F3339D0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p02-full-014946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4072456A-F892-4517-A29A-C0FFB55A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rel.inc260713.timeline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D99D4954-B9A6-40A2-9023-6C2A83E4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4BE398E3-0A98-42EA-AB60-006EA36E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915C183-5025-42A0-B3C3-C06709EE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99A0304A-BF23-489D-93AF-CE45FEB9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peak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E692A038-A8C5-4EBF-B1AB-A37751BC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C0144960-12FE-4C3D-84AA-0137EFD9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D5DC098C-2CBA-42E0-BE98-3BE6B2D9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102C72E0-C7F2-46D0-8A07-2F5A97B6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5AA87610-5D5A-424B-A3F0-DE67464D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37340919-5082-4CE5-9C33-254CB414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D9A1FE37-69A5-4869-8000-8A7A0422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12B703E2-0A14-456F-89E7-1438EA96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2448DDBC-B58E-4B5B-B856-860B394A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7DDF7DCC-EF90-471B-A14D-BD5ADDEE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13D7CFE8-EA49-49BA-821E-536AC6B5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E3EC2D5D-2D3B-4CD8-8AB0-39E402A6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B4DD634E-F547-4762-83A2-0EB138DB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F3FDCBD2-3C3E-4D35-87FD-F1B3A032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p02-full-014946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5875B325-3B11-4CD6-B942-F3A2E8DC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4055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1EA04FC2-E087-49F0-8C9D-FC805266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973205A6-6DBE-4E93-BCA0-9ECA3101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Traffic Shift Operations Briefing Pptx: Q-07 threshold evidence · p02-full-014946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e52c689f1d4730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95A6DC91-1750-4EB6-870A-BB990EF9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CFD6A013-11F1-459B-996A-5129E252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774FDFC8-C3E8-486A-B679-4F182592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1D7AAF0B-7082-4CBA-AE25-90604CC1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47573223-100E-4C80-AF3A-B1D016C9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88A24A70-ACD4-4430-A07C-6296DDA0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EB1D78D4-38F0-432B-9426-1D50A7EF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3A677675-234D-4A2A-BC78-70E39744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DC15FB69-0D9C-4609-890C-B5FD03A6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3DEBC56-3A05-4835-A022-5CC950D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214C43DB-7BDB-46D1-89B6-E6BD26D8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5A51B6B4-DA75-4F67-B0C4-46B355FA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5644BA30-5032-41BC-81B6-5EC1F8BB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93179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2026-08-24T17:17:11.8370000Z</dcterms:created>
  <dcterms:modified xsi:type="dcterms:W3CDTF">2026-08-24T17:17:11.8370000Z</dcterms:modified>
</coreProperties>
</file>