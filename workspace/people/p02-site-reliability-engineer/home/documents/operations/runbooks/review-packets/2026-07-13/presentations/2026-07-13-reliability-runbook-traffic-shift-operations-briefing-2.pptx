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b0f2c944e746f0" /><Relationship Type="http://schemas.openxmlformats.org/officeDocument/2006/relationships/extended-properties" Target="/docProps/app.xml" Id="Re0ec89cf62bf487a" /><Relationship Type="http://schemas.openxmlformats.org/officeDocument/2006/relationships/officeDocument" Target="/ppt/presentation.xml" Id="R35bca2c03ca443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f2b090d4984a9e"/>
  </p:sldMasterIdLst>
  <p:notesMasterIdLst>
    <p:notesMasterId xmlns:r="http://schemas.openxmlformats.org/officeDocument/2006/relationships" r:id="R10df8614f1e34a29"/>
  </p:notesMasterIdLst>
  <p:sldIdLst>
    <p:sldId xmlns:r="http://schemas.openxmlformats.org/officeDocument/2006/relationships" id="256" r:id="R84c241a96bd442aa"/>
    <p:sldId xmlns:r="http://schemas.openxmlformats.org/officeDocument/2006/relationships" id="257" r:id="Rb0ac1aebd56a43db"/>
    <p:sldId xmlns:r="http://schemas.openxmlformats.org/officeDocument/2006/relationships" id="258" r:id="R09a62b6141f943c8"/>
    <p:sldId xmlns:r="http://schemas.openxmlformats.org/officeDocument/2006/relationships" id="259" r:id="Rdae8917d45f147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98d2e94fa6441c" /><Relationship Type="http://schemas.openxmlformats.org/officeDocument/2006/relationships/slideMaster" Target="/ppt/slideMasters/slideMaster1.xml" Id="R3ff2b090d4984a9e" /><Relationship Type="http://schemas.openxmlformats.org/officeDocument/2006/relationships/notesMaster" Target="/ppt/notesMasters/notesMaster1.xml" Id="R10df8614f1e34a29" /><Relationship Type="http://schemas.openxmlformats.org/officeDocument/2006/relationships/presProps" Target="/ppt/presProps.xml" Id="R3bb29dccbfcc4d2e" /><Relationship Type="http://schemas.openxmlformats.org/officeDocument/2006/relationships/tableStyles" Target="/ppt/tableStyles.xml" Id="R99e394d258c3473a" /><Relationship Type="http://schemas.openxmlformats.org/officeDocument/2006/relationships/slide" Target="/ppt/slides/slide1.xml" Id="R84c241a96bd442aa" /><Relationship Type="http://schemas.openxmlformats.org/officeDocument/2006/relationships/slide" Target="/ppt/slides/slide2.xml" Id="Rb0ac1aebd56a43db" /><Relationship Type="http://schemas.openxmlformats.org/officeDocument/2006/relationships/slide" Target="/ppt/slides/slide3.xml" Id="R09a62b6141f943c8" /><Relationship Type="http://schemas.openxmlformats.org/officeDocument/2006/relationships/slide" Target="/ppt/slides/slide4.xml" Id="Rdae8917d45f147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752617fd8446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ef3fd1f9794a8d" /><Relationship Type="http://schemas.openxmlformats.org/officeDocument/2006/relationships/notesMaster" Target="/ppt/notesMasters/notesMaster1.xml" Id="R45cc3a7cad6b4f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171685a0964cec" /><Relationship Type="http://schemas.openxmlformats.org/officeDocument/2006/relationships/notesMaster" Target="/ppt/notesMasters/notesMaster1.xml" Id="Re778864c74eb4d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6ac98dde6d47d2" /><Relationship Type="http://schemas.openxmlformats.org/officeDocument/2006/relationships/notesMaster" Target="/ppt/notesMasters/notesMaster1.xml" Id="Rbc577f9ecaba47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74b243c0c24fa7" /><Relationship Type="http://schemas.openxmlformats.org/officeDocument/2006/relationships/notesMaster" Target="/ppt/notesMasters/notesMaster1.xml" Id="Rb5dd4d1fbb1641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documents/operations/runbooks/supporting-data/2026-07-14-reliability-runbook-traffic-shift-metrics-csv-s001130.csv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peak = 2,420 requests/s; source p02-full-001130, row:canonical-metric.</a:t>
            </a:r>
          </a:p>
          <a:p xmlns:a="http://schemas.openxmlformats.org/drawingml/2006/main">
            <a:r>
              <a:t>Artifact: p02-full-010746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documents/operations/runbooks/supporting-data/2026-07-14-reliability-runbook-traffic-shift-metrics-csv-s001130.csv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peak = 2,420 requests/s; source p02-full-001130, row:canonical-metric.</a:t>
            </a:r>
          </a:p>
          <a:p xmlns:a="http://schemas.openxmlformats.org/drawingml/2006/main">
            <a:r>
              <a:t>Artifact: p02-full-010746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documents/operations/runbooks/supporting-data/2026-07-14-reliability-runbook-traffic-shift-metrics-csv-s001130.csv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peak = 2,420 requests/s; source p02-full-001130, row:canonical-metric.</a:t>
            </a:r>
          </a:p>
          <a:p xmlns:a="http://schemas.openxmlformats.org/drawingml/2006/main">
            <a:r>
              <a:t>Artifact: p02-full-010746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documents/operations/runbooks/supporting-data/2026-07-14-reliability-runbook-traffic-shift-metrics-csv-s001130.csv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peak = 2,420 requests/s; source p02-full-001130, row:canonical-metric.</a:t>
            </a:r>
          </a:p>
          <a:p xmlns:a="http://schemas.openxmlformats.org/drawingml/2006/main">
            <a:r>
              <a:t>Artifact: p02-full-010746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2cbb2518c946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9b852809034fab" /><Relationship Type="http://schemas.openxmlformats.org/officeDocument/2006/relationships/slideLayout" Target="/ppt/slideLayouts/slideLayout1.xml" Id="R692dd75c495945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2dd75c495945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0a8eff3e584ec5" /><Relationship Type="http://schemas.openxmlformats.org/officeDocument/2006/relationships/notesSlide" Target="/ppt/notesSlides/notesSlide1.xml" Id="Ree1ffd1c3ee14d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f102e3067343f8" /><Relationship Type="http://schemas.openxmlformats.org/officeDocument/2006/relationships/notesSlide" Target="/ppt/notesSlides/notesSlide2.xml" Id="Rb42dd985350140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79b9c711a4ee0" /><Relationship Type="http://schemas.openxmlformats.org/officeDocument/2006/relationships/notesSlide" Target="/ppt/notesSlides/notesSlide3.xml" Id="R52ae1108c3de4c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651d222da04495" /><Relationship Type="http://schemas.openxmlformats.org/officeDocument/2006/relationships/chart" Target="/ppt/slides/charts/chart1.xml" Id="R79a4d44c61e941f5" /><Relationship Type="http://schemas.openxmlformats.org/officeDocument/2006/relationships/notesSlide" Target="/ppt/notesSlides/notesSlide4.xml" Id="R41342379c1804ce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Checkout SVC-17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FBF65568-D6A4-44C2-9809-9075773C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9D37E2E3-9881-40D3-9B4D-718AF70A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p02-full-010746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260DEED9-EED9-4FA1-9A46-C6CD6414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· documents/operations/runbooks · Checkout SVC-17 · control p02-full-010746 · 2026 07 13 Reliability Runbook Traffic Shift Operations Briefing Pptx · Checkout peak 2,420 requests/s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640FCDEF-5FF4-48CE-AC16-46FDB895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7530092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8AF4578E-1015-43A0-AB47-60A83295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Reliability Runbook Traffic Shift Operations Briefing Pptx: controls and recipients</a:t>
            </a:r>
          </a:p>
        </p:txBody>
      </p:sp>
      <p:cxnSp>
        <p:nvCxnSpPr>
          <p:cNvPr id="19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B3566A84-D244-4EF2-910E-F74C1ABD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4C9875CE-4FE4-4E87-8DB8-BF52A3AD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76100742-2E9D-4B40-AB46-30B9DC6C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B0503848-F45D-41DB-934B-7EF50B80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reliability runbook traffic shift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E840375B-45AC-4DA5-9192-E46C7346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4DCFAE3B-8865-48E9-A287-B28F2069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D57B3BB6-FDE6-424C-849B-8C7B01B5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526557C7-F716-4E93-A7A7-22AD6411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Checkout SVC-17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75A04D9F-BC13-4E10-9DE3-5EEACE3A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3CE587B8-1F30-4CB9-85F9-76DE2D2E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D14AA4FB-88C8-4DBE-9DBA-575605B2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90DD500F-CC6B-4444-A1B5-1DFD6E0C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review</a:t>
            </a:r>
          </a:p>
        </p:txBody>
      </p:sp>
      <p:sp>
        <p:nvSpPr>
          <p:cNvPr id="15" name="grid17-no-kio-claim">
            <a:extLst xmlns:a="http://schemas.openxmlformats.org/drawingml/2006/main">
              <a:ext uri="{FF2B5EF4-FFF2-40B4-BE49-F238E27FC236}">
                <a16:creationId xmlns:a16="http://schemas.microsoft.com/office/drawing/2014/main" id="{9F999F94-DBA8-456F-89D1-ED9B5D32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816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Corpus production and QA do not establish Kio indexing, history, chunks, search quality, or performance.</a:t>
            </a:r>
          </a:p>
        </p:txBody>
      </p:sp>
      <p:sp>
        <p:nvSpPr>
          <p:cNvPr id="16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06970AB5-0036-4BE8-A281-B1DD2F62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p02-full-010746</a:t>
            </a:r>
          </a:p>
        </p:txBody>
      </p:sp>
      <p:sp>
        <p:nvSpPr>
          <p:cNvPr id="17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C35BA9DD-6272-4E66-99D3-F4B794A2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119940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9C0BE3E0-CD12-465D-A714-F091CB08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p02-full-010746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9AE18B7C-B98F-4863-9286-698E7621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Checkout SVC-17. org.ntc · svc.checkout.svc17 · rel.inc260713.timeline · date.2026-07-13.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CC86F2BE-EA2D-420F-81C1-EFBF6E40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B90366B0-4DD1-4727-974E-DE232AEB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D755CEDA-F415-4DA4-8710-6405A1B6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2,420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0EA0460F-7D66-4E2B-A95B-14D58E87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peak</a:t>
            </a:r>
          </a:p>
        </p:txBody>
      </p:sp>
      <p:sp>
        <p:nvSpPr>
          <p:cNvPr id="7" name="grid13-body-0">
            <a:extLst xmlns:a="http://schemas.openxmlformats.org/drawingml/2006/main">
              <a:ext uri="{FF2B5EF4-FFF2-40B4-BE49-F238E27FC236}">
                <a16:creationId xmlns:a16="http://schemas.microsoft.com/office/drawing/2014/main" id="{6BDC53F8-317E-4F86-BAFD-BA746156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requests/s</a:t>
            </a:r>
          </a:p>
        </p:txBody>
      </p:sp>
      <p:sp>
        <p:nvSpPr>
          <p:cNvPr id="8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179A77B3-94C9-4ABC-B4C6-F6E95238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83A87F79-1E4A-4E04-A415-D19E6358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10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A7392A0F-02EA-49F3-B28F-51C53FF0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1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2704B1F6-8B6C-457D-A6D5-64EA6D63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2,420</a:t>
            </a:r>
          </a:p>
        </p:txBody>
      </p:sp>
      <p:sp>
        <p:nvSpPr>
          <p:cNvPr id="12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C7F822FE-AD4D-4A4C-AA10-4A38AA2F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Peak demand</a:t>
            </a:r>
          </a:p>
        </p:txBody>
      </p:sp>
      <p:sp>
        <p:nvSpPr>
          <p:cNvPr id="13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8ABC25F6-8786-494A-AD15-152AD6E6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requests/s</a:t>
            </a:r>
          </a:p>
        </p:txBody>
      </p:sp>
      <p:sp>
        <p:nvSpPr>
          <p:cNvPr id="14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BC88F82B-8EF6-4697-A1B2-9A9BFD9F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77C33651-3335-49C9-8702-DD438A36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6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B9F573DA-E173-4B23-B504-396B688A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7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86C60738-F181-4CAE-AF3D-CDF5DA40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1,460</a:t>
            </a:r>
          </a:p>
        </p:txBody>
      </p:sp>
      <p:sp>
        <p:nvSpPr>
          <p:cNvPr id="18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5721E6D2-01B1-4726-ABF8-B95DBC0A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 drain</a:t>
            </a:r>
          </a:p>
        </p:txBody>
      </p:sp>
      <p:sp>
        <p:nvSpPr>
          <p:cNvPr id="19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85AE7670-A365-4CFB-B2FC-221857BC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jobs/min</a:t>
            </a:r>
          </a:p>
        </p:txBody>
      </p:sp>
      <p:sp>
        <p:nvSpPr>
          <p:cNvPr id="20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6F468150-2A1E-48DB-BC2C-18F06F6E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p02-full-010746</a:t>
            </a:r>
          </a:p>
        </p:txBody>
      </p:sp>
      <p:sp>
        <p:nvSpPr>
          <p:cNvPr id="21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0654C759-E004-4824-AFB8-13A066E1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910601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86127442-A7C4-4710-85BE-A1CA9841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807A2E94-1993-43C0-8275-FC7A5043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Reliability Runbook Traffic Shift Operations Briefing Pptx: Q-07 threshold evidence · p02-full-010746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9a4d44c61e941f5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871B0641-CDAD-4798-BE85-04627B12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2770F7B1-CDBB-4A96-9BD8-02A678C4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C4173BA2-1EB4-41AD-853D-96DDF8FD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8A4D11EF-5599-4335-9EF9-F0D31560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1A80DC1B-D7BF-4349-829D-3CBAFDE5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1121EEA8-54B2-4B05-A5DB-87D7CFF9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2840EE30-2D4A-495D-8922-49DE9C2D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20B5C3DF-26CD-4D3C-BEDF-01042FD2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E4D919D2-1AFB-4AD2-BF0B-B94906F8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SVC-17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48939CE4-4D58-406B-B911-9494ED71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69A613D1-7F09-48CF-BFF2-31802C46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517DFED6-AB72-4BFE-B643-BE2696DD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reliability runbook traffic shift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32C120F3-348D-4977-B60F-D315E0D5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957572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2026-08-24T17:17:05.5860000Z</dcterms:created>
  <dcterms:modified xsi:type="dcterms:W3CDTF">2026-08-24T17:17:05.5860000Z</dcterms:modified>
</coreProperties>
</file>