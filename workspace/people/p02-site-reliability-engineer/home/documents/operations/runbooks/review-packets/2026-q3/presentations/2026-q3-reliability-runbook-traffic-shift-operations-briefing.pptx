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9635fd9b04eb8" /><Relationship Type="http://schemas.openxmlformats.org/officeDocument/2006/relationships/extended-properties" Target="/docProps/app.xml" Id="Ra67d0017bd85407b" /><Relationship Type="http://schemas.openxmlformats.org/officeDocument/2006/relationships/officeDocument" Target="/ppt/presentation.xml" Id="R10a39eec62ed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3f5e5de11499d"/>
  </p:sldMasterIdLst>
  <p:notesMasterIdLst>
    <p:notesMasterId xmlns:r="http://schemas.openxmlformats.org/officeDocument/2006/relationships" r:id="R359ca9d356304859"/>
  </p:notesMasterIdLst>
  <p:sldIdLst>
    <p:sldId xmlns:r="http://schemas.openxmlformats.org/officeDocument/2006/relationships" id="256" r:id="Rfeffaf2fcb284b44"/>
    <p:sldId xmlns:r="http://schemas.openxmlformats.org/officeDocument/2006/relationships" id="257" r:id="R72dd0f7e5866441b"/>
    <p:sldId xmlns:r="http://schemas.openxmlformats.org/officeDocument/2006/relationships" id="258" r:id="R846fc77253c24b01"/>
    <p:sldId xmlns:r="http://schemas.openxmlformats.org/officeDocument/2006/relationships" id="259" r:id="R21d41d64c46b4c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d4584ff7e740ce" /><Relationship Type="http://schemas.openxmlformats.org/officeDocument/2006/relationships/slideMaster" Target="/ppt/slideMasters/slideMaster1.xml" Id="Rcf63f5e5de11499d" /><Relationship Type="http://schemas.openxmlformats.org/officeDocument/2006/relationships/notesMaster" Target="/ppt/notesMasters/notesMaster1.xml" Id="R359ca9d356304859" /><Relationship Type="http://schemas.openxmlformats.org/officeDocument/2006/relationships/presProps" Target="/ppt/presProps.xml" Id="R85db5f6fe5fd4c40" /><Relationship Type="http://schemas.openxmlformats.org/officeDocument/2006/relationships/tableStyles" Target="/ppt/tableStyles.xml" Id="R9d02cc1aef0940f7" /><Relationship Type="http://schemas.openxmlformats.org/officeDocument/2006/relationships/slide" Target="/ppt/slides/slide1.xml" Id="Rfeffaf2fcb284b44" /><Relationship Type="http://schemas.openxmlformats.org/officeDocument/2006/relationships/slide" Target="/ppt/slides/slide2.xml" Id="R72dd0f7e5866441b" /><Relationship Type="http://schemas.openxmlformats.org/officeDocument/2006/relationships/slide" Target="/ppt/slides/slide3.xml" Id="R846fc77253c24b01" /><Relationship Type="http://schemas.openxmlformats.org/officeDocument/2006/relationships/slide" Target="/ppt/slides/slide4.xml" Id="R21d41d64c46b4c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daa490183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dc17b412f149a6" /><Relationship Type="http://schemas.openxmlformats.org/officeDocument/2006/relationships/notesMaster" Target="/ppt/notesMasters/notesMaster1.xml" Id="R9246133033e2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921816b024da8" /><Relationship Type="http://schemas.openxmlformats.org/officeDocument/2006/relationships/notesMaster" Target="/ppt/notesMasters/notesMaster1.xml" Id="R6adf6ccda760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2f31827e6422a" /><Relationship Type="http://schemas.openxmlformats.org/officeDocument/2006/relationships/notesMaster" Target="/ppt/notesMasters/notesMaster1.xml" Id="Ref5b2c940f114b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624b1643fb4ccf" /><Relationship Type="http://schemas.openxmlformats.org/officeDocument/2006/relationships/notesMaster" Target="/ppt/notesMasters/notesMaster1.xml" Id="R0211242cc51642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p02-full-012946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p02-full-012946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p02-full-012946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documents/operations/runbooks/supporting-data/2026-07-14-reliability-runbook-log-gap-metrics-csv-s001758.csv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p02-full-001758, row:canonical-metric.</a:t>
            </a:r>
          </a:p>
          <a:p xmlns:a="http://schemas.openxmlformats.org/drawingml/2006/main">
            <a:r>
              <a:t>Artifact: p02-full-012946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84fa59c0c42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b71cbb474a4d08" /><Relationship Type="http://schemas.openxmlformats.org/officeDocument/2006/relationships/slideLayout" Target="/ppt/slideLayouts/slideLayout1.xml" Id="R238d6eebd7a2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8d6eebd7a2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f216e72414d4d" /><Relationship Type="http://schemas.openxmlformats.org/officeDocument/2006/relationships/notesSlide" Target="/ppt/notesSlides/notesSlide1.xml" Id="R33d7be5d0df541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56e7c430d4fd8" /><Relationship Type="http://schemas.openxmlformats.org/officeDocument/2006/relationships/notesSlide" Target="/ppt/notesSlides/notesSlide2.xml" Id="R3d510864d0eb46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69ed0dcf04900" /><Relationship Type="http://schemas.openxmlformats.org/officeDocument/2006/relationships/notesSlide" Target="/ppt/notesSlides/notesSlide3.xml" Id="R29f6f352f44245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ca65acfd04312" /><Relationship Type="http://schemas.openxmlformats.org/officeDocument/2006/relationships/chart" Target="/ppt/slides/charts/chart1.xml" Id="Ra6f67a61d2894a6c" /><Relationship Type="http://schemas.openxmlformats.org/officeDocument/2006/relationships/notesSlide" Target="/ppt/notesSlides/notesSlide4.xml" Id="R4b937d6a08e1418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B9E992F-8599-436F-A9A9-18D564D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742787A-AA11-450B-B5EF-B063AD68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p02-full-012946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F4C60F0-C559-4DCE-B1D8-424BE448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documents/operations/runbooks · Identity SVC-23 · control p02-full-012946 · 2026 Q3 Reliability Runbook Traffic Shift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7242544-530E-4E6E-8CDE-EA54B30B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9276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189EF70-C09E-4E5B-B67B-08FA157E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4CD0897-38DE-4275-8E73-9CAB2C3A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04F7B007-E2DD-4338-A648-D384AA8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07C4747-4491-470C-8108-11C70B0F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2A4EFAB-2122-43DD-B42C-775CDD8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6E6ABD9-E5C4-4CA9-A2F2-8BBB85E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F4C4CC6-3AAF-4F3A-A1DA-325B9FA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3743BA1-8E95-42DA-A704-CB2EFFA5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3B49BD5-36EB-422D-AB20-93736145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23F4033A-6507-43DE-A876-598BCB17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4FCA8BC-C760-4549-A46F-8BA58DF4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79BEC5A-AF66-4D4F-AE62-ACDA39C1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42F68A4-D2E6-4E7C-BBB9-D81DB18C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5FA8F71F-EDB0-456B-A495-1B37CB3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A0F1552-02B0-41C7-8FB4-A8A09113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p02-full-012946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2D60DCA-2EB1-45B9-B559-12D038EC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4913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75E4D48-04F2-4438-B825-6359E3F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p02-full-012946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039D17AD-668B-47A3-9F9A-D7DCEB5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A0B8E95-E14C-49FE-80EF-871AB90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EF81893-39AF-4BCC-BFF6-8BC85FB2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73EB51F4-4E2D-4A22-B818-E81ED623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056378A-BDCD-4CA1-9519-026F0221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C18CE080-B337-4905-9062-6F8004BD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2D0D062-1D4D-49DF-B85C-C20EAE9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913AC560-C4B7-4AF7-8B10-9C79D092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B81778F-CB7D-41F7-882A-8D07C85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771772C-4DDE-4252-B81B-436F921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9B73434-0FD2-4D46-BB87-93B0FBF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B85D956-5313-4B9A-B2EA-D2AC703B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07E678E-9310-4EA5-ACEA-7764182B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55D0AE9-55AA-4FF5-A0EA-AEB65AA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6221171-0246-4266-AB34-FC4AE9F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04ABFA0-7337-4816-BA23-0255CCC0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5B7FD596-24E1-429A-B8B2-DB0FE49A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D86A52F-E856-4DAE-9FFC-2B962D89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p02-full-012946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B7D8022-B8AA-4050-9E58-40B4966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6090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C999C5E-ADEC-4082-B70D-680A8A3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023891F-64DA-4339-96C1-EDBF623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Traffic Shift Operations Briefing Pptx: Q-07 threshold evidence · p02-full-012946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f67a61d2894a6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88555C1-3D76-4160-BF13-0DDD376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DA874D8-71F0-4CFA-8F8E-69934CB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EB487C93-C1FE-4D3A-84E9-DF73588C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31307CA-0227-401E-8B2E-47842FF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2FA80EE-EB38-45BB-8157-832DDD9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B679184-2DE4-481C-B853-BF5E21DA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0F26FB7-5950-42BF-9935-E3983B06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359875B-9509-47F9-ABF3-94E10C6D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192E43B-B884-4A7F-8CE5-F7F0615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C731511-00F3-420F-B53C-177C4B3E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A115B037-2105-46CB-B416-E776F0E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A7E6A3F-2113-490B-B880-BAF509B4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log gap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743C83B-793C-4342-9302-80ADD65D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0409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2026-08-24T17:17:08.5750000Z</dcterms:created>
  <dcterms:modified xsi:type="dcterms:W3CDTF">2026-08-24T17:17:08.5750000Z</dcterms:modified>
</coreProperties>
</file>