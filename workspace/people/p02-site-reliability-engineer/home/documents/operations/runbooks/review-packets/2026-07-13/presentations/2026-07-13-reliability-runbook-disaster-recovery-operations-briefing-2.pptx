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cd9833e267406b" /><Relationship Type="http://schemas.openxmlformats.org/officeDocument/2006/relationships/extended-properties" Target="/docProps/app.xml" Id="R932722c5864a4eba" /><Relationship Type="http://schemas.openxmlformats.org/officeDocument/2006/relationships/officeDocument" Target="/ppt/presentation.xml" Id="R916dffa52d634c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b857484435467e"/>
  </p:sldMasterIdLst>
  <p:notesMasterIdLst>
    <p:notesMasterId xmlns:r="http://schemas.openxmlformats.org/officeDocument/2006/relationships" r:id="R66193c91cb9d4c8c"/>
  </p:notesMasterIdLst>
  <p:sldIdLst>
    <p:sldId xmlns:r="http://schemas.openxmlformats.org/officeDocument/2006/relationships" id="256" r:id="R30267ac25ad54022"/>
    <p:sldId xmlns:r="http://schemas.openxmlformats.org/officeDocument/2006/relationships" id="257" r:id="Rb97d6b6157c342e0"/>
    <p:sldId xmlns:r="http://schemas.openxmlformats.org/officeDocument/2006/relationships" id="258" r:id="R4520937141c040d9"/>
    <p:sldId xmlns:r="http://schemas.openxmlformats.org/officeDocument/2006/relationships" id="259" r:id="Reca034e99a6542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8b8f9728194fa8" /><Relationship Type="http://schemas.openxmlformats.org/officeDocument/2006/relationships/slideMaster" Target="/ppt/slideMasters/slideMaster1.xml" Id="Ra5b857484435467e" /><Relationship Type="http://schemas.openxmlformats.org/officeDocument/2006/relationships/notesMaster" Target="/ppt/notesMasters/notesMaster1.xml" Id="R66193c91cb9d4c8c" /><Relationship Type="http://schemas.openxmlformats.org/officeDocument/2006/relationships/presProps" Target="/ppt/presProps.xml" Id="R9c2a8f8275474cda" /><Relationship Type="http://schemas.openxmlformats.org/officeDocument/2006/relationships/tableStyles" Target="/ppt/tableStyles.xml" Id="R01895c0e56f34859" /><Relationship Type="http://schemas.openxmlformats.org/officeDocument/2006/relationships/slide" Target="/ppt/slides/slide1.xml" Id="R30267ac25ad54022" /><Relationship Type="http://schemas.openxmlformats.org/officeDocument/2006/relationships/slide" Target="/ppt/slides/slide2.xml" Id="Rb97d6b6157c342e0" /><Relationship Type="http://schemas.openxmlformats.org/officeDocument/2006/relationships/slide" Target="/ppt/slides/slide3.xml" Id="R4520937141c040d9" /><Relationship Type="http://schemas.openxmlformats.org/officeDocument/2006/relationships/slide" Target="/ppt/slides/slide4.xml" Id="Reca034e99a6542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89b4822d4d40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ec1119bbb249f2" /><Relationship Type="http://schemas.openxmlformats.org/officeDocument/2006/relationships/notesMaster" Target="/ppt/notesMasters/notesMaster1.xml" Id="R6d9dec05f6da46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7156f6cac4035" /><Relationship Type="http://schemas.openxmlformats.org/officeDocument/2006/relationships/notesMaster" Target="/ppt/notesMasters/notesMaster1.xml" Id="R9b875a0e36fe47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3a00e76eb64a32" /><Relationship Type="http://schemas.openxmlformats.org/officeDocument/2006/relationships/notesMaster" Target="/ppt/notesMasters/notesMaster1.xml" Id="R34460321ad7c46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23d5fedcb74816" /><Relationship Type="http://schemas.openxmlformats.org/officeDocument/2006/relationships/notesMaster" Target="/ppt/notesMasters/notesMaster1.xml" Id="R3aa1cf51fce443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p02-full-014455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p02-full-014455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p02-full-014455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documents/operations/runbooks/supporting-data/2026-07-20-reliability-runbook-queue-saturation-metrics-csv-s001216.csv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Q-07 maximum = 38,420 jobs; source p02-full-001216, row:canonical-metric.</a:t>
            </a:r>
          </a:p>
          <a:p xmlns:a="http://schemas.openxmlformats.org/drawingml/2006/main">
            <a:r>
              <a:t>Artifact: p02-full-014455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f4a86e5ec34c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3e0cead6ad47b7" /><Relationship Type="http://schemas.openxmlformats.org/officeDocument/2006/relationships/slideLayout" Target="/ppt/slideLayouts/slideLayout1.xml" Id="Rc6ec36997f3a46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ec36997f3a46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b8aeee54d4b45" /><Relationship Type="http://schemas.openxmlformats.org/officeDocument/2006/relationships/notesSlide" Target="/ppt/notesSlides/notesSlide1.xml" Id="Rd2a48cf2f4f043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10053bb1849f3" /><Relationship Type="http://schemas.openxmlformats.org/officeDocument/2006/relationships/notesSlide" Target="/ppt/notesSlides/notesSlide2.xml" Id="Rad3ac50ee43b4d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7e784e76c4261" /><Relationship Type="http://schemas.openxmlformats.org/officeDocument/2006/relationships/notesSlide" Target="/ppt/notesSlides/notesSlide3.xml" Id="Rf41ee778717d47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31b5f58774f5a" /><Relationship Type="http://schemas.openxmlformats.org/officeDocument/2006/relationships/chart" Target="/ppt/slides/charts/chart1.xml" Id="R0366ee5bca1d4671" /><Relationship Type="http://schemas.openxmlformats.org/officeDocument/2006/relationships/notesSlide" Target="/ppt/notesSlides/notesSlide4.xml" Id="R6e2a17537a6a4b8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16961B0-C97C-46C3-BFB1-A826AE8B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D80FAA13-767C-463F-98C3-1C902903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p02-full-014455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767F3BF-1F8F-4BAE-B81A-970E1743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documents/operations/runbooks · Identity SVC-23 · control p02-full-014455 · 2026 07 13 Reliability Runbook Disaster Recovery Operations Briefing Pptx · Q-07 maximum 38,420 jobs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63D7F479-D3D0-4BC8-9BD4-8E975C97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546293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506BD452-07D4-4EB1-A21E-0972A387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Disaster Recovery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CD93A550-F903-4021-B51E-0E5AFBDF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1880081B-1EE6-441C-9592-B13BBA9C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E29FDD77-D86C-4B7B-9773-201D7799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CF554A6-2D3A-4E41-9D76-2EF31833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queue saturation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8338074D-2FE6-4ED7-8BB8-FE09A311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52BE2A9B-3A2C-411E-BF90-DE27074E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3F58F035-270F-4072-8AE3-35D9C9EE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DDEDAAD-A9CE-41B4-B5A2-0FCC0C02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3F72C27-2471-44C5-ACFB-ED375C37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C2FF26BF-D43B-4BFE-A601-34DCFAAD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8E8F064E-D984-4026-8803-830C4C53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3B42BC06-1C47-463A-A7A4-28814635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7EF50E7A-2FA6-4E91-BDF8-A2E14054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B5AA9453-B8FA-441C-B4C0-A20A0964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p02-full-014455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053BE3D8-26BD-420E-9EE4-806141B6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863097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53E111F-77AB-4DF2-AA29-D6389F4D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p02-full-014455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F88E8D7B-2970-4979-9582-E765EE7F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rel.inc260713.timeline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49173B09-2190-4F4B-8AF0-DBE658B6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4C3E03C-26FF-4E7D-857F-A91666BC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EDF1325-30AF-451E-B9C6-D3A7FE0C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46A5DA7-0D17-40F4-80A6-59ADD029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4F123B0E-4418-473B-8977-89C80B8A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09B1655-1FCA-41F6-BE43-45CF9C4A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50FE571-FA9E-4515-8E8B-D39C4FB4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6E2145BD-0AE2-4C30-8756-90AFEFE3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C4600B86-94B9-4558-8284-2FED062D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B46B21DD-20BE-4222-A6ED-29BFC5DB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demand</a:t>
            </a:r>
          </a:p>
        </p:txBody>
      </p:sp>
      <p:sp>
        <p:nvSpPr>
          <p:cNvPr id="13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50CB2D4E-ABB9-4F66-AA71-BF021793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14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CD7B099B-9369-4FFD-A438-7FB390F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3F88D996-5E5F-40F0-BBFE-63BC348E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4F37944A-1D46-475D-8F9A-7FF1756D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7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1CF821EA-B843-4CFD-965B-42A5A02E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1,460</a:t>
            </a:r>
          </a:p>
        </p:txBody>
      </p:sp>
      <p:sp>
        <p:nvSpPr>
          <p:cNvPr id="18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6817578-7E14-4524-9BBB-46A9B861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 drain</a:t>
            </a:r>
          </a:p>
        </p:txBody>
      </p:sp>
      <p:sp>
        <p:nvSpPr>
          <p:cNvPr id="19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194314F5-FD02-44D3-91A2-E49C9AB4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jobs/min</a:t>
            </a:r>
          </a:p>
        </p:txBody>
      </p:sp>
      <p:sp>
        <p:nvSpPr>
          <p:cNvPr id="20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9AA38DDE-0BCC-4DF3-A30E-E1FEB404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p02-full-014455</a:t>
            </a:r>
          </a:p>
        </p:txBody>
      </p:sp>
      <p:sp>
        <p:nvSpPr>
          <p:cNvPr id="21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4620EE3-3FCF-4C84-B95E-F536F14B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76272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283CF308-6414-4EBB-B366-C8F32372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A9CC028E-114B-4471-A7D8-9887A18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Disaster Recovery Operations Briefing Pptx: Q-07 threshold evidence · p02-full-014455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66ee5bca1d4671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EA9C280-5D22-45D4-8B41-3D905EE5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A95ADA30-4157-443C-80D5-77CAA49E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048D4AF-D0C0-47E9-AFFC-61AB4A85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92443437-3827-430A-A884-4A040F04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8E3FD769-3CF2-4CBD-8976-078109CA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6063E57-0587-4C52-B283-FC75345D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D6E713B2-974C-4857-89A2-BFE66838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1AA03A41-1AEC-4057-A003-83BA41CE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88B33BB-B947-4E41-8211-1BE430DC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D0FC370-3078-44EF-905E-801D9F60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44E73ED-8858-4F1B-B3CE-8F6671E1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3083EC4-97D1-4D45-9E16-B60DEE96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reliability runbook queue saturation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B74DBCF2-F0FF-4566-B2B2-C82157F4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9295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2026-08-24T17:17:11.0640000Z</dcterms:created>
  <dcterms:modified xsi:type="dcterms:W3CDTF">2026-08-24T17:17:11.0640000Z</dcterms:modified>
</coreProperties>
</file>