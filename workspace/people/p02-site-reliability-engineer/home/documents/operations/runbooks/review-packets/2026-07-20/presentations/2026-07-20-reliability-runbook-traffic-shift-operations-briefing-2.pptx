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1fe90ea1074e86" /><Relationship Type="http://schemas.openxmlformats.org/officeDocument/2006/relationships/extended-properties" Target="/docProps/app.xml" Id="R3cf0f660f69242b4" /><Relationship Type="http://schemas.openxmlformats.org/officeDocument/2006/relationships/officeDocument" Target="/ppt/presentation.xml" Id="Rb7e440b0c01149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1fa9fe9a904618"/>
  </p:sldMasterIdLst>
  <p:notesMasterIdLst>
    <p:notesMasterId xmlns:r="http://schemas.openxmlformats.org/officeDocument/2006/relationships" r:id="Rc975ff73c4bd4106"/>
  </p:notesMasterIdLst>
  <p:sldIdLst>
    <p:sldId xmlns:r="http://schemas.openxmlformats.org/officeDocument/2006/relationships" id="256" r:id="Rf441362d971d454b"/>
    <p:sldId xmlns:r="http://schemas.openxmlformats.org/officeDocument/2006/relationships" id="257" r:id="Rd69277e8a7ab482d"/>
    <p:sldId xmlns:r="http://schemas.openxmlformats.org/officeDocument/2006/relationships" id="258" r:id="Rf7c00b2feb7e4ee0"/>
    <p:sldId xmlns:r="http://schemas.openxmlformats.org/officeDocument/2006/relationships" id="259" r:id="R451f60726e7340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761c1e0d0442fe" /><Relationship Type="http://schemas.openxmlformats.org/officeDocument/2006/relationships/slideMaster" Target="/ppt/slideMasters/slideMaster1.xml" Id="R511fa9fe9a904618" /><Relationship Type="http://schemas.openxmlformats.org/officeDocument/2006/relationships/notesMaster" Target="/ppt/notesMasters/notesMaster1.xml" Id="Rc975ff73c4bd4106" /><Relationship Type="http://schemas.openxmlformats.org/officeDocument/2006/relationships/presProps" Target="/ppt/presProps.xml" Id="R56ba147776934f20" /><Relationship Type="http://schemas.openxmlformats.org/officeDocument/2006/relationships/tableStyles" Target="/ppt/tableStyles.xml" Id="Rb83cf0c21c414b01" /><Relationship Type="http://schemas.openxmlformats.org/officeDocument/2006/relationships/slide" Target="/ppt/slides/slide1.xml" Id="Rf441362d971d454b" /><Relationship Type="http://schemas.openxmlformats.org/officeDocument/2006/relationships/slide" Target="/ppt/slides/slide2.xml" Id="Rd69277e8a7ab482d" /><Relationship Type="http://schemas.openxmlformats.org/officeDocument/2006/relationships/slide" Target="/ppt/slides/slide3.xml" Id="Rf7c00b2feb7e4ee0" /><Relationship Type="http://schemas.openxmlformats.org/officeDocument/2006/relationships/slide" Target="/ppt/slides/slide4.xml" Id="R451f60726e7340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bd4c827ba948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58a5ad14304fa5" /><Relationship Type="http://schemas.openxmlformats.org/officeDocument/2006/relationships/notesMaster" Target="/ppt/notesMasters/notesMaster1.xml" Id="R610719338b8c42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ec5e3929c44b0c" /><Relationship Type="http://schemas.openxmlformats.org/officeDocument/2006/relationships/notesMaster" Target="/ppt/notesMasters/notesMaster1.xml" Id="Rbc00d762c3b848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3d0f1ae3294521" /><Relationship Type="http://schemas.openxmlformats.org/officeDocument/2006/relationships/notesMaster" Target="/ppt/notesMasters/notesMaster1.xml" Id="R2389e8950db447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9ffc85e8de4969" /><Relationship Type="http://schemas.openxmlformats.org/officeDocument/2006/relationships/notesMaster" Target="/ppt/notesMasters/notesMaster1.xml" Id="Rebc14ad6e5ed4c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p02-full-013746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p02-full-013746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p02-full-013746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p02-full-013746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a63a74d5842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028df8d06849e7" /><Relationship Type="http://schemas.openxmlformats.org/officeDocument/2006/relationships/slideLayout" Target="/ppt/slideLayouts/slideLayout1.xml" Id="Rddbcbf282b134c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bcbf282b134c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2d7d2743b497c" /><Relationship Type="http://schemas.openxmlformats.org/officeDocument/2006/relationships/notesSlide" Target="/ppt/notesSlides/notesSlide1.xml" Id="Rcd670af2caca4c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030f62be64ec0" /><Relationship Type="http://schemas.openxmlformats.org/officeDocument/2006/relationships/notesSlide" Target="/ppt/notesSlides/notesSlide2.xml" Id="R3689f94eb89646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7899dec40416d" /><Relationship Type="http://schemas.openxmlformats.org/officeDocument/2006/relationships/notesSlide" Target="/ppt/notesSlides/notesSlide3.xml" Id="R1f0df930332549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ac9f7ae6d4797" /><Relationship Type="http://schemas.openxmlformats.org/officeDocument/2006/relationships/chart" Target="/ppt/slides/charts/chart1.xml" Id="R70b89bad86fc4668" /><Relationship Type="http://schemas.openxmlformats.org/officeDocument/2006/relationships/notesSlide" Target="/ppt/notesSlides/notesSlide4.xml" Id="R5481d3dda2e64c9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E8E4821A-B713-4502-B493-A3BE7116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0F3FB2D1-D165-4363-A41A-34585FB8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p02-full-013746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F5FD0272-4857-4FE9-B0CC-D2F6FB19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documents/operations/runbooks · Checkout SVC-17 · control p02-full-013746 · 2026 07 20 Reliability Runbook Traffic Shift Operations Briefing Pptx · Checkout peak 2,420 requests/s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5B4A4C34-265D-4ED6-A357-31D06CE6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3269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C14F15AA-8039-45DE-8349-675910E4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Traffic Shift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B0997732-0E8D-42CE-B6ED-12A0A490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C30363EA-449A-4387-9136-7AACF87B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366D288C-22A1-46EB-81B7-D61727D2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D9472B13-1FB9-4B58-893E-34286476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traffic shift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4E3DF0E4-F791-4930-8F4B-C2711406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514E89B8-A1FF-416C-A25D-7AB29BF4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BE455BE6-DBA4-45C8-AB8D-ED5B9A69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4D771871-7250-4649-B46D-50C03F54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3DE6F3A2-6613-4A14-8E46-B3DA54B3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7FC413C7-2EFD-46E9-BA7A-179FC3BA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EF223D07-D49D-4D2B-BCBB-44B55F38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40A736FF-A5C2-4FA1-9BF3-962FF7F3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4B8ED2A5-390D-49D2-873A-19CAB36B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13E70758-16AD-42E5-AA6B-FC14F290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p02-full-013746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F45CAA39-7EB6-4EB4-8F79-5CC841A7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631120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C5A02677-6035-4899-A101-89248608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p02-full-013746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55597F9F-0625-4FE2-A301-0E75A4B8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SVC-17. org.ntc · svc.checkout.svc17 · rel.inc260713.timeline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89F1E009-FFCC-4565-8DA9-05C35799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85DAF411-315A-4D15-9622-631A85E0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44722ECD-73F9-4F64-ADAF-BF92F7ED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DF4BC8AD-0573-4E75-9D25-EEEB9025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peak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9B7897C6-2E70-4674-A3B5-71D3F784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FD3CB607-3717-48EA-9D9E-0D0AECDD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A4E22FBD-105B-4466-9190-45263E9F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667790EE-4052-4E0E-8D90-593B0145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751D37E4-40CB-4622-AF91-600D9793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1A3ED651-0203-40F9-9590-25F0AD78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demand</a:t>
            </a:r>
          </a:p>
        </p:txBody>
      </p:sp>
      <p:sp>
        <p:nvSpPr>
          <p:cNvPr id="13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F6066CCB-9B3E-4A76-8ECF-31E355A4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14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914B9FB8-9DAC-4026-9F34-C3EFC3BC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F78E08AD-1E09-46A8-9FCB-96F2DF87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EE66DD77-B34C-45A8-AF7C-4394C92D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7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58F8CC9F-5A17-4064-8812-105F69B2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18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FD120AC0-BE41-41A6-A6FB-E64EA913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drain</a:t>
            </a:r>
          </a:p>
        </p:txBody>
      </p:sp>
      <p:sp>
        <p:nvSpPr>
          <p:cNvPr id="19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4B114C52-BE69-406E-A98C-B279FFEC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20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DC805766-F32D-4E78-951C-4846E721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p02-full-013746</a:t>
            </a:r>
          </a:p>
        </p:txBody>
      </p:sp>
      <p:sp>
        <p:nvSpPr>
          <p:cNvPr id="21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41081D0B-A0D0-4846-B81A-DD74E9DF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43943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973B0E86-A0D6-4E75-92D7-655D47B4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096BAC4F-B3C4-4C20-916C-A20D5467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Traffic Shift Operations Briefing Pptx: Q-07 threshold evidence · p02-full-013746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b89bad86fc4668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7C837B2A-670A-491C-82D2-30522CE8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3E1D99D8-08D7-4FFA-8CED-58E23FD8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EEB0996D-8E9D-4CA7-ABDB-570038C4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125E8C7A-926D-434C-8656-3B32B729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5E599C1C-E09A-440F-B30B-3A831FE1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615B0BA6-6DB2-4143-8283-16B66659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055B6C83-45B5-4305-9710-B8B598BC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A2813166-182D-4D54-8979-135AE5EB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B635A1F9-0FDC-428A-B7C3-4BD11204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792A2790-9860-4768-A109-1542975D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DEAE9E16-0EC2-478B-B036-75E6CEC3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D78BD22F-190C-4183-A884-1527CBEF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traffic shift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5734B9BE-347D-4A4D-B030-26C4A915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484476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2026-08-24T17:17:09.8050000Z</dcterms:created>
  <dcterms:modified xsi:type="dcterms:W3CDTF">2026-08-24T17:17:09.8050000Z</dcterms:modified>
</coreProperties>
</file>