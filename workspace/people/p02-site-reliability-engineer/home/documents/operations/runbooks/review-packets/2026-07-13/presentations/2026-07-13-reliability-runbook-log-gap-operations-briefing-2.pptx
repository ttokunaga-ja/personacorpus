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6d26b78ef348ac" /><Relationship Type="http://schemas.openxmlformats.org/officeDocument/2006/relationships/extended-properties" Target="/docProps/app.xml" Id="Rbfd2fb3313ec4813" /><Relationship Type="http://schemas.openxmlformats.org/officeDocument/2006/relationships/officeDocument" Target="/ppt/presentation.xml" Id="R38ad38fab27341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7a486964044103"/>
  </p:sldMasterIdLst>
  <p:notesMasterIdLst>
    <p:notesMasterId xmlns:r="http://schemas.openxmlformats.org/officeDocument/2006/relationships" r:id="R52a3a73b90ec4cef"/>
  </p:notesMasterIdLst>
  <p:sldIdLst>
    <p:sldId xmlns:r="http://schemas.openxmlformats.org/officeDocument/2006/relationships" id="256" r:id="R5e88ee3a6ac04494"/>
    <p:sldId xmlns:r="http://schemas.openxmlformats.org/officeDocument/2006/relationships" id="257" r:id="R41aeca269b6142fb"/>
    <p:sldId xmlns:r="http://schemas.openxmlformats.org/officeDocument/2006/relationships" id="258" r:id="R0d23023336334de9"/>
    <p:sldId xmlns:r="http://schemas.openxmlformats.org/officeDocument/2006/relationships" id="259" r:id="R21b0571772d44a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90b923d7614f60" /><Relationship Type="http://schemas.openxmlformats.org/officeDocument/2006/relationships/slideMaster" Target="/ppt/slideMasters/slideMaster1.xml" Id="R257a486964044103" /><Relationship Type="http://schemas.openxmlformats.org/officeDocument/2006/relationships/notesMaster" Target="/ppt/notesMasters/notesMaster1.xml" Id="R52a3a73b90ec4cef" /><Relationship Type="http://schemas.openxmlformats.org/officeDocument/2006/relationships/presProps" Target="/ppt/presProps.xml" Id="R7fdce99c825c4f66" /><Relationship Type="http://schemas.openxmlformats.org/officeDocument/2006/relationships/tableStyles" Target="/ppt/tableStyles.xml" Id="Rbe16104c28924374" /><Relationship Type="http://schemas.openxmlformats.org/officeDocument/2006/relationships/slide" Target="/ppt/slides/slide1.xml" Id="R5e88ee3a6ac04494" /><Relationship Type="http://schemas.openxmlformats.org/officeDocument/2006/relationships/slide" Target="/ppt/slides/slide2.xml" Id="R41aeca269b6142fb" /><Relationship Type="http://schemas.openxmlformats.org/officeDocument/2006/relationships/slide" Target="/ppt/slides/slide3.xml" Id="R0d23023336334de9" /><Relationship Type="http://schemas.openxmlformats.org/officeDocument/2006/relationships/slide" Target="/ppt/slides/slide4.xml" Id="R21b0571772d44a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3d126831d244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90fa527a014dc6" /><Relationship Type="http://schemas.openxmlformats.org/officeDocument/2006/relationships/notesMaster" Target="/ppt/notesMasters/notesMaster1.xml" Id="Re855b4eb56e448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fa54f8f908453f" /><Relationship Type="http://schemas.openxmlformats.org/officeDocument/2006/relationships/notesMaster" Target="/ppt/notesMasters/notesMaster1.xml" Id="Ra8f421b5df3b4c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36fed5ee4f4905" /><Relationship Type="http://schemas.openxmlformats.org/officeDocument/2006/relationships/notesMaster" Target="/ppt/notesMasters/notesMaster1.xml" Id="Rab8517a97e744c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9d1864d6be4db6" /><Relationship Type="http://schemas.openxmlformats.org/officeDocument/2006/relationships/notesMaster" Target="/ppt/notesMasters/notesMaster1.xml" Id="Rd9aefe7f105a48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p02-full-014846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p02-full-014846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p02-full-014846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p02-full-014846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54d6cab4c47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7830915a6c4661" /><Relationship Type="http://schemas.openxmlformats.org/officeDocument/2006/relationships/slideLayout" Target="/ppt/slideLayouts/slideLayout1.xml" Id="Ra2b9f04eecfb43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b9f04eecfb43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14e36c4f44412" /><Relationship Type="http://schemas.openxmlformats.org/officeDocument/2006/relationships/notesSlide" Target="/ppt/notesSlides/notesSlide1.xml" Id="R99f33b56ef3542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d0446406040f5" /><Relationship Type="http://schemas.openxmlformats.org/officeDocument/2006/relationships/notesSlide" Target="/ppt/notesSlides/notesSlide2.xml" Id="R22960cda8bc341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155d62d84492a" /><Relationship Type="http://schemas.openxmlformats.org/officeDocument/2006/relationships/notesSlide" Target="/ppt/notesSlides/notesSlide3.xml" Id="R84746aab7f6f45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1f307f5544fab" /><Relationship Type="http://schemas.openxmlformats.org/officeDocument/2006/relationships/chart" Target="/ppt/slides/charts/chart1.xml" Id="Re0950483184f4b85" /><Relationship Type="http://schemas.openxmlformats.org/officeDocument/2006/relationships/notesSlide" Target="/ppt/notesSlides/notesSlide4.xml" Id="Re6ab5faa4b5c4ac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18682745-A716-482E-810F-3B0C828B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43B51F8E-569E-496E-831B-BE48B84D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p02-full-014846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5E81F773-534E-491E-B1B1-66C402AA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Platform Reliability · control p02-full-014846 · 2026 07 13 Reliability Runbook Log Gap Operations Briefing Pptx · Telemetry export gap 7 minutes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D53AED4-FE80-4760-95A2-24B357A5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64794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D26C256-B470-4807-B881-4CD5AE7A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Log Gap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23B46CA4-6259-446C-A384-E506BBEE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C71006B-5C40-4934-A5B5-965B37A9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8A6218A3-0062-4DC2-807C-0622048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191BE3E7-9DB8-44F4-93CD-8766CA5C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log gap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48A1CFF3-8B57-42D0-9997-246EDD12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3BE99EB-2994-4BFE-B7D4-2664CB0A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D40DCC4-65E9-498F-BD23-D929676E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9EC3225E-3ED9-40CE-A184-D0833B0C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DBDAD0F-7A09-443E-850F-CB65B854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558F80A-24D2-48DD-9E8F-32C48A2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2AD011C9-2898-4397-9663-E38090A0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FFCB6F92-FE62-43BE-B8E3-289FF70F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F1F3EB85-9235-4EBB-9BF5-6C63E106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F0458F91-187F-49E8-B29C-81F04670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p02-full-014846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105EFA9-E5D9-4D49-A3C3-F4AD20D7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09822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2A25329-6C31-439C-8BF4-52E58FC0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p02-full-014846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DD20AAFC-713C-4697-ACBF-6C1AECE2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term.mitigation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52FA8978-98E8-45CF-97DC-2BB97FB4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547737E6-A4D8-4AF3-BEAB-581E71B5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30D8255-C7FA-4FD5-9A76-FF6AC849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6D504C67-EB9B-4B39-AF6E-76BB8F35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export gap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C0E231FF-771F-4AFF-8B33-B6F250C5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574E215-5BC8-4BB7-B05B-35DD615A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E45EBAFF-735A-427B-B279-D6F650A8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69B792E-391C-431B-8EA6-7C37C685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D813F27A-3E6D-40F9-8B51-8C2D6704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03E5485-D1A6-4A22-B0DD-CF6BE4AC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23B42111-06B4-4C90-AB0E-0B7855FD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99C8C65D-2FE1-4EDE-8C00-4CF38397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CF7B2C44-B420-45EE-90DF-C8156EA5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46BDB19E-2D4F-42D2-963D-50197BDE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6BD88E1F-4DCC-4D3E-BCD5-FD94EC52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ACAD8328-2ED4-47C6-8C21-45B1AC1C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C390FFE6-0118-48C7-99EE-4D941330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p02-full-014846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E97E1824-285C-4253-90AC-7BFE8F03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3190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D9371A9E-E7E5-4096-B1CD-F4214395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3550FF7-D4C7-4874-9666-C5BF4A38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Log Gap Operations Briefing Pptx: Q-07 threshold evidence · p02-full-014846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950483184f4b8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F6A7A6BE-1E6C-42F2-9CB4-D2A03372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B2ADC1B7-FC9E-4DAD-B831-18C0043A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F7C49B93-F4C3-4F89-8B7A-C98B0554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67F30206-64C2-43E4-98D4-6CF28F5A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0B8B0A7-833B-41DB-A819-7117674D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action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538944C2-C20B-491F-BAFE-AF9BE869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09:54 rate limit + 10:11 concurrency increase reduced Checkout impact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D3174406-EDE4-4830-A546-8003F3B0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812E664D-EB63-4119-B722-B942E8B6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Root-cause boundary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205E2C3A-1657-4399-94EC-B966F1A0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did not necessarily remove the root cause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D9EC072-1117-4288-B0DB-44E48FD2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0D07B1B-FFB2-4307-8DAE-B9964D53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cause retained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D99BEAF-DB14-4C34-BA5D-0E739014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1BB0E775-5D87-4C6B-9C55-80B079C3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11171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2026-08-24T17:17:11.4600000Z</dcterms:created>
  <dcterms:modified xsi:type="dcterms:W3CDTF">2026-08-24T17:17:11.4600000Z</dcterms:modified>
</coreProperties>
</file>