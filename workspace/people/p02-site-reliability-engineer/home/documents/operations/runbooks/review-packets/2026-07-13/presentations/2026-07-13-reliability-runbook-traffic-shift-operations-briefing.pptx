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9e47edee14485e" /><Relationship Type="http://schemas.openxmlformats.org/officeDocument/2006/relationships/extended-properties" Target="/docProps/app.xml" Id="R0f717b80759b432e" /><Relationship Type="http://schemas.openxmlformats.org/officeDocument/2006/relationships/officeDocument" Target="/ppt/presentation.xml" Id="R6c59bd32fc2647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d8260ec84845b1"/>
  </p:sldMasterIdLst>
  <p:notesMasterIdLst>
    <p:notesMasterId xmlns:r="http://schemas.openxmlformats.org/officeDocument/2006/relationships" r:id="R17e53c7d74a74308"/>
  </p:notesMasterIdLst>
  <p:sldIdLst>
    <p:sldId xmlns:r="http://schemas.openxmlformats.org/officeDocument/2006/relationships" id="256" r:id="R15efb11a877649f8"/>
    <p:sldId xmlns:r="http://schemas.openxmlformats.org/officeDocument/2006/relationships" id="257" r:id="R7dc8579ce8ef445e"/>
    <p:sldId xmlns:r="http://schemas.openxmlformats.org/officeDocument/2006/relationships" id="258" r:id="R16b2c24b694243dc"/>
    <p:sldId xmlns:r="http://schemas.openxmlformats.org/officeDocument/2006/relationships" id="259" r:id="R17d8fe636e264a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da752d5be64495" /><Relationship Type="http://schemas.openxmlformats.org/officeDocument/2006/relationships/slideMaster" Target="/ppt/slideMasters/slideMaster1.xml" Id="Rd5d8260ec84845b1" /><Relationship Type="http://schemas.openxmlformats.org/officeDocument/2006/relationships/notesMaster" Target="/ppt/notesMasters/notesMaster1.xml" Id="R17e53c7d74a74308" /><Relationship Type="http://schemas.openxmlformats.org/officeDocument/2006/relationships/presProps" Target="/ppt/presProps.xml" Id="R54f53700ef584a9e" /><Relationship Type="http://schemas.openxmlformats.org/officeDocument/2006/relationships/tableStyles" Target="/ppt/tableStyles.xml" Id="R202b4d91aba64a1e" /><Relationship Type="http://schemas.openxmlformats.org/officeDocument/2006/relationships/slide" Target="/ppt/slides/slide1.xml" Id="R15efb11a877649f8" /><Relationship Type="http://schemas.openxmlformats.org/officeDocument/2006/relationships/slide" Target="/ppt/slides/slide2.xml" Id="R7dc8579ce8ef445e" /><Relationship Type="http://schemas.openxmlformats.org/officeDocument/2006/relationships/slide" Target="/ppt/slides/slide3.xml" Id="R16b2c24b694243dc" /><Relationship Type="http://schemas.openxmlformats.org/officeDocument/2006/relationships/slide" Target="/ppt/slides/slide4.xml" Id="R17d8fe636e264a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6aa041421a47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b054796fce4448" /><Relationship Type="http://schemas.openxmlformats.org/officeDocument/2006/relationships/notesMaster" Target="/ppt/notesMasters/notesMaster1.xml" Id="R2ab6c7e3ab5441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63d80f0265453b" /><Relationship Type="http://schemas.openxmlformats.org/officeDocument/2006/relationships/notesMaster" Target="/ppt/notesMasters/notesMaster1.xml" Id="R98dfdd0509964d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5c5ef0e5a84fdd" /><Relationship Type="http://schemas.openxmlformats.org/officeDocument/2006/relationships/notesMaster" Target="/ppt/notesMasters/notesMaster1.xml" Id="Rda699eaba2f446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fc737666164e6e" /><Relationship Type="http://schemas.openxmlformats.org/officeDocument/2006/relationships/notesMaster" Target="/ppt/notesMasters/notesMaster1.xml" Id="Rc16fc93e097943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documents/operations/runbooks/supporting-data/2026-07-14-reliability-runbook-log-gap-metrics-csv-s001758.csv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Telemetry export gap = 7 minutes; source p02-full-001758, row:canonical-metric.</a:t>
            </a:r>
          </a:p>
          <a:p xmlns:a="http://schemas.openxmlformats.org/drawingml/2006/main">
            <a:r>
              <a:t>Artifact: p02-full-009346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documents/operations/runbooks/supporting-data/2026-07-14-reliability-runbook-log-gap-metrics-csv-s001758.csv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Telemetry export gap = 7 minutes; source p02-full-001758, row:canonical-metric.</a:t>
            </a:r>
          </a:p>
          <a:p xmlns:a="http://schemas.openxmlformats.org/drawingml/2006/main">
            <a:r>
              <a:t>Artifact: p02-full-009346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documents/operations/runbooks/supporting-data/2026-07-14-reliability-runbook-log-gap-metrics-csv-s001758.csv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Telemetry export gap = 7 minutes; source p02-full-001758, row:canonical-metric.</a:t>
            </a:r>
          </a:p>
          <a:p xmlns:a="http://schemas.openxmlformats.org/drawingml/2006/main">
            <a:r>
              <a:t>Artifact: p02-full-009346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documents/operations/runbooks/supporting-data/2026-07-14-reliability-runbook-log-gap-metrics-csv-s001758.csv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Telemetry export gap = 7 minutes; source p02-full-001758, row:canonical-metric.</a:t>
            </a:r>
          </a:p>
          <a:p xmlns:a="http://schemas.openxmlformats.org/drawingml/2006/main">
            <a:r>
              <a:t>Artifact: p02-full-009346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d5806690d246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79e374cf6c46ab" /><Relationship Type="http://schemas.openxmlformats.org/officeDocument/2006/relationships/slideLayout" Target="/ppt/slideLayouts/slideLayout1.xml" Id="R639fde1efea640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9fde1efea640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89339ca2e4566" /><Relationship Type="http://schemas.openxmlformats.org/officeDocument/2006/relationships/notesSlide" Target="/ppt/notesSlides/notesSlide1.xml" Id="R3ebaa587fcdc4f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557552d4a40c1" /><Relationship Type="http://schemas.openxmlformats.org/officeDocument/2006/relationships/notesSlide" Target="/ppt/notesSlides/notesSlide2.xml" Id="R09d0c6a045274d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ed04235d740dd" /><Relationship Type="http://schemas.openxmlformats.org/officeDocument/2006/relationships/notesSlide" Target="/ppt/notesSlides/notesSlide3.xml" Id="Rbe4cd5ebd84b48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574cb274542b0" /><Relationship Type="http://schemas.openxmlformats.org/officeDocument/2006/relationships/chart" Target="/ppt/slides/charts/chart1.xml" Id="R91692ef7f96043d1" /><Relationship Type="http://schemas.openxmlformats.org/officeDocument/2006/relationships/notesSlide" Target="/ppt/notesSlides/notesSlide4.xml" Id="Rf99d2d33e8d5423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Identity SVC-23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025313E8-DEF1-4D99-AE6D-A009D41A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204D96C7-AC38-45E7-9E6E-9C7A7ABD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p02-full-009346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CCEA6BFA-BE6B-42FC-8813-CFC8C066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documents/operations/runbooks · Identity SVC-23 · control p02-full-009346 · 2026 07 13 Reliability Runbook Traffic Shift Operations Briefing Pptx · Telemetry export gap 7 minutes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E05CBEBB-17FA-4534-9633-53D49A26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3199398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AB8E7D51-8003-4376-902B-9DB202EF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Runbook Traffic Shift Operations Briefing Pptx: controls and recipients</a:t>
            </a:r>
          </a:p>
        </p:txBody>
      </p:sp>
      <p:cxnSp>
        <p:nvCxnSpPr>
          <p:cNvPr id="19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620EBDFA-2CAE-4367-B804-514AA99B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0DC53A3F-7BBD-4AF8-8822-58EB845B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2CE81299-30B9-4D9F-B646-8A635D7A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7E9103DA-DD55-4AA6-AC88-EA606C01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reliability runbook log gap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96E79D05-7580-4533-A0D8-608F6D6C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6FD526D1-FB4B-41D5-A3FD-E24645DD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8648CC81-A370-40CD-96AD-36353469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1A641206-CCE4-4800-BC4B-26958508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Identity SVC-23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9A131E78-0EC1-4BB7-844F-81991984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26C6E0E7-2765-4312-8167-4E8B278B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4F5B5D45-9C45-456C-9046-96CE20D3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4436984C-7079-46CD-9FA2-730E9FA8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no-kio-claim">
            <a:extLst xmlns:a="http://schemas.openxmlformats.org/drawingml/2006/main">
              <a:ext uri="{FF2B5EF4-FFF2-40B4-BE49-F238E27FC236}">
                <a16:creationId xmlns:a16="http://schemas.microsoft.com/office/drawing/2014/main" id="{B5B96781-D227-4B80-927E-4E055C82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production and QA do not establish Kio indexing, history, chunks, search quality, or performance.</a:t>
            </a:r>
          </a:p>
        </p:txBody>
      </p:sp>
      <p:sp>
        <p:nvSpPr>
          <p:cNvPr id="16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941CAEFC-CB5F-454A-9451-1AE3FF00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p02-full-009346</a:t>
            </a:r>
          </a:p>
        </p:txBody>
      </p:sp>
      <p:sp>
        <p:nvSpPr>
          <p:cNvPr id="17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3F33E830-2DD6-4425-8EBE-BC2C8EFB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665561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5C6CEEA6-F6D3-44F0-9740-E40C52AF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p02-full-009346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9161C0CA-D21C-4270-B142-FCAE044C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Identity SVC-23. org.ntc · svc.identity.svc23 · rel.inc260713.timeline · date.2026-07-13.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3D9E3FC9-EACA-4AD6-AAD5-A99F7B50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8234C501-73E3-4781-82C6-5403BB93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202CD074-FE73-4D70-BD0B-641B65AF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8F07C2D8-88D5-4E34-886B-C3443BB0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Telemetry export gap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D021AB1E-4CF4-4C70-B381-CEF0069A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90944C27-0B0D-418B-9F13-34C563ED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7C6FD56D-3E05-490A-A436-E59D8741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C1E5E6D5-0A48-445F-8906-4BE0C67F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3DB1ECA7-3D06-40E8-AD9C-6467F635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1.84 s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F12838E2-8422-4869-B314-3E9B3A3B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p95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4DAD2D68-D646-4C1C-9682-C5CCDC7D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F847519B-2299-4121-82AB-B7F2C552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61DF5BCB-2920-4BB4-A622-84EBB553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7593AF06-EC2B-4260-A038-7600818B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1BCD01E8-A6F0-4CF6-B1BA-9D747F66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8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ED4495B9-56CF-4775-80C8-C95D0264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3E7EB408-F2C5-422F-997B-1ECED1E5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p02-full-009346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ECC1A009-D5C8-4713-8386-0680DFF4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256839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8D7AE646-0CAB-4A76-B801-468A9129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DACA1C14-B485-4DE3-9443-3FC69533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Runbook Traffic Shift Operations Briefing Pptx: Q-07 threshold evidence · p02-full-009346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692ef7f96043d1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F1A02E8E-DEE9-404B-8625-3C5074D3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AD536B19-BC16-4CB1-900A-F4DAA260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AFAEA869-1FBE-403B-93F1-875CD33E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280CD9E9-9833-4FB3-87C3-A4DB9272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45A29681-B089-4C7B-9451-EBE1374A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64BAB151-7DB9-4C51-AE5B-46A513B6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B4473A1A-6888-48D3-8631-9B65365C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BA615DF4-BDEF-48CE-84A6-829BFC3D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F9BE54CE-4049-4B1C-BA77-1E36E32D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Identity SVC-23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A3D2E3BC-0C17-49AA-B89C-36E58559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CE84CA26-4D81-48F5-9E15-659B8C84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42B8ABE4-214F-48DF-B326-F4ACCFD9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reliability runbook log gap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4120AD55-869B-4297-AB85-935474DF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82897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2026-08-24T17:17:04.6640000Z</dcterms:created>
  <dcterms:modified xsi:type="dcterms:W3CDTF">2026-08-24T17:17:04.6650000Z</dcterms:modified>
</coreProperties>
</file>