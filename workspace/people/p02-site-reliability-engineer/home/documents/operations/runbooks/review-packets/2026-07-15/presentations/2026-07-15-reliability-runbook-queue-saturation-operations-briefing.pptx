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d93e0476548ec" /><Relationship Type="http://schemas.openxmlformats.org/officeDocument/2006/relationships/extended-properties" Target="/docProps/app.xml" Id="R74cd60d2635841c8" /><Relationship Type="http://schemas.openxmlformats.org/officeDocument/2006/relationships/officeDocument" Target="/ppt/presentation.xml" Id="R38aa946123b3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3f0045f024216"/>
  </p:sldMasterIdLst>
  <p:notesMasterIdLst>
    <p:notesMasterId xmlns:r="http://schemas.openxmlformats.org/officeDocument/2006/relationships" r:id="R1c6761f4c9d2480a"/>
  </p:notesMasterIdLst>
  <p:sldIdLst>
    <p:sldId xmlns:r="http://schemas.openxmlformats.org/officeDocument/2006/relationships" id="256" r:id="Re5255db9030e48c6"/>
    <p:sldId xmlns:r="http://schemas.openxmlformats.org/officeDocument/2006/relationships" id="257" r:id="Re8273588714140a0"/>
    <p:sldId xmlns:r="http://schemas.openxmlformats.org/officeDocument/2006/relationships" id="258" r:id="R23a2872323254898"/>
    <p:sldId xmlns:r="http://schemas.openxmlformats.org/officeDocument/2006/relationships" id="259" r:id="R32c5e778b1bb4f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64a990c9e42e5" /><Relationship Type="http://schemas.openxmlformats.org/officeDocument/2006/relationships/slideMaster" Target="/ppt/slideMasters/slideMaster1.xml" Id="Rfe73f0045f024216" /><Relationship Type="http://schemas.openxmlformats.org/officeDocument/2006/relationships/notesMaster" Target="/ppt/notesMasters/notesMaster1.xml" Id="R1c6761f4c9d2480a" /><Relationship Type="http://schemas.openxmlformats.org/officeDocument/2006/relationships/presProps" Target="/ppt/presProps.xml" Id="R7aec6cd4c6024f5a" /><Relationship Type="http://schemas.openxmlformats.org/officeDocument/2006/relationships/tableStyles" Target="/ppt/tableStyles.xml" Id="Re81407dbc667494e" /><Relationship Type="http://schemas.openxmlformats.org/officeDocument/2006/relationships/slide" Target="/ppt/slides/slide1.xml" Id="Re5255db9030e48c6" /><Relationship Type="http://schemas.openxmlformats.org/officeDocument/2006/relationships/slide" Target="/ppt/slides/slide2.xml" Id="Re8273588714140a0" /><Relationship Type="http://schemas.openxmlformats.org/officeDocument/2006/relationships/slide" Target="/ppt/slides/slide3.xml" Id="R23a2872323254898" /><Relationship Type="http://schemas.openxmlformats.org/officeDocument/2006/relationships/slide" Target="/ppt/slides/slide4.xml" Id="R32c5e778b1bb4f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5fc81e0df34f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d486c26774de9" /><Relationship Type="http://schemas.openxmlformats.org/officeDocument/2006/relationships/notesMaster" Target="/ppt/notesMasters/notesMaster1.xml" Id="R79110d198dae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4f3b275d5644a9" /><Relationship Type="http://schemas.openxmlformats.org/officeDocument/2006/relationships/notesMaster" Target="/ppt/notesMasters/notesMaster1.xml" Id="Re2702b4faa474c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2b5154c30a42f4" /><Relationship Type="http://schemas.openxmlformats.org/officeDocument/2006/relationships/notesMaster" Target="/ppt/notesMasters/notesMaster1.xml" Id="Re9ed43d04fe444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4615c722214ea1" /><Relationship Type="http://schemas.openxmlformats.org/officeDocument/2006/relationships/notesMaster" Target="/ppt/notesMasters/notesMaster1.xml" Id="Rc8d6476f9f24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documents/operations/runbooks/supporting-data/2026-q3-reliability-runbook-traffic-shift-metrics-tsv-s001570.tsv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p02-full-001570, row:canonical-metric.</a:t>
            </a:r>
          </a:p>
          <a:p xmlns:a="http://schemas.openxmlformats.org/drawingml/2006/main">
            <a:r>
              <a:t>Artifact: p02-full-002048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documents/operations/runbooks/supporting-data/2026-q3-reliability-runbook-traffic-shift-metrics-tsv-s001570.tsv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p02-full-001570, row:canonical-metric.</a:t>
            </a:r>
          </a:p>
          <a:p xmlns:a="http://schemas.openxmlformats.org/drawingml/2006/main">
            <a:r>
              <a:t>Artifact: p02-full-002048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documents/operations/runbooks/supporting-data/2026-q3-reliability-runbook-traffic-shift-metrics-tsv-s001570.tsv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p02-full-001570, row:canonical-metric.</a:t>
            </a:r>
          </a:p>
          <a:p xmlns:a="http://schemas.openxmlformats.org/drawingml/2006/main">
            <a:r>
              <a:t>Artifact: p02-full-002048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documents/operations/runbooks/supporting-data/2026-q3-reliability-runbook-traffic-shift-metrics-tsv-s001570.tsv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p02-full-001570, row:canonical-metric.</a:t>
            </a:r>
          </a:p>
          <a:p xmlns:a="http://schemas.openxmlformats.org/drawingml/2006/main">
            <a:r>
              <a:t>Artifact: p02-full-002048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f42ba24304f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e9b1edde14ce5" /><Relationship Type="http://schemas.openxmlformats.org/officeDocument/2006/relationships/slideLayout" Target="/ppt/slideLayouts/slideLayout1.xml" Id="R9590795ff9f149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0795ff9f149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78ec101634942" /><Relationship Type="http://schemas.openxmlformats.org/officeDocument/2006/relationships/notesSlide" Target="/ppt/notesSlides/notesSlide1.xml" Id="Rbac4e2fc7eb04b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51b0441c049ff" /><Relationship Type="http://schemas.openxmlformats.org/officeDocument/2006/relationships/notesSlide" Target="/ppt/notesSlides/notesSlide2.xml" Id="R1f15cc7f37bf40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58fef6f3440fb" /><Relationship Type="http://schemas.openxmlformats.org/officeDocument/2006/relationships/notesSlide" Target="/ppt/notesSlides/notesSlide3.xml" Id="R99f1827105b3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97991fa4f46e8" /><Relationship Type="http://schemas.openxmlformats.org/officeDocument/2006/relationships/chart" Target="/ppt/slides/charts/chart1.xml" Id="R927f3af2807d4d10" /><Relationship Type="http://schemas.openxmlformats.org/officeDocument/2006/relationships/notesSlide" Target="/ppt/notesSlides/notesSlide4.xml" Id="Ra76471e36eb24a0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F49DC90-8F45-4292-81F2-A7A00BFE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D2172B59-4101-42CC-B424-BA1F7D8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p02-full-002048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B92C627-8BF5-4FAA-99F6-120709E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documents/operations/runbooks · Platform Reliability · control p02-full-002048 · 2026 07 15 Reliability Runbook Queue Saturation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8609A0C-9191-4D13-844E-59004F0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31260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3C9CE3D-55A1-4FBF-B7E3-21294DD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Queue Saturation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2C0CAAA-ACB0-4B6E-B356-A357DA3F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121863FE-2203-4AE0-8745-134F280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D487F7C7-E0E0-4E2A-AEED-1E9B7E70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8922E9B-F984-4F83-9AFB-DA5EF3DB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traffic shift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E150881-B77D-45B3-AF56-269652B1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55857AA-8F4E-4889-A873-08ACDEFB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6418BC3-5F72-4AD4-BEFC-0B35D017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8B8F654-22D8-48BD-B9DA-23ADAC5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E819639-19A8-4E31-A68E-0C5A5947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495987A-8693-4D24-B8FC-FE3784D3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F270491-978C-4879-9ADD-370BB3DD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2439BBBB-E9A8-4214-9C25-9EF1AE5E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1106602D-B5C1-412B-8B18-498A2450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84B93D39-DF48-4604-A105-12BB6A30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p02-full-002048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1EB6687-719C-4A75-ABAC-4914E383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5068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F9837502-B8DE-4568-8D62-672FFF1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p02-full-002048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F0B0C3B5-F179-49E4-A586-5E6A7592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4E9D622-1972-4098-9612-12C5C2B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E25E2DD-892A-431D-A9C1-224DB1DA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DA90687-2332-4AE5-BA70-992153B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2144FF0-D383-4CBA-ADED-11BF3983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1F5697FB-2C05-41EE-957B-3480F173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BFC57E2-2553-4A33-A044-34DEF027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F460C8F-990A-41C2-9CD3-B67EDCB9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B8CDD92-6C97-4172-9732-B5D845BF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0DF4B54E-F834-4C5A-8450-5F4D7459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8B2781E-F025-4A58-97E2-4E1B99D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EE379071-A70D-486E-9692-639131A0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E9B2699-E888-419B-B1E8-7331C0A9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75D82E6-38E0-4261-B271-51657C98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C847153-125C-43EC-8FD6-562DA1A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F3A7732-8A41-48C1-A6C3-FB6AEC17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A4DB3C4-5213-443C-8AB7-5637FA24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C5917CCF-CC1A-41EC-ADCC-4BC65AA9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190DD45-BFDB-489A-9F12-0EF14553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p02-full-002048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F3867B1-9C1C-4508-8DCE-76EF58B4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2499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19C0227-14B7-4845-97F3-654E7657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57878A8-DEEE-47D4-BDCC-D75F52E5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Queue Saturation Operations Briefing Pptx: Q-07 threshold evidence · p02-full-002048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7f3af2807d4d1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4924079-9CDE-4F8C-A23F-D67CA795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DEA0F87-34FD-438A-B221-1BD8E14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439DF92-4A06-4FEF-AF2D-F9C1139E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E185F28-EF83-40BE-B9CD-FB7E045B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35A8E9B-5FEB-4119-9784-0ABE70AB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A993611C-F7B5-4413-8FC7-E57637F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9113720-B9E8-4ACF-8C12-1520C30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0F6E506-92E6-4B53-BFE3-2AE1CB64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BDD54D6-D54B-4D04-A063-7D2304F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E4EB59B-CB22-4437-81F0-6B03B9AB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61BB033-C47D-49E6-A9E7-989A0E5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2F9CCE0-B9C0-46F9-915F-8273EC71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BCBC9E8A-F956-4875-9F89-0B5B005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7950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2026-08-24T17:16:58.3590000Z</dcterms:created>
  <dcterms:modified xsi:type="dcterms:W3CDTF">2026-08-24T17:16:58.3590000Z</dcterms:modified>
</coreProperties>
</file>