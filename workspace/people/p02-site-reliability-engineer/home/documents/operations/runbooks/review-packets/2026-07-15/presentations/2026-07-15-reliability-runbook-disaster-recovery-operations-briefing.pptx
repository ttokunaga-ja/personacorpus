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e9d8a0c68f4089" /><Relationship Type="http://schemas.openxmlformats.org/officeDocument/2006/relationships/extended-properties" Target="/docProps/app.xml" Id="R4345a46c39bb4c60" /><Relationship Type="http://schemas.openxmlformats.org/officeDocument/2006/relationships/officeDocument" Target="/ppt/presentation.xml" Id="Rafe5b94f4bdd41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e9875dae2b4d06"/>
  </p:sldMasterIdLst>
  <p:notesMasterIdLst>
    <p:notesMasterId xmlns:r="http://schemas.openxmlformats.org/officeDocument/2006/relationships" r:id="Ra974a57e32264d4a"/>
  </p:notesMasterIdLst>
  <p:sldIdLst>
    <p:sldId xmlns:r="http://schemas.openxmlformats.org/officeDocument/2006/relationships" id="256" r:id="Ree0cf76052434788"/>
    <p:sldId xmlns:r="http://schemas.openxmlformats.org/officeDocument/2006/relationships" id="257" r:id="Ra0dc3aa2be4c4660"/>
    <p:sldId xmlns:r="http://schemas.openxmlformats.org/officeDocument/2006/relationships" id="258" r:id="R7ba6596b817d4f2c"/>
    <p:sldId xmlns:r="http://schemas.openxmlformats.org/officeDocument/2006/relationships" id="259" r:id="R5f7a00275dcd46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0a87c8487142fa" /><Relationship Type="http://schemas.openxmlformats.org/officeDocument/2006/relationships/slideMaster" Target="/ppt/slideMasters/slideMaster1.xml" Id="R2ee9875dae2b4d06" /><Relationship Type="http://schemas.openxmlformats.org/officeDocument/2006/relationships/notesMaster" Target="/ppt/notesMasters/notesMaster1.xml" Id="Ra974a57e32264d4a" /><Relationship Type="http://schemas.openxmlformats.org/officeDocument/2006/relationships/presProps" Target="/ppt/presProps.xml" Id="Re0573a4a0b444a1c" /><Relationship Type="http://schemas.openxmlformats.org/officeDocument/2006/relationships/tableStyles" Target="/ppt/tableStyles.xml" Id="Rd1bc153ebad64d92" /><Relationship Type="http://schemas.openxmlformats.org/officeDocument/2006/relationships/slide" Target="/ppt/slides/slide1.xml" Id="Ree0cf76052434788" /><Relationship Type="http://schemas.openxmlformats.org/officeDocument/2006/relationships/slide" Target="/ppt/slides/slide2.xml" Id="Ra0dc3aa2be4c4660" /><Relationship Type="http://schemas.openxmlformats.org/officeDocument/2006/relationships/slide" Target="/ppt/slides/slide3.xml" Id="R7ba6596b817d4f2c" /><Relationship Type="http://schemas.openxmlformats.org/officeDocument/2006/relationships/slide" Target="/ppt/slides/slide4.xml" Id="R5f7a00275dcd46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530ff57df848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f76fa6447e484b" /><Relationship Type="http://schemas.openxmlformats.org/officeDocument/2006/relationships/notesMaster" Target="/ppt/notesMasters/notesMaster1.xml" Id="R8071d2b211014f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176b2057674efc" /><Relationship Type="http://schemas.openxmlformats.org/officeDocument/2006/relationships/notesMaster" Target="/ppt/notesMasters/notesMaster1.xml" Id="R6772341cf71245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bc3534e73c498d" /><Relationship Type="http://schemas.openxmlformats.org/officeDocument/2006/relationships/notesMaster" Target="/ppt/notesMasters/notesMaster1.xml" Id="R2c21f2c8331744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586fa899854cf7" /><Relationship Type="http://schemas.openxmlformats.org/officeDocument/2006/relationships/notesMaster" Target="/ppt/notesMasters/notesMaster1.xml" Id="R041a8e26e6f14f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documents/operations/runbooks/supporting-data/2026-07-20-reliability-runbook-node-pressure-metrics-csv-s000756.csv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Consumer headroom = 31.0%; source p02-full-000756, row:canonical-metric.</a:t>
            </a:r>
          </a:p>
          <a:p xmlns:a="http://schemas.openxmlformats.org/drawingml/2006/main">
            <a:r>
              <a:t>Artifact: p02-full-014055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documents/operations/runbooks/supporting-data/2026-07-20-reliability-runbook-node-pressure-metrics-csv-s000756.csv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Consumer headroom = 31.0%; source p02-full-000756, row:canonical-metric.</a:t>
            </a:r>
          </a:p>
          <a:p xmlns:a="http://schemas.openxmlformats.org/drawingml/2006/main">
            <a:r>
              <a:t>Artifact: p02-full-014055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documents/operations/runbooks/supporting-data/2026-07-20-reliability-runbook-node-pressure-metrics-csv-s000756.csv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Consumer headroom = 31.0%; source p02-full-000756, row:canonical-metric.</a:t>
            </a:r>
          </a:p>
          <a:p xmlns:a="http://schemas.openxmlformats.org/drawingml/2006/main">
            <a:r>
              <a:t>Artifact: p02-full-014055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documents/operations/runbooks/supporting-data/2026-07-20-reliability-runbook-node-pressure-metrics-csv-s000756.csv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Consumer headroom = 31.0%; source p02-full-000756, row:canonical-metric.</a:t>
            </a:r>
          </a:p>
          <a:p xmlns:a="http://schemas.openxmlformats.org/drawingml/2006/main">
            <a:r>
              <a:t>Artifact: p02-full-014055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6ef5948694b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d78ecb9e254946" /><Relationship Type="http://schemas.openxmlformats.org/officeDocument/2006/relationships/slideLayout" Target="/ppt/slideLayouts/slideLayout1.xml" Id="R6505d0d0b863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05d0d0b863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af7d9820c4c5e" /><Relationship Type="http://schemas.openxmlformats.org/officeDocument/2006/relationships/notesSlide" Target="/ppt/notesSlides/notesSlide1.xml" Id="Rbcf108521f894e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a640b392340df" /><Relationship Type="http://schemas.openxmlformats.org/officeDocument/2006/relationships/notesSlide" Target="/ppt/notesSlides/notesSlide2.xml" Id="R68ceef9283584e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4ca6e7f3b4e60" /><Relationship Type="http://schemas.openxmlformats.org/officeDocument/2006/relationships/notesSlide" Target="/ppt/notesSlides/notesSlide3.xml" Id="R4cab25f9fc7940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0103b9d524731" /><Relationship Type="http://schemas.openxmlformats.org/officeDocument/2006/relationships/chart" Target="/ppt/slides/charts/chart1.xml" Id="Rf15bd232ac634dfb" /><Relationship Type="http://schemas.openxmlformats.org/officeDocument/2006/relationships/notesSlide" Target="/ppt/notesSlides/notesSlide4.xml" Id="R99b47c7cc101499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4A8503F-AF6C-4A72-BC01-70269E6E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A36D294-3526-47F8-9DF4-37AB99C2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p02-full-014055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3EB984B-54E5-425E-9B8A-94DDEA2E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documents/operations/runbooks · Checkout SVC-17 · control p02-full-014055 · 2026 07 15 Reliability Runbook Disaster Recovery Operations Briefing Pptx · Consumer headroom 31.0%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8970189B-21FC-4B35-865E-824D633A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421570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FE795DE-793E-4047-9FEB-75AC18E4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Disaster Recovery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F49E3772-FA9B-4BF0-9192-367939DF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1DFC6B5-F034-4494-842D-590A9228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B52CF968-BB69-4247-BCF0-7AD8EF7D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497F1BF-5B5D-4C08-9361-98832BD4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node pressure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8C4C1EB0-870A-4EFF-8FE4-1F4BEC30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37E8137-F938-43A8-8DB5-A9E11EF0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D18DB0F6-1061-41BD-9F9B-34B65922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41654E0-52E0-4545-A754-54B31F45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088901E5-9F6A-424E-BF1B-5A687DF7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5088DA9F-5128-41BB-A0F4-DE720091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3076B46-C980-4208-AF59-2B1C8615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8887C4F-A625-4B75-B96D-404A8B2E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58431415-D55F-461B-9114-3CE41D82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3A3B591B-BDAA-4722-84A8-04F9EE48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p02-full-014055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C1506FB5-5491-4891-A49B-7ED70D23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17872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486B7D72-C931-48AE-97A3-AED35BFE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p02-full-014055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EDF7563-75FD-4E4D-A072-C4379B68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D41116BC-0701-44AB-9849-2E5D72C8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4DCCCFB-12FD-4C52-A6BB-9B3124B7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D1BC44D3-520A-4AC2-8D0E-A273F9A2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31.0%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E7670197-4C04-4FC3-8A2C-97CCF932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Consumer headroom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EF7BC17-B4A9-4C40-B84F-7EB5AE42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1B2CBBC9-04A5-4594-B5C7-6A3C51A1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8DBC1A0-B5C7-4A58-84A9-1785DC50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1443D2B-299F-4E24-8D6B-BB914E67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8C51BA83-809E-4913-85A4-DBB0B69A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05116AF8-A2BA-45FC-B1D5-88660B30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B6B59F2-43BB-484C-A85C-3A98EC8D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0916BFBD-8B27-4CD8-AF15-ECCEDEE4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9139773-82C7-4998-9E02-D4B7E24A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E2439B5C-040B-4E4C-97C2-C084011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905C86B2-A016-4CF2-8F38-895B2C6E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010B0677-D589-4BC1-915C-E71E225D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76A7B00E-860F-4068-9CDB-4539AF9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p02-full-014055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50650605-38D3-4634-8CB7-47C76940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3116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F7059563-8B8A-4933-B7EA-AD6EEDFD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22CA7DB2-5E6C-4616-AF05-36DDA1A6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Disaster Recovery Operations Briefing Pptx: Q-07 threshold evidence · p02-full-014055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5bd232ac634df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B61E9570-8CA3-48EA-B624-8191555F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26775E7D-216E-41C3-8B9D-AC8EC0E1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756B239-CF00-4FA3-AB42-0A2FEBF7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9A508F8D-45E7-48B8-B530-64F3B68E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7496FD4-9800-4EE2-BCB2-6FC377A7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9B45AFE3-6641-49E9-B528-82C52EA3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F3482774-7409-43A8-848D-FCE52447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5F994876-F3F4-48E7-8CDA-FC04E38A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1381DEF-05A6-4F5A-9E30-0CB35B27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81FDF0E-7C14-4D5D-ACE1-56B21BA4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1013ED5F-3895-4B78-8223-490278E9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AE225D72-8BE6-46D1-AE26-C16CF072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node pressure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C9493188-FA9D-4024-9226-B3ABBF59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63526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2026-08-24T17:17:10.2640000Z</dcterms:created>
  <dcterms:modified xsi:type="dcterms:W3CDTF">2026-08-24T17:17:10.2640000Z</dcterms:modified>
</coreProperties>
</file>