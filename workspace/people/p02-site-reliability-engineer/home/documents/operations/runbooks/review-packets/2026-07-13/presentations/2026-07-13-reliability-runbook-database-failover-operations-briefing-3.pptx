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c3b95c92f4475a" /><Relationship Type="http://schemas.openxmlformats.org/officeDocument/2006/relationships/extended-properties" Target="/docProps/app.xml" Id="R93b160a343b34895" /><Relationship Type="http://schemas.openxmlformats.org/officeDocument/2006/relationships/officeDocument" Target="/ppt/presentation.xml" Id="Re57426f48d6942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545a09ab843e2"/>
  </p:sldMasterIdLst>
  <p:notesMasterIdLst>
    <p:notesMasterId xmlns:r="http://schemas.openxmlformats.org/officeDocument/2006/relationships" r:id="Rb31a7339a98f41f1"/>
  </p:notesMasterIdLst>
  <p:sldIdLst>
    <p:sldId xmlns:r="http://schemas.openxmlformats.org/officeDocument/2006/relationships" id="256" r:id="R55609337aa9746ef"/>
    <p:sldId xmlns:r="http://schemas.openxmlformats.org/officeDocument/2006/relationships" id="257" r:id="R96df2793b2304ed2"/>
    <p:sldId xmlns:r="http://schemas.openxmlformats.org/officeDocument/2006/relationships" id="258" r:id="Rc03ca10121464108"/>
    <p:sldId xmlns:r="http://schemas.openxmlformats.org/officeDocument/2006/relationships" id="259" r:id="R6dc768e63a0d42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cd9a9b62164b80" /><Relationship Type="http://schemas.openxmlformats.org/officeDocument/2006/relationships/slideMaster" Target="/ppt/slideMasters/slideMaster1.xml" Id="R81b545a09ab843e2" /><Relationship Type="http://schemas.openxmlformats.org/officeDocument/2006/relationships/notesMaster" Target="/ppt/notesMasters/notesMaster1.xml" Id="Rb31a7339a98f41f1" /><Relationship Type="http://schemas.openxmlformats.org/officeDocument/2006/relationships/presProps" Target="/ppt/presProps.xml" Id="R78b2df9a8f22433d" /><Relationship Type="http://schemas.openxmlformats.org/officeDocument/2006/relationships/tableStyles" Target="/ppt/tableStyles.xml" Id="Rd83593c5c06d47b1" /><Relationship Type="http://schemas.openxmlformats.org/officeDocument/2006/relationships/slide" Target="/ppt/slides/slide1.xml" Id="R55609337aa9746ef" /><Relationship Type="http://schemas.openxmlformats.org/officeDocument/2006/relationships/slide" Target="/ppt/slides/slide2.xml" Id="R96df2793b2304ed2" /><Relationship Type="http://schemas.openxmlformats.org/officeDocument/2006/relationships/slide" Target="/ppt/slides/slide3.xml" Id="Rc03ca10121464108" /><Relationship Type="http://schemas.openxmlformats.org/officeDocument/2006/relationships/slide" Target="/ppt/slides/slide4.xml" Id="R6dc768e63a0d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498264dc9940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9cef476c9c4a61" /><Relationship Type="http://schemas.openxmlformats.org/officeDocument/2006/relationships/notesMaster" Target="/ppt/notesMasters/notesMaster1.xml" Id="Rb0b728fb253048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749ef109614e17" /><Relationship Type="http://schemas.openxmlformats.org/officeDocument/2006/relationships/notesMaster" Target="/ppt/notesMasters/notesMaster1.xml" Id="R07972bd335f247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d1c5fc82bd48d8" /><Relationship Type="http://schemas.openxmlformats.org/officeDocument/2006/relationships/notesMaster" Target="/ppt/notesMasters/notesMaster1.xml" Id="Rec5ec2ac336e43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cfbab111fd4ca0" /><Relationship Type="http://schemas.openxmlformats.org/officeDocument/2006/relationships/notesMaster" Target="/ppt/notesMasters/notesMaster1.xml" Id="R6983f52a049a49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p02-full-007249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p02-full-007249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p02-full-007249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p02-full-007249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b3f85240946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2fe8df62b74747" /><Relationship Type="http://schemas.openxmlformats.org/officeDocument/2006/relationships/slideLayout" Target="/ppt/slideLayouts/slideLayout1.xml" Id="R52f6e50ee3cb44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f6e50ee3cb44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1d74e86e24c1a" /><Relationship Type="http://schemas.openxmlformats.org/officeDocument/2006/relationships/notesSlide" Target="/ppt/notesSlides/notesSlide1.xml" Id="Rd49cd2686c9749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6583740d74f92" /><Relationship Type="http://schemas.openxmlformats.org/officeDocument/2006/relationships/notesSlide" Target="/ppt/notesSlides/notesSlide2.xml" Id="R11af33185950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7dd12079045e8" /><Relationship Type="http://schemas.openxmlformats.org/officeDocument/2006/relationships/notesSlide" Target="/ppt/notesSlides/notesSlide3.xml" Id="R0c8551844e5143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f0fce53944ef9" /><Relationship Type="http://schemas.openxmlformats.org/officeDocument/2006/relationships/chart" Target="/ppt/slides/charts/chart1.xml" Id="Re7ac23f2bb9c44ea" /><Relationship Type="http://schemas.openxmlformats.org/officeDocument/2006/relationships/notesSlide" Target="/ppt/notesSlides/notesSlide4.xml" Id="R4442609b5fbf449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9A83ECA4-17C0-4630-A6FC-28CB9D48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0F244E8-99ED-4C58-9A4B-195644DB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p02-full-007249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B5EA68AE-5864-4A57-995F-A253AF6C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Identity SVC-23 · control p02-full-007249 · 2026 07 13 Reliability Runbook Database Failover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F844F1D-1341-4579-BF65-6CB9691F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94738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1E23C4E-83CE-412B-B8DC-EDF01E2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41EAED0-77FE-4F26-9718-374149A5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BD6672E-3FE4-44B5-8094-B745D11F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F4B126E-0DF8-4E51-8D55-A8630ADE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49762C2B-22E7-4CF9-BC32-F119FD3C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2EA8A56-70BB-408F-841D-DD82985B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E97F79F-CCBD-4EE3-81CA-3101538E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A94A89E7-778B-409D-9DD8-7ADF6769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062B1A76-E6E1-4B58-904B-788D4AFF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9EB5F9F4-6E6B-4405-887C-6B8B847B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65A0023-BA8A-4E3D-ABCD-AF236774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893C0AA3-19DE-40CD-BF59-AED47131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BBE6CF9A-EC05-4349-BF26-2CB5EA91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DBA3256E-CD54-4484-BAC6-80E0BC15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EAA909A-3805-465A-B764-3C00C7B6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p02-full-007249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6DA2B41-CEC3-4667-B8C3-C3ECE258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3607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BDCB6EFF-314F-4070-9A8A-46ED55FC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p02-full-007249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9234690-D511-40FE-AB79-6FEAF588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F81F553B-B916-4AAA-8824-BFA0D7E8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EBD2D8BA-FE0D-49AB-B035-A2E8BCEA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99951A2-A0BB-4256-B12C-EB84F663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17AD017-527C-40E2-AF02-19C93C4A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B8FFF27-6244-4069-AFF8-9B1BD8FB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5FE1EE32-8F12-4482-B4C7-0D206D51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4AD80F0-B407-4D74-997E-A7345E89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E1AFDF36-0DEE-4784-8F7B-5B9218C0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2C4A1F79-E476-439A-8C5C-576E40BB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1D647A14-3E39-45B1-8A4C-5958A9CD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0C6E11E-50C0-4FD2-984B-EDDD12D8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3408BD2D-48BB-4F76-862E-0F45D00E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D359EE2A-ECB3-432B-85A9-58F69364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C0C2A8C-54CD-4363-84FD-0DAADBDB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3ECA122A-563C-4220-8478-2203F247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F727F014-66C4-4F01-96C5-D40DAFC6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p02-full-007249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6D00DBC-E52C-4749-83BA-FE8E162B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2465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04E3C080-DFC4-45C9-82A4-E7596A43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5AD2176-6249-4B9F-9205-2FD5F199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Operations Briefing Pptx: Q-07 threshold evidence · p02-full-007249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ac23f2bb9c44ea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6DD52FD-0C78-4F06-AD00-F56DC08E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3AFF29F-DF30-435A-9F30-2E5B2A90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F2E5222F-AD82-472A-8EBF-0017EAE7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3E01F374-530E-4405-8E27-D0A6B91A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5354DD50-2AE5-4A7C-B998-29C0C426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7CD0F71B-CCB4-4461-B137-46DEC966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E32F2D62-9E14-445F-9A89-25A491AF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1DC544A9-680C-4CCF-B8C5-9B1B00D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3C864C8-093A-46E0-834A-47608D38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D9F8387-6FE3-403C-99E3-853FB174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D4D9AB9-9FEC-4333-A48F-11C2322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6E87D0C-5E51-47C3-8CAC-855A7A7D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C6B560D2-191E-45E2-99E9-10643952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07966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2026-08-24T17:17:03.3420000Z</dcterms:created>
  <dcterms:modified xsi:type="dcterms:W3CDTF">2026-08-24T17:17:03.3420000Z</dcterms:modified>
</coreProperties>
</file>