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33813ae594d4b" /><Relationship Type="http://schemas.openxmlformats.org/officeDocument/2006/relationships/extended-properties" Target="/docProps/app.xml" Id="R3ef8972becd7406d" /><Relationship Type="http://schemas.openxmlformats.org/officeDocument/2006/relationships/officeDocument" Target="/ppt/presentation.xml" Id="Rbe7f1d48aa754d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a3405fd52d429a"/>
  </p:sldMasterIdLst>
  <p:notesMasterIdLst>
    <p:notesMasterId xmlns:r="http://schemas.openxmlformats.org/officeDocument/2006/relationships" r:id="R19650387fda44b81"/>
  </p:notesMasterIdLst>
  <p:sldIdLst>
    <p:sldId xmlns:r="http://schemas.openxmlformats.org/officeDocument/2006/relationships" id="256" r:id="Rf0cdfa9dc8ff4e09"/>
    <p:sldId xmlns:r="http://schemas.openxmlformats.org/officeDocument/2006/relationships" id="257" r:id="R12e330f279dd46ec"/>
    <p:sldId xmlns:r="http://schemas.openxmlformats.org/officeDocument/2006/relationships" id="258" r:id="R3760cad5088243b7"/>
    <p:sldId xmlns:r="http://schemas.openxmlformats.org/officeDocument/2006/relationships" id="259" r:id="R367a955cfbd0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e2bc5e761e4faa" /><Relationship Type="http://schemas.openxmlformats.org/officeDocument/2006/relationships/slideMaster" Target="/ppt/slideMasters/slideMaster1.xml" Id="R57a3405fd52d429a" /><Relationship Type="http://schemas.openxmlformats.org/officeDocument/2006/relationships/notesMaster" Target="/ppt/notesMasters/notesMaster1.xml" Id="R19650387fda44b81" /><Relationship Type="http://schemas.openxmlformats.org/officeDocument/2006/relationships/presProps" Target="/ppt/presProps.xml" Id="Rf6efcb7aece34463" /><Relationship Type="http://schemas.openxmlformats.org/officeDocument/2006/relationships/tableStyles" Target="/ppt/tableStyles.xml" Id="R507434eb57b040b7" /><Relationship Type="http://schemas.openxmlformats.org/officeDocument/2006/relationships/slide" Target="/ppt/slides/slide1.xml" Id="Rf0cdfa9dc8ff4e09" /><Relationship Type="http://schemas.openxmlformats.org/officeDocument/2006/relationships/slide" Target="/ppt/slides/slide2.xml" Id="R12e330f279dd46ec" /><Relationship Type="http://schemas.openxmlformats.org/officeDocument/2006/relationships/slide" Target="/ppt/slides/slide3.xml" Id="R3760cad5088243b7" /><Relationship Type="http://schemas.openxmlformats.org/officeDocument/2006/relationships/slide" Target="/ppt/slides/slide4.xml" Id="R367a955cfbd0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3482666a354e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1b57fc1e8247c3" /><Relationship Type="http://schemas.openxmlformats.org/officeDocument/2006/relationships/notesMaster" Target="/ppt/notesMasters/notesMaster1.xml" Id="Rc7080407218a40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8bad13e8f14c18" /><Relationship Type="http://schemas.openxmlformats.org/officeDocument/2006/relationships/notesMaster" Target="/ppt/notesMasters/notesMaster1.xml" Id="R89f897c1e0ab43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ce3c6cab304184" /><Relationship Type="http://schemas.openxmlformats.org/officeDocument/2006/relationships/notesMaster" Target="/ppt/notesMasters/notesMaster1.xml" Id="R834aee9328cd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a3f4926fc345b7" /><Relationship Type="http://schemas.openxmlformats.org/officeDocument/2006/relationships/notesMaster" Target="/ppt/notesMasters/notesMaster1.xml" Id="R769b6532af6d4a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p02-full-009746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p02-full-009746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p02-full-009746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documents/operations/runbooks/supporting-data/2026-q3-reliability-runbook-log-gap-metrics-csv-s000558.csv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Telemetry export gap = 7 minutes; source p02-full-000558, row:canonical-metric.</a:t>
            </a:r>
          </a:p>
          <a:p xmlns:a="http://schemas.openxmlformats.org/drawingml/2006/main">
            <a:r>
              <a:t>Artifact: p02-full-009746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9304865d847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8df1b17679494a" /><Relationship Type="http://schemas.openxmlformats.org/officeDocument/2006/relationships/slideLayout" Target="/ppt/slideLayouts/slideLayout1.xml" Id="R60b67be122a246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b67be122a246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a2003d8054f84" /><Relationship Type="http://schemas.openxmlformats.org/officeDocument/2006/relationships/notesSlide" Target="/ppt/notesSlides/notesSlide1.xml" Id="R4812ece14a0b43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412250a524dd9" /><Relationship Type="http://schemas.openxmlformats.org/officeDocument/2006/relationships/notesSlide" Target="/ppt/notesSlides/notesSlide2.xml" Id="R0fd22c986ec54f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10bfd26b2484d" /><Relationship Type="http://schemas.openxmlformats.org/officeDocument/2006/relationships/notesSlide" Target="/ppt/notesSlides/notesSlide3.xml" Id="R12a68ce175624d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d3676f6904fa7" /><Relationship Type="http://schemas.openxmlformats.org/officeDocument/2006/relationships/chart" Target="/ppt/slides/charts/chart1.xml" Id="Rbe7da0d524ab43f5" /><Relationship Type="http://schemas.openxmlformats.org/officeDocument/2006/relationships/notesSlide" Target="/ppt/notesSlides/notesSlide4.xml" Id="R507560b808494c1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331C91D8-D878-41CA-8BCC-5E0881E7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31BB57B-0BD2-442A-981C-AFDBF19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6E3317D-6D53-499F-90FD-AD4D499E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documents/operations/runbooks · Platform Reliability · control p02-full-009746 · 2026 07 15 Reliability Runbook Traffic Shift Operations Briefing Pptx · Telemetry export gap 7 minutes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0F104DC-6EEB-4F82-9F5F-DECB6A24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4990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D829B37-4646-49EA-B6F5-74D9A2AB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4946FDE-AC00-44AC-B5EF-C5DBCF80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8829FD13-DD88-4AA8-A45B-3067DF5D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9203D06-1C98-4238-94BF-5A71C10A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68A570A-3A00-4379-86BA-39A3FDC9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log gap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2AE4957E-267A-497D-9EEB-E15DF67A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7DA540E9-F179-4C64-B4E8-A65A07E6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920D001-C770-4E58-823F-08005DB4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225C4F1B-F408-4D62-B20C-FCF8A94F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66579E1E-399C-4D0E-82C6-E3B98FE0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8595B5C-FF77-4051-9643-9A65EE43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4DDEE352-5A69-4C97-902C-3A74B35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97EDB0D-C2A3-4AB4-B072-78F4813C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8C606589-2632-47D9-9F85-78884FC8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BFAAEAB-6FE8-40FA-93A3-F313884E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p02-full-009746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B408955B-D9F1-4C88-96D5-11C77C39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26339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D954DAF-C136-4BB8-9C74-BB87AF4B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84FB8114-6672-4B1B-8D4F-BCC12462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2970FE70-DBF8-4C11-A34E-431047D0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8285A7D9-B8EA-4C64-A8FA-A412A2B0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9F73AEC-5324-493C-B9BC-B2EB6ED8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72CEC28-DC69-4007-AF7A-D5C6C100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export gap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F233DE6F-92DC-4EF4-908B-A6C1D7F1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C620D43-4023-47C4-8473-206689B7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C764E46-DE04-48DF-AE84-8881901F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CF30FA6-C8BA-4166-96E4-33C9CF36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8E4AB71-61E5-407D-B3B1-2FD0D3AD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027B5988-786F-4194-8B66-9E5BB64F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776D14A1-BA93-4FB0-9E0F-1936AFF0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2C5AC4D-FE09-48B0-B9BA-B6B1D08B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F22B16FA-E8D8-4F27-AF7E-2A12D91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0C983FEB-913C-48D5-834E-40473FB0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55C4E43-3901-4EAE-B3DB-B867D313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F2BBB500-33B1-483A-8BA1-2264D72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0568B4A-60F4-4BAB-8DA9-03252691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p02-full-009746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7BF3B5D-39FA-4810-893C-1C98E26B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9599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456E0EF-707A-4C27-9DD2-8DDD948F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F089BEF-2FAF-467F-8E7D-528E9A70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Traffic Shift Operations Briefing Pptx: Q-07 threshold evidence · p02-full-009746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7da0d524ab43f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E7F29BC-2198-4221-A8C4-F5B3FA23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A96D572-2AE9-447A-AEC3-C9A8B866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2F7E84A-C905-4239-A4E7-1520DA04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687F140-1A9B-4E06-BB16-A0AD5125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9403476-D4EF-47AE-8D0D-62F6AC98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DADA94B0-B84C-4C68-9AAB-1DAA09BA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6DE0C496-B4FF-46DC-8A73-80B83965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B77A558-DFEE-44FC-B7E4-5C712CB9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598C179-6606-4FEE-9709-C96DD72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1B87E338-14C0-4269-846D-B09C4885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006F115-6432-4EF7-A71E-451C3CA0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A1FE45E-3A2A-4767-8986-F763062D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80209384-6E04-4D40-B392-57B8FCAB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93988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2026-08-24T17:17:05.0780000Z</dcterms:created>
  <dcterms:modified xsi:type="dcterms:W3CDTF">2026-08-24T17:17:05.0780000Z</dcterms:modified>
</coreProperties>
</file>