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c7638e71e14978" /><Relationship Type="http://schemas.openxmlformats.org/officeDocument/2006/relationships/extended-properties" Target="/docProps/app.xml" Id="R3f89e49713ea472e" /><Relationship Type="http://schemas.openxmlformats.org/officeDocument/2006/relationships/officeDocument" Target="/ppt/presentation.xml" Id="Rd6d9246fd20f49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206ee5184f4cdf"/>
  </p:sldMasterIdLst>
  <p:notesMasterIdLst>
    <p:notesMasterId xmlns:r="http://schemas.openxmlformats.org/officeDocument/2006/relationships" r:id="R29149d4e99b44460"/>
  </p:notesMasterIdLst>
  <p:sldIdLst>
    <p:sldId xmlns:r="http://schemas.openxmlformats.org/officeDocument/2006/relationships" id="256" r:id="R7f35223df09c40c4"/>
    <p:sldId xmlns:r="http://schemas.openxmlformats.org/officeDocument/2006/relationships" id="257" r:id="Rb0ed6aef2e72495b"/>
    <p:sldId xmlns:r="http://schemas.openxmlformats.org/officeDocument/2006/relationships" id="258" r:id="Rcd8b4785921d42f2"/>
    <p:sldId xmlns:r="http://schemas.openxmlformats.org/officeDocument/2006/relationships" id="259" r:id="R56bc884319b742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1cd5a472294f96" /><Relationship Type="http://schemas.openxmlformats.org/officeDocument/2006/relationships/slideMaster" Target="/ppt/slideMasters/slideMaster1.xml" Id="R90206ee5184f4cdf" /><Relationship Type="http://schemas.openxmlformats.org/officeDocument/2006/relationships/notesMaster" Target="/ppt/notesMasters/notesMaster1.xml" Id="R29149d4e99b44460" /><Relationship Type="http://schemas.openxmlformats.org/officeDocument/2006/relationships/presProps" Target="/ppt/presProps.xml" Id="R8b3301c0021f4acb" /><Relationship Type="http://schemas.openxmlformats.org/officeDocument/2006/relationships/tableStyles" Target="/ppt/tableStyles.xml" Id="R2845d333d5714bac" /><Relationship Type="http://schemas.openxmlformats.org/officeDocument/2006/relationships/slide" Target="/ppt/slides/slide1.xml" Id="R7f35223df09c40c4" /><Relationship Type="http://schemas.openxmlformats.org/officeDocument/2006/relationships/slide" Target="/ppt/slides/slide2.xml" Id="Rb0ed6aef2e72495b" /><Relationship Type="http://schemas.openxmlformats.org/officeDocument/2006/relationships/slide" Target="/ppt/slides/slide3.xml" Id="Rcd8b4785921d42f2" /><Relationship Type="http://schemas.openxmlformats.org/officeDocument/2006/relationships/slide" Target="/ppt/slides/slide4.xml" Id="R56bc884319b742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87bae48c5743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70c77e095b437b" /><Relationship Type="http://schemas.openxmlformats.org/officeDocument/2006/relationships/notesMaster" Target="/ppt/notesMasters/notesMaster1.xml" Id="R09f08d561d614f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9a0bb4f5d44cfe" /><Relationship Type="http://schemas.openxmlformats.org/officeDocument/2006/relationships/notesMaster" Target="/ppt/notesMasters/notesMaster1.xml" Id="R837c813152364a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f875c2e6d14639" /><Relationship Type="http://schemas.openxmlformats.org/officeDocument/2006/relationships/notesMaster" Target="/ppt/notesMasters/notesMaster1.xml" Id="R67d63942988342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a0ac4e19e64e03" /><Relationship Type="http://schemas.openxmlformats.org/officeDocument/2006/relationships/notesMaster" Target="/ppt/notesMasters/notesMaster1.xml" Id="R85d252169ceb45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documents/operations/runbooks/supporting-data/2026-07-20-reliability-runbook-queue-saturation-metrics-csv-s001216.csv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Q-07 maximum = 38,420 jobs; source p02-full-001216, row:canonical-metric.</a:t>
            </a:r>
          </a:p>
          <a:p xmlns:a="http://schemas.openxmlformats.org/drawingml/2006/main">
            <a:r>
              <a:t>Artifact: p02-full-000655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documents/operations/runbooks/supporting-data/2026-07-20-reliability-runbook-queue-saturation-metrics-csv-s001216.csv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Q-07 maximum = 38,420 jobs; source p02-full-001216, row:canonical-metric.</a:t>
            </a:r>
          </a:p>
          <a:p xmlns:a="http://schemas.openxmlformats.org/drawingml/2006/main">
            <a:r>
              <a:t>Artifact: p02-full-000655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documents/operations/runbooks/supporting-data/2026-07-20-reliability-runbook-queue-saturation-metrics-csv-s001216.csv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Q-07 maximum = 38,420 jobs; source p02-full-001216, row:canonical-metric.</a:t>
            </a:r>
          </a:p>
          <a:p xmlns:a="http://schemas.openxmlformats.org/drawingml/2006/main">
            <a:r>
              <a:t>Artifact: p02-full-000655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documents/operations/runbooks/supporting-data/2026-07-20-reliability-runbook-queue-saturation-metrics-csv-s001216.csv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Q-07 maximum = 38,420 jobs; source p02-full-001216, row:canonical-metric.</a:t>
            </a:r>
          </a:p>
          <a:p xmlns:a="http://schemas.openxmlformats.org/drawingml/2006/main">
            <a:r>
              <a:t>Artifact: p02-full-000655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f52e6812d14c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bb4d2e07a446fa" /><Relationship Type="http://schemas.openxmlformats.org/officeDocument/2006/relationships/slideLayout" Target="/ppt/slideLayouts/slideLayout1.xml" Id="R52aba49a4d4b44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aba49a4d4b44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f7bf889a0411f" /><Relationship Type="http://schemas.openxmlformats.org/officeDocument/2006/relationships/notesSlide" Target="/ppt/notesSlides/notesSlide1.xml" Id="R719a91ff45ae45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047a7543dd484d" /><Relationship Type="http://schemas.openxmlformats.org/officeDocument/2006/relationships/notesSlide" Target="/ppt/notesSlides/notesSlide2.xml" Id="R78f857f449e548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3464bdc8545a9" /><Relationship Type="http://schemas.openxmlformats.org/officeDocument/2006/relationships/notesSlide" Target="/ppt/notesSlides/notesSlide3.xml" Id="R40d6587fa6aa46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c8ebb18f384f92" /><Relationship Type="http://schemas.openxmlformats.org/officeDocument/2006/relationships/chart" Target="/ppt/slides/charts/chart1.xml" Id="R0975982e92134f80" /><Relationship Type="http://schemas.openxmlformats.org/officeDocument/2006/relationships/notesSlide" Target="/ppt/notesSlides/notesSlide4.xml" Id="R99f625092e2b485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Identity SVC-23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73628C64-33FF-438A-A4A1-99A37F56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DC6A3B95-0E36-4EE4-836B-DBCD4E31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p02-full-000655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3FB1F073-FBF0-4F91-9615-1B9C0A3A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· documents/operations/runbooks · Identity SVC-23 · control p02-full-000655 · 2026 07 20 Reliability Runbook Disaster Recovery Operations Briefing Pptx · Q-07 maximum 38,420 jobs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B38E677C-55BA-49CB-921A-3FF6F85A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2696236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51711A52-F046-430A-83FA-018D51CE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Reliability Runbook Disaster Recovery Operations Briefing Pptx: controls and recipients</a:t>
            </a:r>
          </a:p>
        </p:txBody>
      </p:sp>
      <p:cxnSp>
        <p:nvCxnSpPr>
          <p:cNvPr id="19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AFAECF1F-B9E2-49C3-82D5-1D716F70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EEC886A9-AEE2-4F53-8344-E41216A5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259723AD-E29B-4930-8131-9B82380C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52FC8036-4481-4DC2-8DD9-0764B6F3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reliability runbook queue saturation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2D472B02-67A0-4949-A19B-9D159BAE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BBC5FF12-E9DD-49E6-9CCA-CB67F63E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2AD9CB2B-B1AC-4773-8F64-B9C1F14D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42895C63-3202-49A4-81A4-AC5DD029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Identity SVC-23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A792CA48-44F9-4DF6-98F9-64F2B579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86FDDDF0-86A9-40B6-824B-EC7DE328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3C419682-F4C6-4E4A-9983-390687F1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C53C649C-1E76-400A-B71B-F10D9E12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review</a:t>
            </a:r>
          </a:p>
        </p:txBody>
      </p:sp>
      <p:sp>
        <p:nvSpPr>
          <p:cNvPr id="15" name="grid17-no-kio-claim">
            <a:extLst xmlns:a="http://schemas.openxmlformats.org/drawingml/2006/main">
              <a:ext uri="{FF2B5EF4-FFF2-40B4-BE49-F238E27FC236}">
                <a16:creationId xmlns:a16="http://schemas.microsoft.com/office/drawing/2014/main" id="{09A018D6-AC70-47E8-B8C1-A0411A0F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816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Corpus production and QA do not establish Kio indexing, history, chunks, search quality, or performance.</a:t>
            </a:r>
          </a:p>
        </p:txBody>
      </p:sp>
      <p:sp>
        <p:nvSpPr>
          <p:cNvPr id="16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AFC4F487-6881-4AE6-8436-C3F4A23E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p02-full-000655</a:t>
            </a:r>
          </a:p>
        </p:txBody>
      </p:sp>
      <p:sp>
        <p:nvSpPr>
          <p:cNvPr id="17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F45DCF0E-3C68-4612-899B-32C1D1F9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181898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E76F83DB-9DB4-442C-8310-8FF59F3D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p02-full-000655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18AFC455-6ED1-4E17-9F74-4CED775B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Identity SVC-23. org.ntc · svc.identity.svc23 · rel.inc260713.timeline · date.2026-07-20.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409BE6DC-6F0D-42F1-9783-E7C9EA34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1634900A-E072-445B-9B95-0C7557A0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64C1EA11-A5A4-44C2-B897-711E1ADA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05576FD9-2FFA-4DB4-B48C-C15608AC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7" name="grid13-body-0">
            <a:extLst xmlns:a="http://schemas.openxmlformats.org/drawingml/2006/main">
              <a:ext uri="{FF2B5EF4-FFF2-40B4-BE49-F238E27FC236}">
                <a16:creationId xmlns:a16="http://schemas.microsoft.com/office/drawing/2014/main" id="{FE992515-107F-4273-A3D1-98B99F86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8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326D5AEC-6EBF-46E6-B97F-43BF7C6D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A20C59BC-E5DB-47D8-9836-83616AF1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0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EBFEA4EE-CB44-44E7-A6AF-901DD4D9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1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00CAFE42-AD3E-4C26-ADB5-207EE4C5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1.84 s</a:t>
            </a:r>
          </a:p>
        </p:txBody>
      </p:sp>
      <p:sp>
        <p:nvSpPr>
          <p:cNvPr id="12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6B80B682-919D-45A4-A8B4-0A87AF8A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p95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3352D433-C6CF-4BB0-99B9-C95E295A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0122299E-928D-4B69-A94F-7E25AF97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BFE35C11-62F4-4CE4-B323-B8273B20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3FFA8A37-14A0-41B8-BB58-41409100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E2F3BC2B-9A87-4298-965F-8D4A1642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8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3F26443C-B6A1-4AB0-86D2-D5EB9441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9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565E8499-ECB2-446E-887E-1B9E58BA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p02-full-000655</a:t>
            </a:r>
          </a:p>
        </p:txBody>
      </p:sp>
      <p:sp>
        <p:nvSpPr>
          <p:cNvPr id="20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B5AACBE7-099C-446B-A845-782C1F03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46215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BF30FD75-B758-4627-A857-7A6FC561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AA2D7FAA-7501-4814-8E81-78B07167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Reliability Runbook Disaster Recovery Operations Briefing Pptx: Q-07 threshold evidence · p02-full-000655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975982e92134f80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8F77445B-317A-4EE0-95E6-D14FBD43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798A356F-4859-4E6D-986F-17D9853A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46B36B5C-7CB0-4FF9-B9F3-36F123CC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190C8397-C5BF-470D-B2C8-46895CA1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0CDED3B4-F6F0-477B-BE13-4D0A008F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1A2B74F3-901E-456F-8907-BA53FC75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7899F155-FB4D-4FAB-825B-15A4E603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4676DE77-37A5-4A94-827F-E3E6A13B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14917DE5-E1FB-4C33-84DC-ABE9FDF4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Identity SVC-23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0B2E5BEE-B483-4EBC-AA2F-D7AD9A79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24F71469-205E-4D03-AEAA-6B343299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10EC83B8-FED9-459B-AB51-C2E37E7D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reliability runbook queue saturation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3B0F815D-0F5A-4F5D-829F-CABB27AC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399500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2026-08-24T17:16:57.0720000Z</dcterms:created>
  <dcterms:modified xsi:type="dcterms:W3CDTF">2026-08-24T17:16:57.0720000Z</dcterms:modified>
</coreProperties>
</file>