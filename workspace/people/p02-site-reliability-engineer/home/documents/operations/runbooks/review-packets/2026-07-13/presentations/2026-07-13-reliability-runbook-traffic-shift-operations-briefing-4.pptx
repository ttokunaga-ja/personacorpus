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de9abdc0a34ceb" /><Relationship Type="http://schemas.openxmlformats.org/officeDocument/2006/relationships/extended-properties" Target="/docProps/app.xml" Id="Rd23bf229b7ea47c9" /><Relationship Type="http://schemas.openxmlformats.org/officeDocument/2006/relationships/officeDocument" Target="/ppt/presentation.xml" Id="R5dfcfafd9ac24a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fc9b0481934760"/>
  </p:sldMasterIdLst>
  <p:notesMasterIdLst>
    <p:notesMasterId xmlns:r="http://schemas.openxmlformats.org/officeDocument/2006/relationships" r:id="R438286a694f64925"/>
  </p:notesMasterIdLst>
  <p:sldIdLst>
    <p:sldId xmlns:r="http://schemas.openxmlformats.org/officeDocument/2006/relationships" id="256" r:id="Rd5eca7c312154764"/>
    <p:sldId xmlns:r="http://schemas.openxmlformats.org/officeDocument/2006/relationships" id="257" r:id="R4e8d7a439ade4118"/>
    <p:sldId xmlns:r="http://schemas.openxmlformats.org/officeDocument/2006/relationships" id="258" r:id="R644bfa8b84664496"/>
    <p:sldId xmlns:r="http://schemas.openxmlformats.org/officeDocument/2006/relationships" id="259" r:id="R2cf00fd11a4b4c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a0733477b9418e" /><Relationship Type="http://schemas.openxmlformats.org/officeDocument/2006/relationships/slideMaster" Target="/ppt/slideMasters/slideMaster1.xml" Id="R62fc9b0481934760" /><Relationship Type="http://schemas.openxmlformats.org/officeDocument/2006/relationships/notesMaster" Target="/ppt/notesMasters/notesMaster1.xml" Id="R438286a694f64925" /><Relationship Type="http://schemas.openxmlformats.org/officeDocument/2006/relationships/presProps" Target="/ppt/presProps.xml" Id="Rfe63fee8de8c4f8d" /><Relationship Type="http://schemas.openxmlformats.org/officeDocument/2006/relationships/tableStyles" Target="/ppt/tableStyles.xml" Id="Re15fc01805624574" /><Relationship Type="http://schemas.openxmlformats.org/officeDocument/2006/relationships/slide" Target="/ppt/slides/slide1.xml" Id="Rd5eca7c312154764" /><Relationship Type="http://schemas.openxmlformats.org/officeDocument/2006/relationships/slide" Target="/ppt/slides/slide2.xml" Id="R4e8d7a439ade4118" /><Relationship Type="http://schemas.openxmlformats.org/officeDocument/2006/relationships/slide" Target="/ppt/slides/slide3.xml" Id="R644bfa8b84664496" /><Relationship Type="http://schemas.openxmlformats.org/officeDocument/2006/relationships/slide" Target="/ppt/slides/slide4.xml" Id="R2cf00fd11a4b4c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7086959f664b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aa63afb09a46c3" /><Relationship Type="http://schemas.openxmlformats.org/officeDocument/2006/relationships/notesMaster" Target="/ppt/notesMasters/notesMaster1.xml" Id="R0a0b9a05acb843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2af39ca22a4719" /><Relationship Type="http://schemas.openxmlformats.org/officeDocument/2006/relationships/notesMaster" Target="/ppt/notesMasters/notesMaster1.xml" Id="R9c40c5baf277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480bb0ba43433e" /><Relationship Type="http://schemas.openxmlformats.org/officeDocument/2006/relationships/notesMaster" Target="/ppt/notesMasters/notesMaster1.xml" Id="R3dd2cda6b44b4f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250d561f9244ed" /><Relationship Type="http://schemas.openxmlformats.org/officeDocument/2006/relationships/notesMaster" Target="/ppt/notesMasters/notesMaster1.xml" Id="R52dd32a544dd49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p02-full-012746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p02-full-012746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p02-full-012746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p02-full-012746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0d147c7ea47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88d59ba32d46a2" /><Relationship Type="http://schemas.openxmlformats.org/officeDocument/2006/relationships/slideLayout" Target="/ppt/slideLayouts/slideLayout1.xml" Id="Ra2a40d1345e941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a40d1345e941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747772eb74033" /><Relationship Type="http://schemas.openxmlformats.org/officeDocument/2006/relationships/notesSlide" Target="/ppt/notesSlides/notesSlide1.xml" Id="R8253a419c52c42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e45c338744fc5" /><Relationship Type="http://schemas.openxmlformats.org/officeDocument/2006/relationships/notesSlide" Target="/ppt/notesSlides/notesSlide2.xml" Id="R8a24873f001647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2af736a454ab8" /><Relationship Type="http://schemas.openxmlformats.org/officeDocument/2006/relationships/notesSlide" Target="/ppt/notesSlides/notesSlide3.xml" Id="Re716cf725d044b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b32b0031b4c79" /><Relationship Type="http://schemas.openxmlformats.org/officeDocument/2006/relationships/chart" Target="/ppt/slides/charts/chart1.xml" Id="Rb8111747f3854a6b" /><Relationship Type="http://schemas.openxmlformats.org/officeDocument/2006/relationships/notesSlide" Target="/ppt/notesSlides/notesSlide4.xml" Id="R5e08a02910da496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B20482BD-BDEE-4F1A-8692-DBFC19D4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619741C-9CF7-4E7F-AB95-D5632150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p02-full-012746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65BEEF34-70AD-4129-B594-C61552ED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Platform Reliability · control p02-full-012746 · 2026 07 13 Reliability Runbook Traffic Shift Operations Briefing Pptx · Telemetry export gap 7 minutes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425379B1-925E-41F5-9A02-F5E86B02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04911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63432AC2-9534-4026-8FFE-A6101BE0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Traffic Shift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E4BBCADA-AF4F-4505-BB92-E2933B48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94927B7-45C0-43D6-B39C-63B93C7F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65711F3-8F57-4346-B4ED-50892634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51E5CBB-C3B5-40DE-9685-7E8BB2A1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log gap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B483CAAE-CA67-4913-BF89-7977813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29C792C3-F246-430F-88C0-2CA18E9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F71DFDE4-FBD0-4877-BFC9-7B62CD6A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25417E5A-DFCD-4CBA-ACF7-BA96F493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325E0F6-03BB-429A-8625-9DD6196B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2C49A801-02E5-4BCB-8A2E-60F2C4DF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0C17ACE6-DEFA-4361-9949-E2EDA80D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B60EAD06-EF7E-47A7-A082-F71A6A6C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F83101DD-2D3D-4E56-A0D6-2E4D08E5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A3A3D2E7-01E3-4866-9AE2-54EAC34D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p02-full-012746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B4C06A1D-2378-42C7-A0E0-2FECE192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245689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989867A3-5F01-43C3-B8CF-555E8F1E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p02-full-012746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F39037E7-35B1-4C03-9274-7A8B4C54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term.mitigation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3E894EC5-4AF4-49A0-AAA8-2DB4FF89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DA299B45-9557-4373-BD53-926C18C2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B1F318F7-E752-4A43-909A-B29BA29B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A0817941-7F74-4445-9198-BBBEA247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export gap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8C766BDB-ABB8-40B5-BEF9-2585ACE5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C6AC5DC8-0D23-49DF-A2D6-ADBBF160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47CFDC6-E1C8-4FAC-A9D2-1E341AB1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ED7DC117-EC0F-4CDA-96BE-31573F04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FEB28B1A-B8D1-4076-B0BF-1544A92D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770E7623-CA6D-4C9F-A87F-94BEE37A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846A4F0-7E4E-4A86-BC30-B2E84CD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CEA73329-D490-415E-A05A-E69732F9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59B00A62-842F-4B7C-9D46-614E2D2E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79B7CB2A-123E-4E59-B394-43DC556D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3B2F2C14-515C-4D15-9970-14305898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9AB6680E-040A-4B47-88F0-823A75D2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5C520E60-DCA9-4351-A93A-418ED313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p02-full-012746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8C0CF8F-80BC-4F78-BB68-E9B3F826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11849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48778786-8209-4512-A336-C36B62E5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63B58DC1-6743-4C5E-825A-AA59E9F3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Traffic Shift Operations Briefing Pptx: Q-07 threshold evidence · p02-full-012746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111747f3854a6b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03B5921B-C6E2-497C-941A-F66AFBA8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61C62160-435E-442E-A603-9775D8AD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69B36044-B519-47E9-BCFE-AECE3968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2CADA8BB-7542-44E2-A1AB-FAFD6A6E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4A4636F4-B16E-484D-993D-E107B4E9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action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47DE5463-1CB0-4748-8E4D-1ACE4837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09:54 rate limit + 10:11 concurrency increase reduced Checkout impact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FCC71066-C862-40E4-B2DF-786C7075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005AF42-0968-4F47-813E-6DBCB6CB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Root-cause boundary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20185120-8B1B-40CD-8DF5-64F1C06B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did not necessarily remove the root cause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9A97313A-A8FC-47C4-BD34-79E2039E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0074A4BF-5251-40F2-9962-7684AAC7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cause retained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F44F521-0DBD-4BE5-949D-0079EF10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426CA6C4-3257-4C0A-B37C-827171E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21627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2026-08-24T17:17:07.7910000Z</dcterms:created>
  <dcterms:modified xsi:type="dcterms:W3CDTF">2026-08-24T17:17:07.7910000Z</dcterms:modified>
</coreProperties>
</file>