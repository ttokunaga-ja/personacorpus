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e8c563122c4a93" /><Relationship Type="http://schemas.openxmlformats.org/officeDocument/2006/relationships/extended-properties" Target="/docProps/app.xml" Id="R8fcd975fed1c4431" /><Relationship Type="http://schemas.openxmlformats.org/officeDocument/2006/relationships/officeDocument" Target="/ppt/presentation.xml" Id="Rb846b251801140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898d5bac164e83"/>
  </p:sldMasterIdLst>
  <p:notesMasterIdLst>
    <p:notesMasterId xmlns:r="http://schemas.openxmlformats.org/officeDocument/2006/relationships" r:id="R2445ee996a454a5a"/>
  </p:notesMasterIdLst>
  <p:sldIdLst>
    <p:sldId xmlns:r="http://schemas.openxmlformats.org/officeDocument/2006/relationships" id="256" r:id="Rfc931f9412ed4993"/>
    <p:sldId xmlns:r="http://schemas.openxmlformats.org/officeDocument/2006/relationships" id="257" r:id="Rb6f7e9d08c90461a"/>
    <p:sldId xmlns:r="http://schemas.openxmlformats.org/officeDocument/2006/relationships" id="258" r:id="R461ebabe843e44a8"/>
    <p:sldId xmlns:r="http://schemas.openxmlformats.org/officeDocument/2006/relationships" id="259" r:id="R8027e056892543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b2fc7f8ace4281" /><Relationship Type="http://schemas.openxmlformats.org/officeDocument/2006/relationships/slideMaster" Target="/ppt/slideMasters/slideMaster1.xml" Id="R8c898d5bac164e83" /><Relationship Type="http://schemas.openxmlformats.org/officeDocument/2006/relationships/notesMaster" Target="/ppt/notesMasters/notesMaster1.xml" Id="R2445ee996a454a5a" /><Relationship Type="http://schemas.openxmlformats.org/officeDocument/2006/relationships/presProps" Target="/ppt/presProps.xml" Id="Re8335e00071e4de4" /><Relationship Type="http://schemas.openxmlformats.org/officeDocument/2006/relationships/tableStyles" Target="/ppt/tableStyles.xml" Id="R4906c245f0bd495d" /><Relationship Type="http://schemas.openxmlformats.org/officeDocument/2006/relationships/slide" Target="/ppt/slides/slide1.xml" Id="Rfc931f9412ed4993" /><Relationship Type="http://schemas.openxmlformats.org/officeDocument/2006/relationships/slide" Target="/ppt/slides/slide2.xml" Id="Rb6f7e9d08c90461a" /><Relationship Type="http://schemas.openxmlformats.org/officeDocument/2006/relationships/slide" Target="/ppt/slides/slide3.xml" Id="R461ebabe843e44a8" /><Relationship Type="http://schemas.openxmlformats.org/officeDocument/2006/relationships/slide" Target="/ppt/slides/slide4.xml" Id="R8027e056892543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ce50af93eb41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06443680104743" /><Relationship Type="http://schemas.openxmlformats.org/officeDocument/2006/relationships/notesMaster" Target="/ppt/notesMasters/notesMaster1.xml" Id="Ra741c87c039443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09c261b3c34249" /><Relationship Type="http://schemas.openxmlformats.org/officeDocument/2006/relationships/notesMaster" Target="/ppt/notesMasters/notesMaster1.xml" Id="R3463092c7b8d41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7c3dcda552410a" /><Relationship Type="http://schemas.openxmlformats.org/officeDocument/2006/relationships/notesMaster" Target="/ppt/notesMasters/notesMaster1.xml" Id="R2690cce5c43144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2a4ebda5d44d13" /><Relationship Type="http://schemas.openxmlformats.org/officeDocument/2006/relationships/notesMaster" Target="/ppt/notesMasters/notesMaster1.xml" Id="Ra8ab6d97b35b4d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documents/operations/runbooks/supporting-data/2026-q3-reliability-runbook-alert-triage-metrics-csv-s001045.csv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p02-full-001045, row:canonical-metric.</a:t>
            </a:r>
          </a:p>
          <a:p xmlns:a="http://schemas.openxmlformats.org/drawingml/2006/main">
            <a:r>
              <a:t>Artifact: p02-full-007948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documents/operations/runbooks/supporting-data/2026-q3-reliability-runbook-alert-triage-metrics-csv-s001045.csv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p02-full-001045, row:canonical-metric.</a:t>
            </a:r>
          </a:p>
          <a:p xmlns:a="http://schemas.openxmlformats.org/drawingml/2006/main">
            <a:r>
              <a:t>Artifact: p02-full-007948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documents/operations/runbooks/supporting-data/2026-q3-reliability-runbook-alert-triage-metrics-csv-s001045.csv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p02-full-001045, row:canonical-metric.</a:t>
            </a:r>
          </a:p>
          <a:p xmlns:a="http://schemas.openxmlformats.org/drawingml/2006/main">
            <a:r>
              <a:t>Artifact: p02-full-007948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documents/operations/runbooks/supporting-data/2026-q3-reliability-runbook-alert-triage-metrics-csv-s001045.csv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warning = 12,000 jobs; source p02-full-001045, row:canonical-metric.</a:t>
            </a:r>
          </a:p>
          <a:p xmlns:a="http://schemas.openxmlformats.org/drawingml/2006/main">
            <a:r>
              <a:t>Artifact: p02-full-007948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203bff34349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d65e53b2d64df8" /><Relationship Type="http://schemas.openxmlformats.org/officeDocument/2006/relationships/slideLayout" Target="/ppt/slideLayouts/slideLayout1.xml" Id="R373c886db74f47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3c886db74f47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1b0754a6c4a31" /><Relationship Type="http://schemas.openxmlformats.org/officeDocument/2006/relationships/notesSlide" Target="/ppt/notesSlides/notesSlide1.xml" Id="Rf92840bfc93b4b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88c72468a465c" /><Relationship Type="http://schemas.openxmlformats.org/officeDocument/2006/relationships/notesSlide" Target="/ppt/notesSlides/notesSlide2.xml" Id="Rafacc6e5e49d48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88d71f06a4acf" /><Relationship Type="http://schemas.openxmlformats.org/officeDocument/2006/relationships/notesSlide" Target="/ppt/notesSlides/notesSlide3.xml" Id="Rca54b68894e64b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d4806e9344471" /><Relationship Type="http://schemas.openxmlformats.org/officeDocument/2006/relationships/chart" Target="/ppt/slides/charts/chart1.xml" Id="R2155a59535874897" /><Relationship Type="http://schemas.openxmlformats.org/officeDocument/2006/relationships/notesSlide" Target="/ppt/notesSlides/notesSlide4.xml" Id="Rbbba44296547445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E488915A-5D36-4892-AD82-F655C495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BE4886B1-7397-4CE4-B69E-331E2AB7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p02-full-007948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F30E1204-3587-4CD4-8D71-F6C3CF80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documents/operations/runbooks · Identity SVC-23 · control p02-full-007948 · 2026 07 13 Reliability Runbook Node Pressure Operations Briefing Pptx · Q-07 warning 12,000 jobs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A38E3A81-E7D7-4EFE-80B6-E605E9F4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614815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20397DE1-2528-40E9-BAD9-E676369B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Node Pressure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761FAFE0-0975-4C79-8F65-889F920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274E6682-ABD8-470F-9AA0-0E92F962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D37F47DD-14F4-4E9F-9633-6F68EA8E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FDDF7C9-0CC1-43DC-9EE7-EDDAB44B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alert triage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7A9854B4-AAA6-4933-A7E0-AFFFA0D5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AFCCF2DB-6D54-421B-ADF5-1C4CBC9B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CBFABB1F-7CDA-4A02-A866-5C7A0748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1924398A-2019-4FAE-BF8E-5A8D2F03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558065BB-0EC3-4FE7-84D8-8DE5528A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BC8AC8C3-6E4D-4F8B-A203-26137275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D9A74453-EAD4-410E-BC22-528DC2A6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D60FA7A2-EF00-47B1-B056-FDE82384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608AEF99-AE88-4737-B42D-159C5041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48FF0AA8-6E1F-4CA2-A95F-510E6758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p02-full-007948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C24F51A8-FD60-4EBD-8CF4-9EB66733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40945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07A18201-68F9-4361-ABF6-F686E768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p02-full-007948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3366FCB6-B8AD-4DA8-AE28-382D2B75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svc.identity.svc23 · rel.inc260713.timeline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F01C674A-9C02-4F0C-A664-993B4CDF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96E793FF-13C9-4361-AB21-4F2999F7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AE85448E-47EF-49B6-B190-EC84129E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446D3D06-F0B7-46BB-ABEA-3ACB9BCC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warning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5CB6AABE-71B2-47C0-8DBE-004C94A8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76AAA462-6195-4036-BEB6-72674E7D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F7CF6148-46EF-4398-B50D-5C71A29F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99EA8C13-FED0-450E-9803-1F2F7A56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CC60E9FA-AB40-493C-87B2-3B5912D1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0CAE9C5D-D40E-40C9-902B-51C901C2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883D6A99-64C6-400D-9BA8-6E626BDB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80E363BE-51A5-4F46-BAAC-6A0B7414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0C825104-D9A6-4866-B88E-91B71B21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1FF7B133-F41F-4C3A-B045-1414CFC5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CD62B941-29B9-4502-94DF-CC7B3C79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DE471440-9F36-4411-B997-0E5C6C79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B56A9F0-5384-4912-B612-0E75EDF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p02-full-007948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67ECB6EA-F89D-4EB5-8FBE-1FA651FF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3780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371E5FCD-EF44-4BF5-81C7-C5DC4EB1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CEF86F96-A72E-4EFC-AA78-59F2FD3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Node Pressure Operations Briefing Pptx: Q-07 threshold evidence · p02-full-007948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55a59535874897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FC367E62-FB8A-4FFD-8991-32EEE4AF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50365D95-02F7-4D3A-9C70-93099C87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802A079F-DCBC-4CA7-8ACE-ABE9AC17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ED1C959F-5D2F-4976-AE2A-305EFE60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92308DF6-74DC-4EE4-B353-34735ED4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1FDB4175-E641-451A-9497-7C8DA696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43E6A40-4C28-453B-8A81-757B6314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76BFD86B-8FF9-484C-A956-322F1D83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0BB05A14-DFC7-4C4A-A26E-15A90FD2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86A9CD4B-DC22-4B50-BC5D-D78B65B4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4BD84A1F-6D0C-4405-86B3-29CB3D83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29891F5F-FBE8-4E2B-A4F0-498C1BA9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reliability runbook alert triage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8A635E7C-8091-4991-A9D1-44A250E2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7666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2026-08-24T17:17:04.1640000Z</dcterms:created>
  <dcterms:modified xsi:type="dcterms:W3CDTF">2026-08-24T17:17:04.1640000Z</dcterms:modified>
</coreProperties>
</file>