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992e28dbbe4f0f" /><Relationship Type="http://schemas.openxmlformats.org/officeDocument/2006/relationships/extended-properties" Target="/docProps/app.xml" Id="Rdc8eddaf53744be3" /><Relationship Type="http://schemas.openxmlformats.org/officeDocument/2006/relationships/officeDocument" Target="/ppt/presentation.xml" Id="R177ada443e0347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cfd5bf595949cd"/>
  </p:sldMasterIdLst>
  <p:notesMasterIdLst>
    <p:notesMasterId xmlns:r="http://schemas.openxmlformats.org/officeDocument/2006/relationships" r:id="Rc9d78781419a4bfe"/>
  </p:notesMasterIdLst>
  <p:sldIdLst>
    <p:sldId xmlns:r="http://schemas.openxmlformats.org/officeDocument/2006/relationships" id="256" r:id="R01dbb2273f2543ae"/>
    <p:sldId xmlns:r="http://schemas.openxmlformats.org/officeDocument/2006/relationships" id="257" r:id="R3b654c923fc14b9d"/>
    <p:sldId xmlns:r="http://schemas.openxmlformats.org/officeDocument/2006/relationships" id="258" r:id="R45a7ffc941344617"/>
    <p:sldId xmlns:r="http://schemas.openxmlformats.org/officeDocument/2006/relationships" id="259" r:id="Re65cc56ac11743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6dfe328bfd4781" /><Relationship Type="http://schemas.openxmlformats.org/officeDocument/2006/relationships/slideMaster" Target="/ppt/slideMasters/slideMaster1.xml" Id="Rd3cfd5bf595949cd" /><Relationship Type="http://schemas.openxmlformats.org/officeDocument/2006/relationships/notesMaster" Target="/ppt/notesMasters/notesMaster1.xml" Id="Rc9d78781419a4bfe" /><Relationship Type="http://schemas.openxmlformats.org/officeDocument/2006/relationships/presProps" Target="/ppt/presProps.xml" Id="R435f14bc85204abd" /><Relationship Type="http://schemas.openxmlformats.org/officeDocument/2006/relationships/tableStyles" Target="/ppt/tableStyles.xml" Id="R24e4cd5c91f2400e" /><Relationship Type="http://schemas.openxmlformats.org/officeDocument/2006/relationships/slide" Target="/ppt/slides/slide1.xml" Id="R01dbb2273f2543ae" /><Relationship Type="http://schemas.openxmlformats.org/officeDocument/2006/relationships/slide" Target="/ppt/slides/slide2.xml" Id="R3b654c923fc14b9d" /><Relationship Type="http://schemas.openxmlformats.org/officeDocument/2006/relationships/slide" Target="/ppt/slides/slide3.xml" Id="R45a7ffc941344617" /><Relationship Type="http://schemas.openxmlformats.org/officeDocument/2006/relationships/slide" Target="/ppt/slides/slide4.xml" Id="Re65cc56ac11743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5d720ab3ad44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55889b893f4915" /><Relationship Type="http://schemas.openxmlformats.org/officeDocument/2006/relationships/notesMaster" Target="/ppt/notesMasters/notesMaster1.xml" Id="Rff3a41ab46b245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cd67fab4154fa1" /><Relationship Type="http://schemas.openxmlformats.org/officeDocument/2006/relationships/notesMaster" Target="/ppt/notesMasters/notesMaster1.xml" Id="Rd6a6b6de6e2a44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76dda7554e42e3" /><Relationship Type="http://schemas.openxmlformats.org/officeDocument/2006/relationships/notesMaster" Target="/ppt/notesMasters/notesMaster1.xml" Id="Rf0e0f976b4a54b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6e8b8289c74f5a" /><Relationship Type="http://schemas.openxmlformats.org/officeDocument/2006/relationships/notesMaster" Target="/ppt/notesMasters/notesMaster1.xml" Id="R4a733c5c0d2d40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p02-full-006849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p02-full-006849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p02-full-006849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p02-full-006849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172aba8ed4f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51dc8fb1194109" /><Relationship Type="http://schemas.openxmlformats.org/officeDocument/2006/relationships/slideLayout" Target="/ppt/slideLayouts/slideLayout1.xml" Id="Ra7ba1392649644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ba1392649644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9d66504624b52" /><Relationship Type="http://schemas.openxmlformats.org/officeDocument/2006/relationships/notesSlide" Target="/ppt/notesSlides/notesSlide1.xml" Id="R2ed6baf9e90c4a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f43d29a144edf" /><Relationship Type="http://schemas.openxmlformats.org/officeDocument/2006/relationships/notesSlide" Target="/ppt/notesSlides/notesSlide2.xml" Id="R6a1845788fb245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aacede0c846dc" /><Relationship Type="http://schemas.openxmlformats.org/officeDocument/2006/relationships/notesSlide" Target="/ppt/notesSlides/notesSlide3.xml" Id="Rf082a2f219d54d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1d7334c7042f3" /><Relationship Type="http://schemas.openxmlformats.org/officeDocument/2006/relationships/chart" Target="/ppt/slides/charts/chart1.xml" Id="Rbecde2e90c664891" /><Relationship Type="http://schemas.openxmlformats.org/officeDocument/2006/relationships/notesSlide" Target="/ppt/notesSlides/notesSlide4.xml" Id="R76275f3e7a844cc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10047792-036A-44FB-8940-C33E27A8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2C3520FA-834D-47AD-8232-17182705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p02-full-006849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0F378709-CD8A-49E3-A125-31365CDB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documents/operations/runbooks · Checkout SVC-17 · control p02-full-006849 · 2026 07 20 Reliability Runbook Database Failover Operations Briefing Pptx · Q-07 warning 12,000 jobs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6AEDD822-46A4-476B-A107-A243AA69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260910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3C963D12-6706-4AD0-8C5B-401703E6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Database Failover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DF55681F-47C9-475A-A28B-76E92C0F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DBDC5C56-F289-4FDD-9148-150FA562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F3BD8ADF-2793-44DC-A1EC-4FEF9EC4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C491F63-0674-482C-8A2E-62D93295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alert triage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1B31EF93-114D-4506-94F4-1BFF76FE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140B40F-DF27-4C0C-A11E-AC82FE41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F788EFBA-C94C-457C-A149-C1CDDF65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363E3AB-D91D-4E4F-B91E-A474D6DA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EA19C20-3E7B-4E72-8F44-193E4BA2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C4FBA41A-177C-4079-B2D8-0D66F8D5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121BB478-15AC-4846-85F3-85B96FF8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262C464-8F5D-486F-B219-765EDA30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6111833F-F5BE-49C8-84A5-CDD0A320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559FB723-82CD-44EA-8904-226904A9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p02-full-006849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5FA29980-1BCD-47D4-A1B8-1B774C6E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1514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7CF211EE-6FE5-4E98-AA33-EB326911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p02-full-006849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53841B3-6287-4BF3-98E3-057B02A3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rel.inc260713.timeline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5BCDB8F-A4EF-4B98-8E13-979741A7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B6C633C3-B593-42F6-B325-147AFA11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2840E3A-8964-42DE-9A89-619E1E80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AD935106-0E81-4BFD-A06F-EA639286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warning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1C3FEE84-FA1F-48C7-8C04-96DE3D4F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C592424-100F-4DFF-9E34-264AEE6D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211A10B-FB79-4C90-9984-3E0EBE2D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9060BF2-1EA6-495D-97E2-C8F55C5D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5E7AEA05-0763-4E73-A9C9-0D1277DF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B80A4D42-B3F2-4508-95B1-CD59CE61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6750DD1E-6081-4151-A779-41738104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28DD8292-A657-4E2A-AB3C-53279427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B749ED5E-768F-48B2-B084-E80D7A09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42D9BA7-E207-4F63-B701-215EA1B9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D809A0EC-D8CF-4500-BC9C-A35362ED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F002F917-36D2-4EF0-B5CF-E205AAA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CFA72644-1F77-4DE0-BA2A-419045FF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1D1593EE-A451-4434-9F06-D38A086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p02-full-006849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1306ED67-C139-411B-9A64-2441C965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5254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7568E0AC-1816-4673-B3F8-8FF52F23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4BFB074F-073E-472E-9780-AC75B457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Database Failover Operations Briefing Pptx: Q-07 threshold evidence · p02-full-006849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cde2e90c664891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FE9B1F29-5B7C-42F9-BDD5-9E0DF05C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C4CB5A23-AE3B-4664-98F4-9A64B90F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B6F30C8E-1527-463D-A7E6-483D791E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FA6D7F8-A447-485A-9F8D-19B9A36D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B4E43AD4-C3F5-4936-B2FF-84796629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B7E2533D-D8E1-4525-B5D4-90D2EF29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14E3C348-633B-4CB7-A229-46FCF23E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059287AC-DA51-4900-9CE8-950D1708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0D5849C-AFA0-4D22-9EFE-A8187860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88AD8AB-3FE7-4FE9-9904-F421C816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FBAD2506-328E-4F3B-895A-99CE6E24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2BFA3200-BF57-467D-B603-CF92CB13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alert triage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494B140E-980D-4A12-8F05-CA7320B0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7102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2026-08-24T17:17:02.9250000Z</dcterms:created>
  <dcterms:modified xsi:type="dcterms:W3CDTF">2026-08-24T17:17:02.9250000Z</dcterms:modified>
</coreProperties>
</file>