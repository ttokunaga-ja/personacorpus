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e30e3b41bcab4809" /><Relationship Type="http://schemas.openxmlformats.org/officeDocument/2006/relationships/extended-properties" Target="/docProps/app.xml" Id="R46e16b776b0a4488" /><Relationship Type="http://schemas.openxmlformats.org/officeDocument/2006/relationships/officeDocument" Target="/ppt/presentation.xml" Id="R137d44681256413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79219780e7849bf"/>
  </p:sldMasterIdLst>
  <p:notesMasterIdLst>
    <p:notesMasterId xmlns:r="http://schemas.openxmlformats.org/officeDocument/2006/relationships" r:id="Rbb5fd505fc134bf6"/>
  </p:notesMasterIdLst>
  <p:sldIdLst>
    <p:sldId xmlns:r="http://schemas.openxmlformats.org/officeDocument/2006/relationships" id="256" r:id="R6afe62fd17cc4cd5"/>
    <p:sldId xmlns:r="http://schemas.openxmlformats.org/officeDocument/2006/relationships" id="257" r:id="R0de048f7630c48de"/>
    <p:sldId xmlns:r="http://schemas.openxmlformats.org/officeDocument/2006/relationships" id="258" r:id="Rae68df9dcf7242fe"/>
    <p:sldId xmlns:r="http://schemas.openxmlformats.org/officeDocument/2006/relationships" id="259" r:id="Rccca1f4e1e05403d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515d1c34b794b55" /><Relationship Type="http://schemas.openxmlformats.org/officeDocument/2006/relationships/slideMaster" Target="/ppt/slideMasters/slideMaster1.xml" Id="R579219780e7849bf" /><Relationship Type="http://schemas.openxmlformats.org/officeDocument/2006/relationships/notesMaster" Target="/ppt/notesMasters/notesMaster1.xml" Id="Rbb5fd505fc134bf6" /><Relationship Type="http://schemas.openxmlformats.org/officeDocument/2006/relationships/presProps" Target="/ppt/presProps.xml" Id="Rea4ed81c87574f9d" /><Relationship Type="http://schemas.openxmlformats.org/officeDocument/2006/relationships/tableStyles" Target="/ppt/tableStyles.xml" Id="R200910937ad54bbb" /><Relationship Type="http://schemas.openxmlformats.org/officeDocument/2006/relationships/slide" Target="/ppt/slides/slide1.xml" Id="R6afe62fd17cc4cd5" /><Relationship Type="http://schemas.openxmlformats.org/officeDocument/2006/relationships/slide" Target="/ppt/slides/slide2.xml" Id="R0de048f7630c48de" /><Relationship Type="http://schemas.openxmlformats.org/officeDocument/2006/relationships/slide" Target="/ppt/slides/slide3.xml" Id="Rae68df9dcf7242fe" /><Relationship Type="http://schemas.openxmlformats.org/officeDocument/2006/relationships/slide" Target="/ppt/slides/slide4.xml" Id="Rccca1f4e1e05403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f7685a258945f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ebfe3773e244cca" /><Relationship Type="http://schemas.openxmlformats.org/officeDocument/2006/relationships/notesMaster" Target="/ppt/notesMasters/notesMaster1.xml" Id="R60a61f9cebfa4f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495a18a47694fdb" /><Relationship Type="http://schemas.openxmlformats.org/officeDocument/2006/relationships/notesMaster" Target="/ppt/notesMasters/notesMaster1.xml" Id="R27c4c167294247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3303a688759d4cce" /><Relationship Type="http://schemas.openxmlformats.org/officeDocument/2006/relationships/notesMaster" Target="/ppt/notesMasters/notesMaster1.xml" Id="Rff2ffa924ce64c2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d1adf7cd15423d" /><Relationship Type="http://schemas.openxmlformats.org/officeDocument/2006/relationships/notesMaster" Target="/ppt/notesMasters/notesMaster1.xml" Id="R420930455f4f48f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p02-full-006449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p02-full-006449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p02-full-006449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documents/operations/runbooks/supporting-data/2026-07-14-reliability-runbook-traffic-shift-metrics-tsv-s001098.tsv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peak = 2,420 requests/s; source p02-full-001098, row:canonical-metric.</a:t>
            </a:r>
          </a:p>
          <a:p xmlns:a="http://schemas.openxmlformats.org/drawingml/2006/main">
            <a:r>
              <a:t>Artifact: p02-full-006449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a10fc4e32ce4a2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434dcfe2307402e" /><Relationship Type="http://schemas.openxmlformats.org/officeDocument/2006/relationships/slideLayout" Target="/ppt/slideLayouts/slideLayout1.xml" Id="Rd85f909ec5424f8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d85f909ec5424f8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b8e09a60c554020" /><Relationship Type="http://schemas.openxmlformats.org/officeDocument/2006/relationships/notesSlide" Target="/ppt/notesSlides/notesSlide1.xml" Id="R7a0cfc954d6c4ea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1eda28a9c584a05" /><Relationship Type="http://schemas.openxmlformats.org/officeDocument/2006/relationships/notesSlide" Target="/ppt/notesSlides/notesSlide2.xml" Id="R54ba58eba28f422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e298a7ff1574935" /><Relationship Type="http://schemas.openxmlformats.org/officeDocument/2006/relationships/notesSlide" Target="/ppt/notesSlides/notesSlide3.xml" Id="R733b21e3f8d14c3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d5e36199d548d4" /><Relationship Type="http://schemas.openxmlformats.org/officeDocument/2006/relationships/chart" Target="/ppt/slides/charts/chart1.xml" Id="R0a621d4bcfbe4195" /><Relationship Type="http://schemas.openxmlformats.org/officeDocument/2006/relationships/notesSlide" Target="/ppt/notesSlides/notesSlide4.xml" Id="Rad663dcb3e714a47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A4305BAB-5E94-49D3-BDA1-3949DE672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B816B65-3703-48A6-8C3E-FFCAA8666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p02-full-006449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0C915C94-8CC6-4AEF-B797-80DA3A1B8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· documents/operations/runbooks · Platform Reliability · control p02-full-006449 · 2026 07 14 Reliability Runbook Database Failover Operations Briefing Pptx · Checkout peak 2,420 requests/s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86C5DA45-CF55-4B6D-B861-B2333913A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497441621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3E843C7F-ADCC-4646-B250-FFD222ABE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Database Failover Operations Briefing Pptx: controls and recipients</a:t>
            </a:r>
          </a:p>
        </p:txBody>
      </p:sp>
      <p:cxnSp>
        <p:nvCxnSpPr>
          <p:cNvPr id="19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C2E8E163-99B1-428A-B2DF-091546772B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B6607E75-DFC7-422F-9739-0149B37DE7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CAE58C1A-907E-424F-B4C6-FB3047904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096B0328-FE33-42F5-B2C7-347A72F1E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traffic shift metrics tsv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CA4601BC-F7C9-4446-BE31-91DBFCC9D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5BEEDE7A-4F9C-43D6-BAFD-0187A8412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D54BA47D-0998-4C63-897C-49D127D43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8D77F228-865A-4876-A67E-AAB377619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1E58368B-F97F-4919-83B4-7C58F0CCF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7D3513F2-A89F-4EA0-908B-6448E71AD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2D537356-CBD9-480F-AC9F-FB4CF5B91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AFE6F02E-6B60-4265-A1CC-CACE956AE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2026-07-14 review</a:t>
            </a:r>
          </a:p>
        </p:txBody>
      </p:sp>
      <p:sp>
        <p:nvSpPr>
          <p:cNvPr id="15" name="grid17-no-kio-claim">
            <a:extLst xmlns:a="http://schemas.openxmlformats.org/drawingml/2006/main">
              <a:ext uri="{FF2B5EF4-FFF2-40B4-BE49-F238E27FC236}">
                <a16:creationId xmlns:a16="http://schemas.microsoft.com/office/drawing/2014/main" id="{77955A17-1E3E-4931-B581-0DEC8AF6DA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581650"/>
            <a:ext cx="106680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Corpus production and QA do not establish Kio indexing, history, chunks, search quality, or performance.</a:t>
            </a:r>
          </a:p>
        </p:txBody>
      </p:sp>
      <p:sp>
        <p:nvSpPr>
          <p:cNvPr id="16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7CB5F188-38AA-4B5E-BF3D-028D6D327D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p02-full-006449</a:t>
            </a:r>
          </a:p>
        </p:txBody>
      </p:sp>
      <p:sp>
        <p:nvSpPr>
          <p:cNvPr id="17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1B8B070A-9A2C-46C8-90E1-E9E4853542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117001031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84B8DC4A-624F-487F-8D06-B1C4B885E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p02-full-006449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94E6E434-9950-4D1C-8288-D9CDAEB8E6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term.mitigation · rel.inc260713.timeline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A7F2021B-35D0-409A-8CD9-278C52FD4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38D40C59-131B-4EB0-9317-05ED15B0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851FF1A7-1516-4818-B4A1-53FE459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2,420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CAA37A7B-05B0-4AC5-821F-ED382A31F7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peak</a:t>
            </a:r>
          </a:p>
        </p:txBody>
      </p:sp>
      <p:sp>
        <p:nvSpPr>
          <p:cNvPr id="7" name="grid13-body-0">
            <a:extLst xmlns:a="http://schemas.openxmlformats.org/drawingml/2006/main">
              <a:ext uri="{FF2B5EF4-FFF2-40B4-BE49-F238E27FC236}">
                <a16:creationId xmlns:a16="http://schemas.microsoft.com/office/drawing/2014/main" id="{9972F310-2388-499D-A337-2CEB35DDC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requests/s</a:t>
            </a:r>
          </a:p>
        </p:txBody>
      </p:sp>
      <p:sp>
        <p:nvSpPr>
          <p:cNvPr id="8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130B529B-3624-4F0C-B1DD-3C8E9D291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9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0BC1A394-E1DE-46B9-830A-3BD90099A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10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6F0CC66F-62DB-4196-9C8E-34ED4C185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1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EA055F6E-12FA-4005-8C6A-BD942527E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1.84 s</a:t>
            </a:r>
          </a:p>
        </p:txBody>
      </p:sp>
      <p:sp>
        <p:nvSpPr>
          <p:cNvPr id="12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B48FFD24-C042-4F27-B337-46C03C91A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Peak p95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010528C0-111B-4040-83AB-D039408E4E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6F35AC09-BBB9-4AEE-87B6-9EFCFB6D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80F0B269-43B9-499D-B4E6-77CD50B4D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C34C627E-0273-4D12-8AD6-0A49C6A92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E8AF37B6-8814-411C-BE8D-DB20CF219B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maximum</a:t>
            </a:r>
          </a:p>
        </p:txBody>
      </p:sp>
      <p:sp>
        <p:nvSpPr>
          <p:cNvPr id="18" name="grid13-body-2">
            <a:extLst xmlns:a="http://schemas.openxmlformats.org/drawingml/2006/main">
              <a:ext uri="{FF2B5EF4-FFF2-40B4-BE49-F238E27FC236}">
                <a16:creationId xmlns:a16="http://schemas.microsoft.com/office/drawing/2014/main" id="{59F5B9B1-C285-483E-9920-1688F22ECE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jobs</a:t>
            </a:r>
          </a:p>
        </p:txBody>
      </p:sp>
      <p:sp>
        <p:nvSpPr>
          <p:cNvPr id="19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70B1DDC5-7F29-4F86-95C2-0FB2562E1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p02-full-006449</a:t>
            </a:r>
          </a:p>
        </p:txBody>
      </p:sp>
      <p:sp>
        <p:nvSpPr>
          <p:cNvPr id="20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01D9A6C4-5865-42B9-A683-FC79E0F8E5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189428180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564A06FD-ABC3-4C57-950E-E7C769DB8D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F18B64B2-B1C5-43A3-9C08-3095B86B5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Reliability Runbook Database Failover Operations Briefing Pptx: Q-07 threshold evidence · p02-full-006449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a621d4bcfbe4195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4D016297-7C76-4C6B-B1E5-D2D3FFD769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0278DE09-032C-446F-A5CA-2F519FDC4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62B2D4F3-727A-499A-A422-C70401C0F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63CCE29C-DCFE-4E37-8584-9424C99503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29955B88-A794-4A7E-9C76-16EF812286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action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13D51695-14FE-4DE9-9C35-EA8E01002C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09:54 rate limit + 10:11 concurrency increase reduced Checkout impact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406E0ADB-B914-4300-A105-8F47D8BCC7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A3C8D936-7BA6-4AE6-B4D2-8297B1D04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Root-cause boundary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045A1C25-CFD0-4561-8CC1-34FB1FFB7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Mitigation did not necessarily remove the root cause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70F3BE9-6B42-4199-B2B3-4E95FF53B0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78737C6F-229A-4EA8-B23A-67F5C6DCE9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Root cause retained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6196D9AB-0FF5-416B-AD96-26F3EF1699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9269BD1D-5598-4E16-872E-F96EDFB27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4244750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2026-08-24T17:17:02.5100000Z</dcterms:created>
  <dcterms:modified xsi:type="dcterms:W3CDTF">2026-08-24T17:17:02.5100000Z</dcterms:modified>
</coreProperties>
</file>