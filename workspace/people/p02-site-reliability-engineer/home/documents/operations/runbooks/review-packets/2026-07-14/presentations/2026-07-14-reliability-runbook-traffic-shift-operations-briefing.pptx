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d46313f3174afd" /><Relationship Type="http://schemas.openxmlformats.org/officeDocument/2006/relationships/extended-properties" Target="/docProps/app.xml" Id="R6fbe0c53ae6f40e9" /><Relationship Type="http://schemas.openxmlformats.org/officeDocument/2006/relationships/officeDocument" Target="/ppt/presentation.xml" Id="R02bc10879d4941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f0b1a7789a44e0"/>
  </p:sldMasterIdLst>
  <p:notesMasterIdLst>
    <p:notesMasterId xmlns:r="http://schemas.openxmlformats.org/officeDocument/2006/relationships" r:id="R1d4745f0e1e747f0"/>
  </p:notesMasterIdLst>
  <p:sldIdLst>
    <p:sldId xmlns:r="http://schemas.openxmlformats.org/officeDocument/2006/relationships" id="256" r:id="Ref1ad491c72b4022"/>
    <p:sldId xmlns:r="http://schemas.openxmlformats.org/officeDocument/2006/relationships" id="257" r:id="Rd3437fe988df4cfb"/>
    <p:sldId xmlns:r="http://schemas.openxmlformats.org/officeDocument/2006/relationships" id="258" r:id="Rd4014b65223b4dee"/>
    <p:sldId xmlns:r="http://schemas.openxmlformats.org/officeDocument/2006/relationships" id="259" r:id="Rb229cd14af894c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3168142788425a" /><Relationship Type="http://schemas.openxmlformats.org/officeDocument/2006/relationships/slideMaster" Target="/ppt/slideMasters/slideMaster1.xml" Id="R1ef0b1a7789a44e0" /><Relationship Type="http://schemas.openxmlformats.org/officeDocument/2006/relationships/notesMaster" Target="/ppt/notesMasters/notesMaster1.xml" Id="R1d4745f0e1e747f0" /><Relationship Type="http://schemas.openxmlformats.org/officeDocument/2006/relationships/presProps" Target="/ppt/presProps.xml" Id="Rc995edbaad994d24" /><Relationship Type="http://schemas.openxmlformats.org/officeDocument/2006/relationships/tableStyles" Target="/ppt/tableStyles.xml" Id="R8a1a5b3772f34abc" /><Relationship Type="http://schemas.openxmlformats.org/officeDocument/2006/relationships/slide" Target="/ppt/slides/slide1.xml" Id="Ref1ad491c72b4022" /><Relationship Type="http://schemas.openxmlformats.org/officeDocument/2006/relationships/slide" Target="/ppt/slides/slide2.xml" Id="Rd3437fe988df4cfb" /><Relationship Type="http://schemas.openxmlformats.org/officeDocument/2006/relationships/slide" Target="/ppt/slides/slide3.xml" Id="Rd4014b65223b4dee" /><Relationship Type="http://schemas.openxmlformats.org/officeDocument/2006/relationships/slide" Target="/ppt/slides/slide4.xml" Id="Rb229cd14af894c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9204c9dcc94f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45b19a659c4466" /><Relationship Type="http://schemas.openxmlformats.org/officeDocument/2006/relationships/notesMaster" Target="/ppt/notesMasters/notesMaster1.xml" Id="R6d4f5557c3e74c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548499b69f4538" /><Relationship Type="http://schemas.openxmlformats.org/officeDocument/2006/relationships/notesMaster" Target="/ppt/notesMasters/notesMaster1.xml" Id="Re7723d024f9a4c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77ed87593441af" /><Relationship Type="http://schemas.openxmlformats.org/officeDocument/2006/relationships/notesMaster" Target="/ppt/notesMasters/notesMaster1.xml" Id="R50d681ba8ff24a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9b9de7cacb42ec" /><Relationship Type="http://schemas.openxmlformats.org/officeDocument/2006/relationships/notesMaster" Target="/ppt/notesMasters/notesMaster1.xml" Id="R0a8efe261c114c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documents/operations/runbooks/supporting-data/2026-q3-reliability-runbook-log-gap-metrics-csv-s000558.csv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p02-full-000558, row:canonical-metric.</a:t>
            </a:r>
          </a:p>
          <a:p xmlns:a="http://schemas.openxmlformats.org/drawingml/2006/main">
            <a:r>
              <a:t>Artifact: p02-full-013346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documents/operations/runbooks/supporting-data/2026-q3-reliability-runbook-log-gap-metrics-csv-s000558.csv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p02-full-000558, row:canonical-metric.</a:t>
            </a:r>
          </a:p>
          <a:p xmlns:a="http://schemas.openxmlformats.org/drawingml/2006/main">
            <a:r>
              <a:t>Artifact: p02-full-013346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documents/operations/runbooks/supporting-data/2026-q3-reliability-runbook-log-gap-metrics-csv-s000558.csv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p02-full-000558, row:canonical-metric.</a:t>
            </a:r>
          </a:p>
          <a:p xmlns:a="http://schemas.openxmlformats.org/drawingml/2006/main">
            <a:r>
              <a:t>Artifact: p02-full-013346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documents/operations/runbooks/supporting-data/2026-q3-reliability-runbook-log-gap-metrics-csv-s000558.csv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p02-full-000558, row:canonical-metric.</a:t>
            </a:r>
          </a:p>
          <a:p xmlns:a="http://schemas.openxmlformats.org/drawingml/2006/main">
            <a:r>
              <a:t>Artifact: p02-full-013346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36354354443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c3260dfabe4208" /><Relationship Type="http://schemas.openxmlformats.org/officeDocument/2006/relationships/slideLayout" Target="/ppt/slideLayouts/slideLayout1.xml" Id="Rd0108962662d4e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108962662d4e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d7b27893a4502" /><Relationship Type="http://schemas.openxmlformats.org/officeDocument/2006/relationships/notesSlide" Target="/ppt/notesSlides/notesSlide1.xml" Id="R17013f1070714b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51cbf49e446b9" /><Relationship Type="http://schemas.openxmlformats.org/officeDocument/2006/relationships/notesSlide" Target="/ppt/notesSlides/notesSlide2.xml" Id="R8f18230849584d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562c08a7e43d3" /><Relationship Type="http://schemas.openxmlformats.org/officeDocument/2006/relationships/notesSlide" Target="/ppt/notesSlides/notesSlide3.xml" Id="R3ea0c14443d741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a9dcc3b844c5a" /><Relationship Type="http://schemas.openxmlformats.org/officeDocument/2006/relationships/chart" Target="/ppt/slides/charts/chart1.xml" Id="R456815f26c2d456c" /><Relationship Type="http://schemas.openxmlformats.org/officeDocument/2006/relationships/notesSlide" Target="/ppt/notesSlides/notesSlide4.xml" Id="Rdf1d1e13b2d349f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9F592FCB-9492-4466-ABBA-04B2883F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9E02C7C2-8F06-4C88-A9CD-A2628682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p02-full-013346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A4CB09F2-E014-40DF-AB20-04599B00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documents/operations/runbooks · Platform Reliability · control p02-full-013346 · 2026 07 14 Reliability Runbook Traffic Shift Operations Briefing Pptx · Telemetry export gap 7 minutes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D4A9D016-05FA-4FB4-A167-D2B3B6A7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547000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E8011CCF-EB7C-42DA-8CCF-E96F3F49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Traffic Shift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BE03AC33-1EE0-4C6C-87A3-84223C3B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61A59197-6878-48C5-B1D9-5C8DBC07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6609713B-E173-468A-BB5D-B461AB98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06A572F9-8527-4BF1-B678-F50AF4BB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log gap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7DD5B85B-0C70-42EA-9255-64813FBB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56AAA9CF-2751-4C19-98FA-E4928C00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AB652341-614C-4F8D-85B6-8BFE52F2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D7CC8A20-7FEB-4909-B0E1-F25A7E11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5FA363C2-46FC-4D5D-8197-4B47E9E6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96B647A4-7FB9-423B-A7C5-0E3F187C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35D0E962-1A84-4C3D-B534-FB3B5B45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3DF6FF30-6A48-4C7D-92B1-427EF39A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58CC6B69-69D8-47FF-A6FC-EC06914D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99DB5351-8116-430A-87A3-C7D01676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p02-full-013346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5E5F5360-1036-4062-B779-E0F12C23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67418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2BB01E00-A9C1-4CE7-90B9-FB92E530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p02-full-013346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A6F54ED9-18E2-4DCF-837F-B1330A39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term.mitigation · rel.inc260713.timeline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DC447C70-21A8-4288-BE23-1C40CA06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C9FEB4FA-A039-41DE-8A96-6FB6A56F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23A8FBA9-AB9F-4E60-B47A-B28D0B76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3196F44C-79EB-4BE0-8AF1-42B01AFE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export gap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F611ACE4-606F-4C7F-98B1-B22FE3A5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FE93F005-0E10-4BAB-82AD-12C4162F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00B3A405-CEC3-4EC5-9D47-38D4ED1C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40B1DF68-FB03-4F54-ADE5-5F82701A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DFAB0867-0EF8-4806-9838-074425D6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25C4A2DF-420C-43D4-9880-040398DC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5ED65EA2-1C70-4EF4-8696-7B25EA28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82B50872-3184-447D-9A9F-1DB4AEE7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6C5BB968-5123-43C6-9761-C576D769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8B6008D1-2F06-4455-97C0-2D15EDAA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4E3BFCBF-5468-4A41-882D-2FEBEA58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B6A2B68B-8FB9-4FE0-AF6B-E793A73D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0116802E-FDCD-4A23-A800-2681065C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p02-full-013346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4DD693DB-4C47-4A72-B579-F65506CD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60896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282A7936-7A89-4680-B0C4-E3484350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2AE4A2FC-04C7-4B2C-B3A9-8E9C7067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Traffic Shift Operations Briefing Pptx: Q-07 threshold evidence · p02-full-013346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6815f26c2d456c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680C0950-7279-4B4D-AAA0-92497C23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C897DF8C-A1E3-4031-B143-8CB5A6F6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7988F7D5-FAD5-4224-9E81-A244EAEA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A2A4B2BF-03C7-44D3-8F85-E9202DAD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3EF69E14-6912-4C43-A138-64EBBB99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action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2E27B6B1-30BF-43C4-B69F-F20431A9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09:54 rate limit + 10:11 concurrency increase reduced Checkout impact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702137CC-4ED1-4B35-919E-3D3676CB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A965E62C-0856-4CAE-8EAC-08CF3105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Root-cause boundary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BF6849E7-8C51-432C-9A96-E24F2B88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did not necessarily remove the root cause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9CC243B1-98A3-47A0-B082-68D4A645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8DB812BC-57DD-4F28-A07F-6929386D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 cause retained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7E7288A4-37AB-4955-9D0E-E9B24A97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5FED5139-E091-4E0E-AF9C-675A6DCC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62291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2026-08-24T17:17:08.9530000Z</dcterms:created>
  <dcterms:modified xsi:type="dcterms:W3CDTF">2026-08-24T17:17:08.9530000Z</dcterms:modified>
</coreProperties>
</file>