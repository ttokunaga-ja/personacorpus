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ec95efcc14ebf" /><Relationship Type="http://schemas.openxmlformats.org/officeDocument/2006/relationships/extended-properties" Target="/docProps/app.xml" Id="R84ff9d4f7f91436a" /><Relationship Type="http://schemas.openxmlformats.org/officeDocument/2006/relationships/officeDocument" Target="/ppt/presentation.xml" Id="Rbd9bdfa8cb454b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8bcec7c02a4ce3"/>
  </p:sldMasterIdLst>
  <p:notesMasterIdLst>
    <p:notesMasterId xmlns:r="http://schemas.openxmlformats.org/officeDocument/2006/relationships" r:id="R48c2a9e411e54b77"/>
  </p:notesMasterIdLst>
  <p:sldIdLst>
    <p:sldId xmlns:r="http://schemas.openxmlformats.org/officeDocument/2006/relationships" id="256" r:id="Rfccafead7d36418b"/>
    <p:sldId xmlns:r="http://schemas.openxmlformats.org/officeDocument/2006/relationships" id="257" r:id="R9730d30b22104181"/>
    <p:sldId xmlns:r="http://schemas.openxmlformats.org/officeDocument/2006/relationships" id="258" r:id="R3ae20c81613c4f74"/>
    <p:sldId xmlns:r="http://schemas.openxmlformats.org/officeDocument/2006/relationships" id="259" r:id="R9b81fb0c527146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1c6a0a0ba0442a" /><Relationship Type="http://schemas.openxmlformats.org/officeDocument/2006/relationships/slideMaster" Target="/ppt/slideMasters/slideMaster1.xml" Id="R9f8bcec7c02a4ce3" /><Relationship Type="http://schemas.openxmlformats.org/officeDocument/2006/relationships/notesMaster" Target="/ppt/notesMasters/notesMaster1.xml" Id="R48c2a9e411e54b77" /><Relationship Type="http://schemas.openxmlformats.org/officeDocument/2006/relationships/presProps" Target="/ppt/presProps.xml" Id="R67df0bd29aa4421f" /><Relationship Type="http://schemas.openxmlformats.org/officeDocument/2006/relationships/tableStyles" Target="/ppt/tableStyles.xml" Id="Raab7782829134aea" /><Relationship Type="http://schemas.openxmlformats.org/officeDocument/2006/relationships/slide" Target="/ppt/slides/slide1.xml" Id="Rfccafead7d36418b" /><Relationship Type="http://schemas.openxmlformats.org/officeDocument/2006/relationships/slide" Target="/ppt/slides/slide2.xml" Id="R9730d30b22104181" /><Relationship Type="http://schemas.openxmlformats.org/officeDocument/2006/relationships/slide" Target="/ppt/slides/slide3.xml" Id="R3ae20c81613c4f74" /><Relationship Type="http://schemas.openxmlformats.org/officeDocument/2006/relationships/slide" Target="/ppt/slides/slide4.xml" Id="R9b81fb0c527146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234a04840449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13e9959da64372" /><Relationship Type="http://schemas.openxmlformats.org/officeDocument/2006/relationships/notesMaster" Target="/ppt/notesMasters/notesMaster1.xml" Id="R2f943f385a894b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13b255fd974627" /><Relationship Type="http://schemas.openxmlformats.org/officeDocument/2006/relationships/notesMaster" Target="/ppt/notesMasters/notesMaster1.xml" Id="Re57f46624aee48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698137078b4f79" /><Relationship Type="http://schemas.openxmlformats.org/officeDocument/2006/relationships/notesMaster" Target="/ppt/notesMasters/notesMaster1.xml" Id="Rb8e6a5114d944d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0c2a182170479f" /><Relationship Type="http://schemas.openxmlformats.org/officeDocument/2006/relationships/notesMaster" Target="/ppt/notesMasters/notesMaster1.xml" Id="R362b8a742f9445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p02-full-012846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p02-full-012846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p02-full-012846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p02-full-012846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90383bd5449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b82e68b8a44c4f" /><Relationship Type="http://schemas.openxmlformats.org/officeDocument/2006/relationships/slideLayout" Target="/ppt/slideLayouts/slideLayout1.xml" Id="R21f75f1ca1ab47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f75f1ca1ab47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6ae119a504ca3" /><Relationship Type="http://schemas.openxmlformats.org/officeDocument/2006/relationships/notesSlide" Target="/ppt/notesSlides/notesSlide1.xml" Id="Re7e8ce6658a343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23e3d17be447a" /><Relationship Type="http://schemas.openxmlformats.org/officeDocument/2006/relationships/notesSlide" Target="/ppt/notesSlides/notesSlide2.xml" Id="Re46ea53522c54d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cc0eaa7974277" /><Relationship Type="http://schemas.openxmlformats.org/officeDocument/2006/relationships/notesSlide" Target="/ppt/notesSlides/notesSlide3.xml" Id="R475f49b038d244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73dde42ff4def" /><Relationship Type="http://schemas.openxmlformats.org/officeDocument/2006/relationships/chart" Target="/ppt/slides/charts/chart1.xml" Id="R098ec0fb0b9f426e" /><Relationship Type="http://schemas.openxmlformats.org/officeDocument/2006/relationships/notesSlide" Target="/ppt/notesSlides/notesSlide4.xml" Id="Rcd78faa384c1435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7E6A0886-B494-4121-B4B5-F323AEA0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2D30B519-9EC5-43A2-81FC-16A6461F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p02-full-012846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936058EE-7A07-42FD-B145-707DC2EF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Checkout SVC-17 · control p02-full-012846 · 2026 07 13 Reliability Runbook Log Gap Operations Briefing Pptx · Checkout peak 2,420 requests/s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E0E3E737-2895-4AC1-A518-873D2630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578979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62CBA1A6-0B0C-4937-815A-CCB7F397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Log Gap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6D286B1-B452-4810-87E0-1273947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41041E0-E514-4618-97E7-9663C849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1FFECFEF-9ACE-4CDA-810D-C3B44859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759B4A3-4F74-4762-A3C7-7F87F1BD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C361B393-D66A-40CE-A6EC-102C48AF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0259C5FF-D81A-4681-9FEF-B2DB5574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A4F30027-E00F-4C9B-A535-2A7502B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DD8B00B3-8294-4B4A-919E-BB7699FE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DBE21CC5-F1A8-49A5-AAEA-CDC2E399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69E68450-5C4F-4B88-B848-469D7EEE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335ED62C-470F-457A-A67C-AB68D3F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E2B4BAF6-8229-40BE-9C33-DED5379C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B23973EA-DD0B-4CD5-8992-1D25294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6A6BB43A-088E-4B59-BD71-14D2D693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p02-full-012846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8B944D41-5DF7-49E7-919F-9343FDE8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4717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F7732FC-8394-4178-9A40-F05693B4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p02-full-012846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DA4A4615-74B3-4B3D-AE8B-9475D4E1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4C87450E-60A8-4B1C-A060-2BA3B199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9F53CAD4-D36E-48C3-853F-51592FEC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ECACA6B-DDE6-4967-9D47-C538D47C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62134416-88DA-4055-8413-06FEC72C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peak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59CA2348-2BA7-4D0D-9F1E-07DE9FB9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02C5D498-0E0F-464E-9D46-94AB1FCD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180D8973-2FEF-4EC5-87F1-1D13AA3F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E2964450-221D-43C9-ADA1-50B56D92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0C24FA0A-F4A3-4C38-92C6-1C6C3634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FC74A9D4-EEAD-49D2-B214-22428E66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F59D7509-2B7E-4012-B406-2CDACF2B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19622E69-2F83-4711-BC46-4A991EFE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9D9E7CB9-31FF-4464-961D-5E636D60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E7D08D1A-795B-4C23-B14F-11A3A6B5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135E4C4F-4675-4DA3-B4F0-B3916EE1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AAA788F7-7300-4614-9DEF-FE078063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FA0435FD-550D-4522-AF64-C0150885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p02-full-012846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6E7DD0B2-E9E7-41C1-971E-050CD882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11385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2505F91F-0C7F-4C99-973C-CC8FF98A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554DE2A8-894B-4390-B4CC-85402947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Log Gap Operations Briefing Pptx: Q-07 threshold evidence · p02-full-012846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8ec0fb0b9f426e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3054061-22E8-41AB-A387-134273D2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1A3A30E3-E5B4-4BE3-9788-6EC17920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C7825F79-AB5C-4B12-8783-617DC379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F393C803-68AF-454A-ABFA-36167169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E052759B-AE12-4207-8C04-C296CCEC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49BBC1DD-74AD-4F2E-8B11-3B75B902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43B9D696-06C2-47E7-83A3-D02CEFD3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DD78472-6378-4F54-88CE-A847567E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0DB37E6E-03E7-4625-9BE1-4AF953B0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3BF7E6C7-EC44-4AD0-9814-2E41FC2F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E3C7C14E-21A6-4942-87A8-1528774C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C83A2B5E-15AD-4319-86BE-49E3E4F5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969ACE54-6AAD-4AA7-8F7B-11E07234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0586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2026-08-24T17:17:08.1750000Z</dcterms:created>
  <dcterms:modified xsi:type="dcterms:W3CDTF">2026-08-24T17:17:08.1750000Z</dcterms:modified>
</coreProperties>
</file>