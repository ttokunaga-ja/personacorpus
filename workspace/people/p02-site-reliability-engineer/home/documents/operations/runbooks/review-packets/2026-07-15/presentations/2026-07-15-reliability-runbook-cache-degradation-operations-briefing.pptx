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9fef4006c94c30" /><Relationship Type="http://schemas.openxmlformats.org/officeDocument/2006/relationships/extended-properties" Target="/docProps/app.xml" Id="R267e719500894672" /><Relationship Type="http://schemas.openxmlformats.org/officeDocument/2006/relationships/officeDocument" Target="/ppt/presentation.xml" Id="R94bf04bb54054e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019fa6cc7d404d"/>
  </p:sldMasterIdLst>
  <p:notesMasterIdLst>
    <p:notesMasterId xmlns:r="http://schemas.openxmlformats.org/officeDocument/2006/relationships" r:id="R8ff18fbedf8842ca"/>
  </p:notesMasterIdLst>
  <p:sldIdLst>
    <p:sldId xmlns:r="http://schemas.openxmlformats.org/officeDocument/2006/relationships" id="256" r:id="Rcac9710a8def4fe7"/>
    <p:sldId xmlns:r="http://schemas.openxmlformats.org/officeDocument/2006/relationships" id="257" r:id="Rdc7d7b51cbd84231"/>
    <p:sldId xmlns:r="http://schemas.openxmlformats.org/officeDocument/2006/relationships" id="258" r:id="R2eb75088bae04e1c"/>
    <p:sldId xmlns:r="http://schemas.openxmlformats.org/officeDocument/2006/relationships" id="259" r:id="R7488a619575945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97ff99ca9e4bce" /><Relationship Type="http://schemas.openxmlformats.org/officeDocument/2006/relationships/slideMaster" Target="/ppt/slideMasters/slideMaster1.xml" Id="R01019fa6cc7d404d" /><Relationship Type="http://schemas.openxmlformats.org/officeDocument/2006/relationships/notesMaster" Target="/ppt/notesMasters/notesMaster1.xml" Id="R8ff18fbedf8842ca" /><Relationship Type="http://schemas.openxmlformats.org/officeDocument/2006/relationships/presProps" Target="/ppt/presProps.xml" Id="R624ae38ea3c14ebc" /><Relationship Type="http://schemas.openxmlformats.org/officeDocument/2006/relationships/tableStyles" Target="/ppt/tableStyles.xml" Id="R311b140d4c14401b" /><Relationship Type="http://schemas.openxmlformats.org/officeDocument/2006/relationships/slide" Target="/ppt/slides/slide1.xml" Id="Rcac9710a8def4fe7" /><Relationship Type="http://schemas.openxmlformats.org/officeDocument/2006/relationships/slide" Target="/ppt/slides/slide2.xml" Id="Rdc7d7b51cbd84231" /><Relationship Type="http://schemas.openxmlformats.org/officeDocument/2006/relationships/slide" Target="/ppt/slides/slide3.xml" Id="R2eb75088bae04e1c" /><Relationship Type="http://schemas.openxmlformats.org/officeDocument/2006/relationships/slide" Target="/ppt/slides/slide4.xml" Id="R7488a619575945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fd348c0f1341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3d67b58f64ee4" /><Relationship Type="http://schemas.openxmlformats.org/officeDocument/2006/relationships/notesMaster" Target="/ppt/notesMasters/notesMaster1.xml" Id="Ra998f21a851e46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01022f990c416b" /><Relationship Type="http://schemas.openxmlformats.org/officeDocument/2006/relationships/notesMaster" Target="/ppt/notesMasters/notesMaster1.xml" Id="Raedb948b76cd42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0440c857bc49b2" /><Relationship Type="http://schemas.openxmlformats.org/officeDocument/2006/relationships/notesMaster" Target="/ppt/notesMasters/notesMaster1.xml" Id="R3fb963bd6ea54f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cfcfbf3b294b94" /><Relationship Type="http://schemas.openxmlformats.org/officeDocument/2006/relationships/notesMaster" Target="/ppt/notesMasters/notesMaster1.xml" Id="Rb06d75223ca548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p02-full-014155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p02-full-014155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p02-full-014155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p02-full-014155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5ce135d8b45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99697ad9fc42dd" /><Relationship Type="http://schemas.openxmlformats.org/officeDocument/2006/relationships/slideLayout" Target="/ppt/slideLayouts/slideLayout1.xml" Id="R8d77dd3155f246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7dd3155f246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83c6b9cb64784" /><Relationship Type="http://schemas.openxmlformats.org/officeDocument/2006/relationships/notesSlide" Target="/ppt/notesSlides/notesSlide1.xml" Id="R46326c146c9047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1d6026df74923" /><Relationship Type="http://schemas.openxmlformats.org/officeDocument/2006/relationships/notesSlide" Target="/ppt/notesSlides/notesSlide2.xml" Id="Rbbf52b7dd2d445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4621dcd1d4fd5" /><Relationship Type="http://schemas.openxmlformats.org/officeDocument/2006/relationships/notesSlide" Target="/ppt/notesSlides/notesSlide3.xml" Id="Rde62802d0053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b7a402a6e48ef" /><Relationship Type="http://schemas.openxmlformats.org/officeDocument/2006/relationships/chart" Target="/ppt/slides/charts/chart1.xml" Id="R4f98c644b36246cb" /><Relationship Type="http://schemas.openxmlformats.org/officeDocument/2006/relationships/notesSlide" Target="/ppt/notesSlides/notesSlide4.xml" Id="R721a4e23bc85405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8484E8DE-0C04-4A61-A2CE-561765FC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24A9A24-C13A-4A84-AC67-51A4FABF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p02-full-014155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CC5E589C-3BE0-4830-A739-E1E86877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documents/operations/runbooks · Identity SVC-23 · control p02-full-014155 · 2026 07 15 Reliability Runbook Cache Degradation Operations Briefing Pptx · Q-07 maximum 38,420 jobs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ABA2DF0F-2665-4AA8-92F8-D6D35532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697636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88239DDF-ACC3-4CAD-9312-9A77C29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Cache Degradation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8E9B2567-1384-486E-8EE0-B2B25AF2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EF2CE36-EA46-4661-8401-AA3534FA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1323D7B-B252-4B70-850D-F6F652FA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F99F4C6-C097-44BB-9259-905A485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queue saturation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9BB64365-602F-4885-A3B8-6219264C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7DAFE8D6-5141-42DF-8962-E14DDB66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CBA2AD0E-94ED-4AE6-8191-2845139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44EFE36B-DD4A-4933-82B9-D0CC8E97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A6389080-CA03-4509-A09D-8D23B9BB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4FB04058-87F6-44D1-8878-F1E1DA17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01186F3D-5CB2-4792-B883-699A38EB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6AF05933-562E-4A3A-BBCE-5A61DF3E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3421F660-3430-4FDC-B5D0-C0A181C2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2F9EE06-E1C9-48B5-8C8F-35FCEBED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p02-full-014155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804C9D5B-1845-4BB1-AFAE-3D7077E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9608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60FD34F3-1EC9-4FBD-AE6D-9B16A7C3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p02-full-014155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0456CA13-C4E7-4531-8BF6-060C2F2C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rel.inc260713.timeline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15978063-0060-4151-8183-B09EEE57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10E9D239-E020-4205-8FDC-5BA38F17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5D1B6AFC-AFBD-42B2-BFA8-607738F4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5BC69B77-2A43-49AC-94EB-859ADEB2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EAA2AA95-20AF-415B-855B-2617F70A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C46E5C8E-1BBC-4B58-A988-1E13D646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ACADDB48-F53A-44C9-9D63-CDAF9669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54FFF066-A140-4E1D-A0D4-C3504CEF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C8B9E196-7D16-4A96-9ECB-5930D417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A1F5D437-ECEE-4F1E-88AC-8E6859C0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8BBC3889-9DA7-45A6-8798-DC8D1F13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98AF880-7868-415D-A4E7-B76F9464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159E336-A021-4B99-9ADC-35AC6887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CB0A870F-BE9C-4F59-9D76-BA16C210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4653ED72-BCD9-41AD-ADF1-C75B0F3C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ADD3AF59-4B0C-4D66-9237-9115496C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8A7F16B9-8252-4FD5-95E4-8A81963B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p02-full-014155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6F6EF68C-EB33-49AF-9346-D51EF744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52605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059F497F-71BC-4DA7-8FD9-081DB778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9D06BE68-D0E7-404D-B66E-98F1DD88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Cache Degradation Operations Briefing Pptx: Q-07 threshold evidence · p02-full-014155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98c644b36246c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397E433F-A27D-402D-B139-EE8D17F4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0245D97A-6426-444A-B488-D7449B72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1F1C32A-D51E-47B0-A962-1DF8BFEB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01DD5E1D-FDFD-4835-BC7B-6F268FAB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8B00667E-F317-408A-98A1-6E7BD117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916FAC54-1B36-4A1B-9CB2-9067B3D4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55A981C4-FAE0-40C3-9D85-502B31B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8F78AA45-9E5D-40A9-8B65-0AC8757F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5CF7513F-DA20-425B-BCF2-73886433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F26DED9-809B-4623-9527-16095451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876D1916-946A-4648-BC58-00ED93E6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9C7B9FBB-0F61-4C25-9217-7450B3D0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queue saturation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F7B39374-F39D-428E-91B1-C0791097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06690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2026-08-24T17:17:10.6270000Z</dcterms:created>
  <dcterms:modified xsi:type="dcterms:W3CDTF">2026-08-24T17:17:10.6270000Z</dcterms:modified>
</coreProperties>
</file>