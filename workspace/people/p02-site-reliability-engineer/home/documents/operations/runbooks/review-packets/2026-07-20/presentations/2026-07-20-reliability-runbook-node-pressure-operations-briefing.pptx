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08b3db0ce44ac" /><Relationship Type="http://schemas.openxmlformats.org/officeDocument/2006/relationships/extended-properties" Target="/docProps/app.xml" Id="R44c242034a3a42a5" /><Relationship Type="http://schemas.openxmlformats.org/officeDocument/2006/relationships/officeDocument" Target="/ppt/presentation.xml" Id="Rb2d9506f0b7e46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4e7603fef47b6"/>
  </p:sldMasterIdLst>
  <p:notesMasterIdLst>
    <p:notesMasterId xmlns:r="http://schemas.openxmlformats.org/officeDocument/2006/relationships" r:id="Raaa50b3617eb4751"/>
  </p:notesMasterIdLst>
  <p:sldIdLst>
    <p:sldId xmlns:r="http://schemas.openxmlformats.org/officeDocument/2006/relationships" id="256" r:id="R11d79830b84b4ee1"/>
    <p:sldId xmlns:r="http://schemas.openxmlformats.org/officeDocument/2006/relationships" id="257" r:id="R902ab78d359b44ac"/>
    <p:sldId xmlns:r="http://schemas.openxmlformats.org/officeDocument/2006/relationships" id="258" r:id="Rd99ca5a19a5b4936"/>
    <p:sldId xmlns:r="http://schemas.openxmlformats.org/officeDocument/2006/relationships" id="259" r:id="Re56e68ab184d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b813ffb25642d3" /><Relationship Type="http://schemas.openxmlformats.org/officeDocument/2006/relationships/slideMaster" Target="/ppt/slideMasters/slideMaster1.xml" Id="R4a94e7603fef47b6" /><Relationship Type="http://schemas.openxmlformats.org/officeDocument/2006/relationships/notesMaster" Target="/ppt/notesMasters/notesMaster1.xml" Id="Raaa50b3617eb4751" /><Relationship Type="http://schemas.openxmlformats.org/officeDocument/2006/relationships/presProps" Target="/ppt/presProps.xml" Id="R4892169ec5934710" /><Relationship Type="http://schemas.openxmlformats.org/officeDocument/2006/relationships/tableStyles" Target="/ppt/tableStyles.xml" Id="R8c8ee996591d42d9" /><Relationship Type="http://schemas.openxmlformats.org/officeDocument/2006/relationships/slide" Target="/ppt/slides/slide1.xml" Id="R11d79830b84b4ee1" /><Relationship Type="http://schemas.openxmlformats.org/officeDocument/2006/relationships/slide" Target="/ppt/slides/slide2.xml" Id="R902ab78d359b44ac" /><Relationship Type="http://schemas.openxmlformats.org/officeDocument/2006/relationships/slide" Target="/ppt/slides/slide3.xml" Id="Rd99ca5a19a5b4936" /><Relationship Type="http://schemas.openxmlformats.org/officeDocument/2006/relationships/slide" Target="/ppt/slides/slide4.xml" Id="Re56e68ab184d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9db1301a0548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641ea0863410e" /><Relationship Type="http://schemas.openxmlformats.org/officeDocument/2006/relationships/notesMaster" Target="/ppt/notesMasters/notesMaster1.xml" Id="R97f216e59fcd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96e29c6dc45d5" /><Relationship Type="http://schemas.openxmlformats.org/officeDocument/2006/relationships/notesMaster" Target="/ppt/notesMasters/notesMaster1.xml" Id="Rf6e634bc296648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22c2e06854c83" /><Relationship Type="http://schemas.openxmlformats.org/officeDocument/2006/relationships/notesMaster" Target="/ppt/notesMasters/notesMaster1.xml" Id="Rd6f533ca44f048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3092198e4485c" /><Relationship Type="http://schemas.openxmlformats.org/officeDocument/2006/relationships/notesMaster" Target="/ppt/notesMasters/notesMaster1.xml" Id="R0e9962b49662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documents/operations/runbooks/supporting-data/2026-q3-reliability-runbook-node-pressure-metrics-csv-s000100.csv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p02-full-000100, row:canonical-metric.</a:t>
            </a:r>
          </a:p>
          <a:p xmlns:a="http://schemas.openxmlformats.org/drawingml/2006/main">
            <a:r>
              <a:t>Artifact: p02-full-007548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documents/operations/runbooks/supporting-data/2026-q3-reliability-runbook-node-pressure-metrics-csv-s000100.csv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p02-full-000100, row:canonical-metric.</a:t>
            </a:r>
          </a:p>
          <a:p xmlns:a="http://schemas.openxmlformats.org/drawingml/2006/main">
            <a:r>
              <a:t>Artifact: p02-full-007548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documents/operations/runbooks/supporting-data/2026-q3-reliability-runbook-node-pressure-metrics-csv-s000100.csv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p02-full-000100, row:canonical-metric.</a:t>
            </a:r>
          </a:p>
          <a:p xmlns:a="http://schemas.openxmlformats.org/drawingml/2006/main">
            <a:r>
              <a:t>Artifact: p02-full-007548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documents/operations/runbooks/supporting-data/2026-q3-reliability-runbook-node-pressure-metrics-csv-s000100.csv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p02-full-000100, row:canonical-metric.</a:t>
            </a:r>
          </a:p>
          <a:p xmlns:a="http://schemas.openxmlformats.org/drawingml/2006/main">
            <a:r>
              <a:t>Artifact: p02-full-007548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e4d53d757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4cda74313149e8" /><Relationship Type="http://schemas.openxmlformats.org/officeDocument/2006/relationships/slideLayout" Target="/ppt/slideLayouts/slideLayout1.xml" Id="R4f822edcc810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22edcc810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3c93b7d27432f" /><Relationship Type="http://schemas.openxmlformats.org/officeDocument/2006/relationships/notesSlide" Target="/ppt/notesSlides/notesSlide1.xml" Id="Rc13738497da5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986f310f049ad" /><Relationship Type="http://schemas.openxmlformats.org/officeDocument/2006/relationships/notesSlide" Target="/ppt/notesSlides/notesSlide2.xml" Id="R4bb8945bfc97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7010c9e5e4f7c" /><Relationship Type="http://schemas.openxmlformats.org/officeDocument/2006/relationships/notesSlide" Target="/ppt/notesSlides/notesSlide3.xml" Id="R0c7f965ec5cb44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e4b651a8b4f76" /><Relationship Type="http://schemas.openxmlformats.org/officeDocument/2006/relationships/chart" Target="/ppt/slides/charts/chart1.xml" Id="R190cf4784fa64c45" /><Relationship Type="http://schemas.openxmlformats.org/officeDocument/2006/relationships/notesSlide" Target="/ppt/notesSlides/notesSlide4.xml" Id="R3e7de78e61dc42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B5B4B53-348B-4206-8F49-1BDD74E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1C0057D8-6663-46CE-BC4F-0AEDDC7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319F6B3-81E2-49F8-BDC9-77E403F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Checkout SVC-17 · control p02-full-007548 · 2026 07 20 Reliability Runbook Node Pressure Operations Briefing Pptx · Consumer headroom 31.0%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E1E1506-DCEF-4B65-A9C3-35C3B85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47332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2928F61-0FF9-4C6B-8957-1B64DDB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Node Pressure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ADD3D39-D0EA-4AB8-8BF8-9AD04A4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9FB3678-D958-4B83-9201-FDED9C6C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FE422BD-8088-448B-A18F-657BDA0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F6941E2-85FB-4BB7-B6FB-7B0FA3B0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node pressure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8C4CEC3-698A-45E8-92C5-B15F86B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6F97EE5-CB68-4AE5-BC47-0B1448E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CC2B6EB-26C9-41E5-8B7C-46016E8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ADA898F-30D6-43C3-8434-CE6495B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632A88E-F927-4B5A-8DD6-E951841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6AD2C47-6F6A-4ECE-888E-06A1B11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E8B6889-F21E-411E-BE99-6C8524F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55207FA-2CEC-4A93-906F-55BF58D9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00FEC5E9-8ADE-44DB-93D8-227E2865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32116DC-2B95-4C5D-8CBA-C4621D5B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p02-full-007548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92945121-B64A-4BFE-BC47-F1238929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423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E36005A-A03E-4847-A66C-8605035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DACE1AE-194E-4C72-8268-B53B1FF3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7909122-4A24-4189-A83C-84BE7A6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70D11D01-DBBE-4532-97A9-8436C7B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6765FDC-12BD-48E9-89F6-6243D6E1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31.0%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F992BD4-2B13-4BD0-8615-90890ECA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Consumer headroom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8EA97BC-03AC-4509-AFC0-D49D9710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C306F85-8B38-4C3D-B907-FD74F2BA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FA69D80-0201-4032-A110-B88F4C5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8F17B8D-13D0-4B5D-A05A-5186A11C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0C01FA2-966D-4FA9-A855-A37B0860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6A441D5-39B3-4777-BA20-C3FFA7FC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4FA402C-A373-4FA4-9073-D849E3C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DF47A1C-AC9C-4B73-96AB-CA69CD2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1151F7A-0EE0-46BF-A150-A7E289D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C366F8D-556C-40F5-8670-8240A3D3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99D1E25E-A5C5-4B03-A0DD-D7EEB63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11BEC5C-3851-4CF8-8AD8-91AE228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163C2E9-9D53-448F-A053-96E5CB28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4928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013946E-D113-4B0B-A2BA-9C8F15F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C3D1219-D4F4-420C-A6D9-67FBE640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Node Pressure Operations Briefing Pptx: Q-07 threshold evidence · p02-full-007548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cf4784fa64c4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F27C9B6-FDB9-401F-9F32-88C37AC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4902D825-A972-4383-BA2B-881E5700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56D1DBC-48EC-4B85-B1CE-0BA8ABD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0ACFE48-A1D9-49F1-B205-0F1CB73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2BE426C-7AA4-49BB-B3EC-89E30B2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044A67B5-8BB1-4C1E-8EF2-F6D4EA3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0BE245A-B34C-44C4-B9F3-00DCC7AE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603EE9D-F995-41DA-947F-D22BFB98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AE39F23-25A1-4344-9763-022216F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6A79E38-F4CF-467D-AEE5-ED0EA27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9F37306-66FF-418A-B191-726FCE3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77942AC-F528-4DAA-927E-2B59216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node pressure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9D275D9-9AB6-4552-8281-20550AE2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905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2026-08-24T17:17:03.7630000Z</dcterms:created>
  <dcterms:modified xsi:type="dcterms:W3CDTF">2026-08-24T17:17:03.7630000Z</dcterms:modified>
</coreProperties>
</file>