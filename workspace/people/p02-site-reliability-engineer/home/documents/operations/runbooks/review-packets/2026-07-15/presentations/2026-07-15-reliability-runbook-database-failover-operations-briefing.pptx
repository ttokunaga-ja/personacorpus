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e311b40ffe4985" /><Relationship Type="http://schemas.openxmlformats.org/officeDocument/2006/relationships/extended-properties" Target="/docProps/app.xml" Id="R09d01d2fc4e5420d" /><Relationship Type="http://schemas.openxmlformats.org/officeDocument/2006/relationships/officeDocument" Target="/ppt/presentation.xml" Id="Rc02e4b2c2a01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e231588abc4deb"/>
  </p:sldMasterIdLst>
  <p:notesMasterIdLst>
    <p:notesMasterId xmlns:r="http://schemas.openxmlformats.org/officeDocument/2006/relationships" r:id="R10be17c01bf04d9f"/>
  </p:notesMasterIdLst>
  <p:sldIdLst>
    <p:sldId xmlns:r="http://schemas.openxmlformats.org/officeDocument/2006/relationships" id="256" r:id="Rbc00163f0bb747e5"/>
    <p:sldId xmlns:r="http://schemas.openxmlformats.org/officeDocument/2006/relationships" id="257" r:id="Ra9efa916be18491f"/>
    <p:sldId xmlns:r="http://schemas.openxmlformats.org/officeDocument/2006/relationships" id="258" r:id="R2fa46f653a764cd0"/>
    <p:sldId xmlns:r="http://schemas.openxmlformats.org/officeDocument/2006/relationships" id="259" r:id="R77fa088bd49849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233f68b1954df4" /><Relationship Type="http://schemas.openxmlformats.org/officeDocument/2006/relationships/slideMaster" Target="/ppt/slideMasters/slideMaster1.xml" Id="R89e231588abc4deb" /><Relationship Type="http://schemas.openxmlformats.org/officeDocument/2006/relationships/notesMaster" Target="/ppt/notesMasters/notesMaster1.xml" Id="R10be17c01bf04d9f" /><Relationship Type="http://schemas.openxmlformats.org/officeDocument/2006/relationships/presProps" Target="/ppt/presProps.xml" Id="R8812427aed42477a" /><Relationship Type="http://schemas.openxmlformats.org/officeDocument/2006/relationships/tableStyles" Target="/ppt/tableStyles.xml" Id="R45a57527d2e54f01" /><Relationship Type="http://schemas.openxmlformats.org/officeDocument/2006/relationships/slide" Target="/ppt/slides/slide1.xml" Id="Rbc00163f0bb747e5" /><Relationship Type="http://schemas.openxmlformats.org/officeDocument/2006/relationships/slide" Target="/ppt/slides/slide2.xml" Id="Ra9efa916be18491f" /><Relationship Type="http://schemas.openxmlformats.org/officeDocument/2006/relationships/slide" Target="/ppt/slides/slide3.xml" Id="R2fa46f653a764cd0" /><Relationship Type="http://schemas.openxmlformats.org/officeDocument/2006/relationships/slide" Target="/ppt/slides/slide4.xml" Id="R77fa088bd49849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152a96f1764e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77b7b5c4a459d" /><Relationship Type="http://schemas.openxmlformats.org/officeDocument/2006/relationships/notesMaster" Target="/ppt/notesMasters/notesMaster1.xml" Id="Rbe9f66ddfb0b46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d2a23336eb4bc4" /><Relationship Type="http://schemas.openxmlformats.org/officeDocument/2006/relationships/notesMaster" Target="/ppt/notesMasters/notesMaster1.xml" Id="R6bf1691ce6824d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47751968c34e44" /><Relationship Type="http://schemas.openxmlformats.org/officeDocument/2006/relationships/notesMaster" Target="/ppt/notesMasters/notesMaster1.xml" Id="Rce878159e7ee48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731a7401094f44" /><Relationship Type="http://schemas.openxmlformats.org/officeDocument/2006/relationships/notesMaster" Target="/ppt/notesMasters/notesMaster1.xml" Id="R80e0c9e54aa84c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p02-full-004849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p02-full-004849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p02-full-004849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documents/operations/runbooks/supporting-data/2026-07-13-reliability-runbook-database-failover-metrics-csv-s000385.csv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p02-full-000385, row:canonical-metric.</a:t>
            </a:r>
          </a:p>
          <a:p xmlns:a="http://schemas.openxmlformats.org/drawingml/2006/main">
            <a:r>
              <a:t>Artifact: p02-full-004849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c2800d62c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2d884ee4ac421e" /><Relationship Type="http://schemas.openxmlformats.org/officeDocument/2006/relationships/slideLayout" Target="/ppt/slideLayouts/slideLayout1.xml" Id="R330eff724d2b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eff724d2b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d63d00ddc4e43" /><Relationship Type="http://schemas.openxmlformats.org/officeDocument/2006/relationships/notesSlide" Target="/ppt/notesSlides/notesSlide1.xml" Id="R9f4432fabfc541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1190d67494c37" /><Relationship Type="http://schemas.openxmlformats.org/officeDocument/2006/relationships/notesSlide" Target="/ppt/notesSlides/notesSlide2.xml" Id="R5a0f0121ef5044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675986eb6457a" /><Relationship Type="http://schemas.openxmlformats.org/officeDocument/2006/relationships/notesSlide" Target="/ppt/notesSlides/notesSlide3.xml" Id="R701ac024d1f849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1fdf437c84ee4" /><Relationship Type="http://schemas.openxmlformats.org/officeDocument/2006/relationships/chart" Target="/ppt/slides/charts/chart1.xml" Id="Rb4dcbd455be04c79" /><Relationship Type="http://schemas.openxmlformats.org/officeDocument/2006/relationships/notesSlide" Target="/ppt/notesSlides/notesSlide4.xml" Id="Ra44d8ca5c4804d9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Identity SVC-23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CEC0702B-37C1-4B76-94C2-3C91512C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CADF1DC-4EBE-45AC-BE30-2881D509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p02-full-004849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D3B930EB-176F-4E09-BD32-96CE41E5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documents/operations/runbooks · Identity SVC-23 · control p02-full-004849 · 2026 07 15 Reliability Runbook Database Failover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56544D48-3854-4BD8-BB01-C3852848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3891848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41DE36EF-63C8-4B73-8819-E17E8281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C4CB3D6F-2729-4DDE-84E4-122AC07E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20B38DE-A60D-4B12-904D-20978B64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40D71C19-0F04-40EF-96F3-43E18A18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B8B008BB-1182-4297-9808-049244DF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8ED93B7-E897-4258-ABA8-626C6266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C88C4CB2-E79D-4028-834E-7E5A9611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EA9DBF57-DAAC-4B2D-ABB4-8F9A01F1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53064016-BB60-49E9-ABE8-95AE3CCB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Identity SVC-23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739C9FF2-55E1-4430-9DE8-DD157F94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3D6D83BE-2CC3-4EF8-A4DD-2B34B1AC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CF67EC3-28EA-44F1-B309-E0E230AC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FCC67E08-C29C-4F9E-8690-791953EE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D95AC7AD-7CDE-4B7D-9ACB-B5A1FB8D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92545794-E351-4A4F-AD82-FE301A90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p02-full-004849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13EDC8F0-6691-4890-A52A-CB4F57B7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217126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6451F1DA-ACAA-4984-83AF-E7A71CF9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p02-full-004849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69570384-2D9E-4EAE-920E-B89A6925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Identity SVC-23. org.ntc · svc.identity.svc23 · rel.inc260713.timeline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643D595D-913F-4215-8F2B-F11DCC0C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46D31C5A-FD60-460C-B0F6-D9E37A83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849C33F-DEF5-4F06-AA20-25635311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D049E145-2743-4ED6-A1B3-9FDE9F93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6380A4C0-66D0-4443-81BB-9FBBAB05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7C70BF18-697B-47A7-B481-8031BFA4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8A10D42-A8AB-4F6E-B0E9-EBB8EBDB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CA1BBA4F-130B-424B-A2AE-2FAB7473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7496F6E3-9C87-448A-87FA-202FDFBA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90D2FF3-AB97-4431-8D99-4250BF9E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DC539F94-178F-4378-AD34-42A171B6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CA6CE02D-3937-49E9-98DA-23C97078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57AA2CCB-02DE-41E7-B506-0211F895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DD7AC502-1616-43A4-9622-13ADEC92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7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427A9DDA-3764-4804-8888-3B7093E5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507A2E0B-E170-4D3A-98CE-32F879D3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p02-full-004849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41E7E23-C413-4D64-982B-C7C4E0A2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9942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8657663-4546-4B82-99EB-17A4C8A0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C7A74E9C-FA99-41B5-A861-E0A4A42F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Reliability Runbook Database Failover Operations Briefing Pptx: Q-07 threshold evidence · p02-full-004849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dcbd455be04c7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0182452-CFE4-4E2E-9704-0D306747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7D049D0C-94A8-4533-8C0D-4F515043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18A47697-A796-4CEC-8523-6C1D1AFA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AF58A1E5-51F7-4A56-BB7D-22B4E357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D90FCE20-A92C-4CE6-9F42-E1D85CE3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7B7BD80-1EC3-48A5-9DAF-DEE40F26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604FDB01-E99F-4305-A3C4-62D6F32E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586954E8-8322-4B94-9D65-EB080DC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4CD163C1-F856-4A88-BCCC-D228463E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Identity SVC-23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490FE25-732B-4F79-8216-CC831643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C139EC4F-DF44-4CAF-BEA1-19677601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305B8F79-75FB-43B5-9DB6-77C9F822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reliability runbook database failover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666C611E-2C1B-43A9-A603-2A532636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8228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2026-08-24T17:17:00.8020000Z</dcterms:created>
  <dcterms:modified xsi:type="dcterms:W3CDTF">2026-08-24T17:17:00.8020000Z</dcterms:modified>
</coreProperties>
</file>