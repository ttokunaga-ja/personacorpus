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37302d7ca84184" /><Relationship Type="http://schemas.openxmlformats.org/officeDocument/2006/relationships/extended-properties" Target="/docProps/app.xml" Id="R1e84f708247341ee" /><Relationship Type="http://schemas.openxmlformats.org/officeDocument/2006/relationships/officeDocument" Target="/ppt/presentation.xml" Id="R4a179b530e3840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c678c2196d44df"/>
  </p:sldMasterIdLst>
  <p:notesMasterIdLst>
    <p:notesMasterId xmlns:r="http://schemas.openxmlformats.org/officeDocument/2006/relationships" r:id="R084260fd68ee42d3"/>
  </p:notesMasterIdLst>
  <p:sldIdLst>
    <p:sldId xmlns:r="http://schemas.openxmlformats.org/officeDocument/2006/relationships" id="256" r:id="R2af7cb7db3bc479a"/>
    <p:sldId xmlns:r="http://schemas.openxmlformats.org/officeDocument/2006/relationships" id="257" r:id="R0aed362e94c3429d"/>
    <p:sldId xmlns:r="http://schemas.openxmlformats.org/officeDocument/2006/relationships" id="258" r:id="R5d1fd9852aaf46b4"/>
    <p:sldId xmlns:r="http://schemas.openxmlformats.org/officeDocument/2006/relationships" id="259" r:id="R10c3dcfdb23d46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813be2bd2540cb" /><Relationship Type="http://schemas.openxmlformats.org/officeDocument/2006/relationships/slideMaster" Target="/ppt/slideMasters/slideMaster1.xml" Id="R89c678c2196d44df" /><Relationship Type="http://schemas.openxmlformats.org/officeDocument/2006/relationships/notesMaster" Target="/ppt/notesMasters/notesMaster1.xml" Id="R084260fd68ee42d3" /><Relationship Type="http://schemas.openxmlformats.org/officeDocument/2006/relationships/presProps" Target="/ppt/presProps.xml" Id="R2a1440306dfc4912" /><Relationship Type="http://schemas.openxmlformats.org/officeDocument/2006/relationships/tableStyles" Target="/ppt/tableStyles.xml" Id="R3a31a21c45b749dc" /><Relationship Type="http://schemas.openxmlformats.org/officeDocument/2006/relationships/slide" Target="/ppt/slides/slide1.xml" Id="R2af7cb7db3bc479a" /><Relationship Type="http://schemas.openxmlformats.org/officeDocument/2006/relationships/slide" Target="/ppt/slides/slide2.xml" Id="R0aed362e94c3429d" /><Relationship Type="http://schemas.openxmlformats.org/officeDocument/2006/relationships/slide" Target="/ppt/slides/slide3.xml" Id="R5d1fd9852aaf46b4" /><Relationship Type="http://schemas.openxmlformats.org/officeDocument/2006/relationships/slide" Target="/ppt/slides/slide4.xml" Id="R10c3dcfdb23d46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b01e7c2b6443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ed4c2918074815" /><Relationship Type="http://schemas.openxmlformats.org/officeDocument/2006/relationships/notesMaster" Target="/ppt/notesMasters/notesMaster1.xml" Id="Ra943d0fb432a4e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f64ddd792c4a89" /><Relationship Type="http://schemas.openxmlformats.org/officeDocument/2006/relationships/notesMaster" Target="/ppt/notesMasters/notesMaster1.xml" Id="Rcba2461d585946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7300bd52f54202" /><Relationship Type="http://schemas.openxmlformats.org/officeDocument/2006/relationships/notesMaster" Target="/ppt/notesMasters/notesMaster1.xml" Id="R956bf27a35f64b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11295977cd437e" /><Relationship Type="http://schemas.openxmlformats.org/officeDocument/2006/relationships/notesMaster" Target="/ppt/notesMasters/notesMaster1.xml" Id="R7bfe4f2bb70742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documents/operations/runbooks/supporting-data/2026-07-14-reliability-runbook-log-gap-metrics-csv-s001758.csv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Telemetry export gap = 7 minutes; source p02-full-001758, row:canonical-metric.</a:t>
            </a:r>
          </a:p>
          <a:p xmlns:a="http://schemas.openxmlformats.org/drawingml/2006/main">
            <a:r>
              <a:t>Artifact: p02-full-011746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documents/operations/runbooks/supporting-data/2026-07-14-reliability-runbook-log-gap-metrics-csv-s001758.csv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Telemetry export gap = 7 minutes; source p02-full-001758, row:canonical-metric.</a:t>
            </a:r>
          </a:p>
          <a:p xmlns:a="http://schemas.openxmlformats.org/drawingml/2006/main">
            <a:r>
              <a:t>Artifact: p02-full-011746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documents/operations/runbooks/supporting-data/2026-07-14-reliability-runbook-log-gap-metrics-csv-s001758.csv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Telemetry export gap = 7 minutes; source p02-full-001758, row:canonical-metric.</a:t>
            </a:r>
          </a:p>
          <a:p xmlns:a="http://schemas.openxmlformats.org/drawingml/2006/main">
            <a:r>
              <a:t>Artifact: p02-full-011746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documents/operations/runbooks/supporting-data/2026-07-14-reliability-runbook-log-gap-metrics-csv-s001758.csv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Telemetry export gap = 7 minutes; source p02-full-001758, row:canonical-metric.</a:t>
            </a:r>
          </a:p>
          <a:p xmlns:a="http://schemas.openxmlformats.org/drawingml/2006/main">
            <a:r>
              <a:t>Artifact: p02-full-011746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ba9de2009f4b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2da724daa54182" /><Relationship Type="http://schemas.openxmlformats.org/officeDocument/2006/relationships/slideLayout" Target="/ppt/slideLayouts/slideLayout1.xml" Id="R933628879b8146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3628879b8146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be4322c8c4157" /><Relationship Type="http://schemas.openxmlformats.org/officeDocument/2006/relationships/notesSlide" Target="/ppt/notesSlides/notesSlide1.xml" Id="R7f2179c31ae841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72352e2144167" /><Relationship Type="http://schemas.openxmlformats.org/officeDocument/2006/relationships/notesSlide" Target="/ppt/notesSlides/notesSlide2.xml" Id="Re7277fef89d647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87ae5d34b4683" /><Relationship Type="http://schemas.openxmlformats.org/officeDocument/2006/relationships/notesSlide" Target="/ppt/notesSlides/notesSlide3.xml" Id="R3d6f3a9f685f4e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511d3122044ce" /><Relationship Type="http://schemas.openxmlformats.org/officeDocument/2006/relationships/chart" Target="/ppt/slides/charts/chart1.xml" Id="R1d735f4f91ef4223" /><Relationship Type="http://schemas.openxmlformats.org/officeDocument/2006/relationships/notesSlide" Target="/ppt/notesSlides/notesSlide4.xml" Id="R1283a89f3b7f477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Identity SVC-23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A2EED8FB-EE1E-46D1-BB7F-A2614EBF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BA4908C1-E52C-40DF-BD38-A89537DE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p02-full-011746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D7486D72-459C-46F4-B99A-8F0AA2F0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· documents/operations/runbooks · Identity SVC-23 · control p02-full-011746 · 2026 07 20 Reliability Runbook Traffic Shift Operations Briefing Pptx · Telemetry export gap 7 minutes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0D5DAC5E-CD88-40CF-BC12-57E7D6AB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4743764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E2CA5E41-20EB-4144-BDBE-2892A839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Traffic Shift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8E249114-D9E2-489E-AD44-7D58EE00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B860B9CB-5193-43EC-BEC3-D1398E58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36E9DA23-EA22-49A3-9D66-1E44A56E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5E239C2D-9B13-41BE-876F-D2146894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reliability runbook log gap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5FA017B4-A2D9-4581-8CF4-09373373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C6D3C526-265D-409B-952B-14C89388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F728842C-5772-4DB0-9EEC-C80464C7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1BC39ACE-26AC-4E83-ACA3-679A9A77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Identity SVC-23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F948B579-F9C7-4FFE-AD48-E370391F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1E1BA64F-D28D-460A-B3F1-FA0B10D3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879A7CC3-36D3-40A2-BD49-F4B5F16D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1AE26555-7632-448D-B0AB-78B9B708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6E123651-7A58-4F73-BD92-94632925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DCD4D274-1BC2-456F-9CFA-0E1D0F8D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p02-full-011746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4962D3C3-318F-47EB-8FBE-CC315F8C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725456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BC2BA3BF-4841-44BD-AE13-1CB7B222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p02-full-011746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4D7D2E5A-8D69-4D62-B6CD-3688B236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Identity SVC-23. org.ntc · svc.identity.svc23 · rel.inc260713.timeline · date.2026-07-20.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5596CA61-8594-4015-A3CC-F624867E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A2EB641E-5786-4C79-9AD3-0B731B0C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21EFAA2A-9EB2-465F-B848-24DC6FCA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3854F923-11AB-4895-8BE4-C9416465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Telemetry export gap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5C5BF746-E766-4587-9B5B-445787CF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A3FA5599-3D3D-4078-A05A-C9887A77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5019B4EE-B73D-4537-8A86-4705D563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B41881B9-338B-4817-BD52-11CAC06B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AF51DB8B-82B0-4299-A6AE-D16470A1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5B493FC0-ABBC-42C0-AA18-56B098CC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F6AAFEEE-1DCE-48CC-BA5A-CF490022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B4B7E18F-D658-4127-AA37-638A80D8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E3A5F3AF-FFD5-4FFB-9547-7020F342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2B24E93F-96D5-4739-B632-7E86B3B8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C05A0072-37FC-434E-9510-65355E97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2E3FDD8E-3606-4624-B33D-1B948612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4855F5A1-9721-4C30-BE85-3AC78783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p02-full-011746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D88CFA2A-06ED-4A28-A54B-08DDCFE7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281962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9A4C66A2-5BEB-4F2B-897E-2F8CC9CF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DC113426-9720-4B7C-AF2C-D5268DF7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Traffic Shift Operations Briefing Pptx: Q-07 threshold evidence · p02-full-011746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735f4f91ef4223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7FD6A388-85EB-465F-B4C7-17739649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3955C49A-4615-49B3-903F-858C8EB0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6C77CC7E-0554-4040-B521-BF6EEDE5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487F1935-E491-4E38-AF92-16690DB2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3ACFA389-B71F-4AA3-870E-7CA8611E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DE2EB2A1-C63C-4C73-A876-93FAAF2F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FA0A478C-0C43-4EFC-BCF0-CC699FCD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A3119F53-6B95-4AD8-A07B-B9BB2361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074EA94E-27CF-47C6-A7A9-900E992F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 SVC-23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772E0F5C-25D2-4EEE-82A7-C8F56F82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129A6612-3187-4E18-9D24-3F40C234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4B1EA5AB-7C7D-4F98-8555-7213DFCD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reliability runbook log gap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E14B36E1-3CC3-48BB-82B9-2CA3CF32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395725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2026-08-24T17:17:06.9980000Z</dcterms:created>
  <dcterms:modified xsi:type="dcterms:W3CDTF">2026-08-24T17:17:06.9980000Z</dcterms:modified>
</coreProperties>
</file>