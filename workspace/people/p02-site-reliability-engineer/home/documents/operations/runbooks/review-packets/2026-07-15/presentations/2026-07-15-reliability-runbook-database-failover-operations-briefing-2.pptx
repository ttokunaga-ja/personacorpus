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a0177aa7e2467c" /><Relationship Type="http://schemas.openxmlformats.org/officeDocument/2006/relationships/extended-properties" Target="/docProps/app.xml" Id="R4f6daa94baa24864" /><Relationship Type="http://schemas.openxmlformats.org/officeDocument/2006/relationships/officeDocument" Target="/ppt/presentation.xml" Id="R0948514a4038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9fbd0ef584807"/>
  </p:sldMasterIdLst>
  <p:notesMasterIdLst>
    <p:notesMasterId xmlns:r="http://schemas.openxmlformats.org/officeDocument/2006/relationships" r:id="Ra6bc08c866d14a0c"/>
  </p:notesMasterIdLst>
  <p:sldIdLst>
    <p:sldId xmlns:r="http://schemas.openxmlformats.org/officeDocument/2006/relationships" id="256" r:id="Rc6b1338e86404f61"/>
    <p:sldId xmlns:r="http://schemas.openxmlformats.org/officeDocument/2006/relationships" id="257" r:id="R4613812d45344caa"/>
    <p:sldId xmlns:r="http://schemas.openxmlformats.org/officeDocument/2006/relationships" id="258" r:id="Rfd0a25a223e84401"/>
    <p:sldId xmlns:r="http://schemas.openxmlformats.org/officeDocument/2006/relationships" id="259" r:id="Rcf7be35822ef4e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a7b8543ad4b56" /><Relationship Type="http://schemas.openxmlformats.org/officeDocument/2006/relationships/slideMaster" Target="/ppt/slideMasters/slideMaster1.xml" Id="R7da9fbd0ef584807" /><Relationship Type="http://schemas.openxmlformats.org/officeDocument/2006/relationships/notesMaster" Target="/ppt/notesMasters/notesMaster1.xml" Id="Ra6bc08c866d14a0c" /><Relationship Type="http://schemas.openxmlformats.org/officeDocument/2006/relationships/presProps" Target="/ppt/presProps.xml" Id="R63ed451c60bf412b" /><Relationship Type="http://schemas.openxmlformats.org/officeDocument/2006/relationships/tableStyles" Target="/ppt/tableStyles.xml" Id="R01770ce2368848ae" /><Relationship Type="http://schemas.openxmlformats.org/officeDocument/2006/relationships/slide" Target="/ppt/slides/slide1.xml" Id="Rc6b1338e86404f61" /><Relationship Type="http://schemas.openxmlformats.org/officeDocument/2006/relationships/slide" Target="/ppt/slides/slide2.xml" Id="R4613812d45344caa" /><Relationship Type="http://schemas.openxmlformats.org/officeDocument/2006/relationships/slide" Target="/ppt/slides/slide3.xml" Id="Rfd0a25a223e84401" /><Relationship Type="http://schemas.openxmlformats.org/officeDocument/2006/relationships/slide" Target="/ppt/slides/slide4.xml" Id="Rcf7be35822ef4e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cbd77a3176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e5f573d044abf" /><Relationship Type="http://schemas.openxmlformats.org/officeDocument/2006/relationships/notesMaster" Target="/ppt/notesMasters/notesMaster1.xml" Id="Rd9a897b25427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bc8f98383c4f00" /><Relationship Type="http://schemas.openxmlformats.org/officeDocument/2006/relationships/notesMaster" Target="/ppt/notesMasters/notesMaster1.xml" Id="Rfd0123f2358447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0992cc0de4954" /><Relationship Type="http://schemas.openxmlformats.org/officeDocument/2006/relationships/notesMaster" Target="/ppt/notesMasters/notesMaster1.xml" Id="Rc25b5bcb88d64f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4657a83d64476" /><Relationship Type="http://schemas.openxmlformats.org/officeDocument/2006/relationships/notesMaster" Target="/ppt/notesMasters/notesMaster1.xml" Id="Rf3ab7f59e8244e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p02-full-006249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5c6633f29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c44ba5a11482b" /><Relationship Type="http://schemas.openxmlformats.org/officeDocument/2006/relationships/slideLayout" Target="/ppt/slideLayouts/slideLayout1.xml" Id="R07d3e48aab1c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3e48aab1c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7baf3314449ee" /><Relationship Type="http://schemas.openxmlformats.org/officeDocument/2006/relationships/notesSlide" Target="/ppt/notesSlides/notesSlide1.xml" Id="Rd953d6c7274a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640e9d8444dbd" /><Relationship Type="http://schemas.openxmlformats.org/officeDocument/2006/relationships/notesSlide" Target="/ppt/notesSlides/notesSlide2.xml" Id="Rc8726eeb50f5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8dd6ce9f14e01" /><Relationship Type="http://schemas.openxmlformats.org/officeDocument/2006/relationships/notesSlide" Target="/ppt/notesSlides/notesSlide3.xml" Id="R538b8824020a45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0b4c884c48da" /><Relationship Type="http://schemas.openxmlformats.org/officeDocument/2006/relationships/chart" Target="/ppt/slides/charts/chart1.xml" Id="Re2d2c353c24f4531" /><Relationship Type="http://schemas.openxmlformats.org/officeDocument/2006/relationships/notesSlide" Target="/ppt/notesSlides/notesSlide4.xml" Id="R7af175f2faa24e5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3370CF5-0265-4199-85A8-B46731E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72E7812E-47C3-4259-86A7-7B4D1AB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65E5874-0638-4286-96B2-B5BEE62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Checkout SVC-17 · control p02-full-006249 · 2026 07 15 Reliability Runbook Database Failover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7F8FCC5-B81C-4EDC-9F03-59AB2371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55831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88F131A-5C5D-4E34-9F87-9990C6B1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6214422-E1D8-4151-ADC8-EA495BF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FC5CCDB-35F9-488A-9FC8-A4A19F45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0873427-153E-4348-A4BC-695BD632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EBCE93D-1DE4-4A77-875C-4652B3D0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262ADE5-2D35-4587-A644-EEEEAF7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2DFD498-9504-4A84-B6E7-A101811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0CD2914-41CC-4A6D-8EB5-B612EFA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338C3FC-FA43-421B-967A-BAB1407E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759E23D-B38A-4523-AF71-39327344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B4ACF87-06EA-4452-B569-D318C35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6AE60B3-1F1F-4BBC-89A0-82E4FB7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6997A0A-8C65-4ABD-8E87-8E93A42C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73F68707-5742-4AC9-8385-A6E1A553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EC95118-9587-48EA-BAD4-BFC3BA34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p02-full-006249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4AA73B0-E480-4C4C-B2BB-077695E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5379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30A7FD20-A14D-4B75-A7AC-A26CD13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287A7C9-8273-4F15-B0D9-A5B9DE8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B7269318-403C-494A-AEC5-3BA4FFBB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B4ECCDA-EAF8-4368-A527-BFFE928E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C043E6C-4D0C-4EF7-B6C0-CD09ED0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A9E7419-5994-494F-B72D-26FC812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CF70057F-0341-4D45-A5E8-9C386AC3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D23330B-2AB8-4E85-8246-9998ED7E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4C5752D-21EA-4E42-8006-3395AFD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6E5CD7C-8BC3-4873-B1F9-E7D641A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EA8577F-36BE-42E8-86EC-2C48D7C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C78D243-A224-4041-B7A5-531C5235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1051FAA-38E3-4DEB-97F3-5139F643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8DF2573-DCBC-4B5B-A1A3-63311BB6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7BD1B71-25DE-42F6-91DF-B7CFD63A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682B91C-E3EA-4DD9-8368-828DD4F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2A10F7E-1C58-433A-808A-802DD8C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0CA44551-15A9-4DC3-AC3F-274C9E8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4B499E6-5A58-4278-B979-D85754C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p02-full-006249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51F084C-93B4-4DDF-863E-DA8E7A61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057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C850E2D-EBBC-401A-817B-29653FD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F4F6184-2A39-4FEF-A294-9B146139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Database Failover Operations Briefing Pptx: Q-07 threshold evidence · p02-full-006249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d2c353c24f453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31F1583-A1A7-4250-BEA8-EA21DADC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7217113-1B28-4CEC-85AA-CCA5F5CD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5B88CF5-DEA8-4DA6-B29E-E7EAD4A6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9F2489D-9828-4780-9576-4086527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5F2ECAE9-9A02-4EEB-952C-689AB76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0A8FF57-797E-474F-B1A8-A56569D6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9978169-2F9B-49A5-BA7B-E0CD0E83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68B975E7-C820-4859-AAC5-31CE5F9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CFE226C-9E92-424E-A866-EF5F8D71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F23AF13-9AE1-433E-8BF7-B55C766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D731B00-8C86-4B8A-A9BE-FE7890C2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16BE5C5-2F24-4FB4-9043-6C86471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60EF20B-F30C-4666-83C4-BA592693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07481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2026-08-24T17:17:02.0900000Z</dcterms:created>
  <dcterms:modified xsi:type="dcterms:W3CDTF">2026-08-24T17:17:02.0900000Z</dcterms:modified>
</coreProperties>
</file>