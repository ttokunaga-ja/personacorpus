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99ae1ba09c42f3" /><Relationship Type="http://schemas.openxmlformats.org/officeDocument/2006/relationships/extended-properties" Target="/docProps/app.xml" Id="Rd631a324f9384a22" /><Relationship Type="http://schemas.openxmlformats.org/officeDocument/2006/relationships/officeDocument" Target="/ppt/presentation.xml" Id="R7505ccba274641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d8d8edc5a74427"/>
  </p:sldMasterIdLst>
  <p:notesMasterIdLst>
    <p:notesMasterId xmlns:r="http://schemas.openxmlformats.org/officeDocument/2006/relationships" r:id="R2ccc54203cca4542"/>
  </p:notesMasterIdLst>
  <p:sldIdLst>
    <p:sldId xmlns:r="http://schemas.openxmlformats.org/officeDocument/2006/relationships" id="256" r:id="Re3371a548ff94bfd"/>
    <p:sldId xmlns:r="http://schemas.openxmlformats.org/officeDocument/2006/relationships" id="257" r:id="R7cda78a03def4c7e"/>
    <p:sldId xmlns:r="http://schemas.openxmlformats.org/officeDocument/2006/relationships" id="258" r:id="R0370d3fe5490499a"/>
    <p:sldId xmlns:r="http://schemas.openxmlformats.org/officeDocument/2006/relationships" id="259" r:id="Rde9b764edb2e43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8fbd3fcbad4de2" /><Relationship Type="http://schemas.openxmlformats.org/officeDocument/2006/relationships/slideMaster" Target="/ppt/slideMasters/slideMaster1.xml" Id="R1ad8d8edc5a74427" /><Relationship Type="http://schemas.openxmlformats.org/officeDocument/2006/relationships/notesMaster" Target="/ppt/notesMasters/notesMaster1.xml" Id="R2ccc54203cca4542" /><Relationship Type="http://schemas.openxmlformats.org/officeDocument/2006/relationships/presProps" Target="/ppt/presProps.xml" Id="R85e5596bf3fc4499" /><Relationship Type="http://schemas.openxmlformats.org/officeDocument/2006/relationships/tableStyles" Target="/ppt/tableStyles.xml" Id="R39b4d14d06974d0c" /><Relationship Type="http://schemas.openxmlformats.org/officeDocument/2006/relationships/slide" Target="/ppt/slides/slide1.xml" Id="Re3371a548ff94bfd" /><Relationship Type="http://schemas.openxmlformats.org/officeDocument/2006/relationships/slide" Target="/ppt/slides/slide2.xml" Id="R7cda78a03def4c7e" /><Relationship Type="http://schemas.openxmlformats.org/officeDocument/2006/relationships/slide" Target="/ppt/slides/slide3.xml" Id="R0370d3fe5490499a" /><Relationship Type="http://schemas.openxmlformats.org/officeDocument/2006/relationships/slide" Target="/ppt/slides/slide4.xml" Id="Rde9b764edb2e43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ace3e71e6745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3680c7c3984bfd" /><Relationship Type="http://schemas.openxmlformats.org/officeDocument/2006/relationships/notesMaster" Target="/ppt/notesMasters/notesMaster1.xml" Id="R65f09e22989f48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e5e6fb7f7f4ac4" /><Relationship Type="http://schemas.openxmlformats.org/officeDocument/2006/relationships/notesMaster" Target="/ppt/notesMasters/notesMaster1.xml" Id="R40b00cdcd34a46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212ab0b40045d7" /><Relationship Type="http://schemas.openxmlformats.org/officeDocument/2006/relationships/notesMaster" Target="/ppt/notesMasters/notesMaster1.xml" Id="Rdfcea8cae1d243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7cd7e98c9f432b" /><Relationship Type="http://schemas.openxmlformats.org/officeDocument/2006/relationships/notesMaster" Target="/ppt/notesMasters/notesMaster1.xml" Id="R335137cb4d314a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documents/operations/runbooks/supporting-data/2026-07-13-reliability-runbook-database-failover-metrics-csv-s000385.csv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p02-full-000385, row:canonical-metric.</a:t>
            </a:r>
          </a:p>
          <a:p xmlns:a="http://schemas.openxmlformats.org/drawingml/2006/main">
            <a:r>
              <a:t>Artifact: p02-full-003349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documents/operations/runbooks/supporting-data/2026-07-13-reliability-runbook-database-failover-metrics-csv-s000385.csv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p02-full-000385, row:canonical-metric.</a:t>
            </a:r>
          </a:p>
          <a:p xmlns:a="http://schemas.openxmlformats.org/drawingml/2006/main">
            <a:r>
              <a:t>Artifact: p02-full-003349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documents/operations/runbooks/supporting-data/2026-07-13-reliability-runbook-database-failover-metrics-csv-s000385.csv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p02-full-000385, row:canonical-metric.</a:t>
            </a:r>
          </a:p>
          <a:p xmlns:a="http://schemas.openxmlformats.org/drawingml/2006/main">
            <a:r>
              <a:t>Artifact: p02-full-003349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documents/operations/runbooks/supporting-data/2026-07-13-reliability-runbook-database-failover-metrics-csv-s000385.csv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p02-full-000385, row:canonical-metric.</a:t>
            </a:r>
          </a:p>
          <a:p xmlns:a="http://schemas.openxmlformats.org/drawingml/2006/main">
            <a:r>
              <a:t>Artifact: p02-full-003349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25a6d1cdb47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bad6c4721e45f8" /><Relationship Type="http://schemas.openxmlformats.org/officeDocument/2006/relationships/slideLayout" Target="/ppt/slideLayouts/slideLayout1.xml" Id="R85a8c84bb6db4c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a8c84bb6db4c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3a349714d4b15" /><Relationship Type="http://schemas.openxmlformats.org/officeDocument/2006/relationships/notesSlide" Target="/ppt/notesSlides/notesSlide1.xml" Id="R42a0fef3b58a4f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b12c6db074927" /><Relationship Type="http://schemas.openxmlformats.org/officeDocument/2006/relationships/notesSlide" Target="/ppt/notesSlides/notesSlide2.xml" Id="Re50b463180894c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da4e3ef6b49c7" /><Relationship Type="http://schemas.openxmlformats.org/officeDocument/2006/relationships/notesSlide" Target="/ppt/notesSlides/notesSlide3.xml" Id="R0abac9f2322142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150974ae5464b" /><Relationship Type="http://schemas.openxmlformats.org/officeDocument/2006/relationships/chart" Target="/ppt/slides/charts/chart1.xml" Id="R04461ba242204793" /><Relationship Type="http://schemas.openxmlformats.org/officeDocument/2006/relationships/notesSlide" Target="/ppt/notesSlides/notesSlide4.xml" Id="Re93585612e684fc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E91562EE-EC8A-4DD4-9F6B-E1BE6D02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2D4A981A-3D46-44C0-BE76-B293F693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p02-full-003349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31C76DC0-6383-4B71-98FB-BF5C674B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documents/operations/runbooks · Identity SVC-23 · control p02-full-003349 · 2026 07 20 Reliability Runbook Alert Triage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D30FDF2A-3560-4736-984E-878B3A68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6945002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6739DD1-DDD6-4E96-B8E6-25846382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Alert Triage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E18481A4-EEC8-4853-9AA9-4F561C9A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359B914E-E576-4F1B-ADDB-E1A91DE1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89D8F27B-590A-462A-ABED-9800AC01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9A702E6C-7887-4DBF-9968-249F4C56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database failover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6D1EC2FA-02B5-4AD4-9043-9FB62CBA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B265F747-441B-4842-9D80-9792259F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6C74303B-3C28-4427-B592-3137B011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A6AC84A8-9699-4AB9-9E80-786CCB9C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4E47504C-1364-46CB-A8D0-66A1A5AF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9FC7AEAF-0C1D-463C-82D3-4BBE344F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22FB6397-4B65-425F-9EDA-693DC080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4FBE7523-DA7E-49B2-92DF-5C27C6F6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0565C60C-0B40-41AA-B21A-54F68BC5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7361D53B-72DA-4C70-85C5-D5E8FE1D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p02-full-003349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8A7282D8-24DA-491A-9E3C-188855F9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00480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0F9D69DF-1837-4EE7-B1AE-6F7DBE1A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p02-full-003349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C03E2277-3B85-440A-9DD1-BB41D1F3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SVC-23. org.ntc · svc.identity.svc23 · rel.inc260713.timeline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32E98D3-F365-4DAB-8F6C-71027E5F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56753972-0B9D-4471-91C0-45BD6589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51806919-0E96-4989-93C4-1C8C1B2D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BC69CFD5-15F9-4A0C-812A-A13947D2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92AE980-FC7A-4BE7-9164-4C8F46F3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4CC2EFEA-F642-4413-AAA6-454F1C5F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81ADB6B0-FF06-4841-9456-46B30BA4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801B0D4E-E9D9-4C45-AFA3-7FEA5B66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AC4C4642-B869-448E-91EF-05014202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28307E22-2898-406D-9CD4-5713EC67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DE659C31-3D39-4DBD-AA63-B769236D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01EED85C-04DA-45E8-A578-9800EF3D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FB519EF1-1544-499E-880D-C3CD2275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5129A327-E1ED-4BB2-9E6F-638433BC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E9AC6839-8905-473F-89CF-DE181D1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p02-full-003349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F8B9A80D-E159-4472-8A2C-023E9182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02279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FD399C51-3639-41CA-8BDE-4D3CBD7B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727E8CAC-B0DB-40ED-B925-D089A053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Alert Triage Operations Briefing Pptx: Q-07 threshold evidence · p02-full-003349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461ba242204793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3F633CA3-7044-443C-899F-E089DFF1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BED2E202-90AF-4A01-AFE4-59416718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B9FA9BB0-1F76-4AEF-8D5D-9BE0472F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77C797E4-909C-403A-8578-74AEB66E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6BA1D5F7-68F3-4CA3-90CC-C3EA9CA0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88302E48-3365-4CD6-A448-50F57F26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7E0A1A10-99BB-44B3-9656-3D5EBB85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0F860238-02C8-4BA4-A68C-03B7D185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F3A25D7E-7BE7-4902-8C3E-710928D6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73503BA-A17A-45AE-B279-34B6FCB7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94471192-F43C-44AD-8FCF-8DAD9927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40456633-ABCC-4BD2-8BD0-B312FB8E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database failover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1AEE4D4A-0475-41EC-A14F-E830779B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55031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2026-08-24T17:16:59.4590000Z</dcterms:created>
  <dcterms:modified xsi:type="dcterms:W3CDTF">2026-08-24T17:16:59.4590000Z</dcterms:modified>
</coreProperties>
</file>