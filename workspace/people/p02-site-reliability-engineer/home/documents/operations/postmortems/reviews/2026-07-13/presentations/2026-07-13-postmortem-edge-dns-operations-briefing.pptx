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d19f8a320a40af" /><Relationship Type="http://schemas.openxmlformats.org/officeDocument/2006/relationships/extended-properties" Target="/docProps/app.xml" Id="R067469974eff4f09" /><Relationship Type="http://schemas.openxmlformats.org/officeDocument/2006/relationships/officeDocument" Target="/ppt/presentation.xml" Id="R63ce36324e5549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dcff5b82af45a6"/>
  </p:sldMasterIdLst>
  <p:notesMasterIdLst>
    <p:notesMasterId xmlns:r="http://schemas.openxmlformats.org/officeDocument/2006/relationships" r:id="Radaec3b80a944f0c"/>
  </p:notesMasterIdLst>
  <p:sldIdLst>
    <p:sldId xmlns:r="http://schemas.openxmlformats.org/officeDocument/2006/relationships" id="256" r:id="Rb6654e0423aa442c"/>
    <p:sldId xmlns:r="http://schemas.openxmlformats.org/officeDocument/2006/relationships" id="257" r:id="Rf0621d13de864bf0"/>
    <p:sldId xmlns:r="http://schemas.openxmlformats.org/officeDocument/2006/relationships" id="258" r:id="Rf814fec365c749b7"/>
    <p:sldId xmlns:r="http://schemas.openxmlformats.org/officeDocument/2006/relationships" id="259" r:id="R5f6820f2936b40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f6a09633644900" /><Relationship Type="http://schemas.openxmlformats.org/officeDocument/2006/relationships/slideMaster" Target="/ppt/slideMasters/slideMaster1.xml" Id="R7adcff5b82af45a6" /><Relationship Type="http://schemas.openxmlformats.org/officeDocument/2006/relationships/notesMaster" Target="/ppt/notesMasters/notesMaster1.xml" Id="Radaec3b80a944f0c" /><Relationship Type="http://schemas.openxmlformats.org/officeDocument/2006/relationships/presProps" Target="/ppt/presProps.xml" Id="R056f733ada5d4bac" /><Relationship Type="http://schemas.openxmlformats.org/officeDocument/2006/relationships/tableStyles" Target="/ppt/tableStyles.xml" Id="R807bd5e4bd10472e" /><Relationship Type="http://schemas.openxmlformats.org/officeDocument/2006/relationships/slide" Target="/ppt/slides/slide1.xml" Id="Rb6654e0423aa442c" /><Relationship Type="http://schemas.openxmlformats.org/officeDocument/2006/relationships/slide" Target="/ppt/slides/slide2.xml" Id="Rf0621d13de864bf0" /><Relationship Type="http://schemas.openxmlformats.org/officeDocument/2006/relationships/slide" Target="/ppt/slides/slide3.xml" Id="Rf814fec365c749b7" /><Relationship Type="http://schemas.openxmlformats.org/officeDocument/2006/relationships/slide" Target="/ppt/slides/slide4.xml" Id="R5f6820f2936b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60ebcf25d44e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7a6bc496c647a4" /><Relationship Type="http://schemas.openxmlformats.org/officeDocument/2006/relationships/notesMaster" Target="/ppt/notesMasters/notesMaster1.xml" Id="R2cfe8f8d066749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ac7eb36c2f459f" /><Relationship Type="http://schemas.openxmlformats.org/officeDocument/2006/relationships/notesMaster" Target="/ppt/notesMasters/notesMaster1.xml" Id="Ra2377139093a4d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f07f60a7f45db" /><Relationship Type="http://schemas.openxmlformats.org/officeDocument/2006/relationships/notesMaster" Target="/ppt/notesMasters/notesMaster1.xml" Id="R1e77e3c23eda46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8732776dc844bf" /><Relationship Type="http://schemas.openxmlformats.org/officeDocument/2006/relationships/notesMaster" Target="/ppt/notesMasters/notesMaster1.xml" Id="Rc1eeafc86934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documents/operations/postmortems/evidence/metrics/2026-07-14-postmortem-identity-cache-metrics-csv-s000217.csv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p02-full-000217, row:canonical-metric.</a:t>
            </a:r>
          </a:p>
          <a:p xmlns:a="http://schemas.openxmlformats.org/drawingml/2006/main">
            <a:r>
              <a:t>Artifact: p02-full-003746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documents/operations/postmortems/evidence/metrics/2026-07-14-postmortem-identity-cache-metrics-csv-s000217.csv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p02-full-000217, row:canonical-metric.</a:t>
            </a:r>
          </a:p>
          <a:p xmlns:a="http://schemas.openxmlformats.org/drawingml/2006/main">
            <a:r>
              <a:t>Artifact: p02-full-003746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documents/operations/postmortems/evidence/metrics/2026-07-14-postmortem-identity-cache-metrics-csv-s000217.csv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p02-full-000217, row:canonical-metric.</a:t>
            </a:r>
          </a:p>
          <a:p xmlns:a="http://schemas.openxmlformats.org/drawingml/2006/main">
            <a:r>
              <a:t>Artifact: p02-full-003746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documents/operations/postmortems/evidence/metrics/2026-07-14-postmortem-identity-cache-metrics-csv-s000217.csv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p02-full-000217, row:canonical-metric.</a:t>
            </a:r>
          </a:p>
          <a:p xmlns:a="http://schemas.openxmlformats.org/drawingml/2006/main">
            <a:r>
              <a:t>Artifact: p02-full-003746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1c6f6789448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6e60429868417d" /><Relationship Type="http://schemas.openxmlformats.org/officeDocument/2006/relationships/slideLayout" Target="/ppt/slideLayouts/slideLayout1.xml" Id="R99a74b8db54046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74b8db54046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dda36a04b48c0" /><Relationship Type="http://schemas.openxmlformats.org/officeDocument/2006/relationships/notesSlide" Target="/ppt/notesSlides/notesSlide1.xml" Id="Rf73a791742b141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056335dd8463a" /><Relationship Type="http://schemas.openxmlformats.org/officeDocument/2006/relationships/notesSlide" Target="/ppt/notesSlides/notesSlide2.xml" Id="R1b8a4946125744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db1d0bb174e96" /><Relationship Type="http://schemas.openxmlformats.org/officeDocument/2006/relationships/notesSlide" Target="/ppt/notesSlides/notesSlide3.xml" Id="Rf3f7b583484645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d2b899a4b454a" /><Relationship Type="http://schemas.openxmlformats.org/officeDocument/2006/relationships/chart" Target="/ppt/slides/charts/chart1.xml" Id="R0599372dc2cb4898" /><Relationship Type="http://schemas.openxmlformats.org/officeDocument/2006/relationships/notesSlide" Target="/ppt/notesSlides/notesSlide4.xml" Id="Rdfdecd4c8bed4cb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Edge SVC-08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5E37BE81-845F-46B2-A91F-62721A1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3CC7751-7E55-49BF-8437-1C349A26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p02-full-003746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53F30A06-C51E-4788-A43A-9D274C81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documents/operations/postmortems · Edge SVC-08 · control p02-full-003746 · 2026 07 13 Postmortem Edge Dns Operations Briefing Pptx · Identity p95: 286 ms (below 350 ms threshold)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DF9717E-648F-4567-90EB-734CA966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884799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C5CC345-0D80-4ED0-8139-D5B038FB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Postmortem Edge Dns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1A70BEEA-189D-4610-B2C9-2BD2ABBB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F2657A7-C13A-472F-AA67-55B0FD7C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F772325-7275-4F01-9D62-A37E4E7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B8B6621-DACC-4520-B16B-6871B45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postmortem identity cache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50A6A96-FD04-480F-A1BD-67FD0554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0D0009E6-443D-458A-8A21-D4F19AB1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2D560AF-40C4-41C0-AF46-C79E6991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B980DDF-43F9-4037-A891-C5397F4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Edge SVC-08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9ED783C6-96DA-4A3D-AEAD-85AF4467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4A5DF7D8-595D-4D11-9F18-C1B20195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335ECBD0-F55B-4343-B1E9-3BF571CF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12BB9BE-CBE3-4E1E-8AB1-A2076A3F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7144FC65-217E-444D-862E-704A1E16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p02-full-003746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1CF1707-33C6-4C7A-9BFA-D0FA0793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28641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EF3E5014-3516-4C15-8722-C190207F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p02-full-003746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036B158-F407-432F-A707-2728E4F3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Edge SVC-08. org.ntc · inc.inc-260519 · rel.recurrence.2026-q2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23B08469-3170-49CF-BA6E-BFF72C4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A552315-B5C8-465C-B4C9-9F39B8C2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2C9164D-9046-42C2-9D56-35D6BEA2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286 ms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54E8DD05-7FE9-4864-87BD-631C561B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p95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592DA93D-0467-46A5-AADD-4D094A5C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Below 350 ms threshold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CA15FC0-B7D5-4661-AD13-80009EF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5183313-7058-4A31-8EA3-32D5E95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0DD6B852-A186-48B6-9873-C9AB10FD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91DB5FF-465C-4E39-ABA9-7EE90E0B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8CBF98DC-228C-4516-AC67-78810FF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8BA8BBFB-F8AC-4388-B80B-A90B4812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9AA636F9-6724-4513-AC47-1400AC67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81F95C3-520B-4188-B7C8-46D4698E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F3F0BC7C-9B6C-4721-A934-FA0D7500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6412B6F5-066D-4E73-883B-1C3D4EA1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FC510B2-7A4D-4B82-9084-83D4402B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0BFF072F-860F-4709-BDA7-2589B7D6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CA0A6CF4-8404-4F08-BC90-01EB5063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p02-full-003746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E7F13BE3-09AD-499A-8E39-26E1CF28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7458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6F83477-957B-4C57-8547-A2F963FF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97BF6065-920F-493B-B2AF-5BED10A6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Postmortem Edge Dns Operations Briefing Pptx: Q-07 threshold evidence · p02-full-003746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99372dc2cb489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8A503DC-9EC1-47C4-B2B1-04B1B10B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3C1764D-C914-4DF4-9BAF-6A3E4EE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2EB04682-F130-45F1-8BEA-6D8CED83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EA5CFBC0-C546-4CB9-ABBE-CEDDB752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9F1C5875-BB6C-42E3-A761-93E745FE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11C6CD9-5D6D-4C89-A808-C2404084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A908E5FF-FEED-426E-882D-F26A9783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171851D-A436-4964-80A1-54FC86A8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1061A46-3E36-4EDC-B4FB-4665C020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Edge SVC-08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25A0E7E-5AFC-413A-9C46-2EC66BF1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0FE8514A-B263-4105-A724-633556EE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94004D7C-2FAA-4F8D-AC90-83909B78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postmortem identity cache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D296F7AE-5BA2-49F7-A49B-33F990B8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90469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2026-08-24T14:15:11.3540000Z</dcterms:created>
  <dcterms:modified xsi:type="dcterms:W3CDTF">2026-08-24T14:15:11.3540000Z</dcterms:modified>
</coreProperties>
</file>