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b07e0fc01c4e46" /><Relationship Type="http://schemas.openxmlformats.org/officeDocument/2006/relationships/extended-properties" Target="/docProps/app.xml" Id="Rd962a2e9eb8643cc" /><Relationship Type="http://schemas.openxmlformats.org/officeDocument/2006/relationships/officeDocument" Target="/ppt/presentation.xml" Id="R8504a252f39e47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0c47bc675469f"/>
  </p:sldMasterIdLst>
  <p:notesMasterIdLst>
    <p:notesMasterId xmlns:r="http://schemas.openxmlformats.org/officeDocument/2006/relationships" r:id="R7acc8b9b7b8840ae"/>
  </p:notesMasterIdLst>
  <p:sldIdLst>
    <p:sldId xmlns:r="http://schemas.openxmlformats.org/officeDocument/2006/relationships" id="256" r:id="R44e66d63df434734"/>
    <p:sldId xmlns:r="http://schemas.openxmlformats.org/officeDocument/2006/relationships" id="257" r:id="R4d8847e00d2344df"/>
    <p:sldId xmlns:r="http://schemas.openxmlformats.org/officeDocument/2006/relationships" id="258" r:id="R8680f1b540bb47f9"/>
    <p:sldId xmlns:r="http://schemas.openxmlformats.org/officeDocument/2006/relationships" id="259" r:id="R2caaa3fd7a08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7bc6f736244e9c" /><Relationship Type="http://schemas.openxmlformats.org/officeDocument/2006/relationships/slideMaster" Target="/ppt/slideMasters/slideMaster1.xml" Id="R9150c47bc675469f" /><Relationship Type="http://schemas.openxmlformats.org/officeDocument/2006/relationships/notesMaster" Target="/ppt/notesMasters/notesMaster1.xml" Id="R7acc8b9b7b8840ae" /><Relationship Type="http://schemas.openxmlformats.org/officeDocument/2006/relationships/presProps" Target="/ppt/presProps.xml" Id="Rdde626e894b74a24" /><Relationship Type="http://schemas.openxmlformats.org/officeDocument/2006/relationships/tableStyles" Target="/ppt/tableStyles.xml" Id="R9a82c2b076f74d00" /><Relationship Type="http://schemas.openxmlformats.org/officeDocument/2006/relationships/slide" Target="/ppt/slides/slide1.xml" Id="R44e66d63df434734" /><Relationship Type="http://schemas.openxmlformats.org/officeDocument/2006/relationships/slide" Target="/ppt/slides/slide2.xml" Id="R4d8847e00d2344df" /><Relationship Type="http://schemas.openxmlformats.org/officeDocument/2006/relationships/slide" Target="/ppt/slides/slide3.xml" Id="R8680f1b540bb47f9" /><Relationship Type="http://schemas.openxmlformats.org/officeDocument/2006/relationships/slide" Target="/ppt/slides/slide4.xml" Id="R2caaa3fd7a08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fba00751f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b5c77dea3245a6" /><Relationship Type="http://schemas.openxmlformats.org/officeDocument/2006/relationships/notesMaster" Target="/ppt/notesMasters/notesMaster1.xml" Id="R1bfcb3ce203b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e99c5a6c24489" /><Relationship Type="http://schemas.openxmlformats.org/officeDocument/2006/relationships/notesMaster" Target="/ppt/notesMasters/notesMaster1.xml" Id="R25766de69d84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c72745e644c8c" /><Relationship Type="http://schemas.openxmlformats.org/officeDocument/2006/relationships/notesMaster" Target="/ppt/notesMasters/notesMaster1.xml" Id="Re27dcc3cfc4b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6f0526622b4a27" /><Relationship Type="http://schemas.openxmlformats.org/officeDocument/2006/relationships/notesMaster" Target="/ppt/notesMasters/notesMaster1.xml" Id="R40f404c99792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documents/operations/postmortems/evidence/metrics/2026-07-13-postmortem-action-audit-metrics-csv-s001156.csv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p02-full-001156, row:canonical-metric.</a:t>
            </a:r>
          </a:p>
          <a:p xmlns:a="http://schemas.openxmlformats.org/drawingml/2006/main">
            <a:r>
              <a:t>Artifact: p02-full-000548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documents/operations/postmortems/evidence/metrics/2026-07-13-postmortem-action-audit-metrics-csv-s001156.csv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p02-full-001156, row:canonical-metric.</a:t>
            </a:r>
          </a:p>
          <a:p xmlns:a="http://schemas.openxmlformats.org/drawingml/2006/main">
            <a:r>
              <a:t>Artifact: p02-full-000548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documents/operations/postmortems/evidence/metrics/2026-07-13-postmortem-action-audit-metrics-csv-s001156.csv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p02-full-001156, row:canonical-metric.</a:t>
            </a:r>
          </a:p>
          <a:p xmlns:a="http://schemas.openxmlformats.org/drawingml/2006/main">
            <a:r>
              <a:t>Artifact: p02-full-000548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documents/operations/postmortems/evidence/metrics/2026-07-13-postmortem-action-audit-metrics-csv-s001156.csv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p02-full-001156, row:canonical-metric.</a:t>
            </a:r>
          </a:p>
          <a:p xmlns:a="http://schemas.openxmlformats.org/drawingml/2006/main">
            <a:r>
              <a:t>Artifact: p02-full-000548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0d8a2e036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1fc5122574861" /><Relationship Type="http://schemas.openxmlformats.org/officeDocument/2006/relationships/slideLayout" Target="/ppt/slideLayouts/slideLayout1.xml" Id="R3ba52d4ced7e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a52d4ced7e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9f1ca75074b4c" /><Relationship Type="http://schemas.openxmlformats.org/officeDocument/2006/relationships/notesSlide" Target="/ppt/notesSlides/notesSlide1.xml" Id="R38606f396e2d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6f9516b9d4a79" /><Relationship Type="http://schemas.openxmlformats.org/officeDocument/2006/relationships/notesSlide" Target="/ppt/notesSlides/notesSlide2.xml" Id="R10c7f3eb1a4d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36dfd951146de" /><Relationship Type="http://schemas.openxmlformats.org/officeDocument/2006/relationships/notesSlide" Target="/ppt/notesSlides/notesSlide3.xml" Id="R3c3c4da73cc1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df829324c4ca9" /><Relationship Type="http://schemas.openxmlformats.org/officeDocument/2006/relationships/chart" Target="/ppt/slides/charts/chart1.xml" Id="R2cef01a3164d42fe" /><Relationship Type="http://schemas.openxmlformats.org/officeDocument/2006/relationships/notesSlide" Target="/ppt/notesSlides/notesSlide4.xml" Id="R36032b53bb8b438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D635BDD-28AD-48C3-BD33-A0CD8BCC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0654D2D-6D6A-4314-BB1B-0D5C06D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FC2123B-38FD-4881-9302-B2459009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documents/operations/postmortems · Platform Reliability · control p02-full-000548 · 2026 07 20 Postmortem Action Audit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8ABA086-D667-4BB0-A83A-B93C0D3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71330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19C0A32-7781-48DF-9233-5C520F7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Postmortem Action Audit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461C8ED-93F2-412A-92F4-4096CF9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53D53A0-F8C0-4834-BE1E-92FEC1F8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ABE1726-8367-4CBC-94F9-A8152352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79AFB88-8007-4FB8-9D4E-6E7DD81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action audit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E032886-76EF-4A98-9113-3454C40D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F9AF775-B3C3-44F5-A02F-D395F05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E62CE19-292E-4FFD-B84B-D64D2C7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DB3123D-A9AF-4EC8-B4F9-F433665E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BC96D58-5F61-4F63-A1BD-8E145DF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E00116F-D45B-4C35-8E6C-8CA32A7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6266500-109A-4AF1-BBE0-8E8816BF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E9CA417-FEFC-460A-B3A3-4F573264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6108D7D-059C-4EEC-BF81-07B70EB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4C91A41-16FE-45CE-8F7D-B74C65C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412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835AF96-EDD5-496B-9799-02CF7CED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B0852F7-DB90-4E69-9824-5C573AED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action.act-260713-001 · rel.recurrence.2026-q2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CA16A33-7810-429A-9D1D-1561003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06AB8FB-4A5E-4A43-968B-7C89A9CF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AEEB07F-B98D-4401-AF66-38EB77C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90E9EB1-5D53-41B4-A5F6-7E0A1AA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6BD36A1-1004-44D1-8DB2-B3593A3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C18C64D-D8AE-48E9-96E2-7A0CBD7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50E330F-252F-4B08-8B98-530FD0D8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F817F705-33CD-4BED-86CE-DB73361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62F0317-BDE3-44B2-AF71-6887C99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5667CF0-51AA-4022-AAC9-EBB6621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42115C4-D227-4E34-869A-F21FBA03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765A832-BA54-459F-9F87-6B0F0662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71ED23E-019B-4A40-93AF-91D6AFCB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CCA0145-8784-454B-B4E9-D270E07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EBEB12BD-373A-4119-8FE1-A99F656C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1F2F9C0-98C1-4206-8DED-8B62D1DB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F6904D3-45C0-4627-A154-5007E83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94855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3769E377-7DC9-40BA-BDBB-DBF6205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B2B5192-C687-438C-8A57-B850FF0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Postmortem Action Audit Operations Briefing Pptx: Q-07 threshold evidence · p02-full-000548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f01a3164d42f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B614ACC-1549-4943-8F07-0F7B4095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DD44946-0DBB-40BE-BF16-3276F3C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06891A8-8CFD-4F6D-97C7-7120C05B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5E8C4EB-F17D-4B1B-ACF2-BA8D18B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18F36BE-D858-48EE-9C83-375B25C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495297D-8B0B-436F-8997-7C54C53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1431B05-A9E5-460A-BBAE-71178F3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672473E6-529C-480D-8D40-031AF642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496FAE1-10BF-4B36-B3E4-FF8D3AA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226D31D-4AD2-433F-A8B5-5C32E0D9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C84BBCB-34F1-4C56-B3ED-E3A2D205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E8AEE07-3E52-40CD-B067-AE4D9DEC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action audit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5DD60E3-6360-440F-9A09-F11097F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452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2026-08-24T12:57:18.3940000Z</dcterms:created>
  <dcterms:modified xsi:type="dcterms:W3CDTF">2026-08-24T12:57:18.3940000Z</dcterms:modified>
</coreProperties>
</file>