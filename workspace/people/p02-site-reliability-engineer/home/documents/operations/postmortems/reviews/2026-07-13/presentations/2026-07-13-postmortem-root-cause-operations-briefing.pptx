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784231aa247d1" /><Relationship Type="http://schemas.openxmlformats.org/officeDocument/2006/relationships/extended-properties" Target="/docProps/app.xml" Id="R658cee2b086b4557" /><Relationship Type="http://schemas.openxmlformats.org/officeDocument/2006/relationships/officeDocument" Target="/ppt/presentation.xml" Id="R5ef70a737a4c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aa99d612346e2"/>
  </p:sldMasterIdLst>
  <p:notesMasterIdLst>
    <p:notesMasterId xmlns:r="http://schemas.openxmlformats.org/officeDocument/2006/relationships" r:id="R97cbd9c04f97459b"/>
  </p:notesMasterIdLst>
  <p:sldIdLst>
    <p:sldId xmlns:r="http://schemas.openxmlformats.org/officeDocument/2006/relationships" id="256" r:id="R585fa0cbf42c4597"/>
    <p:sldId xmlns:r="http://schemas.openxmlformats.org/officeDocument/2006/relationships" id="257" r:id="Rd847f054f2194fc1"/>
    <p:sldId xmlns:r="http://schemas.openxmlformats.org/officeDocument/2006/relationships" id="258" r:id="R96497fac6d8640fb"/>
    <p:sldId xmlns:r="http://schemas.openxmlformats.org/officeDocument/2006/relationships" id="259" r:id="R5851c72b0d544c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7fda824074764" /><Relationship Type="http://schemas.openxmlformats.org/officeDocument/2006/relationships/slideMaster" Target="/ppt/slideMasters/slideMaster1.xml" Id="R31faa99d612346e2" /><Relationship Type="http://schemas.openxmlformats.org/officeDocument/2006/relationships/notesMaster" Target="/ppt/notesMasters/notesMaster1.xml" Id="R97cbd9c04f97459b" /><Relationship Type="http://schemas.openxmlformats.org/officeDocument/2006/relationships/presProps" Target="/ppt/presProps.xml" Id="R2e1d2225b2eb4207" /><Relationship Type="http://schemas.openxmlformats.org/officeDocument/2006/relationships/tableStyles" Target="/ppt/tableStyles.xml" Id="Rc8f8b20cccce4d74" /><Relationship Type="http://schemas.openxmlformats.org/officeDocument/2006/relationships/slide" Target="/ppt/slides/slide1.xml" Id="R585fa0cbf42c4597" /><Relationship Type="http://schemas.openxmlformats.org/officeDocument/2006/relationships/slide" Target="/ppt/slides/slide2.xml" Id="Rd847f054f2194fc1" /><Relationship Type="http://schemas.openxmlformats.org/officeDocument/2006/relationships/slide" Target="/ppt/slides/slide3.xml" Id="R96497fac6d8640fb" /><Relationship Type="http://schemas.openxmlformats.org/officeDocument/2006/relationships/slide" Target="/ppt/slides/slide4.xml" Id="R5851c72b0d544c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5b8166107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2e5a2469f46ed" /><Relationship Type="http://schemas.openxmlformats.org/officeDocument/2006/relationships/notesMaster" Target="/ppt/notesMasters/notesMaster1.xml" Id="R6ff7ac48244f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565760fbb54c05" /><Relationship Type="http://schemas.openxmlformats.org/officeDocument/2006/relationships/notesMaster" Target="/ppt/notesMasters/notesMaster1.xml" Id="Rec0c5a192f05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ef5ce8e04498e" /><Relationship Type="http://schemas.openxmlformats.org/officeDocument/2006/relationships/notesMaster" Target="/ppt/notesMasters/notesMaster1.xml" Id="R03358a13ad2b48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09ffcba244dd8" /><Relationship Type="http://schemas.openxmlformats.org/officeDocument/2006/relationships/notesMaster" Target="/ppt/notesMasters/notesMaster1.xml" Id="R9e2ed9eaf32c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documents/operations/postmortems/evidence/metrics/2026-07-15-postmortem-telemetry-backpressure-metrics-csv-s001099.csv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p02-full-001099, row:canonical-metric.</a:t>
            </a:r>
          </a:p>
          <a:p xmlns:a="http://schemas.openxmlformats.org/drawingml/2006/main">
            <a:r>
              <a:t>Artifact: p02-full-006055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documents/operations/postmortems/evidence/metrics/2026-07-15-postmortem-telemetry-backpressure-metrics-csv-s001099.csv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p02-full-001099, row:canonical-metric.</a:t>
            </a:r>
          </a:p>
          <a:p xmlns:a="http://schemas.openxmlformats.org/drawingml/2006/main">
            <a:r>
              <a:t>Artifact: p02-full-006055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documents/operations/postmortems/evidence/metrics/2026-07-15-postmortem-telemetry-backpressure-metrics-csv-s001099.csv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p02-full-001099, row:canonical-metric.</a:t>
            </a:r>
          </a:p>
          <a:p xmlns:a="http://schemas.openxmlformats.org/drawingml/2006/main">
            <a:r>
              <a:t>Artifact: p02-full-006055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documents/operations/postmortems/evidence/metrics/2026-07-15-postmortem-telemetry-backpressure-metrics-csv-s001099.csv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p02-full-001099, row:canonical-metric.</a:t>
            </a:r>
          </a:p>
          <a:p xmlns:a="http://schemas.openxmlformats.org/drawingml/2006/main">
            <a:r>
              <a:t>Artifact: p02-full-006055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bf56fa61a42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273afbf830482f" /><Relationship Type="http://schemas.openxmlformats.org/officeDocument/2006/relationships/slideLayout" Target="/ppt/slideLayouts/slideLayout1.xml" Id="Rb8df5760429a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df5760429a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172c8a0894ccf" /><Relationship Type="http://schemas.openxmlformats.org/officeDocument/2006/relationships/notesSlide" Target="/ppt/notesSlides/notesSlide1.xml" Id="Rb6378c34ed74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d1ddd661f4bf6" /><Relationship Type="http://schemas.openxmlformats.org/officeDocument/2006/relationships/notesSlide" Target="/ppt/notesSlides/notesSlide2.xml" Id="R3b4cc8b3a50d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4880f70c47e5" /><Relationship Type="http://schemas.openxmlformats.org/officeDocument/2006/relationships/notesSlide" Target="/ppt/notesSlides/notesSlide3.xml" Id="R7cbb0d8623a141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5bc299b694c6e" /><Relationship Type="http://schemas.openxmlformats.org/officeDocument/2006/relationships/chart" Target="/ppt/slides/charts/chart1.xml" Id="Rcadf0c4773864cde" /><Relationship Type="http://schemas.openxmlformats.org/officeDocument/2006/relationships/notesSlide" Target="/ppt/notesSlides/notesSlide4.xml" Id="R8bbef4c39000414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72F5008-CFD4-4B72-A595-8F39F42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8673C45-E692-487B-A5F4-2713543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83E8369-20A9-4029-8F9B-E2CC7F9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documents/operations/postmortems · Platform Reliability · control p02-full-006055 · 2026 07 13 Postmortem Root Cause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591354F-E46B-45B8-95FD-CF8CBC07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07845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4BB95FE-8F13-4290-936F-DEF20BF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Root Cause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E99B2C9-FC32-473C-9A82-C082C656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612F99C-8521-4EEC-A50C-FF196DF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B113780-0663-42B3-A3D4-3BB5E45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BB693873-DDC1-4C8E-A4FA-F397111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postmortem telemetry backpressure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8046B7C-5965-4392-B9DC-A405ED7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DF49D46-2D3A-4386-AC65-0FC46076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340B7EB-97BD-4B53-B0C5-D193899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E6D29FF-2D14-470A-B6AA-3844333C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74B42C9-1482-42F0-825C-64AD51F4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EE60C01-25E1-4AE9-BBAD-6606216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7DA30ED-7F68-49B5-92CE-82A12AC7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9D3E2E9-61E0-4457-AC63-15F0974B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19DA53B-2F80-4478-B1D8-411A25F5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3F2066A-5930-43AE-9B35-0E12DCF4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876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97F37EF8-024C-4821-8F1F-E7C6CAD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4A67CBC-727B-47CA-B615-CC8581B7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problem.prb-260713-009 · rel.recurrence.2026-q2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A2FB3E4-5E1B-4E93-8CFF-2A930684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3A4829C-8310-4095-9B8A-01461B9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E2079150-05C3-4F4C-911E-5BABF16B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9DE501B-497B-4D1F-A9E8-23811B8A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4117BEF-D687-4E8A-957F-8154B15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BFA5EEB-AB59-4C66-BF99-FD655BE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72A7C77-1522-4409-96ED-9EBD0135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69A0A25-9452-4DA1-A931-F5D6061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3D9E05A-6DB2-4B4D-B0CD-C2381030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16B690CF-B598-480B-A7D5-4CC0413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ADCAE2F3-11C5-4815-92E9-65FCE9B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9EDC775-4908-4EFC-9CA0-0449B91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33D91E8-F720-4BED-A66F-7A1015C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D949A36-807D-4C92-8914-32ABEC6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676ED50-BE41-47ED-B4D0-BE89C25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E410781B-41C5-4879-8665-FBDEC39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162FD77-D8B4-4914-BEB4-D620359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p02-full-006055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88BC060-5399-4C00-A043-BB13DEC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9713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B8FE61F-5AC2-46BF-B9AF-30B7D4E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4DE41C5-B8A7-448C-ADA6-457B6AC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Root Cause Operations Briefing Pptx: Q-07 threshold evidence · p02-full-006055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df0c4773864cd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4A8823B-5482-4904-9502-EFBE27E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15A7D65-AA95-4EAC-89E3-4C87C3A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EC1F833C-8530-40C7-BD97-B35F7E4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421E3C5-388B-47E3-A811-1AB284A9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7DDF180-2623-4249-B1C8-67AC87F2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60AF3B0-7259-437F-93F2-A9F87B6A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41519D7-FDB6-41BA-9ABF-524CCB78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68D6D46-956B-44B4-B7BB-E1A6506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899FAE1-5CB7-4433-B2DA-71D1E46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70E789F-CCBB-4E98-ACA2-C6C35BDD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54415A4-2536-470A-8FD8-97B31E8C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AB750BB-E834-4007-A5D6-384C2ADE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postmortem telemetry backpressure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9BC6118-6274-412E-834C-C77B8B1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01628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2026-08-24T12:57:21.1800000Z</dcterms:created>
  <dcterms:modified xsi:type="dcterms:W3CDTF">2026-08-24T12:57:21.1800000Z</dcterms:modified>
</coreProperties>
</file>