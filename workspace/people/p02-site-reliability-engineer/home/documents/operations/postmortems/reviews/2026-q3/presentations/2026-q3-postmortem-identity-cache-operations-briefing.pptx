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70f9126b6f4ae6" /><Relationship Type="http://schemas.openxmlformats.org/officeDocument/2006/relationships/extended-properties" Target="/docProps/app.xml" Id="R973eba4fb1bd4553" /><Relationship Type="http://schemas.openxmlformats.org/officeDocument/2006/relationships/officeDocument" Target="/ppt/presentation.xml" Id="R66054144f23a46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21a0b462cb4fb6"/>
  </p:sldMasterIdLst>
  <p:notesMasterIdLst>
    <p:notesMasterId xmlns:r="http://schemas.openxmlformats.org/officeDocument/2006/relationships" r:id="Re4e07a4bc2014a60"/>
  </p:notesMasterIdLst>
  <p:sldIdLst>
    <p:sldId xmlns:r="http://schemas.openxmlformats.org/officeDocument/2006/relationships" id="256" r:id="Ra0bdb2823e5c44c1"/>
    <p:sldId xmlns:r="http://schemas.openxmlformats.org/officeDocument/2006/relationships" id="257" r:id="Rf96789294b094ce0"/>
    <p:sldId xmlns:r="http://schemas.openxmlformats.org/officeDocument/2006/relationships" id="258" r:id="R285a333e9fe14bee"/>
    <p:sldId xmlns:r="http://schemas.openxmlformats.org/officeDocument/2006/relationships" id="259" r:id="Rb4356d90d6f447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627b2573474ae9" /><Relationship Type="http://schemas.openxmlformats.org/officeDocument/2006/relationships/slideMaster" Target="/ppt/slideMasters/slideMaster1.xml" Id="R0c21a0b462cb4fb6" /><Relationship Type="http://schemas.openxmlformats.org/officeDocument/2006/relationships/notesMaster" Target="/ppt/notesMasters/notesMaster1.xml" Id="Re4e07a4bc2014a60" /><Relationship Type="http://schemas.openxmlformats.org/officeDocument/2006/relationships/presProps" Target="/ppt/presProps.xml" Id="R9622b6919b8c431a" /><Relationship Type="http://schemas.openxmlformats.org/officeDocument/2006/relationships/tableStyles" Target="/ppt/tableStyles.xml" Id="Ra1e4794d4e694d29" /><Relationship Type="http://schemas.openxmlformats.org/officeDocument/2006/relationships/slide" Target="/ppt/slides/slide1.xml" Id="Ra0bdb2823e5c44c1" /><Relationship Type="http://schemas.openxmlformats.org/officeDocument/2006/relationships/slide" Target="/ppt/slides/slide2.xml" Id="Rf96789294b094ce0" /><Relationship Type="http://schemas.openxmlformats.org/officeDocument/2006/relationships/slide" Target="/ppt/slides/slide3.xml" Id="R285a333e9fe14bee" /><Relationship Type="http://schemas.openxmlformats.org/officeDocument/2006/relationships/slide" Target="/ppt/slides/slide4.xml" Id="Rb4356d90d6f447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211f9a504948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abef379b8e4cc4" /><Relationship Type="http://schemas.openxmlformats.org/officeDocument/2006/relationships/notesMaster" Target="/ppt/notesMasters/notesMaster1.xml" Id="R72b996e1342848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c25c6823c5494a" /><Relationship Type="http://schemas.openxmlformats.org/officeDocument/2006/relationships/notesMaster" Target="/ppt/notesMasters/notesMaster1.xml" Id="R54ba5728e48b43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9077350d094f7f" /><Relationship Type="http://schemas.openxmlformats.org/officeDocument/2006/relationships/notesMaster" Target="/ppt/notesMasters/notesMaster1.xml" Id="R4d25873d196f48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e59ae18f4945be" /><Relationship Type="http://schemas.openxmlformats.org/officeDocument/2006/relationships/notesMaster" Target="/ppt/notesMasters/notesMaster1.xml" Id="R39f0f2e1cf5545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documents/operations/postmortems/evidence/metrics/2026-07-14-postmortem-root-cause-metrics-csv-s000183.csv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p02-full-000183, row:canonical-metric.</a:t>
            </a:r>
          </a:p>
          <a:p xmlns:a="http://schemas.openxmlformats.org/drawingml/2006/main">
            <a:r>
              <a:t>Artifact: p02-full-002449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documents/operations/postmortems/evidence/metrics/2026-07-14-postmortem-root-cause-metrics-csv-s000183.csv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p02-full-000183, row:canonical-metric.</a:t>
            </a:r>
          </a:p>
          <a:p xmlns:a="http://schemas.openxmlformats.org/drawingml/2006/main">
            <a:r>
              <a:t>Artifact: p02-full-002449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documents/operations/postmortems/evidence/metrics/2026-07-14-postmortem-root-cause-metrics-csv-s000183.csv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p02-full-000183, row:canonical-metric.</a:t>
            </a:r>
          </a:p>
          <a:p xmlns:a="http://schemas.openxmlformats.org/drawingml/2006/main">
            <a:r>
              <a:t>Artifact: p02-full-002449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documents/operations/postmortems/evidence/metrics/2026-07-14-postmortem-root-cause-metrics-csv-s000183.csv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p02-full-000183, row:canonical-metric.</a:t>
            </a:r>
          </a:p>
          <a:p xmlns:a="http://schemas.openxmlformats.org/drawingml/2006/main">
            <a:r>
              <a:t>Artifact: p02-full-002449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428fed08c045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bd8bbb22734b7d" /><Relationship Type="http://schemas.openxmlformats.org/officeDocument/2006/relationships/slideLayout" Target="/ppt/slideLayouts/slideLayout1.xml" Id="Rb5b0ab02ad1f49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b0ab02ad1f49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53403dc024463" /><Relationship Type="http://schemas.openxmlformats.org/officeDocument/2006/relationships/notesSlide" Target="/ppt/notesSlides/notesSlide1.xml" Id="R1f5dc846319b40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d3ea60c564fbd" /><Relationship Type="http://schemas.openxmlformats.org/officeDocument/2006/relationships/notesSlide" Target="/ppt/notesSlides/notesSlide2.xml" Id="Rb9b9765b8f6846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677e848cb41af" /><Relationship Type="http://schemas.openxmlformats.org/officeDocument/2006/relationships/notesSlide" Target="/ppt/notesSlides/notesSlide3.xml" Id="Rb57cce470a434f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81a7691684ba7" /><Relationship Type="http://schemas.openxmlformats.org/officeDocument/2006/relationships/chart" Target="/ppt/slides/charts/chart1.xml" Id="Rfbebc9e29f0543a0" /><Relationship Type="http://schemas.openxmlformats.org/officeDocument/2006/relationships/notesSlide" Target="/ppt/notesSlides/notesSlide4.xml" Id="R8b580db71ae3420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86C938C6-B163-4348-8DA2-766FEE1B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80B7C592-392F-47D4-A0B9-51AD3EB6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p02-full-002449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0D956684-3FB4-4281-B731-901B43BC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documents/operations/postmortems · Platform Reliability · control p02-full-002449 · 2026 Q3 Postmortem Identity Cache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D1FEABE5-CD52-4314-B214-0CABD6AE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8828198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E6A65046-E8DC-48DB-8F1A-7F07F8C1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Postmortem Identity Cache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9A23D75D-AA34-42CF-874C-AC3089E6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455C2985-5756-4DE4-99BC-873F9EC6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81F0D813-A023-445B-B030-928307B2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AAFFF701-8BFE-4762-B61F-BDB1CC5B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postmortem root cause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BBEFFA17-6233-48E0-A0D9-EED42690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A1BFC695-682B-4EE3-8D32-EF2393BE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223210D6-0D7E-4609-BA0F-0FE395EB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07D1983C-C923-4159-8EF3-A2F3156C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06C77E52-8B0E-40D2-A9A8-62CB1198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33991EAF-0E67-4DD1-B098-40B9EDB3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12FA61E8-1E9C-4F25-8D39-74849169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DDA723B7-3D61-461A-88DB-1F994508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295FCBFC-A973-4F60-9D4A-9174789F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p02-full-002449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CE6583B6-876A-41B3-B077-811240B5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785470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BB9831A8-B32B-432F-8856-460040A4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p02-full-002449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B1D1F4DD-5CF6-45EE-B94F-1CE64C43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inc.inc-260628 · rel.recurrence.2026-q2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7E59349A-5CF2-49B8-BA69-051F414D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B22BC171-9A98-442B-B381-73FA6177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D4B904DA-C990-4897-B098-7BCE2280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7305C5D7-451D-4B06-9E09-CD7EAB18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00E2CCED-A39D-4FFB-A0C4-C5136495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D80818C9-8E7B-424B-A28D-06EDD4E8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2D2322FD-5611-404A-B3F7-21FA1D23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EBA2EE20-848B-40BE-A8F5-3EE0AED4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DC34FD3B-74F0-499F-8598-A7FF20F0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E02483EE-FCF3-46B5-AE5B-67198515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70502B7F-0436-415F-B4A7-C58ABDF5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7D2BE84C-DB38-4D85-BDC2-4F4FDE80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6496E907-57D8-4D6A-8FD5-B865388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96652F7E-EA26-44A0-92C1-CC547D91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7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FB4632D6-8DB0-45AD-BE1D-4B2F0407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0EE13AFF-D078-4AF3-810A-E495F5A7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p02-full-002449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0587C798-2DA6-4ACC-9839-6594E738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39147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D8B02C41-B7C3-4C90-9DAE-BEC69E7F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ED146292-03F9-4A4D-BD87-2BB221D1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Postmortem Identity Cache Operations Briefing Pptx: Q-07 threshold evidence · p02-full-002449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ebc9e29f0543a0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034696DA-F44E-419C-B529-24FA1726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2FAED8B7-24C5-4541-B905-21B700A5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19555EC5-C1F2-4142-91F1-2DE75756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A4EB08EE-A677-4457-AA95-A9A35620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495970B5-A6B2-468D-9CEF-A1200ACB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F075B295-97A6-41AF-85B4-F6725DB6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716A2246-C158-4663-A046-50793C4F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339137C7-1230-4FD7-8D6F-0EEA3AD3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44EDD0AA-DFE3-4912-8FAF-64D1EE8A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9C0138F0-BD2D-4EC1-A35D-31CB65D8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46BD0EBF-CA45-4F1B-80F5-B5A1F882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F943D57F-E171-47F5-BFFE-2BE3911B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postmortem root cause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30FA9FB1-91BE-452F-9917-43F9E8B5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102210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2026-08-24T12:57:19.7550000Z</dcterms:created>
  <dcterms:modified xsi:type="dcterms:W3CDTF">2026-08-24T12:57:19.7550000Z</dcterms:modified>
</coreProperties>
</file>