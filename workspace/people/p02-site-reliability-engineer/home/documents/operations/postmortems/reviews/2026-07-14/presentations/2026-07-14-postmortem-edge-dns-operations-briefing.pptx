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1c2d9f25e94758" /><Relationship Type="http://schemas.openxmlformats.org/officeDocument/2006/relationships/extended-properties" Target="/docProps/app.xml" Id="R9ae096f995174775" /><Relationship Type="http://schemas.openxmlformats.org/officeDocument/2006/relationships/officeDocument" Target="/ppt/presentation.xml" Id="R429d5d2d35cd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852ff0dae4790"/>
  </p:sldMasterIdLst>
  <p:notesMasterIdLst>
    <p:notesMasterId xmlns:r="http://schemas.openxmlformats.org/officeDocument/2006/relationships" r:id="R14bd71f2dd4343c2"/>
  </p:notesMasterIdLst>
  <p:sldIdLst>
    <p:sldId xmlns:r="http://schemas.openxmlformats.org/officeDocument/2006/relationships" id="256" r:id="Ra940d88ba39c4009"/>
    <p:sldId xmlns:r="http://schemas.openxmlformats.org/officeDocument/2006/relationships" id="257" r:id="R1e0d9ee8db3b4fb4"/>
    <p:sldId xmlns:r="http://schemas.openxmlformats.org/officeDocument/2006/relationships" id="258" r:id="Rd9a584047936455b"/>
    <p:sldId xmlns:r="http://schemas.openxmlformats.org/officeDocument/2006/relationships" id="259" r:id="Rf5617050719e4b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dd02ff4f14421" /><Relationship Type="http://schemas.openxmlformats.org/officeDocument/2006/relationships/slideMaster" Target="/ppt/slideMasters/slideMaster1.xml" Id="R16e852ff0dae4790" /><Relationship Type="http://schemas.openxmlformats.org/officeDocument/2006/relationships/notesMaster" Target="/ppt/notesMasters/notesMaster1.xml" Id="R14bd71f2dd4343c2" /><Relationship Type="http://schemas.openxmlformats.org/officeDocument/2006/relationships/presProps" Target="/ppt/presProps.xml" Id="Rb6fc5880fe38450c" /><Relationship Type="http://schemas.openxmlformats.org/officeDocument/2006/relationships/tableStyles" Target="/ppt/tableStyles.xml" Id="R273b0e8a106944ae" /><Relationship Type="http://schemas.openxmlformats.org/officeDocument/2006/relationships/slide" Target="/ppt/slides/slide1.xml" Id="Ra940d88ba39c4009" /><Relationship Type="http://schemas.openxmlformats.org/officeDocument/2006/relationships/slide" Target="/ppt/slides/slide2.xml" Id="R1e0d9ee8db3b4fb4" /><Relationship Type="http://schemas.openxmlformats.org/officeDocument/2006/relationships/slide" Target="/ppt/slides/slide3.xml" Id="Rd9a584047936455b" /><Relationship Type="http://schemas.openxmlformats.org/officeDocument/2006/relationships/slide" Target="/ppt/slides/slide4.xml" Id="Rf5617050719e4b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6bd704c39942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80dd942fb741f2" /><Relationship Type="http://schemas.openxmlformats.org/officeDocument/2006/relationships/notesMaster" Target="/ppt/notesMasters/notesMaster1.xml" Id="R7c340cff87bc44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96ba39667e4b9d" /><Relationship Type="http://schemas.openxmlformats.org/officeDocument/2006/relationships/notesMaster" Target="/ppt/notesMasters/notesMaster1.xml" Id="R7ab6d84f4c1541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304a6d7d54145" /><Relationship Type="http://schemas.openxmlformats.org/officeDocument/2006/relationships/notesMaster" Target="/ppt/notesMasters/notesMaster1.xml" Id="R24f3704635a144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e42900642457c" /><Relationship Type="http://schemas.openxmlformats.org/officeDocument/2006/relationships/notesMaster" Target="/ppt/notesMasters/notesMaster1.xml" Id="R5c82d5d43c0247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documents/operations/postmortems/evidence/metrics/2026-07-14-postmortem-identity-cache-metrics-csv-s000217.csv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Identity p95 = 286 ms (below 350 ms threshold); source p02-full-000217, row:canonical-metric.</a:t>
            </a:r>
          </a:p>
          <a:p xmlns:a="http://schemas.openxmlformats.org/drawingml/2006/main">
            <a:r>
              <a:t>Artifact: p02-full-000746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a2223fdb4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070da11c094fd4" /><Relationship Type="http://schemas.openxmlformats.org/officeDocument/2006/relationships/slideLayout" Target="/ppt/slideLayouts/slideLayout1.xml" Id="Raaae7f02bf804b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ae7f02bf804b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74583272a4d30" /><Relationship Type="http://schemas.openxmlformats.org/officeDocument/2006/relationships/notesSlide" Target="/ppt/notesSlides/notesSlide1.xml" Id="R0d25f2dbbce245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2815838ae49ad" /><Relationship Type="http://schemas.openxmlformats.org/officeDocument/2006/relationships/notesSlide" Target="/ppt/notesSlides/notesSlide2.xml" Id="Rc613502cddf540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92e6c6d414f73" /><Relationship Type="http://schemas.openxmlformats.org/officeDocument/2006/relationships/notesSlide" Target="/ppt/notesSlides/notesSlide3.xml" Id="Re2bc21574b1c4c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6a69f5fc04e87" /><Relationship Type="http://schemas.openxmlformats.org/officeDocument/2006/relationships/chart" Target="/ppt/slides/charts/chart1.xml" Id="Rd855c6a4b5cb4cb9" /><Relationship Type="http://schemas.openxmlformats.org/officeDocument/2006/relationships/notesSlide" Target="/ppt/notesSlides/notesSlide4.xml" Id="Rb0768c1d14634d2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Edge SVC-08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94F8BA6-A893-4CF0-AB0C-BC843EDB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A697A0A9-C709-466D-9D19-DDEBF29F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88438D7-2763-4A58-85BA-5EC7B7F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documents/operations/postmortems · Edge SVC-08 · control p02-full-000746 · 2026 07 14 Postmortem Edge Dns Operations Briefing Pptx · Identity p95: 286 ms (below 350 ms threshold)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BE71660-EE70-4D38-B451-57C6060B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13847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69606C8-8888-4E97-8A09-7DDF59C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Edge Dns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C34EA91-18AB-4B56-9106-AED30967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38AD710-F2F0-4DEF-A979-379EBB28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F2BE4E4-FC67-45C4-B29B-A5C3C57C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8380BF92-C798-4E1C-BA87-FF5EB9EB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identity cache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5BD52B3-36EC-43BF-83BA-04DCC74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C6D9010-9FB4-434B-857B-DAD9955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01D0918-0749-4F6C-A92B-C6D1B5B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C0375842-FDC1-4DA8-A16D-0238A9A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Edge SVC-08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14E85FF-A796-4F16-8CC0-1261A507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544CDE6-3D95-4651-9AC6-DA78772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AFE6775-BB45-40AF-B2CC-91A5398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66394F0-4659-48E1-AC70-880151A3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AB8C55E-6E8F-4EAF-AEF3-2B8A38E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5752DED-8B0D-4216-BA2E-DDC8074E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3664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EDDCBC64-B855-48AA-8299-70054B3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684DEFA-D85E-4F84-9143-A422F9B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Edge SVC-08. org.ntc · inc.inc-260519 · rel.recurrence.2026-q2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29D31CD-7126-4079-8D68-C6181856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70751C5B-60FF-43D7-AB4D-6E829D8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606FA3E-E39F-4CA8-BB93-5A6631C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286 ms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426FCEB-D786-48BE-AB1C-D5BB1523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p95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9D779CE-FE7F-4F7C-A9EE-B5A875F8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Below 350 ms threshold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09BB48B-38F0-40C1-B4A2-B66009C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3CBD580-4CD3-46D7-A05F-3FB53F5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0364B02-C948-495E-A1A0-142030B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A981BF3-98E4-4801-9909-B38EDF15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E14504E-1DE9-4EA3-A4E1-6273DC43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156F063-628C-4F20-B110-4F4A35B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7E142AD-AC03-4312-8356-BBEF10E1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7093C6D7-3747-41B7-9C84-24DB1FA2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4F26D5D-F8AE-4898-910F-4E425CFA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EBB4D32-817D-42AD-B6B5-B72D7158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7889D52D-F411-48A3-9950-CA1C25F4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C5C7A3D-40B7-4EC7-A8C5-F011A5D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p02-full-000746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0E93D60-24AA-4E6D-BDF7-782760B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8301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904A7D9-24A1-4126-9D7F-6528A69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19AFEE60-6D67-42F1-AAED-45B5CC2A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Edge Dns Operations Briefing Pptx: Q-07 threshold evidence · p02-full-000746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55c6a4b5cb4cb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048CC45-A277-409A-9626-5322DDF9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9615AB6E-87CC-4614-9E9D-F63EA4C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C59A6A0-9429-4E1A-93C0-A38ED9E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8596DE6-44C6-4F11-9EAE-07062E4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4A98471-B1A7-497D-B932-156A0DD8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1633A3A-637A-4F5A-8933-4BED07FA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E1E7F04-D62B-4229-8910-4394B18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1DD5EB9-69C6-43B7-B557-DBAE8EA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8EEFA2AB-C660-4DCF-B9E8-A3EF97AE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Edge SVC-08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94E1274-9649-48F0-9D88-5875A31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8A8EDC0-7825-42FC-B0FD-43A6834C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FD2E51C-965B-486D-AB09-2038E81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postmortem identity cache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8C1D980-4047-4F8E-B481-6A6C9FAC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8457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2026-08-24T14:15:07.5250000Z</dcterms:created>
  <dcterms:modified xsi:type="dcterms:W3CDTF">2026-08-24T14:15:07.5250000Z</dcterms:modified>
</coreProperties>
</file>