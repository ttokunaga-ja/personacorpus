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da1871c4174c53" /><Relationship Type="http://schemas.openxmlformats.org/officeDocument/2006/relationships/extended-properties" Target="/docProps/app.xml" Id="R5fca4c14312f4312" /><Relationship Type="http://schemas.openxmlformats.org/officeDocument/2006/relationships/officeDocument" Target="/ppt/presentation.xml" Id="Rc937f989dfe04b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a012ba6dd04956"/>
  </p:sldMasterIdLst>
  <p:notesMasterIdLst>
    <p:notesMasterId xmlns:r="http://schemas.openxmlformats.org/officeDocument/2006/relationships" r:id="R4a8dd3ff1e8b4f12"/>
  </p:notesMasterIdLst>
  <p:sldIdLst>
    <p:sldId xmlns:r="http://schemas.openxmlformats.org/officeDocument/2006/relationships" id="256" r:id="Rd639b0eee730492e"/>
    <p:sldId xmlns:r="http://schemas.openxmlformats.org/officeDocument/2006/relationships" id="257" r:id="R84f8c6dd92214260"/>
    <p:sldId xmlns:r="http://schemas.openxmlformats.org/officeDocument/2006/relationships" id="258" r:id="R7bae44cba8d843f4"/>
    <p:sldId xmlns:r="http://schemas.openxmlformats.org/officeDocument/2006/relationships" id="259" r:id="Re321cc0c62704c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9c02838b084ca5" /><Relationship Type="http://schemas.openxmlformats.org/officeDocument/2006/relationships/slideMaster" Target="/ppt/slideMasters/slideMaster1.xml" Id="R0fa012ba6dd04956" /><Relationship Type="http://schemas.openxmlformats.org/officeDocument/2006/relationships/notesMaster" Target="/ppt/notesMasters/notesMaster1.xml" Id="R4a8dd3ff1e8b4f12" /><Relationship Type="http://schemas.openxmlformats.org/officeDocument/2006/relationships/presProps" Target="/ppt/presProps.xml" Id="R603590bec9f44bba" /><Relationship Type="http://schemas.openxmlformats.org/officeDocument/2006/relationships/tableStyles" Target="/ppt/tableStyles.xml" Id="R2f5c5323ad004794" /><Relationship Type="http://schemas.openxmlformats.org/officeDocument/2006/relationships/slide" Target="/ppt/slides/slide1.xml" Id="Rd639b0eee730492e" /><Relationship Type="http://schemas.openxmlformats.org/officeDocument/2006/relationships/slide" Target="/ppt/slides/slide2.xml" Id="R84f8c6dd92214260" /><Relationship Type="http://schemas.openxmlformats.org/officeDocument/2006/relationships/slide" Target="/ppt/slides/slide3.xml" Id="R7bae44cba8d843f4" /><Relationship Type="http://schemas.openxmlformats.org/officeDocument/2006/relationships/slide" Target="/ppt/slides/slide4.xml" Id="Re321cc0c62704c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7c555703854e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ba83c584654223" /><Relationship Type="http://schemas.openxmlformats.org/officeDocument/2006/relationships/notesMaster" Target="/ppt/notesMasters/notesMaster1.xml" Id="R9fc6d384ee7045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153bdcdd964f92" /><Relationship Type="http://schemas.openxmlformats.org/officeDocument/2006/relationships/notesMaster" Target="/ppt/notesMasters/notesMaster1.xml" Id="Rc3fac76beab34e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1a6399539f44b7" /><Relationship Type="http://schemas.openxmlformats.org/officeDocument/2006/relationships/notesMaster" Target="/ppt/notesMasters/notesMaster1.xml" Id="R6138c0057d9448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4fea50415f4513" /><Relationship Type="http://schemas.openxmlformats.org/officeDocument/2006/relationships/notesMaster" Target="/ppt/notesMasters/notesMaster1.xml" Id="R2a4186b3aff44c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documents/operations/postmortems/evidence/metrics/2026-q3-postmortem-root-cause-metrics-csv-s000871.csv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p02-full-000871, row:canonical-metric.</a:t>
            </a:r>
          </a:p>
          <a:p xmlns:a="http://schemas.openxmlformats.org/drawingml/2006/main">
            <a:r>
              <a:t>Artifact: p02-full-004145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documents/operations/postmortems/evidence/metrics/2026-q3-postmortem-root-cause-metrics-csv-s000871.csv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p02-full-000871, row:canonical-metric.</a:t>
            </a:r>
          </a:p>
          <a:p xmlns:a="http://schemas.openxmlformats.org/drawingml/2006/main">
            <a:r>
              <a:t>Artifact: p02-full-004145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documents/operations/postmortems/evidence/metrics/2026-q3-postmortem-root-cause-metrics-csv-s000871.csv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p02-full-000871, row:canonical-metric.</a:t>
            </a:r>
          </a:p>
          <a:p xmlns:a="http://schemas.openxmlformats.org/drawingml/2006/main">
            <a:r>
              <a:t>Artifact: p02-full-004145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documents/operations/postmortems/evidence/metrics/2026-q3-postmortem-root-cause-metrics-csv-s000871.csv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p02-full-000871, row:canonical-metric.</a:t>
            </a:r>
          </a:p>
          <a:p xmlns:a="http://schemas.openxmlformats.org/drawingml/2006/main">
            <a:r>
              <a:t>Artifact: p02-full-004145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ca783c2be141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282bc48e4941ec" /><Relationship Type="http://schemas.openxmlformats.org/officeDocument/2006/relationships/slideLayout" Target="/ppt/slideLayouts/slideLayout1.xml" Id="R219633549a2949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9633549a2949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581e05f6c4793" /><Relationship Type="http://schemas.openxmlformats.org/officeDocument/2006/relationships/notesSlide" Target="/ppt/notesSlides/notesSlide1.xml" Id="R6109ba742e234c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0cd2533c549fa" /><Relationship Type="http://schemas.openxmlformats.org/officeDocument/2006/relationships/notesSlide" Target="/ppt/notesSlides/notesSlide2.xml" Id="R34a7bcda9b0849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0ec8ff877348a4" /><Relationship Type="http://schemas.openxmlformats.org/officeDocument/2006/relationships/notesSlide" Target="/ppt/notesSlides/notesSlide3.xml" Id="R4783fa9c39f841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04979749e4fa0" /><Relationship Type="http://schemas.openxmlformats.org/officeDocument/2006/relationships/chart" Target="/ppt/slides/charts/chart1.xml" Id="Rdfe3a281e37c4913" /><Relationship Type="http://schemas.openxmlformats.org/officeDocument/2006/relationships/notesSlide" Target="/ppt/notesSlides/notesSlide4.xml" Id="Rfe474beb0b8a4a1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BE0CA3D5-73AC-4B42-ADE7-2606CCCD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460102C0-C088-4B2D-9BDF-3D1F96C8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p02-full-004145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A7AAC880-D509-4A1D-8F33-CFB6B1B6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· documents/operations/postmortems · Platform Reliability · control p02-full-004145 · 2026 07 15 Postmortem Identity Cache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E8C9071C-3530-4060-86EA-A8C3EC11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4272621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0F0789A1-AAA9-46D2-AE78-5BFCCD41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Postmortem Identity Cache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ABC97AC6-8252-40E0-92F6-4FC35A69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8CCA5148-0E76-43A4-AECB-3BA448E7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513DEB37-4F5A-4A87-AF90-DFDEF8AC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973FE136-37BF-456F-AB61-21A36D65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postmortem root cause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04066E8F-B2D4-4E30-9C65-7F57A0DD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E50F4976-CA66-4D9A-8DE1-AC20F296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65504931-C46B-498B-AE0D-93E1CFE6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9FEAB9C9-F436-40E6-9A4D-5D1227CD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69E24EF5-7171-44C4-8302-260F9396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6C68A97A-255E-4571-94F6-368D3E5B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61C99CE8-F733-4DB9-AA85-752769BA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84DD2D1F-027B-4E18-8088-852FC0E0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12EB333A-85A5-4549-B184-2E47EB97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p02-full-004145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220D91AB-A344-455C-A5B1-124C7577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053189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531855F2-4E73-4A99-9726-5690FC72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p02-full-004145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DF0CD679-5D5C-4101-A25B-F0F67D39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inc.inc-260628 · rel.recurrence.2026-q2 · date.2026-07-15.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663FA705-C3F0-4D8A-8E31-F2CD60D3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571C2B79-44E2-413E-8C05-7AEF36E6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BE371638-DEFC-48CE-8EEA-FFD27032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7D180E8A-8828-4AF7-B469-7F28AC48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3B107D93-6F31-4998-9F78-B417644B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501E4458-8561-4939-91D6-C3BCCB15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4CF96A3C-753E-4F2E-960C-F2C6FBBB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A5D5A10A-08A5-4CAC-8B33-B5869F62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1.84 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8F2EC5F6-2417-4EF2-9CFB-E5676832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p95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ABE86B00-D33B-435E-AA15-4EF59511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23811759-A790-4D33-8E9F-9D1F0FA1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2E592BA6-0BE7-4303-8903-BB5412B7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7C022784-CFF8-4D0B-BAE9-04F4E857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4420ECBA-3B58-4530-92A1-1A542F3F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7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AB9636C3-94AD-42F1-BB90-1F119CD1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894D4163-9A2F-4E0E-8FE6-26E6A7FF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p02-full-004145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DD336E4B-D3D9-4A0D-B217-F588D8A7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239688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1A5A9247-4F37-4209-9399-4A05B910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87C73100-42E9-4229-92D3-71F10B93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Postmortem Identity Cache Operations Briefing Pptx: Q-07 threshold evidence · p02-full-004145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fe3a281e37c4913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328E9471-35C1-4BCB-A0E3-417184AD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8724A49F-52CA-44E0-825D-73EDDF43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39389226-48B8-447C-809D-90091F7D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56B00994-A3D2-410B-85FA-A4338C40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4F11B301-97A6-4764-9EBB-0B16B399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B3BF570C-AE8A-4FE4-9437-FEEA93B6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1E72F5D3-693D-4B36-8619-15FDAB37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328C2FCB-88F8-4059-8E04-E0EA1544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79DD18C7-51BC-4756-B5C8-F75A84A2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425C12DD-AA69-469A-B803-1C86610E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11ADD331-7EBB-44E9-81C0-FB558191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7000C5E0-251B-4AA3-81AF-B328DC12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postmortem root cause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2D865E02-F6EE-4277-8190-0138524E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986042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2026-08-24T12:57:20.4350000Z</dcterms:created>
  <dcterms:modified xsi:type="dcterms:W3CDTF">2026-08-24T12:57:20.4350000Z</dcterms:modified>
</coreProperties>
</file>