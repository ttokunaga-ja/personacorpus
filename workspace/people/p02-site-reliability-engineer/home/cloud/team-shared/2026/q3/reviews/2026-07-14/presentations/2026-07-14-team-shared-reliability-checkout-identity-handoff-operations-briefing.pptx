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34768ba58ee450c" /><Relationship Type="http://schemas.openxmlformats.org/officeDocument/2006/relationships/extended-properties" Target="/docProps/app.xml" Id="R80d2b30400d44f6d" /><Relationship Type="http://schemas.openxmlformats.org/officeDocument/2006/relationships/officeDocument" Target="/ppt/presentation.xml" Id="R4d709d7310094f7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126aea1060545ea"/>
  </p:sldMasterIdLst>
  <p:notesMasterIdLst>
    <p:notesMasterId xmlns:r="http://schemas.openxmlformats.org/officeDocument/2006/relationships" r:id="R2a2d1a1ea8be41a0"/>
  </p:notesMasterIdLst>
  <p:sldIdLst>
    <p:sldId xmlns:r="http://schemas.openxmlformats.org/officeDocument/2006/relationships" id="256" r:id="Ree6be87fd95d481b"/>
    <p:sldId xmlns:r="http://schemas.openxmlformats.org/officeDocument/2006/relationships" id="257" r:id="R5850fa871b26408d"/>
    <p:sldId xmlns:r="http://schemas.openxmlformats.org/officeDocument/2006/relationships" id="258" r:id="R1eb85bdf3be34692"/>
    <p:sldId xmlns:r="http://schemas.openxmlformats.org/officeDocument/2006/relationships" id="259" r:id="Rd02b5afd66b6466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b817068c26a46fe" /><Relationship Type="http://schemas.openxmlformats.org/officeDocument/2006/relationships/slideMaster" Target="/ppt/slideMasters/slideMaster1.xml" Id="Rc126aea1060545ea" /><Relationship Type="http://schemas.openxmlformats.org/officeDocument/2006/relationships/notesMaster" Target="/ppt/notesMasters/notesMaster1.xml" Id="R2a2d1a1ea8be41a0" /><Relationship Type="http://schemas.openxmlformats.org/officeDocument/2006/relationships/presProps" Target="/ppt/presProps.xml" Id="Rdf8a3a4afa954550" /><Relationship Type="http://schemas.openxmlformats.org/officeDocument/2006/relationships/tableStyles" Target="/ppt/tableStyles.xml" Id="Rcfd05e1e4c374527" /><Relationship Type="http://schemas.openxmlformats.org/officeDocument/2006/relationships/slide" Target="/ppt/slides/slide1.xml" Id="Ree6be87fd95d481b" /><Relationship Type="http://schemas.openxmlformats.org/officeDocument/2006/relationships/slide" Target="/ppt/slides/slide2.xml" Id="R5850fa871b26408d" /><Relationship Type="http://schemas.openxmlformats.org/officeDocument/2006/relationships/slide" Target="/ppt/slides/slide3.xml" Id="R1eb85bdf3be34692" /><Relationship Type="http://schemas.openxmlformats.org/officeDocument/2006/relationships/slide" Target="/ppt/slides/slide4.xml" Id="Rd02b5afd66b6466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eb54b1e7e4f497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95417e9b5b54293" /><Relationship Type="http://schemas.openxmlformats.org/officeDocument/2006/relationships/notesMaster" Target="/ppt/notesMasters/notesMaster1.xml" Id="R828af686780a4a4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c5fd62ec31a4480" /><Relationship Type="http://schemas.openxmlformats.org/officeDocument/2006/relationships/notesMaster" Target="/ppt/notesMasters/notesMaster1.xml" Id="R4b0bebca26e340d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f6b8e9203d7452a" /><Relationship Type="http://schemas.openxmlformats.org/officeDocument/2006/relationships/notesMaster" Target="/ppt/notesMasters/notesMaster1.xml" Id="Rebf5e95634014c4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13e6e8cc5e24e95" /><Relationship Type="http://schemas.openxmlformats.org/officeDocument/2006/relationships/notesMaster" Target="/ppt/notesMasters/notesMaster1.xml" Id="Rafa847a06f70486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cloud/team-shared/2026/q3/shared-data/2026-07-14-team-shared-reliability-error-budget-policy-metrics-csv-s000817.csv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p02-full-000817, row:canonical-metric.</a:t>
            </a:r>
          </a:p>
          <a:p xmlns:a="http://schemas.openxmlformats.org/drawingml/2006/main">
            <a:r>
              <a:t>Artifact: p02-full-000048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cloud/team-shared/2026/q3/shared-data/2026-07-14-team-shared-reliability-error-budget-policy-metrics-csv-s000817.csv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p02-full-000817, row:canonical-metric.</a:t>
            </a:r>
          </a:p>
          <a:p xmlns:a="http://schemas.openxmlformats.org/drawingml/2006/main">
            <a:r>
              <a:t>Artifact: p02-full-000048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cloud/team-shared/2026/q3/shared-data/2026-07-14-team-shared-reliability-error-budget-policy-metrics-csv-s000817.csv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p02-full-000817, row:canonical-metric.</a:t>
            </a:r>
          </a:p>
          <a:p xmlns:a="http://schemas.openxmlformats.org/drawingml/2006/main">
            <a:r>
              <a:t>Artifact: p02-full-000048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cloud/team-shared/2026/q3/shared-data/2026-07-14-team-shared-reliability-error-budget-policy-metrics-csv-s000817.csv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p02-full-000817, row:canonical-metric.</a:t>
            </a:r>
          </a:p>
          <a:p xmlns:a="http://schemas.openxmlformats.org/drawingml/2006/main">
            <a:r>
              <a:t>Artifact: p02-full-000048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922c9f4f16436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af7fa19e2d54865" /><Relationship Type="http://schemas.openxmlformats.org/officeDocument/2006/relationships/slideLayout" Target="/ppt/slideLayouts/slideLayout1.xml" Id="R511f1687c6034ff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11f1687c6034ff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253d2d45364c42" /><Relationship Type="http://schemas.openxmlformats.org/officeDocument/2006/relationships/notesSlide" Target="/ppt/notesSlides/notesSlide1.xml" Id="Rd0bdf4d60b16490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ae72c83f7c4abe" /><Relationship Type="http://schemas.openxmlformats.org/officeDocument/2006/relationships/notesSlide" Target="/ppt/notesSlides/notesSlide2.xml" Id="R4bc09e98de624df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19d0013e334500" /><Relationship Type="http://schemas.openxmlformats.org/officeDocument/2006/relationships/notesSlide" Target="/ppt/notesSlides/notesSlide3.xml" Id="R6981c2c63eee479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63fb97dff949e3" /><Relationship Type="http://schemas.openxmlformats.org/officeDocument/2006/relationships/chart" Target="/ppt/slides/charts/chart1.xml" Id="Rbfeed996585f4393" /><Relationship Type="http://schemas.openxmlformats.org/officeDocument/2006/relationships/notesSlide" Target="/ppt/notesSlides/notesSlide4.xml" Id="R628502c46c6c4c57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Platform Reliability Q-07 jobs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3"/>
              <c:pt idx="0">
                <c:v>Warning threshold · 09:42</c:v>
              </c:pt>
              <c:pt idx="1">
                <c:v>Critical threshold</c:v>
              </c:pt>
              <c:pt idx="2">
                <c:v>Maximum observed</c:v>
              </c:pt>
            </c:strLit>
          </c:cat>
          <c:val>
            <c:numLit>
              <c:formatCode>General</c:formatCode>
              <c:ptCount val="3"/>
              <c:pt idx="0">
                <c:v>12000</c:v>
              </c:pt>
              <c:pt idx="1">
                <c:v>24000</c:v>
              </c:pt>
              <c:pt idx="2">
                <c:v>38420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420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jobs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50112"/>
        <c:crossBetween val="between"/>
        <c:majorUnit val="12000"/>
      </c:valAx>
      <c:spPr>
        <a:noFill xmlns:a="http://schemas.openxmlformats.org/drawingml/2006/main"/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rid01-eyebrow">
            <a:extLst xmlns:a="http://schemas.openxmlformats.org/drawingml/2006/main">
              <a:ext uri="{FF2B5EF4-FFF2-40B4-BE49-F238E27FC236}">
                <a16:creationId xmlns:a16="http://schemas.microsoft.com/office/drawing/2014/main" id="{A6529EDA-382C-48E3-BEC6-4F13A0DEB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9052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NORTHSTAR TRANSIT CLOUD · RELIABILITY REVIEW</a:t>
            </a:r>
          </a:p>
        </p:txBody>
      </p:sp>
      <p:sp>
        <p:nvSpPr>
          <p:cNvPr id="2" name="grid01-title">
            <a:extLst xmlns:a="http://schemas.openxmlformats.org/drawingml/2006/main">
              <a:ext uri="{FF2B5EF4-FFF2-40B4-BE49-F238E27FC236}">
                <a16:creationId xmlns:a16="http://schemas.microsoft.com/office/drawing/2014/main" id="{3B871709-47B5-429C-8C21-2CC91557C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43075"/>
            <a:ext cx="1066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Reliability decision brief</a:t>
            </a:r>
          </a:p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p02-full-000048</a:t>
            </a:r>
          </a:p>
        </p:txBody>
      </p:sp>
      <p:sp>
        <p:nvSpPr>
          <p:cNvPr id="3" name="grid01-subtitle">
            <a:extLst xmlns:a="http://schemas.openxmlformats.org/drawingml/2006/main">
              <a:ext uri="{FF2B5EF4-FFF2-40B4-BE49-F238E27FC236}">
                <a16:creationId xmlns:a16="http://schemas.microsoft.com/office/drawing/2014/main" id="{30935B2E-6EB0-446D-8C7B-A5797712F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7434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2026-07-14 · cloud/team-shared · Platform Reliability · control p02-full-000048 · 2026 07 14 Team Shared Reliability Checkout Identity Handoff Operations Briefing Pptx · Checkout availability SLO 99.95%</a:t>
            </a:r>
          </a:p>
        </p:txBody>
      </p:sp>
      <p:sp>
        <p:nvSpPr>
          <p:cNvPr id="4" name="grid01-anchor-strip">
            <a:extLst xmlns:a="http://schemas.openxmlformats.org/drawingml/2006/main">
              <a:ext uri="{FF2B5EF4-FFF2-40B4-BE49-F238E27FC236}">
                <a16:creationId xmlns:a16="http://schemas.microsoft.com/office/drawing/2014/main" id="{7C858DA8-0DEF-4CE0-9FFC-6245BDB1F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876925"/>
            <a:ext cx="1133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Canonical corpus anchors: Northstar Transit Cloud | Checkout SVC-17 | 2026-07-13 | error budget 2.4% | INC-260713</a:t>
            </a:r>
          </a:p>
        </p:txBody>
      </p:sp>
    </p:spTree>
    <p:extLst>
      <p:ext uri="{BB962C8B-B14F-4D97-AF65-F5344CB8AC3E}">
        <p14:creationId xmlns:p14="http://schemas.microsoft.com/office/powerpoint/2010/main" val="119449193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rid17-title">
            <a:extLst xmlns:a="http://schemas.openxmlformats.org/drawingml/2006/main">
              <a:ext uri="{FF2B5EF4-FFF2-40B4-BE49-F238E27FC236}">
                <a16:creationId xmlns:a16="http://schemas.microsoft.com/office/drawing/2014/main" id="{06DB2FDF-800F-4FB5-B5DA-5A947276B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14 Team Shared Reliability Checkout Identity Handoff Operations Briefing Pptx: controls and recipients</a:t>
            </a:r>
          </a:p>
        </p:txBody>
      </p:sp>
      <p:cxnSp>
        <p:nvCxnSpPr>
          <p:cNvPr id="18" name="grid17-timeline-rule"/>
          <p:cNvCxnSpPr/>
          <p:nvPr/>
        </p:nvCxnSpPr>
        <p:spPr>
          <a:xfrm xmlns:a="http://schemas.openxmlformats.org/drawingml/2006/main">
            <a:off x="333375" y="3371850"/>
            <a:ext cx="114300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3" name="grid17-dot-09:42">
            <a:extLst xmlns:a="http://schemas.openxmlformats.org/drawingml/2006/main">
              <a:ext uri="{FF2B5EF4-FFF2-40B4-BE49-F238E27FC236}">
                <a16:creationId xmlns:a16="http://schemas.microsoft.com/office/drawing/2014/main" id="{1497A407-21F9-4160-A43C-CC2C90F8F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7-label-09:42">
            <a:extLst xmlns:a="http://schemas.openxmlformats.org/drawingml/2006/main">
              <a:ext uri="{FF2B5EF4-FFF2-40B4-BE49-F238E27FC236}">
                <a16:creationId xmlns:a16="http://schemas.microsoft.com/office/drawing/2014/main" id="{7D998E9C-E5AD-4D9B-9F25-4C556151E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09:42</a:t>
            </a:r>
          </a:p>
        </p:txBody>
      </p:sp>
      <p:sp>
        <p:nvSpPr>
          <p:cNvPr id="5" name="grid17-header-09:42">
            <a:extLst xmlns:a="http://schemas.openxmlformats.org/drawingml/2006/main">
              <a:ext uri="{FF2B5EF4-FFF2-40B4-BE49-F238E27FC236}">
                <a16:creationId xmlns:a16="http://schemas.microsoft.com/office/drawing/2014/main" id="{C744D960-9EFB-4451-B4AB-E90514E79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Warning</a:t>
            </a:r>
          </a:p>
        </p:txBody>
      </p:sp>
      <p:sp>
        <p:nvSpPr>
          <p:cNvPr id="6" name="grid17-body-09:42">
            <a:extLst xmlns:a="http://schemas.openxmlformats.org/drawingml/2006/main">
              <a:ext uri="{FF2B5EF4-FFF2-40B4-BE49-F238E27FC236}">
                <a16:creationId xmlns:a16="http://schemas.microsoft.com/office/drawing/2014/main" id="{1E0B4FC2-D8F1-455B-A029-DFC91800A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crossed 12,000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14 team shared reliability error budget policy metrics csv</a:t>
            </a:r>
          </a:p>
        </p:txBody>
      </p:sp>
      <p:sp>
        <p:nvSpPr>
          <p:cNvPr id="7" name="grid17-dot-10:02">
            <a:extLst xmlns:a="http://schemas.openxmlformats.org/drawingml/2006/main">
              <a:ext uri="{FF2B5EF4-FFF2-40B4-BE49-F238E27FC236}">
                <a16:creationId xmlns:a16="http://schemas.microsoft.com/office/drawing/2014/main" id="{7805557B-D2DF-4D3C-AF3B-33F896494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17-label-10:02">
            <a:extLst xmlns:a="http://schemas.openxmlformats.org/drawingml/2006/main">
              <a:ext uri="{FF2B5EF4-FFF2-40B4-BE49-F238E27FC236}">
                <a16:creationId xmlns:a16="http://schemas.microsoft.com/office/drawing/2014/main" id="{3BA78A21-19B4-4DE8-895D-02A262C2F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10:02</a:t>
            </a:r>
          </a:p>
        </p:txBody>
      </p:sp>
      <p:sp>
        <p:nvSpPr>
          <p:cNvPr id="9" name="grid17-header-10:02">
            <a:extLst xmlns:a="http://schemas.openxmlformats.org/drawingml/2006/main">
              <a:ext uri="{FF2B5EF4-FFF2-40B4-BE49-F238E27FC236}">
                <a16:creationId xmlns:a16="http://schemas.microsoft.com/office/drawing/2014/main" id="{15EDFB4F-E42E-4296-B85D-F8441D785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Rollback</a:t>
            </a:r>
          </a:p>
        </p:txBody>
      </p:sp>
      <p:sp>
        <p:nvSpPr>
          <p:cNvPr id="10" name="grid17-body-10:02">
            <a:extLst xmlns:a="http://schemas.openxmlformats.org/drawingml/2006/main">
              <a:ext uri="{FF2B5EF4-FFF2-40B4-BE49-F238E27FC236}">
                <a16:creationId xmlns:a16="http://schemas.microsoft.com/office/drawing/2014/main" id="{871AB92E-4D11-4ED1-A467-8278469F4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Approval recorded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Recipient: Platform Reliability</a:t>
            </a:r>
          </a:p>
        </p:txBody>
      </p:sp>
      <p:sp>
        <p:nvSpPr>
          <p:cNvPr id="11" name="grid17-dot-10:24">
            <a:extLst xmlns:a="http://schemas.openxmlformats.org/drawingml/2006/main">
              <a:ext uri="{FF2B5EF4-FFF2-40B4-BE49-F238E27FC236}">
                <a16:creationId xmlns:a16="http://schemas.microsoft.com/office/drawing/2014/main" id="{C684440D-488E-44D2-B09F-13A185AA8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" name="grid17-label-10:24">
            <a:extLst xmlns:a="http://schemas.openxmlformats.org/drawingml/2006/main">
              <a:ext uri="{FF2B5EF4-FFF2-40B4-BE49-F238E27FC236}">
                <a16:creationId xmlns:a16="http://schemas.microsoft.com/office/drawing/2014/main" id="{DC32948A-EA12-43FC-AB7E-C38C51CBC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10:24</a:t>
            </a:r>
          </a:p>
        </p:txBody>
      </p:sp>
      <p:sp>
        <p:nvSpPr>
          <p:cNvPr id="13" name="grid17-header-10:24">
            <a:extLst xmlns:a="http://schemas.openxmlformats.org/drawingml/2006/main">
              <a:ext uri="{FF2B5EF4-FFF2-40B4-BE49-F238E27FC236}">
                <a16:creationId xmlns:a16="http://schemas.microsoft.com/office/drawing/2014/main" id="{DCA05B54-F5B1-498C-85B8-78A530F4E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Recovery</a:t>
            </a:r>
          </a:p>
        </p:txBody>
      </p:sp>
      <p:sp>
        <p:nvSpPr>
          <p:cNvPr id="14" name="grid17-body-10:24">
            <a:extLst xmlns:a="http://schemas.openxmlformats.org/drawingml/2006/main">
              <a:ext uri="{FF2B5EF4-FFF2-40B4-BE49-F238E27FC236}">
                <a16:creationId xmlns:a16="http://schemas.microsoft.com/office/drawing/2014/main" id="{80C1BDEF-7DAC-4CC9-94D4-1AB1ACF97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below 8,000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2026-07-14 review</a:t>
            </a:r>
          </a:p>
        </p:txBody>
      </p:sp>
      <p:sp>
        <p:nvSpPr>
          <p:cNvPr id="15" name="grid17-control">
            <a:extLst xmlns:a="http://schemas.openxmlformats.org/drawingml/2006/main">
              <a:ext uri="{FF2B5EF4-FFF2-40B4-BE49-F238E27FC236}">
                <a16:creationId xmlns:a16="http://schemas.microsoft.com/office/drawing/2014/main" id="{D287326E-860F-401F-93B5-8823D777D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p02-full-000048</a:t>
            </a:r>
          </a:p>
        </p:txBody>
      </p:sp>
      <p:sp>
        <p:nvSpPr>
          <p:cNvPr id="16" name="grid17-footer">
            <a:extLst xmlns:a="http://schemas.openxmlformats.org/drawingml/2006/main">
              <a:ext uri="{FF2B5EF4-FFF2-40B4-BE49-F238E27FC236}">
                <a16:creationId xmlns:a16="http://schemas.microsoft.com/office/drawing/2014/main" id="{DE45375F-45EF-4885-A632-5BD1164EF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83277949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grid19-title">
            <a:extLst xmlns:a="http://schemas.openxmlformats.org/drawingml/2006/main">
              <a:ext uri="{FF2B5EF4-FFF2-40B4-BE49-F238E27FC236}">
                <a16:creationId xmlns:a16="http://schemas.microsoft.com/office/drawing/2014/main" id="{4BC64642-00DE-47BF-89FC-1F3D1D465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Decision metrics · p02-full-000048</a:t>
            </a:r>
          </a:p>
        </p:txBody>
      </p:sp>
      <p:sp>
        <p:nvSpPr>
          <p:cNvPr id="2" name="grid19-context">
            <a:extLst xmlns:a="http://schemas.openxmlformats.org/drawingml/2006/main">
              <a:ext uri="{FF2B5EF4-FFF2-40B4-BE49-F238E27FC236}">
                <a16:creationId xmlns:a16="http://schemas.microsoft.com/office/drawing/2014/main" id="{72354D1F-6981-4140-9781-DA28A3226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3350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Recipients: Platform Reliability. org.ntc · team.checkout · rel.oncall.2026-07-13 · date.2026-07-14. Error budget 2.4% is a request-error allowance, not downtime. Checkout latency SLO: 99.0% below 400 ms.</a:t>
            </a:r>
          </a:p>
        </p:txBody>
      </p:sp>
      <p:sp>
        <p:nvSpPr>
          <p:cNvPr id="3" name="grid13-column-0">
            <a:extLst xmlns:a="http://schemas.openxmlformats.org/drawingml/2006/main">
              <a:ext uri="{FF2B5EF4-FFF2-40B4-BE49-F238E27FC236}">
                <a16:creationId xmlns:a16="http://schemas.microsoft.com/office/drawing/2014/main" id="{8418DF1C-CBC0-4D18-93A4-04AB53CCE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3-kicker-0">
            <a:extLst xmlns:a="http://schemas.openxmlformats.org/drawingml/2006/main">
              <a:ext uri="{FF2B5EF4-FFF2-40B4-BE49-F238E27FC236}">
                <a16:creationId xmlns:a16="http://schemas.microsoft.com/office/drawing/2014/main" id="{EFBB1864-4413-4AE6-B3E6-43E604E1D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01</a:t>
            </a:r>
          </a:p>
        </p:txBody>
      </p:sp>
      <p:sp>
        <p:nvSpPr>
          <p:cNvPr id="5" name="grid13-value-0">
            <a:extLst xmlns:a="http://schemas.openxmlformats.org/drawingml/2006/main">
              <a:ext uri="{FF2B5EF4-FFF2-40B4-BE49-F238E27FC236}">
                <a16:creationId xmlns:a16="http://schemas.microsoft.com/office/drawing/2014/main" id="{0E5FE8EC-E592-4D57-BD18-CAE708AEE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99.95%</a:t>
            </a:r>
          </a:p>
        </p:txBody>
      </p:sp>
      <p:sp>
        <p:nvSpPr>
          <p:cNvPr id="6" name="grid13-header-0">
            <a:extLst xmlns:a="http://schemas.openxmlformats.org/drawingml/2006/main">
              <a:ext uri="{FF2B5EF4-FFF2-40B4-BE49-F238E27FC236}">
                <a16:creationId xmlns:a16="http://schemas.microsoft.com/office/drawing/2014/main" id="{C22E2DAD-F66D-4F32-9C60-D6C2EA2A1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Checkout availability SLO</a:t>
            </a:r>
          </a:p>
        </p:txBody>
      </p:sp>
      <p:sp>
        <p:nvSpPr>
          <p:cNvPr id="7" name="grid13-column-1">
            <a:extLst xmlns:a="http://schemas.openxmlformats.org/drawingml/2006/main">
              <a:ext uri="{FF2B5EF4-FFF2-40B4-BE49-F238E27FC236}">
                <a16:creationId xmlns:a16="http://schemas.microsoft.com/office/drawing/2014/main" id="{2A75E896-B3E1-4C59-A9CC-7AABDB304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grid13-field-1">
            <a:extLst xmlns:a="http://schemas.openxmlformats.org/drawingml/2006/main">
              <a:ext uri="{FF2B5EF4-FFF2-40B4-BE49-F238E27FC236}">
                <a16:creationId xmlns:a16="http://schemas.microsoft.com/office/drawing/2014/main" id="{3C59709F-3E6A-41B8-A1CF-048C356B1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0">
            <a:solidFill>
              <a:srgbClr val="EAF4FF"/>
            </a:solidFill>
            <a:prstDash val="solid"/>
          </a:ln>
        </p:spPr>
      </p:sp>
      <p:sp>
        <p:nvSpPr>
          <p:cNvPr id="9" name="grid13-kicker-1">
            <a:extLst xmlns:a="http://schemas.openxmlformats.org/drawingml/2006/main">
              <a:ext uri="{FF2B5EF4-FFF2-40B4-BE49-F238E27FC236}">
                <a16:creationId xmlns:a16="http://schemas.microsoft.com/office/drawing/2014/main" id="{5D1BC4DC-41A0-4D41-B5B5-9DEE5386D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02</a:t>
            </a:r>
          </a:p>
        </p:txBody>
      </p:sp>
      <p:sp>
        <p:nvSpPr>
          <p:cNvPr id="10" name="grid13-value-1">
            <a:extLst xmlns:a="http://schemas.openxmlformats.org/drawingml/2006/main">
              <a:ext uri="{FF2B5EF4-FFF2-40B4-BE49-F238E27FC236}">
                <a16:creationId xmlns:a16="http://schemas.microsoft.com/office/drawing/2014/main" id="{40E469C5-E095-400E-B6B8-C90E7FF54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1.84 s</a:t>
            </a:r>
          </a:p>
        </p:txBody>
      </p:sp>
      <p:sp>
        <p:nvSpPr>
          <p:cNvPr id="11" name="grid13-header-1">
            <a:extLst xmlns:a="http://schemas.openxmlformats.org/drawingml/2006/main">
              <a:ext uri="{FF2B5EF4-FFF2-40B4-BE49-F238E27FC236}">
                <a16:creationId xmlns:a16="http://schemas.microsoft.com/office/drawing/2014/main" id="{12FC9ED6-F332-4724-A404-9AB52B95F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Peak p95</a:t>
            </a:r>
          </a:p>
        </p:txBody>
      </p:sp>
      <p:sp>
        <p:nvSpPr>
          <p:cNvPr id="12" name="grid13-column-2">
            <a:extLst xmlns:a="http://schemas.openxmlformats.org/drawingml/2006/main">
              <a:ext uri="{FF2B5EF4-FFF2-40B4-BE49-F238E27FC236}">
                <a16:creationId xmlns:a16="http://schemas.microsoft.com/office/drawing/2014/main" id="{BE8AF8CF-F417-44E5-A43B-9EB5D6C72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3" name="grid13-field-2">
            <a:extLst xmlns:a="http://schemas.openxmlformats.org/drawingml/2006/main">
              <a:ext uri="{FF2B5EF4-FFF2-40B4-BE49-F238E27FC236}">
                <a16:creationId xmlns:a16="http://schemas.microsoft.com/office/drawing/2014/main" id="{9128E855-1401-4FB8-8198-9CAC080DF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14" name="grid13-kicker-2">
            <a:extLst xmlns:a="http://schemas.openxmlformats.org/drawingml/2006/main">
              <a:ext uri="{FF2B5EF4-FFF2-40B4-BE49-F238E27FC236}">
                <a16:creationId xmlns:a16="http://schemas.microsoft.com/office/drawing/2014/main" id="{DBBD7451-7F04-426D-8355-749987E21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03</a:t>
            </a:r>
          </a:p>
        </p:txBody>
      </p:sp>
      <p:sp>
        <p:nvSpPr>
          <p:cNvPr id="15" name="grid13-value-2">
            <a:extLst xmlns:a="http://schemas.openxmlformats.org/drawingml/2006/main">
              <a:ext uri="{FF2B5EF4-FFF2-40B4-BE49-F238E27FC236}">
                <a16:creationId xmlns:a16="http://schemas.microsoft.com/office/drawing/2014/main" id="{3EB00146-8B9D-4A24-837C-3AABF5E7D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38,420</a:t>
            </a:r>
          </a:p>
        </p:txBody>
      </p:sp>
      <p:sp>
        <p:nvSpPr>
          <p:cNvPr id="16" name="grid13-header-2">
            <a:extLst xmlns:a="http://schemas.openxmlformats.org/drawingml/2006/main">
              <a:ext uri="{FF2B5EF4-FFF2-40B4-BE49-F238E27FC236}">
                <a16:creationId xmlns:a16="http://schemas.microsoft.com/office/drawing/2014/main" id="{8D875076-FF97-4C0C-ACCA-5487A7CC8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maximum</a:t>
            </a:r>
          </a:p>
        </p:txBody>
      </p:sp>
      <p:sp>
        <p:nvSpPr>
          <p:cNvPr id="17" name="grid13-body-2">
            <a:extLst xmlns:a="http://schemas.openxmlformats.org/drawingml/2006/main">
              <a:ext uri="{FF2B5EF4-FFF2-40B4-BE49-F238E27FC236}">
                <a16:creationId xmlns:a16="http://schemas.microsoft.com/office/drawing/2014/main" id="{1A9804D7-26FB-49EA-A1B3-8D70B9D33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1487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jobs</a:t>
            </a:r>
          </a:p>
        </p:txBody>
      </p:sp>
      <p:sp>
        <p:nvSpPr>
          <p:cNvPr id="18" name="grid19-control">
            <a:extLst xmlns:a="http://schemas.openxmlformats.org/drawingml/2006/main">
              <a:ext uri="{FF2B5EF4-FFF2-40B4-BE49-F238E27FC236}">
                <a16:creationId xmlns:a16="http://schemas.microsoft.com/office/drawing/2014/main" id="{6D74CF0E-474C-42D9-BE52-848DF27EF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p02-full-000048</a:t>
            </a:r>
          </a:p>
        </p:txBody>
      </p:sp>
      <p:sp>
        <p:nvSpPr>
          <p:cNvPr id="19" name="grid19-footer">
            <a:extLst xmlns:a="http://schemas.openxmlformats.org/drawingml/2006/main">
              <a:ext uri="{FF2B5EF4-FFF2-40B4-BE49-F238E27FC236}">
                <a16:creationId xmlns:a16="http://schemas.microsoft.com/office/drawing/2014/main" id="{7E5A2622-1D34-46D1-AC1C-17751C7A1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93502353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rid20-title">
            <a:extLst xmlns:a="http://schemas.openxmlformats.org/drawingml/2006/main">
              <a:ext uri="{FF2B5EF4-FFF2-40B4-BE49-F238E27FC236}">
                <a16:creationId xmlns:a16="http://schemas.microsoft.com/office/drawing/2014/main" id="{E300ACE5-DF89-4012-A3BF-F7844DADA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threshold decision</a:t>
            </a:r>
          </a:p>
        </p:txBody>
      </p:sp>
      <p:sp>
        <p:nvSpPr>
          <p:cNvPr id="2" name="grid20-context">
            <a:extLst xmlns:a="http://schemas.openxmlformats.org/drawingml/2006/main">
              <a:ext uri="{FF2B5EF4-FFF2-40B4-BE49-F238E27FC236}">
                <a16:creationId xmlns:a16="http://schemas.microsoft.com/office/drawing/2014/main" id="{F9ABE1C1-F6E3-4AB3-A3AE-3963F7574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990600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14 Team Shared Reliability Checkout Identity Handoff Operations Briefing Pptx: Q-07 threshold evidence · p02-full-000048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409575" y="1619250"/>
          <a:ext xmlns:a="http://schemas.openxmlformats.org/drawingml/2006/main" cx="5124450" cy="45339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feed996585f4393"/>
          </a:graphicData>
        </a:graphic>
      </p:graphicFrame>
      <p:sp>
        <p:nvSpPr>
          <p:cNvPr id="4" name="grid20-queue-value-0">
            <a:extLst xmlns:a="http://schemas.openxmlformats.org/drawingml/2006/main">
              <a:ext uri="{FF2B5EF4-FFF2-40B4-BE49-F238E27FC236}">
                <a16:creationId xmlns:a16="http://schemas.microsoft.com/office/drawing/2014/main" id="{1EFF7AB1-23B7-410D-A4CB-4F6147447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5148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12,000</a:t>
            </a:r>
          </a:p>
        </p:txBody>
      </p:sp>
      <p:sp>
        <p:nvSpPr>
          <p:cNvPr id="5" name="grid20-queue-value-1">
            <a:extLst xmlns:a="http://schemas.openxmlformats.org/drawingml/2006/main">
              <a:ext uri="{FF2B5EF4-FFF2-40B4-BE49-F238E27FC236}">
                <a16:creationId xmlns:a16="http://schemas.microsoft.com/office/drawing/2014/main" id="{A7115311-9805-4101-950F-C586C9E11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2194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24,000</a:t>
            </a:r>
          </a:p>
        </p:txBody>
      </p:sp>
      <p:sp>
        <p:nvSpPr>
          <p:cNvPr id="6" name="grid20-queue-value-2">
            <a:extLst xmlns:a="http://schemas.openxmlformats.org/drawingml/2006/main">
              <a:ext uri="{FF2B5EF4-FFF2-40B4-BE49-F238E27FC236}">
                <a16:creationId xmlns:a16="http://schemas.microsoft.com/office/drawing/2014/main" id="{F073AFA0-BE05-49F1-89B2-B7736C7E8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1685925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38,420</a:t>
            </a:r>
          </a:p>
        </p:txBody>
      </p:sp>
      <p:sp>
        <p:nvSpPr>
          <p:cNvPr id="7" name="grid20-rule-0">
            <a:extLst xmlns:a="http://schemas.openxmlformats.org/drawingml/2006/main">
              <a:ext uri="{FF2B5EF4-FFF2-40B4-BE49-F238E27FC236}">
                <a16:creationId xmlns:a16="http://schemas.microsoft.com/office/drawing/2014/main" id="{D97D252E-C9C1-43A4-BFF8-5C3AAF368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192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20-header-0">
            <a:extLst xmlns:a="http://schemas.openxmlformats.org/drawingml/2006/main">
              <a:ext uri="{FF2B5EF4-FFF2-40B4-BE49-F238E27FC236}">
                <a16:creationId xmlns:a16="http://schemas.microsoft.com/office/drawing/2014/main" id="{6F3B14BF-BB74-4C7A-ADB0-B313881D5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478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Cause</a:t>
            </a:r>
          </a:p>
        </p:txBody>
      </p:sp>
      <p:sp>
        <p:nvSpPr>
          <p:cNvPr id="9" name="grid20-body-0">
            <a:extLst xmlns:a="http://schemas.openxmlformats.org/drawingml/2006/main">
              <a:ext uri="{FF2B5EF4-FFF2-40B4-BE49-F238E27FC236}">
                <a16:creationId xmlns:a16="http://schemas.microsoft.com/office/drawing/2014/main" id="{4EE120AC-106B-4371-91CC-979D869F8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431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Removed queue-pressure guardrail</a:t>
            </a:r>
          </a:p>
        </p:txBody>
      </p:sp>
      <p:sp>
        <p:nvSpPr>
          <p:cNvPr id="10" name="grid20-rule-1">
            <a:extLst xmlns:a="http://schemas.openxmlformats.org/drawingml/2006/main">
              <a:ext uri="{FF2B5EF4-FFF2-40B4-BE49-F238E27FC236}">
                <a16:creationId xmlns:a16="http://schemas.microsoft.com/office/drawing/2014/main" id="{00AE714C-CAEE-4976-85A3-3371E9892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0040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1" name="grid20-header-1">
            <a:extLst xmlns:a="http://schemas.openxmlformats.org/drawingml/2006/main">
              <a:ext uri="{FF2B5EF4-FFF2-40B4-BE49-F238E27FC236}">
                <a16:creationId xmlns:a16="http://schemas.microsoft.com/office/drawing/2014/main" id="{D067453E-DAB6-4802-8ABC-1378E0E6B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2900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</a:t>
            </a:r>
          </a:p>
        </p:txBody>
      </p:sp>
      <p:sp>
        <p:nvSpPr>
          <p:cNvPr id="12" name="grid20-body-1">
            <a:extLst xmlns:a="http://schemas.openxmlformats.org/drawingml/2006/main">
              <a:ext uri="{FF2B5EF4-FFF2-40B4-BE49-F238E27FC236}">
                <a16:creationId xmlns:a16="http://schemas.microsoft.com/office/drawing/2014/main" id="{61DBAC9B-08C1-4E36-8504-BDC9A1C66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2430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Platform Reliability</a:t>
            </a:r>
          </a:p>
        </p:txBody>
      </p:sp>
      <p:sp>
        <p:nvSpPr>
          <p:cNvPr id="13" name="grid20-rule-2">
            <a:extLst xmlns:a="http://schemas.openxmlformats.org/drawingml/2006/main">
              <a:ext uri="{FF2B5EF4-FFF2-40B4-BE49-F238E27FC236}">
                <a16:creationId xmlns:a16="http://schemas.microsoft.com/office/drawing/2014/main" id="{21A8F00F-7CFF-4D7D-9F40-5BF0C74C1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7815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" name="grid20-header-2">
            <a:extLst xmlns:a="http://schemas.openxmlformats.org/drawingml/2006/main">
              <a:ext uri="{FF2B5EF4-FFF2-40B4-BE49-F238E27FC236}">
                <a16:creationId xmlns:a16="http://schemas.microsoft.com/office/drawing/2014/main" id="{B1122200-4B11-48BC-BE76-1C55A3049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0101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Dependency</a:t>
            </a:r>
          </a:p>
        </p:txBody>
      </p:sp>
      <p:sp>
        <p:nvSpPr>
          <p:cNvPr id="15" name="grid20-body-2">
            <a:extLst xmlns:a="http://schemas.openxmlformats.org/drawingml/2006/main">
              <a:ext uri="{FF2B5EF4-FFF2-40B4-BE49-F238E27FC236}">
                <a16:creationId xmlns:a16="http://schemas.microsoft.com/office/drawing/2014/main" id="{85E772F8-B7BC-4EF0-AFB1-6EBB87BE4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5054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14 team shared reliability error budget policy metrics csv</a:t>
            </a:r>
          </a:p>
        </p:txBody>
      </p:sp>
      <p:sp>
        <p:nvSpPr>
          <p:cNvPr id="16" name="grid20-footer">
            <a:extLst xmlns:a="http://schemas.openxmlformats.org/drawingml/2006/main">
              <a:ext uri="{FF2B5EF4-FFF2-40B4-BE49-F238E27FC236}">
                <a16:creationId xmlns:a16="http://schemas.microsoft.com/office/drawing/2014/main" id="{CDA05991-7501-41EC-A1B9-9C40DAAE0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74961175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2026-08-24T13:01:35.2550000Z</dcterms:created>
  <dcterms:modified xsi:type="dcterms:W3CDTF">2026-08-24T13:01:35.2550000Z</dcterms:modified>
</coreProperties>
</file>