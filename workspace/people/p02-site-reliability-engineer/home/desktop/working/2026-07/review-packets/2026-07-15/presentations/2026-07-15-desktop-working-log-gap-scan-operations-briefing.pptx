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d71afa03f441bf" /><Relationship Type="http://schemas.openxmlformats.org/officeDocument/2006/relationships/extended-properties" Target="/docProps/app.xml" Id="R8a5388afd5904fe0" /><Relationship Type="http://schemas.openxmlformats.org/officeDocument/2006/relationships/officeDocument" Target="/ppt/presentation.xml" Id="R6eebb223acac4d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f697ce5c8d4f98"/>
  </p:sldMasterIdLst>
  <p:notesMasterIdLst>
    <p:notesMasterId xmlns:r="http://schemas.openxmlformats.org/officeDocument/2006/relationships" r:id="Rf01d5199faa1483e"/>
  </p:notesMasterIdLst>
  <p:sldIdLst>
    <p:sldId xmlns:r="http://schemas.openxmlformats.org/officeDocument/2006/relationships" id="256" r:id="R852d9ac113b44147"/>
    <p:sldId xmlns:r="http://schemas.openxmlformats.org/officeDocument/2006/relationships" id="257" r:id="Re1f2e1f81d984f76"/>
    <p:sldId xmlns:r="http://schemas.openxmlformats.org/officeDocument/2006/relationships" id="258" r:id="R6a344796f7374348"/>
    <p:sldId xmlns:r="http://schemas.openxmlformats.org/officeDocument/2006/relationships" id="259" r:id="R2ed44daa84a943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bd0fdcad92429f" /><Relationship Type="http://schemas.openxmlformats.org/officeDocument/2006/relationships/slideMaster" Target="/ppt/slideMasters/slideMaster1.xml" Id="Re8f697ce5c8d4f98" /><Relationship Type="http://schemas.openxmlformats.org/officeDocument/2006/relationships/notesMaster" Target="/ppt/notesMasters/notesMaster1.xml" Id="Rf01d5199faa1483e" /><Relationship Type="http://schemas.openxmlformats.org/officeDocument/2006/relationships/presProps" Target="/ppt/presProps.xml" Id="Rf9461a20e00b4389" /><Relationship Type="http://schemas.openxmlformats.org/officeDocument/2006/relationships/tableStyles" Target="/ppt/tableStyles.xml" Id="Rd9e1fda3bad24967" /><Relationship Type="http://schemas.openxmlformats.org/officeDocument/2006/relationships/slide" Target="/ppt/slides/slide1.xml" Id="R852d9ac113b44147" /><Relationship Type="http://schemas.openxmlformats.org/officeDocument/2006/relationships/slide" Target="/ppt/slides/slide2.xml" Id="Re1f2e1f81d984f76" /><Relationship Type="http://schemas.openxmlformats.org/officeDocument/2006/relationships/slide" Target="/ppt/slides/slide3.xml" Id="R6a344796f7374348" /><Relationship Type="http://schemas.openxmlformats.org/officeDocument/2006/relationships/slide" Target="/ppt/slides/slide4.xml" Id="R2ed44daa84a943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4f90eb600545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066977d664508" /><Relationship Type="http://schemas.openxmlformats.org/officeDocument/2006/relationships/notesMaster" Target="/ppt/notesMasters/notesMaster1.xml" Id="R5cdbc52e33da47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ed62536d0b4dc5" /><Relationship Type="http://schemas.openxmlformats.org/officeDocument/2006/relationships/notesMaster" Target="/ppt/notesMasters/notesMaster1.xml" Id="R6c2f51db730444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823b487c624a92" /><Relationship Type="http://schemas.openxmlformats.org/officeDocument/2006/relationships/notesMaster" Target="/ppt/notesMasters/notesMaster1.xml" Id="Ra3819530d07142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786bac52904ddc" /><Relationship Type="http://schemas.openxmlformats.org/officeDocument/2006/relationships/notesMaster" Target="/ppt/notesMasters/notesMaster1.xml" Id="R21de827ccd844e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p02-full-006948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p02-full-006948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p02-full-006948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p02-full-006948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0fde492b245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33aa4645fe40a3" /><Relationship Type="http://schemas.openxmlformats.org/officeDocument/2006/relationships/slideLayout" Target="/ppt/slideLayouts/slideLayout1.xml" Id="R30a857a27ce848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857a27ce848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cde39dd0c47c6" /><Relationship Type="http://schemas.openxmlformats.org/officeDocument/2006/relationships/notesSlide" Target="/ppt/notesSlides/notesSlide1.xml" Id="Rc988800613c2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31dc052174c35" /><Relationship Type="http://schemas.openxmlformats.org/officeDocument/2006/relationships/notesSlide" Target="/ppt/notesSlides/notesSlide2.xml" Id="Rff846d35783c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5798b7a9c4f84" /><Relationship Type="http://schemas.openxmlformats.org/officeDocument/2006/relationships/notesSlide" Target="/ppt/notesSlides/notesSlide3.xml" Id="R91f8d7db7d77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562c7e537493d" /><Relationship Type="http://schemas.openxmlformats.org/officeDocument/2006/relationships/chart" Target="/ppt/slides/charts/chart1.xml" Id="Ree82cdff91644b81" /><Relationship Type="http://schemas.openxmlformats.org/officeDocument/2006/relationships/notesSlide" Target="/ppt/notesSlides/notesSlide4.xml" Id="Rc24a7e469d00403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758977C-9C8E-4BCB-8550-777E295D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CEF2DC0-F684-460D-AF66-9E443A2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8FE863B-9CF1-4DC1-B07E-32833F13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desktop/working · Platform Reliability · control p02-full-006948 · 2026 07 15 Desktop Working Log Gap Scan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44663F6-530B-463A-A4F3-1C58D4A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55421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A28BC9A-C4BC-4B70-B311-73900780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Log Gap Scan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D8846A34-0647-4032-BD4C-D537418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87D1003-EABC-4832-B267-5C37DCA2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B7B13EA-5791-47DC-8D2A-71988537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D07F96C-5A15-48B3-BF4F-A95246DD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A87A308-1056-4188-81ED-5D0B0902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45F7926-9EF9-4BB7-8221-4620EC0E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5C8925B1-1077-44EB-91F9-4E2D747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4DA0825-5145-4EE9-8FD0-C2DA7CA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06BADA8-F4EC-44AD-9BAA-6EA956D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D685A45-BD60-47DD-8DC0-45FF0AE8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F5E3605-C350-4B15-896C-4DE7E12C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7C95240-93D8-4ED0-83D6-4A9AA37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8407315-8266-46EB-A044-2C186B2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1960248-54DA-438C-B235-D280AFE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50978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42669E6-087F-4156-BE5B-3D4172F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89EEB0F-696E-454B-9FC3-B37D147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85AAD0A-307F-45CD-A1BB-DA32755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95A38F6-585E-458C-BF3A-F78F7F7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96EDF4B-4FC0-4D1F-A6EF-B0770776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D05E3225-B73F-4E24-88E2-C1DD009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D13A1C2-2048-46A7-8485-F8B432BE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CB0357F-9E13-46CD-B705-D8C33B5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C0DE912-F59F-4E2E-A1B3-E097BE1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87B64C5-5938-413F-A022-59C64297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AF8893D-B324-4AE3-B4BF-10DF4418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8CD19CCF-128A-4D15-B33B-449873E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5DCD074-0081-48D6-B0A8-1D360ABC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D5EE81B-1B63-400A-8415-FFDCF6C7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417FE7E-8F52-4C9D-94CD-8519917E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6E5F6B6-169E-45C8-8933-98036E7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90ED3457-7D3A-43EA-9221-634FB141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CEB4FE9-4864-40D1-A4A7-83C31BA6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p02-full-006948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E4A0144-DCF4-40FF-8047-A3BFFA9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8165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87DEB2B-E97A-4DC5-A590-88B63B5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0730849-DBC3-4ECF-81C2-72445BF5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Log Gap Scan Operations Briefing Pptx: Q-07 threshold evidence · p02-full-006948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82cdff91644b8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2D124426-F64B-463B-8261-B9D4E26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10865CD-984A-46D5-B879-1DDCDF10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416ABCF-CD80-40AB-8178-BED7155D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0C578EB-12BF-46C8-AE4C-D37187B8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B148B939-7F9C-4EF1-9A41-094ACB6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B56B234-8245-4E9F-BD33-E7E70B1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8313D2E-254B-41B6-9E12-6EC9408E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0886871-12F7-4155-86C4-A61A7676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AB523849-411B-423B-8CB9-E76D0D0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36A1B97-23E3-4B65-BD1D-049B259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0EC97CC-B3CF-4133-9C8C-1F38BAB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B2025A8-E98C-47DA-BBD8-809F9A3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08CD6EA-9817-4404-827B-32B3117E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5689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2026-08-24T12:58:44.4310000Z</dcterms:created>
  <dcterms:modified xsi:type="dcterms:W3CDTF">2026-08-24T12:58:44.4310000Z</dcterms:modified>
</coreProperties>
</file>