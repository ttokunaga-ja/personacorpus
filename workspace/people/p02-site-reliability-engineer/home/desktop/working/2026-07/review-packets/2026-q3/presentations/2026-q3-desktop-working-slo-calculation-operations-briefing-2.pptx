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cf41d12acc4a75" /><Relationship Type="http://schemas.openxmlformats.org/officeDocument/2006/relationships/extended-properties" Target="/docProps/app.xml" Id="R5354c565845b41bf" /><Relationship Type="http://schemas.openxmlformats.org/officeDocument/2006/relationships/officeDocument" Target="/ppt/presentation.xml" Id="R11c42961c9924d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8932dbfe6b4180"/>
  </p:sldMasterIdLst>
  <p:notesMasterIdLst>
    <p:notesMasterId xmlns:r="http://schemas.openxmlformats.org/officeDocument/2006/relationships" r:id="R240102c96f294924"/>
  </p:notesMasterIdLst>
  <p:sldIdLst>
    <p:sldId xmlns:r="http://schemas.openxmlformats.org/officeDocument/2006/relationships" id="256" r:id="Rdfe858d6ebd44306"/>
    <p:sldId xmlns:r="http://schemas.openxmlformats.org/officeDocument/2006/relationships" id="257" r:id="Rb90338fc16ab4826"/>
    <p:sldId xmlns:r="http://schemas.openxmlformats.org/officeDocument/2006/relationships" id="258" r:id="R4b646a0aa19d4374"/>
    <p:sldId xmlns:r="http://schemas.openxmlformats.org/officeDocument/2006/relationships" id="259" r:id="R80f0791595f048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f743b690e54501" /><Relationship Type="http://schemas.openxmlformats.org/officeDocument/2006/relationships/slideMaster" Target="/ppt/slideMasters/slideMaster1.xml" Id="Rdc8932dbfe6b4180" /><Relationship Type="http://schemas.openxmlformats.org/officeDocument/2006/relationships/notesMaster" Target="/ppt/notesMasters/notesMaster1.xml" Id="R240102c96f294924" /><Relationship Type="http://schemas.openxmlformats.org/officeDocument/2006/relationships/presProps" Target="/ppt/presProps.xml" Id="Rf80574e8f4f14912" /><Relationship Type="http://schemas.openxmlformats.org/officeDocument/2006/relationships/tableStyles" Target="/ppt/tableStyles.xml" Id="R446c58845d514c92" /><Relationship Type="http://schemas.openxmlformats.org/officeDocument/2006/relationships/slide" Target="/ppt/slides/slide1.xml" Id="Rdfe858d6ebd44306" /><Relationship Type="http://schemas.openxmlformats.org/officeDocument/2006/relationships/slide" Target="/ppt/slides/slide2.xml" Id="Rb90338fc16ab4826" /><Relationship Type="http://schemas.openxmlformats.org/officeDocument/2006/relationships/slide" Target="/ppt/slides/slide3.xml" Id="R4b646a0aa19d4374" /><Relationship Type="http://schemas.openxmlformats.org/officeDocument/2006/relationships/slide" Target="/ppt/slides/slide4.xml" Id="R80f0791595f048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b2fffa895149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dc716673124f11" /><Relationship Type="http://schemas.openxmlformats.org/officeDocument/2006/relationships/notesMaster" Target="/ppt/notesMasters/notesMaster1.xml" Id="R80fdc66cbbd642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abfd5f93b240e6" /><Relationship Type="http://schemas.openxmlformats.org/officeDocument/2006/relationships/notesMaster" Target="/ppt/notesMasters/notesMaster1.xml" Id="Rc889721455364f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9f5f9237274731" /><Relationship Type="http://schemas.openxmlformats.org/officeDocument/2006/relationships/notesMaster" Target="/ppt/notesMasters/notesMaster1.xml" Id="Rffb8b6ab464446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4bdf90ae5241b5" /><Relationship Type="http://schemas.openxmlformats.org/officeDocument/2006/relationships/notesMaster" Target="/ppt/notesMasters/notesMaster1.xml" Id="R57120c43b2c145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p02-full-008849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p02-full-008849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p02-full-008849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p02-full-008849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4f73a541e4b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9c1daebb1e4a93" /><Relationship Type="http://schemas.openxmlformats.org/officeDocument/2006/relationships/slideLayout" Target="/ppt/slideLayouts/slideLayout1.xml" Id="R9b2ec8f326434a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2ec8f326434a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c78d630924cf3" /><Relationship Type="http://schemas.openxmlformats.org/officeDocument/2006/relationships/notesSlide" Target="/ppt/notesSlides/notesSlide1.xml" Id="R335f7c3f3cee41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790a7b2684404" /><Relationship Type="http://schemas.openxmlformats.org/officeDocument/2006/relationships/notesSlide" Target="/ppt/notesSlides/notesSlide2.xml" Id="Rac604834c44941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5b348ae8343e8" /><Relationship Type="http://schemas.openxmlformats.org/officeDocument/2006/relationships/notesSlide" Target="/ppt/notesSlides/notesSlide3.xml" Id="R74f9f15998ac4f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a688ab7714b45" /><Relationship Type="http://schemas.openxmlformats.org/officeDocument/2006/relationships/chart" Target="/ppt/slides/charts/chart1.xml" Id="Rb2e48577f5ab4f82" /><Relationship Type="http://schemas.openxmlformats.org/officeDocument/2006/relationships/notesSlide" Target="/ppt/notesSlides/notesSlide4.xml" Id="Rda894a3404504fd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31FA6E04-974D-4A2B-BFA5-76F6294E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E2953A7-D3A6-4DF8-BF61-FFC64F29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p02-full-008849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0924BB22-BCA1-41C0-A822-F147F644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desktop/working · Platform Reliability · control p02-full-008849 · 2026 Q3 Desktop Working Slo Calculation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FEF7847A-90F5-48A5-87F0-6EF942B6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55567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0F8B78B-0210-4424-8768-E74FBDD1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Slo Calculation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655380AE-7E7D-4667-9F7F-6485706B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EF20BC79-A52B-4703-B23F-0BC412A1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79E5449-2E90-4493-913E-B3F35615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29542DA-99A1-42E9-8552-B62931AE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timeline annotation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0F08ED3B-944C-43D3-90D4-D0DDC14B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9ED80456-F1E1-41D8-A9BE-9D077FC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570181B2-2C26-476B-8126-B34C3A20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BAAE0CB6-1610-48B8-8410-4CC62E11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4128CACD-2747-4D19-8CB7-5B07F905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93F26A44-C290-41B5-AED1-89781FB0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97B3F065-FE8E-4ADE-8EB7-8235B364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FE2319EE-C73C-4BDE-AC6E-BAB982EE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549CAF37-B895-4861-99AC-A5C7EEEF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p02-full-008849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5DEF6BE-33DC-46D3-88CD-4274EA17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21256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7051EAD7-4F61-4814-AE9C-F554301D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p02-full-008849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E1FE13E0-8916-4CC1-B6DD-627BA252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team.platform-sre · rel.oncall.2026-07-13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020CF8FA-CAF4-4C01-80C2-FDCE7AAC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15521488-D996-456B-BE65-28987D93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57D1F036-51C1-43C3-9BA6-1CE1D190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E81F2BDC-BB0C-44E8-95B6-8AE6F5CE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D18DC8E-DD21-4469-9252-ED6B3714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CE1DC29C-E265-4B33-A7DF-070A7305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E1C30429-5E7B-4D4D-9327-C90732BC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6909F593-E607-4FA5-8156-92C448CF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FAE90C7C-AF01-4C10-B372-3536ACFF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B3E9FE18-8D02-48C3-A48D-73011DB6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65ADA4E3-ACF5-45ED-9882-DEFCB9D6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09CD0D31-5927-44F3-9F03-A09225C8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311B03FC-B226-45E0-AB3D-75867E1B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15A2F624-61E0-49B0-AF18-42B79078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7C8FB3C0-BB40-48E9-9408-200AF337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p02-full-008849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B79252CC-E79A-454B-B8CB-C34BBC2A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2497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80E7458A-4ED4-4927-A328-25B137BB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5FEFB9C6-D816-4683-A4F8-CE18B9BF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Slo Calculation Operations Briefing Pptx: Q-07 threshold evidence · p02-full-008849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e48577f5ab4f82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A5A919A5-E92C-4850-8C38-D05C6CEE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ADCD9743-CD6F-4B33-9BE3-38C2B0D4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5A93A99B-C45E-48EC-BDFF-80AB3C12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B370F27C-06F1-4A0C-84B2-58A11214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6C580038-AA87-413F-B347-3EBB2E4F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C58F26DA-1FF5-4329-A8B5-E742C850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B50F8F56-61F9-4AF4-95C4-04588D9C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FB77A37D-89EF-4799-8755-B8890925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2696ECFA-76E9-450B-871F-378671AD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0275961F-96A0-4E81-B82B-AE08E669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E439278B-F887-4EFA-BB2C-A0315ACB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7ACEC27D-1C9F-4F5D-B4D4-F602698B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timeline annotation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ED3F0314-621E-4DEE-B036-936E8551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15786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2026-08-24T12:58:49.4090000Z</dcterms:created>
  <dcterms:modified xsi:type="dcterms:W3CDTF">2026-08-24T12:58:49.4090000Z</dcterms:modified>
</coreProperties>
</file>