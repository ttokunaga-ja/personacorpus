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176e418fc9474b" /><Relationship Type="http://schemas.openxmlformats.org/officeDocument/2006/relationships/extended-properties" Target="/docProps/app.xml" Id="R9f305a3a859649ad" /><Relationship Type="http://schemas.openxmlformats.org/officeDocument/2006/relationships/officeDocument" Target="/ppt/presentation.xml" Id="R021c44b497d94d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cbb3cd6c75499f"/>
  </p:sldMasterIdLst>
  <p:notesMasterIdLst>
    <p:notesMasterId xmlns:r="http://schemas.openxmlformats.org/officeDocument/2006/relationships" r:id="Rdf978ab6f44d48dd"/>
  </p:notesMasterIdLst>
  <p:sldIdLst>
    <p:sldId xmlns:r="http://schemas.openxmlformats.org/officeDocument/2006/relationships" id="256" r:id="Rac540d1c0c5e4770"/>
    <p:sldId xmlns:r="http://schemas.openxmlformats.org/officeDocument/2006/relationships" id="257" r:id="R7de70587cebd4337"/>
    <p:sldId xmlns:r="http://schemas.openxmlformats.org/officeDocument/2006/relationships" id="258" r:id="R7852a56d84564570"/>
    <p:sldId xmlns:r="http://schemas.openxmlformats.org/officeDocument/2006/relationships" id="259" r:id="R990033f29f2c42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abdd752b694e58" /><Relationship Type="http://schemas.openxmlformats.org/officeDocument/2006/relationships/slideMaster" Target="/ppt/slideMasters/slideMaster1.xml" Id="R0ccbb3cd6c75499f" /><Relationship Type="http://schemas.openxmlformats.org/officeDocument/2006/relationships/notesMaster" Target="/ppt/notesMasters/notesMaster1.xml" Id="Rdf978ab6f44d48dd" /><Relationship Type="http://schemas.openxmlformats.org/officeDocument/2006/relationships/presProps" Target="/ppt/presProps.xml" Id="R17c4511218d74476" /><Relationship Type="http://schemas.openxmlformats.org/officeDocument/2006/relationships/tableStyles" Target="/ppt/tableStyles.xml" Id="R61bd1bc034ed43d1" /><Relationship Type="http://schemas.openxmlformats.org/officeDocument/2006/relationships/slide" Target="/ppt/slides/slide1.xml" Id="Rac540d1c0c5e4770" /><Relationship Type="http://schemas.openxmlformats.org/officeDocument/2006/relationships/slide" Target="/ppt/slides/slide2.xml" Id="R7de70587cebd4337" /><Relationship Type="http://schemas.openxmlformats.org/officeDocument/2006/relationships/slide" Target="/ppt/slides/slide3.xml" Id="R7852a56d84564570" /><Relationship Type="http://schemas.openxmlformats.org/officeDocument/2006/relationships/slide" Target="/ppt/slides/slide4.xml" Id="R990033f29f2c42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012827286f48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bcc7ddfc174af6" /><Relationship Type="http://schemas.openxmlformats.org/officeDocument/2006/relationships/notesMaster" Target="/ppt/notesMasters/notesMaster1.xml" Id="Rfe25cc4f8ebc4b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374af3630d4efd" /><Relationship Type="http://schemas.openxmlformats.org/officeDocument/2006/relationships/notesMaster" Target="/ppt/notesMasters/notesMaster1.xml" Id="Rb26434bcb9954e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787b49d770446d" /><Relationship Type="http://schemas.openxmlformats.org/officeDocument/2006/relationships/notesMaster" Target="/ppt/notesMasters/notesMaster1.xml" Id="R38d580f1705e4a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1a249fc20c4910" /><Relationship Type="http://schemas.openxmlformats.org/officeDocument/2006/relationships/notesMaster" Target="/ppt/notesMasters/notesMaster1.xml" Id="R94f77ee286c543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desktop/working/2026-07/data/2026-07-14-desktop-working-correlation-metrics-tsv-s002567.tsv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p02-full-002567, row:canonical-metric.</a:t>
            </a:r>
          </a:p>
          <a:p xmlns:a="http://schemas.openxmlformats.org/drawingml/2006/main">
            <a:r>
              <a:t>Artifact: p02-full-007449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desktop/working/2026-07/data/2026-07-14-desktop-working-correlation-metrics-tsv-s002567.tsv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p02-full-002567, row:canonical-metric.</a:t>
            </a:r>
          </a:p>
          <a:p xmlns:a="http://schemas.openxmlformats.org/drawingml/2006/main">
            <a:r>
              <a:t>Artifact: p02-full-007449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desktop/working/2026-07/data/2026-07-14-desktop-working-correlation-metrics-tsv-s002567.tsv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p02-full-002567, row:canonical-metric.</a:t>
            </a:r>
          </a:p>
          <a:p xmlns:a="http://schemas.openxmlformats.org/drawingml/2006/main">
            <a:r>
              <a:t>Artifact: p02-full-007449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desktop/working/2026-07/data/2026-07-14-desktop-working-correlation-metrics-tsv-s002567.tsv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p02-full-002567, row:canonical-metric.</a:t>
            </a:r>
          </a:p>
          <a:p xmlns:a="http://schemas.openxmlformats.org/drawingml/2006/main">
            <a:r>
              <a:t>Artifact: p02-full-007449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c428d9a0394a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c12c26374447fd" /><Relationship Type="http://schemas.openxmlformats.org/officeDocument/2006/relationships/slideLayout" Target="/ppt/slideLayouts/slideLayout1.xml" Id="Re5c650c9ba654b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c650c9ba654b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5ee713fdf40ad" /><Relationship Type="http://schemas.openxmlformats.org/officeDocument/2006/relationships/notesSlide" Target="/ppt/notesSlides/notesSlide1.xml" Id="Rb2865b5c733c41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68b0ed2ff4f2b" /><Relationship Type="http://schemas.openxmlformats.org/officeDocument/2006/relationships/notesSlide" Target="/ppt/notesSlides/notesSlide2.xml" Id="R5118e36af83f41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72769eb60480c" /><Relationship Type="http://schemas.openxmlformats.org/officeDocument/2006/relationships/notesSlide" Target="/ppt/notesSlides/notesSlide3.xml" Id="R565f90b1629f42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e1d1a62a542f0" /><Relationship Type="http://schemas.openxmlformats.org/officeDocument/2006/relationships/chart" Target="/ppt/slides/charts/chart1.xml" Id="R5a2b796b97de4810" /><Relationship Type="http://schemas.openxmlformats.org/officeDocument/2006/relationships/notesSlide" Target="/ppt/notesSlides/notesSlide4.xml" Id="R2dad26c43570427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6D28CBBE-DAC8-4854-9FB0-61110AB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5F1AA759-E62E-4088-AEE5-EABE882B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p02-full-007449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DBB9C25F-906B-4E54-B7B8-BE757BAE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· desktop/working · Platform Reliability · control p02-full-007449 · 2026 Q3 Desktop Working Slo Calculation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CD6A925F-3E98-4B30-B78D-D3F7E17E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3546451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0B761B0A-BAF2-4F4F-8F45-CEA74273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Slo Calculation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A809CC73-5CA3-4895-954F-01A77D73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05FAF1CE-AA8A-4791-BE10-1AF7BB65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7110B9EE-92B2-4B47-8D08-6086A8CD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CFD4BE19-D839-4802-95E0-8612D434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desktop working correlation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0350B537-464B-4430-B1F9-1EFEC125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DD879111-4F50-4D2E-88D0-D39CD18A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B3018CD9-A14D-446C-93D7-ABBBC521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01C1C5EE-3A2D-42E8-8467-578BD26A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BD0BFB22-9843-4708-9B56-FB810359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47B60E9A-C143-46F5-B4E2-DD15EA55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B918F630-1D08-4FF3-BC4D-E5FFC3955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EC09915C-132A-4A2B-935D-FE6F8D34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2026-Q3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AB790B23-5ACA-47E6-A93D-6C435517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p02-full-007449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B064CF5D-3A57-4313-A969-7C8F1268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89172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4451EAF0-8812-4AC3-9AB1-325339C2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p02-full-007449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97EEC5DE-5267-47EF-81D6-723A7CB0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inc.inc-260713 · rel.oncall.2026-07-13 · period.2026-q3.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0F849F9D-D136-4593-BBB8-D10994B1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5A0C55DC-78B1-4666-8A38-BE9D6DFB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D5D56379-2341-4175-95C0-1B18B1CE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B9126246-55B9-44CD-BC0D-359F2FE1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53711076-C0E8-41A9-B059-EEE827F3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BB41FEC5-D64B-4704-921E-F559C057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B508F9B6-41A4-441B-9DCD-C93D5069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D4FA5749-D148-4651-814B-A9A397CF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0618C980-185F-4149-890C-4D7AB124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164204C9-7B18-4C99-A89E-EECCCBAE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F75E3353-09FB-4257-9A0E-C0D01196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96A29B74-03E4-42D5-9ACE-CE2E0B26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F414A497-864B-4DC6-B2F4-B9E71B89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DFCC34A4-B70A-46E9-BDFF-36819B41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3B0AC66A-DCFC-47F5-90EE-36111489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p02-full-007449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DCCEC744-AA4E-47F7-BE3B-1784AC51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849707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BDD3F4C2-19E3-4B52-B21C-F7DBABC2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D7185982-5FB6-47B3-8411-28F77032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Desktop Working Slo Calculation Operations Briefing Pptx: Q-07 threshold evidence · p02-full-007449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2b796b97de4810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926A3526-ECE7-40CB-939A-2CB2835E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D46B016F-68BE-4A0E-8F9E-2C15B13B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9ADA9486-3712-4F0A-B3C9-CDBECABF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D710778E-A328-4E39-867C-7E81A312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ACC6CF19-9342-474B-9E1B-1ABAC883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E18290C1-779E-429A-8EF0-23A83AB8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C16DFD5F-2B95-4B6B-AB30-088E6194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F3E124EA-0AE1-467F-AD8A-B9F85A30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5A89AB64-70B5-4E56-8474-0F6153D8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3F4BBA85-9DB0-4CCF-AF5B-C004BBAE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5D7EA001-D9CB-4769-AF57-26E07CA6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61D54EC5-DF3C-4C69-835B-CFBFF856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desktop working correlation metrics tsv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FB3C6083-D1A5-468C-8A8C-22656C95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122663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2026-08-24T12:58:45.7900000Z</dcterms:created>
  <dcterms:modified xsi:type="dcterms:W3CDTF">2026-08-24T12:58:45.7900000Z</dcterms:modified>
</coreProperties>
</file>