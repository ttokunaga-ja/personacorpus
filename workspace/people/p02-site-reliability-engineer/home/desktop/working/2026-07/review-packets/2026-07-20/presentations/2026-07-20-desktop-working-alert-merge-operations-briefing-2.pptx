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1b0467d024140" /><Relationship Type="http://schemas.openxmlformats.org/officeDocument/2006/relationships/extended-properties" Target="/docProps/app.xml" Id="R6749107d11ca4cc2" /><Relationship Type="http://schemas.openxmlformats.org/officeDocument/2006/relationships/officeDocument" Target="/ppt/presentation.xml" Id="R47a9766b2757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6b668956a4214"/>
  </p:sldMasterIdLst>
  <p:notesMasterIdLst>
    <p:notesMasterId xmlns:r="http://schemas.openxmlformats.org/officeDocument/2006/relationships" r:id="R2cb0052bc3664302"/>
  </p:notesMasterIdLst>
  <p:sldIdLst>
    <p:sldId xmlns:r="http://schemas.openxmlformats.org/officeDocument/2006/relationships" id="256" r:id="R1380a5562dea45e3"/>
    <p:sldId xmlns:r="http://schemas.openxmlformats.org/officeDocument/2006/relationships" id="257" r:id="R48ea72b80c184bf5"/>
    <p:sldId xmlns:r="http://schemas.openxmlformats.org/officeDocument/2006/relationships" id="258" r:id="Rce18d494ae6d477a"/>
    <p:sldId xmlns:r="http://schemas.openxmlformats.org/officeDocument/2006/relationships" id="259" r:id="R26b7af183de74e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f410989ec438c" /><Relationship Type="http://schemas.openxmlformats.org/officeDocument/2006/relationships/slideMaster" Target="/ppt/slideMasters/slideMaster1.xml" Id="Rfb06b668956a4214" /><Relationship Type="http://schemas.openxmlformats.org/officeDocument/2006/relationships/notesMaster" Target="/ppt/notesMasters/notesMaster1.xml" Id="R2cb0052bc3664302" /><Relationship Type="http://schemas.openxmlformats.org/officeDocument/2006/relationships/presProps" Target="/ppt/presProps.xml" Id="Rff69c0021c2d46ea" /><Relationship Type="http://schemas.openxmlformats.org/officeDocument/2006/relationships/tableStyles" Target="/ppt/tableStyles.xml" Id="R4e6eaeb7c6714f5c" /><Relationship Type="http://schemas.openxmlformats.org/officeDocument/2006/relationships/slide" Target="/ppt/slides/slide1.xml" Id="R1380a5562dea45e3" /><Relationship Type="http://schemas.openxmlformats.org/officeDocument/2006/relationships/slide" Target="/ppt/slides/slide2.xml" Id="R48ea72b80c184bf5" /><Relationship Type="http://schemas.openxmlformats.org/officeDocument/2006/relationships/slide" Target="/ppt/slides/slide3.xml" Id="Rce18d494ae6d477a" /><Relationship Type="http://schemas.openxmlformats.org/officeDocument/2006/relationships/slide" Target="/ppt/slides/slide4.xml" Id="R26b7af183de7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26b6327ec3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a8d2d708e428d" /><Relationship Type="http://schemas.openxmlformats.org/officeDocument/2006/relationships/notesMaster" Target="/ppt/notesMasters/notesMaster1.xml" Id="Rc409049066ad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df59d11ac14746" /><Relationship Type="http://schemas.openxmlformats.org/officeDocument/2006/relationships/notesMaster" Target="/ppt/notesMasters/notesMaster1.xml" Id="R6183171d69134a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c64f6861ec46b9" /><Relationship Type="http://schemas.openxmlformats.org/officeDocument/2006/relationships/notesMaster" Target="/ppt/notesMasters/notesMaster1.xml" Id="Re83b3c37cb8a4e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2feb87f84c4b43" /><Relationship Type="http://schemas.openxmlformats.org/officeDocument/2006/relationships/notesMaster" Target="/ppt/notesMasters/notesMaster1.xml" Id="Ref4112ed950644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p02-full-004746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p02-full-004746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p02-full-004746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p02-full-004746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921f0fb9e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18399c003485f" /><Relationship Type="http://schemas.openxmlformats.org/officeDocument/2006/relationships/slideLayout" Target="/ppt/slideLayouts/slideLayout1.xml" Id="Ra0d98e4bcd0d40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98e4bcd0d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ab684a5564608" /><Relationship Type="http://schemas.openxmlformats.org/officeDocument/2006/relationships/notesSlide" Target="/ppt/notesSlides/notesSlide1.xml" Id="Rd96e9575202d41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2696a873549ff" /><Relationship Type="http://schemas.openxmlformats.org/officeDocument/2006/relationships/notesSlide" Target="/ppt/notesSlides/notesSlide2.xml" Id="R979c4ab04e6e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eebcba7d46ea" /><Relationship Type="http://schemas.openxmlformats.org/officeDocument/2006/relationships/notesSlide" Target="/ppt/notesSlides/notesSlide3.xml" Id="Rdc230a02f7af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cd5c64c9b4979" /><Relationship Type="http://schemas.openxmlformats.org/officeDocument/2006/relationships/chart" Target="/ppt/slides/charts/chart1.xml" Id="R8f1c6a001d344401" /><Relationship Type="http://schemas.openxmlformats.org/officeDocument/2006/relationships/notesSlide" Target="/ppt/notesSlides/notesSlide4.xml" Id="R1da7b1015f4d42b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701481E-C5A2-4354-847D-3B82C66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C08384F-D9DC-41F5-BCE8-7EFA5CC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2CC0E4B-3C4C-4E9E-BFB6-F6801DDD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desktop/working · Platform Reliability · control p02-full-004746 · 2026 07 20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776486A-9237-4DDF-BD87-168D84F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2668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90C217E1-9234-4299-8CDD-1CB901A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B61A6E36-E521-40E5-9A2D-E0984B60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1A27DB3-29AD-4FE3-8FD7-8A3D98F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F1D676C-CF03-4CF8-9692-75C370DB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764F041-82B9-4A96-9EF4-C65CF3EF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3E1E733-FC44-4E98-818E-1E9535F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AFBCFB8-CCD8-4198-B64E-127DB20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379A67F-6C51-4F73-BBEC-0EDA5F9F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1ACFC97-6F21-4F07-8D35-B3AC1A5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D0DA46B-799F-418D-B773-C65C919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AAC29A1-AF20-4AED-9462-09AC26C0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C59D817-9984-434A-ACD8-B9ED503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BE2F696-09D7-413E-9798-9087E4E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0C35021-0E9B-4228-BAB6-E9BC31CF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C596DDB-EEDB-4FEA-AE7A-74A18CE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410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1F445A3-766E-4633-85AD-BA603765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8C20944-3CD4-4B01-87B9-361CC812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63ABA72-4433-45A9-8F16-B104416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D57942C9-3B9C-49AA-AA3E-FF0D9C8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A04BC85-FE2E-4B91-BDE3-94B0B46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2B3EAB2-4A22-4E24-ACFE-52063B9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641A41E-031B-450C-9065-8AD596B5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ED00D64-0689-4BA0-AA3E-B3A7FA0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34037B9-FB7E-49F9-B182-D43518D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824766E-5B08-4342-A4D0-EE872CB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99A3844E-40B6-49EC-BE0A-44351DB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5CB978B-95F8-40DC-83DF-E664C8F6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150F57B-0513-46B4-8EA9-7ACCEF95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E9FC20CB-E63D-4C6A-B2E7-0CACE17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24D9BB10-B6D4-45AB-888F-1A6CAFF7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DC93261-DB72-4B67-8184-0AF31DD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572C610-99CD-461D-9A07-89229F2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p02-full-004746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FBB9B082-14A3-4331-BD71-DE9A3A73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6538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EDB6CC9-9EE2-407E-9D1A-90334D8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EC1281B-553D-4509-8D3B-4405D19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Q-07 threshold evidence · p02-full-004746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1c6a001d34440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EAF028E-B005-4FBF-8512-12B12E53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0FEDE08-DDA7-4798-8550-4545B03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3B96D4C-911D-49D7-A21A-E0D3A11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5B3958C-FF9A-40BC-AF9A-63A64CA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7C29559-9C85-4A88-9A4B-C4C222D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A55E9491-6CF3-4684-80B9-B259602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52E40BD-3F23-4040-A1E0-ABE1E58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13E914A-5010-405E-B9FE-0E74AE4E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B9F32D6B-954C-4024-A545-39D97D70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03AF11D-C2DC-4B44-8544-13F7274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497916F-C492-439A-B38D-A73BEF3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65D9FFE-DFE4-4126-87C3-EEBED3A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CAAD574-8021-42EB-9BBE-82656518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3332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2026-08-24T12:58:40.8730000Z</dcterms:created>
  <dcterms:modified xsi:type="dcterms:W3CDTF">2026-08-24T12:58:40.8730000Z</dcterms:modified>
</coreProperties>
</file>