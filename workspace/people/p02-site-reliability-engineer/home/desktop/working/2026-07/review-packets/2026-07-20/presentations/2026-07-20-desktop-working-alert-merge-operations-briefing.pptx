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15b68b936a49b5" /><Relationship Type="http://schemas.openxmlformats.org/officeDocument/2006/relationships/extended-properties" Target="/docProps/app.xml" Id="Ra2a4566e4fac4499" /><Relationship Type="http://schemas.openxmlformats.org/officeDocument/2006/relationships/officeDocument" Target="/ppt/presentation.xml" Id="R3ce0c6f336b342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caf60447a4ab4"/>
  </p:sldMasterIdLst>
  <p:notesMasterIdLst>
    <p:notesMasterId xmlns:r="http://schemas.openxmlformats.org/officeDocument/2006/relationships" r:id="R3eb6e8353f604eef"/>
  </p:notesMasterIdLst>
  <p:sldIdLst>
    <p:sldId xmlns:r="http://schemas.openxmlformats.org/officeDocument/2006/relationships" id="256" r:id="R6c3afb41e7db4c74"/>
    <p:sldId xmlns:r="http://schemas.openxmlformats.org/officeDocument/2006/relationships" id="257" r:id="R438b600c716b4b54"/>
    <p:sldId xmlns:r="http://schemas.openxmlformats.org/officeDocument/2006/relationships" id="258" r:id="Re4f5884bb0874853"/>
    <p:sldId xmlns:r="http://schemas.openxmlformats.org/officeDocument/2006/relationships" id="259" r:id="R76ab0e672abe44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fbd6c4e61c4263" /><Relationship Type="http://schemas.openxmlformats.org/officeDocument/2006/relationships/slideMaster" Target="/ppt/slideMasters/slideMaster1.xml" Id="R0a1caf60447a4ab4" /><Relationship Type="http://schemas.openxmlformats.org/officeDocument/2006/relationships/notesMaster" Target="/ppt/notesMasters/notesMaster1.xml" Id="R3eb6e8353f604eef" /><Relationship Type="http://schemas.openxmlformats.org/officeDocument/2006/relationships/presProps" Target="/ppt/presProps.xml" Id="R6fb64514e4064be8" /><Relationship Type="http://schemas.openxmlformats.org/officeDocument/2006/relationships/tableStyles" Target="/ppt/tableStyles.xml" Id="Ra5ef0045def34420" /><Relationship Type="http://schemas.openxmlformats.org/officeDocument/2006/relationships/slide" Target="/ppt/slides/slide1.xml" Id="R6c3afb41e7db4c74" /><Relationship Type="http://schemas.openxmlformats.org/officeDocument/2006/relationships/slide" Target="/ppt/slides/slide2.xml" Id="R438b600c716b4b54" /><Relationship Type="http://schemas.openxmlformats.org/officeDocument/2006/relationships/slide" Target="/ppt/slides/slide3.xml" Id="Re4f5884bb0874853" /><Relationship Type="http://schemas.openxmlformats.org/officeDocument/2006/relationships/slide" Target="/ppt/slides/slide4.xml" Id="R76ab0e672abe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290265ba9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8ade30a5947fe" /><Relationship Type="http://schemas.openxmlformats.org/officeDocument/2006/relationships/notesMaster" Target="/ppt/notesMasters/notesMaster1.xml" Id="Ra5d9c482c09f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cde2ab7324dee" /><Relationship Type="http://schemas.openxmlformats.org/officeDocument/2006/relationships/notesMaster" Target="/ppt/notesMasters/notesMaster1.xml" Id="R1b07ca76c723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105b6ed404715" /><Relationship Type="http://schemas.openxmlformats.org/officeDocument/2006/relationships/notesMaster" Target="/ppt/notesMasters/notesMaster1.xml" Id="R0af40ffec44547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4a692a7724e9f" /><Relationship Type="http://schemas.openxmlformats.org/officeDocument/2006/relationships/notesMaster" Target="/ppt/notesMasters/notesMaster1.xml" Id="R0b00c73d971945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p02-full-003946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p02-full-003946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p02-full-003946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p02-full-003946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679cbbbd741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4f05e0af54c3a" /><Relationship Type="http://schemas.openxmlformats.org/officeDocument/2006/relationships/slideLayout" Target="/ppt/slideLayouts/slideLayout1.xml" Id="Rded0c67d6f0843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0c67d6f0843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355047e84dd6" /><Relationship Type="http://schemas.openxmlformats.org/officeDocument/2006/relationships/notesSlide" Target="/ppt/notesSlides/notesSlide1.xml" Id="Rba179996708e4a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e6c74f57d4337" /><Relationship Type="http://schemas.openxmlformats.org/officeDocument/2006/relationships/notesSlide" Target="/ppt/notesSlides/notesSlide2.xml" Id="R24a13697711c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eaf8ff22f4a10" /><Relationship Type="http://schemas.openxmlformats.org/officeDocument/2006/relationships/notesSlide" Target="/ppt/notesSlides/notesSlide3.xml" Id="R5a3b57c970ac4b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c28d06034f40" /><Relationship Type="http://schemas.openxmlformats.org/officeDocument/2006/relationships/chart" Target="/ppt/slides/charts/chart1.xml" Id="R7abd82f443c04ebc" /><Relationship Type="http://schemas.openxmlformats.org/officeDocument/2006/relationships/notesSlide" Target="/ppt/notesSlides/notesSlide4.xml" Id="R81e2319dde6c40c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4120FB9-223D-4A49-910A-24C1A82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7F449146-DC84-4137-ACD0-AC9C284E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p02-full-003946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54685EC-292A-4B62-ABB1-99839C6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desktop/working · Platform Reliability · control p02-full-003946 · 2026 07 20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E8A8308-7613-4E69-B83A-55B21DB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67095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9980158-6A11-49B4-9D22-53A19F4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0503DCA-0A9F-4349-BF36-9E3B828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A32D253-741E-4E96-88A0-ED023460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302D03A-700C-4920-B15A-AEAEA680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BB4E0BD9-3DCB-40CF-875A-0DFC801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6612692-320D-41AA-BD9B-99CD9AD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D27E5AA-B9E5-4500-9A60-38DB825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7064BEAF-0CBA-4202-98DD-6E88EB66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C144871-C9B9-4688-8448-FF621F5E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E36373E-5770-4149-9B62-1D64A92D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8595917-887B-4CC7-A4DD-953A950D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DEE2161-1875-4804-9A92-D5EE1242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89927B9-5F80-48F8-A533-456A727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386872D-39FA-47CF-AE88-44E15BFC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p02-full-003946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38E7D17-2B5C-4BB8-A5BC-1B28DD6A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8708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4434BF3-460E-46A3-BB1B-5B76B46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p02-full-003946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6AA376F-D21D-4E34-8385-0662F64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3C08DD5-64E3-4669-A81C-2015865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201D633-F2B5-44A1-8720-C04B781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3CA6524-66D9-4862-8292-B1844E60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703FDC4-BEBE-4A28-B958-6301F41C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D6D926A-6965-4C26-8D82-5C75AAB3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1DA12F43-4B5C-4D84-910B-E8A7514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DCAEE017-2193-435B-8B85-E092314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2028AD8-C21E-45AA-AD11-C6A5B2D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03AE668-80CB-45F6-901C-543D2A5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BE778B7-DC97-4CB6-8AE8-C41CB242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D13728A-E3DC-4168-BB48-8FC3173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59991D9-61C1-4985-843D-A40830BF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8C82E77-128F-40B0-900F-1715C7C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76AF359-7EA1-41DD-8637-73F52CE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C86D238-7C09-47A5-924E-C884BC67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p02-full-003946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FD61B38-7992-42A4-BCC0-AD7818E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1847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0CCF1DB-F338-492A-A2D2-61EB681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7045F23-4675-41D8-8730-C06D697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Q-07 threshold evidence · p02-full-003946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bd82f443c04eb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5845C88-7DB4-4837-99CB-FC6ADFF1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FF5E19B-1900-407C-9A8F-387B84F9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E67BDDAD-C968-4FDE-9D5C-2720A18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FA039B9-FD23-4219-864D-9A3F86A0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68DEBE3-1006-4C17-9607-90E220A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D9E7680-ACE4-4281-A900-4B16C07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287B2FE-173B-4332-9630-FEE58016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473B6DE-BC2E-43DD-973E-6D44D948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401CDD4-6407-4FC9-A440-3860D2E5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3D4B4DA-C76F-4B9F-A403-0F1B1EE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B0038A4-5966-4F62-9B47-5A15C8D4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C6F812F-2F57-4C86-BAD8-5A1F0158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5C4200D-7D4C-4A03-BE6C-9F879CD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2502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2026-08-24T12:58:40.0440000Z</dcterms:created>
  <dcterms:modified xsi:type="dcterms:W3CDTF">2026-08-24T12:58:40.0440000Z</dcterms:modified>
</coreProperties>
</file>