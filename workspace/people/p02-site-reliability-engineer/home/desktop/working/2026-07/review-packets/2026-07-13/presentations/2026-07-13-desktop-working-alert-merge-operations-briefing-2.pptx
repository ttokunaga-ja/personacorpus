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023b8c9c8428a" /><Relationship Type="http://schemas.openxmlformats.org/officeDocument/2006/relationships/extended-properties" Target="/docProps/app.xml" Id="R35aa3ffc12ee4cb3" /><Relationship Type="http://schemas.openxmlformats.org/officeDocument/2006/relationships/officeDocument" Target="/ppt/presentation.xml" Id="R8c1f12debb25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74a752cba4655"/>
  </p:sldMasterIdLst>
  <p:notesMasterIdLst>
    <p:notesMasterId xmlns:r="http://schemas.openxmlformats.org/officeDocument/2006/relationships" r:id="R141367acba514f53"/>
  </p:notesMasterIdLst>
  <p:sldIdLst>
    <p:sldId xmlns:r="http://schemas.openxmlformats.org/officeDocument/2006/relationships" id="256" r:id="R971d02477f774cd4"/>
    <p:sldId xmlns:r="http://schemas.openxmlformats.org/officeDocument/2006/relationships" id="257" r:id="R0a426321e70f4295"/>
    <p:sldId xmlns:r="http://schemas.openxmlformats.org/officeDocument/2006/relationships" id="258" r:id="R6e138109d41b48d7"/>
    <p:sldId xmlns:r="http://schemas.openxmlformats.org/officeDocument/2006/relationships" id="259" r:id="R823a95a2f2fa47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66cf201d54963" /><Relationship Type="http://schemas.openxmlformats.org/officeDocument/2006/relationships/slideMaster" Target="/ppt/slideMasters/slideMaster1.xml" Id="R6d074a752cba4655" /><Relationship Type="http://schemas.openxmlformats.org/officeDocument/2006/relationships/notesMaster" Target="/ppt/notesMasters/notesMaster1.xml" Id="R141367acba514f53" /><Relationship Type="http://schemas.openxmlformats.org/officeDocument/2006/relationships/presProps" Target="/ppt/presProps.xml" Id="Ra140e57cca36408a" /><Relationship Type="http://schemas.openxmlformats.org/officeDocument/2006/relationships/tableStyles" Target="/ppt/tableStyles.xml" Id="Rc2ed5940c9b34deb" /><Relationship Type="http://schemas.openxmlformats.org/officeDocument/2006/relationships/slide" Target="/ppt/slides/slide1.xml" Id="R971d02477f774cd4" /><Relationship Type="http://schemas.openxmlformats.org/officeDocument/2006/relationships/slide" Target="/ppt/slides/slide2.xml" Id="R0a426321e70f4295" /><Relationship Type="http://schemas.openxmlformats.org/officeDocument/2006/relationships/slide" Target="/ppt/slides/slide3.xml" Id="R6e138109d41b48d7" /><Relationship Type="http://schemas.openxmlformats.org/officeDocument/2006/relationships/slide" Target="/ppt/slides/slide4.xml" Id="R823a95a2f2fa47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895a4c42f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7c76431b34128" /><Relationship Type="http://schemas.openxmlformats.org/officeDocument/2006/relationships/notesMaster" Target="/ppt/notesMasters/notesMaster1.xml" Id="R8ab09b0d7e77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58f54a4524558" /><Relationship Type="http://schemas.openxmlformats.org/officeDocument/2006/relationships/notesMaster" Target="/ppt/notesMasters/notesMaster1.xml" Id="Rf762910d4946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e8b5d760c4700" /><Relationship Type="http://schemas.openxmlformats.org/officeDocument/2006/relationships/notesMaster" Target="/ppt/notesMasters/notesMaster1.xml" Id="R5966854e9ecc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e85a8f2614101" /><Relationship Type="http://schemas.openxmlformats.org/officeDocument/2006/relationships/notesMaster" Target="/ppt/notesMasters/notesMaster1.xml" Id="R4d36f08c27cd49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p02-full-005746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p02-full-005746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p02-full-005746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desktop/working/2026-07/data/2026-07-20-desktop-working-timeline-annotation-metrics-csv-s002616.csv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p02-full-002616, row:canonical-metric.</a:t>
            </a:r>
          </a:p>
          <a:p xmlns:a="http://schemas.openxmlformats.org/drawingml/2006/main">
            <a:r>
              <a:t>Artifact: p02-full-005746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f3e1b0cf6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c313ce420b4b9f" /><Relationship Type="http://schemas.openxmlformats.org/officeDocument/2006/relationships/slideLayout" Target="/ppt/slideLayouts/slideLayout1.xml" Id="R9fb70300f845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70300f845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3a144f8054e34" /><Relationship Type="http://schemas.openxmlformats.org/officeDocument/2006/relationships/notesSlide" Target="/ppt/notesSlides/notesSlide1.xml" Id="Rc7272af7199a4d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d80f86ad34014" /><Relationship Type="http://schemas.openxmlformats.org/officeDocument/2006/relationships/notesSlide" Target="/ppt/notesSlides/notesSlide2.xml" Id="R1226ed40f6514c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361f16caa42c6" /><Relationship Type="http://schemas.openxmlformats.org/officeDocument/2006/relationships/notesSlide" Target="/ppt/notesSlides/notesSlide3.xml" Id="Re3e7716e36f0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51ec07c664156" /><Relationship Type="http://schemas.openxmlformats.org/officeDocument/2006/relationships/chart" Target="/ppt/slides/charts/chart1.xml" Id="R9873599ecfd84ac0" /><Relationship Type="http://schemas.openxmlformats.org/officeDocument/2006/relationships/notesSlide" Target="/ppt/notesSlides/notesSlide4.xml" Id="R49df0fbd3fa344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105AA77-B49C-460F-99F9-0DADE57C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3A9E923-1E82-471F-8DA9-29FC73E2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F2C4321-E0CE-42A1-B3FB-9C1B045B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desktop/working · Platform Reliability · control p02-full-005746 · 2026 07 13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6A3039C-CE90-4650-9136-2269536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81533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CE4BE8A-0A54-4954-8146-4FB875C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A86BD06-C64A-4688-A622-E542DE0A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4E7BA38-3241-4BEE-8C9E-6CCC7626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9B7BF2B-BE3C-4FA7-B3A4-A6581B8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F660E3FB-2A16-41A7-B6B7-9B2CC61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A0B7477-AE1F-4E5A-9F91-EB4537E8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A0E9B44-EE19-4E21-ACF4-618397E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B0E534C-1722-4A1D-8EDD-C64E3B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01A8607-061D-4B84-8B9C-B38F84DC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E6B50F6-4B49-4ACE-A653-40BF6AC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82ECFF3-538A-4394-9669-F0508753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380D63C-FB5B-4DC0-9E9A-F2EE70C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D90B831-88C4-4D22-B1B2-103A37D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7D3FBBF-A75E-42BC-9B2E-6EC3AB4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2069C37-BBB7-43C6-8D9E-8BD08D1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0573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A9BA499-5EBE-4175-A7D8-70461A4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4FDF2C1-630F-425F-829E-D761E27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A56BC2B-A9C4-480C-9CB4-DC41DD7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2601DDD-7933-408F-909F-18B3193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D88ED74-A479-4CCB-99D6-5035572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3DF2749-5A97-4B99-A7A2-D8157A9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DF88440-2D22-4936-A447-A2D4030E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C8313AB-FD96-4A70-9A06-DCB2D46E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D9C1B799-09C5-43B0-B6A6-210081C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7201385-1E8A-4DD3-82BA-E93BC01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7DF5E6B-34CC-4E55-B2C8-BE3C527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7247E66-ADC5-41B6-AAD2-3AAF2A68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D621D42-A818-4177-80C6-7CFC07D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3A665B9-E154-4397-8AA0-81C663D0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AB2FEA5-B0FD-495E-BD64-99F16B07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5895927-C565-4138-BC00-EE8AE7D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448D553-3BD1-418F-BDF2-4C26BA3D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p02-full-005746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6CCA35D-D2E8-4926-9A88-65B1756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2162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7548807-74B5-4460-BBFC-FFC0C66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4F8DDDF-D3B8-4FB8-90CE-B7E5E995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Alert Merge Operations Briefing Pptx: Q-07 threshold evidence · p02-full-005746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73599ecfd84ac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9DDE50D-ACB2-4F91-872A-CA69888E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26B9004-F10D-4FD9-B446-9118D762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B41BBB1-290E-4C98-8DB1-16DB486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3F36898-49FE-406D-8429-F3F029B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2E4057D-D716-4C54-8CCC-285A4E7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79171D5-0CE5-4F8D-A731-FD41FE95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86E88664-67F4-4A5E-99FE-813BEC86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70F95DF-B3D4-481F-BFF8-B55D843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4389625-1D9F-4060-AEE0-17B31F4A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AD63AB88-5CB8-487D-B8E1-083D9046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72B1599-6D0D-413C-AF78-A882ACB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D6089F7-5327-4EC3-88F0-24006BE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C57F044-8DDF-49FD-8838-FB287FF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5834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2026-08-24T12:58:42.3930000Z</dcterms:created>
  <dcterms:modified xsi:type="dcterms:W3CDTF">2026-08-24T12:58:42.3930000Z</dcterms:modified>
</coreProperties>
</file>