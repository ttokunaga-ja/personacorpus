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e02cf40424bad" /><Relationship Type="http://schemas.openxmlformats.org/officeDocument/2006/relationships/extended-properties" Target="/docProps/app.xml" Id="R83a2ea75f6204c96" /><Relationship Type="http://schemas.openxmlformats.org/officeDocument/2006/relationships/officeDocument" Target="/ppt/presentation.xml" Id="R5c0f8e1ef25b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1fb76d78f4b61"/>
  </p:sldMasterIdLst>
  <p:notesMasterIdLst>
    <p:notesMasterId xmlns:r="http://schemas.openxmlformats.org/officeDocument/2006/relationships" r:id="Ra18a788714dc485a"/>
  </p:notesMasterIdLst>
  <p:sldIdLst>
    <p:sldId xmlns:r="http://schemas.openxmlformats.org/officeDocument/2006/relationships" id="256" r:id="Rc3c2e2acb0174a86"/>
    <p:sldId xmlns:r="http://schemas.openxmlformats.org/officeDocument/2006/relationships" id="257" r:id="R127adee925764379"/>
    <p:sldId xmlns:r="http://schemas.openxmlformats.org/officeDocument/2006/relationships" id="258" r:id="R959e59acd18741eb"/>
    <p:sldId xmlns:r="http://schemas.openxmlformats.org/officeDocument/2006/relationships" id="259" r:id="Ra63ef9a99d2d4d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5c9f027814538" /><Relationship Type="http://schemas.openxmlformats.org/officeDocument/2006/relationships/slideMaster" Target="/ppt/slideMasters/slideMaster1.xml" Id="R9ae1fb76d78f4b61" /><Relationship Type="http://schemas.openxmlformats.org/officeDocument/2006/relationships/notesMaster" Target="/ppt/notesMasters/notesMaster1.xml" Id="Ra18a788714dc485a" /><Relationship Type="http://schemas.openxmlformats.org/officeDocument/2006/relationships/presProps" Target="/ppt/presProps.xml" Id="R9d2c000e023f4456" /><Relationship Type="http://schemas.openxmlformats.org/officeDocument/2006/relationships/tableStyles" Target="/ppt/tableStyles.xml" Id="Ra64341e439354ae5" /><Relationship Type="http://schemas.openxmlformats.org/officeDocument/2006/relationships/slide" Target="/ppt/slides/slide1.xml" Id="Rc3c2e2acb0174a86" /><Relationship Type="http://schemas.openxmlformats.org/officeDocument/2006/relationships/slide" Target="/ppt/slides/slide2.xml" Id="R127adee925764379" /><Relationship Type="http://schemas.openxmlformats.org/officeDocument/2006/relationships/slide" Target="/ppt/slides/slide3.xml" Id="R959e59acd18741eb" /><Relationship Type="http://schemas.openxmlformats.org/officeDocument/2006/relationships/slide" Target="/ppt/slides/slide4.xml" Id="Ra63ef9a99d2d4d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ec2911e1c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fe0f130fe4435" /><Relationship Type="http://schemas.openxmlformats.org/officeDocument/2006/relationships/notesMaster" Target="/ppt/notesMasters/notesMaster1.xml" Id="R6604ce7f9a4a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6edadd206045ec" /><Relationship Type="http://schemas.openxmlformats.org/officeDocument/2006/relationships/notesMaster" Target="/ppt/notesMasters/notesMaster1.xml" Id="R49185c81a0f94d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17bc601b504a7f" /><Relationship Type="http://schemas.openxmlformats.org/officeDocument/2006/relationships/notesMaster" Target="/ppt/notesMasters/notesMaster1.xml" Id="R060edfc4269749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69ad2f9fe2479c" /><Relationship Type="http://schemas.openxmlformats.org/officeDocument/2006/relationships/notesMaster" Target="/ppt/notesMasters/notesMaster1.xml" Id="Rbda40c98dac54a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7a260abaa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a405fab03417b" /><Relationship Type="http://schemas.openxmlformats.org/officeDocument/2006/relationships/slideLayout" Target="/ppt/slideLayouts/slideLayout1.xml" Id="Rc4c6a087ab16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6a087ab16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00a7be6e84a2c" /><Relationship Type="http://schemas.openxmlformats.org/officeDocument/2006/relationships/notesSlide" Target="/ppt/notesSlides/notesSlide1.xml" Id="R141bef08c01a43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0a4dbcafa441d" /><Relationship Type="http://schemas.openxmlformats.org/officeDocument/2006/relationships/notesSlide" Target="/ppt/notesSlides/notesSlide2.xml" Id="Ra24bad683da4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9b05546284b0c" /><Relationship Type="http://schemas.openxmlformats.org/officeDocument/2006/relationships/notesSlide" Target="/ppt/notesSlides/notesSlide3.xml" Id="Rc2d19e503f874d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d0d1877744a59" /><Relationship Type="http://schemas.openxmlformats.org/officeDocument/2006/relationships/chart" Target="/ppt/slides/charts/chart1.xml" Id="R2e6c082175724202" /><Relationship Type="http://schemas.openxmlformats.org/officeDocument/2006/relationships/notesSlide" Target="/ppt/notesSlides/notesSlide4.xml" Id="R5da111d1076f42b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A628DBA-6D16-48DE-9A62-DE79D0C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7C83355-E038-406A-B12F-1D915C4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00508D2-F815-4DAC-B62F-07155F2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desktop/working · Platform Reliability · control p02-full-008249 · 2026 07 20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A4E7AF6-2175-4E44-AF79-3C2E36C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612711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404E93A-EEB8-47A1-AFBF-D7B85E8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C5905A9-6EB8-4414-8E0E-0BAC60D8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BB79AA8-0506-4784-A6B6-0F72FFCB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0DCB381C-0899-422E-A70E-007D9A2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33A0F40A-A5A9-4E9E-AA09-2CB46D28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1F93B26-4E26-4950-B7F2-28E6926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078EB9B-720E-452D-B04D-8823DF61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8B9B3D4-2133-448B-89E7-240A2FE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7B66A1F-D7AC-4F80-B482-356BEE14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14809ABC-E121-4AAC-81FA-045B496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56128E7-1A3E-4C59-943C-91E64A37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73A5771-95C9-46DF-B408-9825956D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8A383B9-3335-4DAB-872D-88DB6C8D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DA4C00B-FDA2-48BD-B90A-907D1506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p02-full-008249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494E634-C22B-4188-82CA-B42E32F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024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F696D2F5-85CE-4D20-8C90-D2F40064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733C732-3B00-4F19-88AD-DC21A5B0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team.platform-sre · rel.oncall.2026-07-13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51D3AB6-8CBD-4596-B4EA-201B256F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A956B38-E266-4C23-A77D-E627A25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9C437CF-95A3-4919-93D3-5B3D71D5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77C7316-3B8A-447D-8CE9-63ADBF1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3926227-E3F6-4346-A9CC-1D420B0A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5075C78-181C-498F-B020-2CD35F35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C5052B9-B263-48E3-AB12-FA53D580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710B2C2B-8997-4B7A-BF75-7C184C6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93D955C-BE44-4784-8CB4-D70D79D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243E5E9-7AE9-4702-9906-962FFEF2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B37A2AC-C30C-420D-A1AE-08FA8B6A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94B22DC-82CC-411D-85E8-ED32949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535647F-3079-466E-9EA3-D074C6DA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A19F82D-F6B2-4D0E-BE41-CD95B284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7455816-543F-48B1-874F-E329F58E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p02-full-008249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3C0399A-E921-49EF-9B62-4C58AC3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59948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2FA2F02-7F09-4499-B239-4E0513BD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777A177-4A31-4563-9A9F-8A8A797B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Slo Calculation Operations Briefing Pptx: Q-07 threshold evidence · p02-full-008249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6c08217572420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B48049C-7ECE-48AF-A8FE-D3FC37D3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DC6BEE9-BE09-4141-929A-969583AD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E618F540-E607-490F-BA88-6056246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ECDAC1A-CC81-4A30-BDB7-77DB3F31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04B9139-C662-4798-941C-D265C7C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49D9919-34A9-451C-8598-DE90125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BB5C2ED-8863-4F8E-A26D-AC49EE20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30AA725-8DC0-44FB-B9F5-BD3471C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E65FCA8-DB2F-4403-B6DD-400C507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D333713-DD4B-448B-9876-74DA6A69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AAAB37A-F651-4BFA-976F-D9E7CBF4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371F088-FB26-4715-A277-7CC8C7C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5CADAAE-C107-42CE-AE77-2F847D5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8277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2026-08-24T12:58:48.6080000Z</dcterms:created>
  <dcterms:modified xsi:type="dcterms:W3CDTF">2026-08-24T12:58:48.6080000Z</dcterms:modified>
</coreProperties>
</file>