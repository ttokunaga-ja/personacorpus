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f307a7da3c485d" /><Relationship Type="http://schemas.openxmlformats.org/officeDocument/2006/relationships/extended-properties" Target="/docProps/app.xml" Id="R737ea36abf134c01" /><Relationship Type="http://schemas.openxmlformats.org/officeDocument/2006/relationships/officeDocument" Target="/ppt/presentation.xml" Id="Rb26126ffdb5a46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11b43014dd47ab"/>
  </p:sldMasterIdLst>
  <p:notesMasterIdLst>
    <p:notesMasterId xmlns:r="http://schemas.openxmlformats.org/officeDocument/2006/relationships" r:id="R79bf7eb9295d4576"/>
  </p:notesMasterIdLst>
  <p:sldIdLst>
    <p:sldId xmlns:r="http://schemas.openxmlformats.org/officeDocument/2006/relationships" id="256" r:id="Re28daae8e8f248cc"/>
    <p:sldId xmlns:r="http://schemas.openxmlformats.org/officeDocument/2006/relationships" id="257" r:id="Rd4212ccbb1d84c9d"/>
    <p:sldId xmlns:r="http://schemas.openxmlformats.org/officeDocument/2006/relationships" id="258" r:id="R6efcee3ad3dc48f4"/>
    <p:sldId xmlns:r="http://schemas.openxmlformats.org/officeDocument/2006/relationships" id="259" r:id="R929e4e9e243e42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9c43170a164e1c" /><Relationship Type="http://schemas.openxmlformats.org/officeDocument/2006/relationships/slideMaster" Target="/ppt/slideMasters/slideMaster1.xml" Id="R3b11b43014dd47ab" /><Relationship Type="http://schemas.openxmlformats.org/officeDocument/2006/relationships/notesMaster" Target="/ppt/notesMasters/notesMaster1.xml" Id="R79bf7eb9295d4576" /><Relationship Type="http://schemas.openxmlformats.org/officeDocument/2006/relationships/presProps" Target="/ppt/presProps.xml" Id="R8d1f361b9d374654" /><Relationship Type="http://schemas.openxmlformats.org/officeDocument/2006/relationships/tableStyles" Target="/ppt/tableStyles.xml" Id="Re44b0a680bd041f8" /><Relationship Type="http://schemas.openxmlformats.org/officeDocument/2006/relationships/slide" Target="/ppt/slides/slide1.xml" Id="Re28daae8e8f248cc" /><Relationship Type="http://schemas.openxmlformats.org/officeDocument/2006/relationships/slide" Target="/ppt/slides/slide2.xml" Id="Rd4212ccbb1d84c9d" /><Relationship Type="http://schemas.openxmlformats.org/officeDocument/2006/relationships/slide" Target="/ppt/slides/slide3.xml" Id="R6efcee3ad3dc48f4" /><Relationship Type="http://schemas.openxmlformats.org/officeDocument/2006/relationships/slide" Target="/ppt/slides/slide4.xml" Id="R929e4e9e243e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a58f462d9141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89c23ad3e94f6c" /><Relationship Type="http://schemas.openxmlformats.org/officeDocument/2006/relationships/notesMaster" Target="/ppt/notesMasters/notesMaster1.xml" Id="R6bde22a498da45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c3c6fe66744465" /><Relationship Type="http://schemas.openxmlformats.org/officeDocument/2006/relationships/notesMaster" Target="/ppt/notesMasters/notesMaster1.xml" Id="Ra034e364863342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426d9ac4e749c4" /><Relationship Type="http://schemas.openxmlformats.org/officeDocument/2006/relationships/notesMaster" Target="/ppt/notesMasters/notesMaster1.xml" Id="Re486ef73f0c048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60c99beac44245" /><Relationship Type="http://schemas.openxmlformats.org/officeDocument/2006/relationships/notesMaster" Target="/ppt/notesMasters/notesMaster1.xml" Id="Rbe8f70f5c66c43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p02-full-013449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p02-full-013449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p02-full-013449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p02-full-013449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200533aea4c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a6c78e7fb74246" /><Relationship Type="http://schemas.openxmlformats.org/officeDocument/2006/relationships/slideLayout" Target="/ppt/slideLayouts/slideLayout1.xml" Id="Rca2ec6af8dc74b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2ec6af8dc74b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b3cbde8ab4591" /><Relationship Type="http://schemas.openxmlformats.org/officeDocument/2006/relationships/notesSlide" Target="/ppt/notesSlides/notesSlide1.xml" Id="Reea7c6c8b90e42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aa9832af0434f" /><Relationship Type="http://schemas.openxmlformats.org/officeDocument/2006/relationships/notesSlide" Target="/ppt/notesSlides/notesSlide2.xml" Id="R2b458f8dd22244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7f0d010634c9e" /><Relationship Type="http://schemas.openxmlformats.org/officeDocument/2006/relationships/notesSlide" Target="/ppt/notesSlides/notesSlide3.xml" Id="R6ea84371342f41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aa5fed1da4e25" /><Relationship Type="http://schemas.openxmlformats.org/officeDocument/2006/relationships/chart" Target="/ppt/slides/charts/chart1.xml" Id="R56a825733b0f4e0e" /><Relationship Type="http://schemas.openxmlformats.org/officeDocument/2006/relationships/notesSlide" Target="/ppt/notesSlides/notesSlide4.xml" Id="Rc0c4e3e6c1e5468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78C3B11A-DA24-45D8-A4AF-5A9DB6E2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24143FF-928C-43D4-A9BB-FE873084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p02-full-013449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D45F51A-BA6F-4132-A2B4-ECC18058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desktop/working · Platform Reliability · control p02-full-013449 · 2026 07 14 Desktop Working Slo Calculation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A382FCA6-1535-43DB-A3A6-183E3DE2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585608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8F1FDD2D-9C19-43EE-88F3-6C366B07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Slo Calculation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81A48959-A17B-43F0-98A6-0ABA66DC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CDC183B-5D92-42AA-94E5-6BFAC061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434E348A-EE7A-4A35-8BA6-4011C656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6CDCE604-BF7D-43E2-9AE8-B33EE5AD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correlation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3F6D5ABC-4B93-427E-9544-6D0B7BC1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B5459338-123F-4FAD-9056-26E1F575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3C149136-7374-4647-B865-00405AB6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28B8B907-B1A2-49D2-AFC3-AFAD6001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6F18570-1FDE-4FC0-8EDC-B4244B05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566F00DE-77E4-4DAC-A3D3-0E178A23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A3A21005-9672-4664-AEBF-FF68A7FF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B6E51307-8C0F-42CB-971A-D9D90189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E1305C3-4CD1-4901-A62C-4EDC8B95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p02-full-013449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AFC1C7A0-967B-41E2-B84B-F49E07DB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00573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BDF11684-A176-4BF8-A446-F770394F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p02-full-013449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6BEDFF4-9AF5-4149-B666-949623C6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inc.inc-260713 · rel.oncall.2026-07-13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362472E-7B9B-464C-86FD-9CE4DD34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AF947B75-C84C-491E-9E8C-CECD0873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CEAC5524-4D73-41A6-B32A-7CA9C309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2430CE1-7421-40CE-A42B-0AECE313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904176B-2059-48FA-BADD-E9132BCD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760C20D1-49D0-481E-98B3-7CCDFCAB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CB361AC0-B8F1-47BF-853F-124363CA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35FEE9E4-9C75-42BC-BB0E-991DF400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569CDE8C-A6D9-4796-82AD-EEE60AC6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429AA280-2653-44B1-B33F-686BFAA0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F422DF9C-B4EF-4F51-A9FB-D98EFE70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80D01179-1E30-4F98-8194-28A3C992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048551F4-6767-4379-BBDE-ABD4B826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D9E9F811-B8EC-43A6-B69F-BCC2EEB0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2F9AAE30-0FA4-4EEF-9A29-6DEF8CF5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p02-full-013449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9D215C37-15CD-4CC3-8379-3C585728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4497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57963328-E927-430D-9E2F-660D73C8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1674E3C-1477-41F6-AAC1-67B6C18A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Slo Calculation Operations Briefing Pptx: Q-07 threshold evidence · p02-full-013449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a825733b0f4e0e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E7300837-29B4-4514-83B7-284D7150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CE154FB-B61F-44E8-8909-2F858847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BE4072AD-0AD1-48BD-8E0A-3B423839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2077704-AEA0-4BF2-B1DE-BB3F1C23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94E3A206-7EF1-4DAA-B73C-99905610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FBB27ECA-F245-4853-94D8-7B80B98D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4BA21799-0CF5-460B-9DF1-DA6EEE69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1AE63835-1089-4EC5-B70A-9A12410B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6D95E11-DD10-405A-B858-D5DA96C8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91596062-77DB-4F80-ABA4-615E7D03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4B02A9A2-8249-43F2-B659-00607087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C821F66A-2F99-49E0-BB70-7ADD05EF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correlation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24CAF980-BED8-4780-8428-F7F1D4C3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5087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2026-08-24T12:58:59.5300000Z</dcterms:created>
  <dcterms:modified xsi:type="dcterms:W3CDTF">2026-08-24T12:58:59.5300000Z</dcterms:modified>
</coreProperties>
</file>