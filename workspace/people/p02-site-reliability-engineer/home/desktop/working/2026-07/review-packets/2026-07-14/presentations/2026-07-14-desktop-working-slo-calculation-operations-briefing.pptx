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b9b4b6049a42dd" /><Relationship Type="http://schemas.openxmlformats.org/officeDocument/2006/relationships/extended-properties" Target="/docProps/app.xml" Id="R1508a6ae6b584404" /><Relationship Type="http://schemas.openxmlformats.org/officeDocument/2006/relationships/officeDocument" Target="/ppt/presentation.xml" Id="R62111aacd03b43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ae0cb42ef4061"/>
  </p:sldMasterIdLst>
  <p:notesMasterIdLst>
    <p:notesMasterId xmlns:r="http://schemas.openxmlformats.org/officeDocument/2006/relationships" r:id="Rc9fb2ed5a8424556"/>
  </p:notesMasterIdLst>
  <p:sldIdLst>
    <p:sldId xmlns:r="http://schemas.openxmlformats.org/officeDocument/2006/relationships" id="256" r:id="R99669bb5dec54b6d"/>
    <p:sldId xmlns:r="http://schemas.openxmlformats.org/officeDocument/2006/relationships" id="257" r:id="R723018edb7944a30"/>
    <p:sldId xmlns:r="http://schemas.openxmlformats.org/officeDocument/2006/relationships" id="258" r:id="R4576ec802c314eef"/>
    <p:sldId xmlns:r="http://schemas.openxmlformats.org/officeDocument/2006/relationships" id="259" r:id="Rf4b69c19ca7749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048fb56ccb4284" /><Relationship Type="http://schemas.openxmlformats.org/officeDocument/2006/relationships/slideMaster" Target="/ppt/slideMasters/slideMaster1.xml" Id="Rf37ae0cb42ef4061" /><Relationship Type="http://schemas.openxmlformats.org/officeDocument/2006/relationships/notesMaster" Target="/ppt/notesMasters/notesMaster1.xml" Id="Rc9fb2ed5a8424556" /><Relationship Type="http://schemas.openxmlformats.org/officeDocument/2006/relationships/presProps" Target="/ppt/presProps.xml" Id="Rbfeffada22c84a41" /><Relationship Type="http://schemas.openxmlformats.org/officeDocument/2006/relationships/tableStyles" Target="/ppt/tableStyles.xml" Id="R6ae4256a81e14b44" /><Relationship Type="http://schemas.openxmlformats.org/officeDocument/2006/relationships/slide" Target="/ppt/slides/slide1.xml" Id="R99669bb5dec54b6d" /><Relationship Type="http://schemas.openxmlformats.org/officeDocument/2006/relationships/slide" Target="/ppt/slides/slide2.xml" Id="R723018edb7944a30" /><Relationship Type="http://schemas.openxmlformats.org/officeDocument/2006/relationships/slide" Target="/ppt/slides/slide3.xml" Id="R4576ec802c314eef" /><Relationship Type="http://schemas.openxmlformats.org/officeDocument/2006/relationships/slide" Target="/ppt/slides/slide4.xml" Id="Rf4b69c19ca7749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19cc29aa20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630695ac6b4bc1" /><Relationship Type="http://schemas.openxmlformats.org/officeDocument/2006/relationships/notesMaster" Target="/ppt/notesMasters/notesMaster1.xml" Id="Rb08fabf4ec534f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b0de6c71a54180" /><Relationship Type="http://schemas.openxmlformats.org/officeDocument/2006/relationships/notesMaster" Target="/ppt/notesMasters/notesMaster1.xml" Id="R7b4cf1a60f6a45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b7acadb45419d" /><Relationship Type="http://schemas.openxmlformats.org/officeDocument/2006/relationships/notesMaster" Target="/ppt/notesMasters/notesMaster1.xml" Id="R1b5a1816462343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27fa2ee8ce429f" /><Relationship Type="http://schemas.openxmlformats.org/officeDocument/2006/relationships/notesMaster" Target="/ppt/notesMasters/notesMaster1.xml" Id="R3b2352cfd9af47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p02-full-007849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p02-full-007849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p02-full-007849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p02-full-007849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08404d2c9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c76667f58b46cf" /><Relationship Type="http://schemas.openxmlformats.org/officeDocument/2006/relationships/slideLayout" Target="/ppt/slideLayouts/slideLayout1.xml" Id="Rc64c5f56ce6b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c5f56ce6b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e4525cdf44487" /><Relationship Type="http://schemas.openxmlformats.org/officeDocument/2006/relationships/notesSlide" Target="/ppt/notesSlides/notesSlide1.xml" Id="R89c7691ee58f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8251441a74a5a" /><Relationship Type="http://schemas.openxmlformats.org/officeDocument/2006/relationships/notesSlide" Target="/ppt/notesSlides/notesSlide2.xml" Id="R9214981ddbaa40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99ab50e1946e1" /><Relationship Type="http://schemas.openxmlformats.org/officeDocument/2006/relationships/notesSlide" Target="/ppt/notesSlides/notesSlide3.xml" Id="R911fb3e6533f42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18bd46bfb46cd" /><Relationship Type="http://schemas.openxmlformats.org/officeDocument/2006/relationships/chart" Target="/ppt/slides/charts/chart1.xml" Id="R8b18f2fcd22e40df" /><Relationship Type="http://schemas.openxmlformats.org/officeDocument/2006/relationships/notesSlide" Target="/ppt/notesSlides/notesSlide4.xml" Id="Raee544212adc41c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DC6E6AB5-29F9-4CAF-82AE-30B076F9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4F5B140-E5B2-4955-BEB3-81182DE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6CE86162-1C76-42F6-A007-1D386F10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desktop/working · Platform Reliability · control p02-full-007849 · 2026 07 14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2BD03CBA-C191-47D2-9206-13554DE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37254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4A9E7D5-6045-4ED5-A61B-C3AF183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C143697A-C0D8-4EC2-90C2-D7433BEA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771AD1B-2533-4C39-98FC-D579583D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B58BBDC-8DDB-4C8E-A510-50F602E6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87961DE-81C0-4EF4-BF26-DD5EE40A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3539DA8-8845-4897-9418-B9E27BA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1F9B497-0AE1-47BC-BA47-A5354FCC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528359A4-850F-4C6F-9EB8-3EEEA9AF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096C2AB-E298-4CCE-9DD5-3AD14578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694CC4D-74B6-414D-A7F1-C107186F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77CBDEF-85E3-4CDE-91AE-A8C1DE49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4CDB1CE-58AE-4CD4-95E2-891C871C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6FCA0207-D88F-4896-B07F-189445D1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58E27B5-B02E-4F22-9CEE-C83FF6B1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9C7CF94D-F3BC-4628-AB55-9E1295F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6939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00460BC-0505-4E3E-B607-53EA748E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4EE2FDC3-1FD0-410E-AE62-46641065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B8A44E1-814D-4D07-AD2F-BD13560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263A2CF-4BE7-497E-8F34-B46424C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C87144B-9215-4AC5-B00B-A9A49C8A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A4445CE-3478-48D2-AD8B-06E084A3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CCEEAF2-58E2-4467-8CE8-48F225F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9EE9DB32-F90F-4DE4-BEAC-06BF2534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7F5A449-7AE6-442C-91C4-0684A824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2C9E687-1569-477E-81A0-D1681130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65309D5-DD78-4E52-9F02-E0235643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220B634-BDE7-433B-A6FB-B23FDC7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53A4334-2254-403A-BD55-CF669C6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2EB0812-FE39-4C4A-8EA8-F1FEA063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7771623-2AF0-454C-884A-BF688F95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D24D135-07C9-4C77-9D84-76FE5DA1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DCE32051-EBC0-4C57-9AF9-6E44C1EC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p02-full-007849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CC21C42-30D3-421A-8315-43289E1A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6307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65452D0-0938-4951-B43E-98F99FED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1C7A4004-BC89-4D36-9190-D42EC621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Slo Calculation Operations Briefing Pptx: Q-07 threshold evidence · p02-full-007849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18f2fcd22e40d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8D2F6C23-4097-4D7C-9525-883F1DF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8A5FD434-259D-40BE-8765-D6B5A2AB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6B1FF77-C71B-47AC-8DAD-A22FE7B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B0F3B7EA-8F2C-4BCC-904F-8909B6E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5D17D7B-0A10-435E-9AE6-26701BBD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EB3C4AA-B7D2-4212-A7A0-5DB3E7F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1A513008-B69D-4582-8A64-E015354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97275ED-7891-43DA-891D-0C7B42C8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9B4F7FA-1CB7-41C1-818E-3356D1BD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382E5DD-6188-456D-8D3F-086B98E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D5C191C-DDBF-4577-8F27-001E05F0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8E5C83F-68BD-4D19-B854-F3BBADF4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A3F923A-D9D7-4E76-807F-339F9CAB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2698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2026-08-24T12:58:47.2220000Z</dcterms:created>
  <dcterms:modified xsi:type="dcterms:W3CDTF">2026-08-24T12:58:47.2220000Z</dcterms:modified>
</coreProperties>
</file>