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084939c400474a" /><Relationship Type="http://schemas.openxmlformats.org/officeDocument/2006/relationships/extended-properties" Target="/docProps/app.xml" Id="R086c39ed701d42fd" /><Relationship Type="http://schemas.openxmlformats.org/officeDocument/2006/relationships/officeDocument" Target="/ppt/presentation.xml" Id="Rbada0a56e1b947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0f8877ca9b4b70"/>
  </p:sldMasterIdLst>
  <p:notesMasterIdLst>
    <p:notesMasterId xmlns:r="http://schemas.openxmlformats.org/officeDocument/2006/relationships" r:id="R99826b214ac7470d"/>
  </p:notesMasterIdLst>
  <p:sldIdLst>
    <p:sldId xmlns:r="http://schemas.openxmlformats.org/officeDocument/2006/relationships" id="256" r:id="Rc2604e14ba9a4139"/>
    <p:sldId xmlns:r="http://schemas.openxmlformats.org/officeDocument/2006/relationships" id="257" r:id="R0d0f8dc98e264386"/>
    <p:sldId xmlns:r="http://schemas.openxmlformats.org/officeDocument/2006/relationships" id="258" r:id="Rfc859e91505044cd"/>
    <p:sldId xmlns:r="http://schemas.openxmlformats.org/officeDocument/2006/relationships" id="259" r:id="R887c188f249b48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ed2efd21a04b93" /><Relationship Type="http://schemas.openxmlformats.org/officeDocument/2006/relationships/slideMaster" Target="/ppt/slideMasters/slideMaster1.xml" Id="R670f8877ca9b4b70" /><Relationship Type="http://schemas.openxmlformats.org/officeDocument/2006/relationships/notesMaster" Target="/ppt/notesMasters/notesMaster1.xml" Id="R99826b214ac7470d" /><Relationship Type="http://schemas.openxmlformats.org/officeDocument/2006/relationships/presProps" Target="/ppt/presProps.xml" Id="Rde14657635fc4ee6" /><Relationship Type="http://schemas.openxmlformats.org/officeDocument/2006/relationships/tableStyles" Target="/ppt/tableStyles.xml" Id="R2deacd20ecf34720" /><Relationship Type="http://schemas.openxmlformats.org/officeDocument/2006/relationships/slide" Target="/ppt/slides/slide1.xml" Id="Rc2604e14ba9a4139" /><Relationship Type="http://schemas.openxmlformats.org/officeDocument/2006/relationships/slide" Target="/ppt/slides/slide2.xml" Id="R0d0f8dc98e264386" /><Relationship Type="http://schemas.openxmlformats.org/officeDocument/2006/relationships/slide" Target="/ppt/slides/slide3.xml" Id="Rfc859e91505044cd" /><Relationship Type="http://schemas.openxmlformats.org/officeDocument/2006/relationships/slide" Target="/ppt/slides/slide4.xml" Id="R887c188f249b48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a234a4f8644e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a884e01cee4765" /><Relationship Type="http://schemas.openxmlformats.org/officeDocument/2006/relationships/notesMaster" Target="/ppt/notesMasters/notesMaster1.xml" Id="R1414b211d7e944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4d165b282e4da8" /><Relationship Type="http://schemas.openxmlformats.org/officeDocument/2006/relationships/notesMaster" Target="/ppt/notesMasters/notesMaster1.xml" Id="R2c18a1061d7d44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b4f3b5463246a2" /><Relationship Type="http://schemas.openxmlformats.org/officeDocument/2006/relationships/notesMaster" Target="/ppt/notesMasters/notesMaster1.xml" Id="Rda6370cbd06c4b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88931cf523423d" /><Relationship Type="http://schemas.openxmlformats.org/officeDocument/2006/relationships/notesMaster" Target="/ppt/notesMasters/notesMaster1.xml" Id="Rbae6c9eb0c704e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desktop/working/2026-07/data/2026-07-13-desktop-working-handoff-generation-metrics-tsv-s001299.tsv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p02-full-001299, row:canonical-metric.</a:t>
            </a:r>
          </a:p>
          <a:p xmlns:a="http://schemas.openxmlformats.org/drawingml/2006/main">
            <a:r>
              <a:t>Artifact: p02-full-004346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desktop/working/2026-07/data/2026-07-13-desktop-working-handoff-generation-metrics-tsv-s001299.tsv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p02-full-001299, row:canonical-metric.</a:t>
            </a:r>
          </a:p>
          <a:p xmlns:a="http://schemas.openxmlformats.org/drawingml/2006/main">
            <a:r>
              <a:t>Artifact: p02-full-004346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desktop/working/2026-07/data/2026-07-13-desktop-working-handoff-generation-metrics-tsv-s001299.tsv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p02-full-001299, row:canonical-metric.</a:t>
            </a:r>
          </a:p>
          <a:p xmlns:a="http://schemas.openxmlformats.org/drawingml/2006/main">
            <a:r>
              <a:t>Artifact: p02-full-004346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desktop/working/2026-07/data/2026-07-13-desktop-working-handoff-generation-metrics-tsv-s001299.tsv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p02-full-001299, row:canonical-metric.</a:t>
            </a:r>
          </a:p>
          <a:p xmlns:a="http://schemas.openxmlformats.org/drawingml/2006/main">
            <a:r>
              <a:t>Artifact: p02-full-004346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d1f673dd4541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e68096d9b549cf" /><Relationship Type="http://schemas.openxmlformats.org/officeDocument/2006/relationships/slideLayout" Target="/ppt/slideLayouts/slideLayout1.xml" Id="R476d3d8c401c47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6d3d8c401c47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f836a99a24a61" /><Relationship Type="http://schemas.openxmlformats.org/officeDocument/2006/relationships/notesSlide" Target="/ppt/notesSlides/notesSlide1.xml" Id="R3714f07e498a41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4d6c6aee84b59" /><Relationship Type="http://schemas.openxmlformats.org/officeDocument/2006/relationships/notesSlide" Target="/ppt/notesSlides/notesSlide2.xml" Id="R9c221d33f6c042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9025d7f514f61" /><Relationship Type="http://schemas.openxmlformats.org/officeDocument/2006/relationships/notesSlide" Target="/ppt/notesSlides/notesSlide3.xml" Id="R70196393e7c04b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f1f9456a84cf8" /><Relationship Type="http://schemas.openxmlformats.org/officeDocument/2006/relationships/chart" Target="/ppt/slides/charts/chart1.xml" Id="R60301d5653414743" /><Relationship Type="http://schemas.openxmlformats.org/officeDocument/2006/relationships/notesSlide" Target="/ppt/notesSlides/notesSlide4.xml" Id="R21257b2542c64a4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D1371B49-CA1E-4549-BE9B-7F09EAB7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32BABDCF-311E-4583-BE93-750F04DE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p02-full-004346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E2095D64-F3AE-4117-A8AF-95C868A2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desktop/working · Platform Reliability · control p02-full-004346 · 2026 07 13 Desktop Working Alert Merge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FBAFF86D-EB2A-452B-9A3A-E7CC86CB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9044667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F555A73B-BBEA-43E9-8F57-216CE756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Desktop Working Alert Merge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7879D296-0567-4776-95BD-75E4EB9D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BC65CE06-70BB-48D4-87CB-87E5163A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C691B133-FCEE-4F06-9C42-03552AB4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ED4A7910-796A-41AD-BB2F-16721652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desktop working handoff generation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4BE43AB6-2A6B-4980-B037-290DDB29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2528A6B0-B1BC-4760-B5F4-DD40510E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2629AC70-1CAA-4CC7-9189-954B430A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92C9D6E7-E5BE-4A3F-82D8-79D4A134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C340DCAF-5736-43B4-AAF9-D8C8496E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659EEF89-04C0-43E4-BEBD-FA5D05A9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1CD226D7-B263-4D95-9A9B-1B03CC70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381A4E47-9BC8-42E5-9D56-5CA97634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39AB44FA-51B3-4497-8CEA-0FD50364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p02-full-004346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8358AEB2-F3EF-4F2F-BDEE-648E16EE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26395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728769F3-44CB-4D8E-B969-B77499BD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p02-full-004346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1089929C-68ED-47D0-92AB-0DEB4879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team.platform-sre · rel.oncall.2026-07-13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262D5AAB-3239-4E2F-9E0A-2875514F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2F262D47-4BF5-4431-8E25-06D76BB1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62EA2A77-F7D5-4D20-A8F9-9FD5951E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1EE2D436-2C10-4CB1-9161-F28B5AA0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8DB6CA9F-6EBE-48E7-95C1-84269BE8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9926D11A-9EF4-4074-8019-C57527DC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A89EE866-5662-48D4-BF83-3946BD81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167EBEED-0CFC-43B7-A70A-1C8EE58B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94833E0D-0D32-4579-BEFC-5A33C2B0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64B84822-58A2-4D6B-99AB-CE42C585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5BDD05D7-50E0-41A0-92D4-3DD116EB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DEEE2FBC-C831-46D3-B75C-C157F585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B821F67B-A7F0-4892-A624-318E5790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4431FB15-E4A7-4665-BDC2-6000AC35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9186ED27-A744-41C5-8496-9F7078B2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p02-full-004346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A6360DE0-3EA0-4BA4-B1AF-01EE2C9F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41465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D345FC0E-1007-4E53-9E8D-3551B165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1AAA0404-3351-4022-B984-886CA11E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Desktop Working Alert Merge Operations Briefing Pptx: Q-07 threshold evidence · p02-full-004346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301d5653414743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39FB1536-7628-4F62-9715-65DBEB50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B8931971-7A24-482E-9C84-C8F38A24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A500246D-CF01-4E2B-88AF-09ED895D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2DCB75EE-7AB8-419D-9362-153D19B3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E3961AF5-015E-4076-AECB-6EBD1B85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FE391EF1-4C23-456C-A3DF-8229E646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73C36148-EE0C-4245-AB4A-98404ABF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0EA0BC3B-B26A-4D74-A4C0-57A61385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065293EE-02E7-4AA6-B504-BCADDDC6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19FD53D2-00C9-4A34-A5FC-544C4459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EADEB707-EBB2-4886-B66D-57A75E6F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83E8DFFB-92AC-457B-969D-40607B84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desktop working handoff generation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7BD8B971-B12F-46A4-9399-C374FE22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38197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2026-08-24T12:58:40.4540000Z</dcterms:created>
  <dcterms:modified xsi:type="dcterms:W3CDTF">2026-08-24T12:58:40.4540000Z</dcterms:modified>
</coreProperties>
</file>