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eaff97c5ca460a" /><Relationship Type="http://schemas.openxmlformats.org/officeDocument/2006/relationships/extended-properties" Target="/docProps/app.xml" Id="R6d50288a5b364f7b" /><Relationship Type="http://schemas.openxmlformats.org/officeDocument/2006/relationships/officeDocument" Target="/ppt/presentation.xml" Id="Ra6f3e2e3a0b549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7ba57036674564"/>
  </p:sldMasterIdLst>
  <p:notesMasterIdLst>
    <p:notesMasterId xmlns:r="http://schemas.openxmlformats.org/officeDocument/2006/relationships" r:id="R070696606ad741e6"/>
  </p:notesMasterIdLst>
  <p:sldIdLst>
    <p:sldId xmlns:r="http://schemas.openxmlformats.org/officeDocument/2006/relationships" id="256" r:id="Rcfc3fbe941a94d10"/>
    <p:sldId xmlns:r="http://schemas.openxmlformats.org/officeDocument/2006/relationships" id="257" r:id="Re43200c0c900429a"/>
    <p:sldId xmlns:r="http://schemas.openxmlformats.org/officeDocument/2006/relationships" id="258" r:id="R8900b8d5269f4a30"/>
    <p:sldId xmlns:r="http://schemas.openxmlformats.org/officeDocument/2006/relationships" id="259" r:id="Rc742da34692c47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3e435b44f4464a" /><Relationship Type="http://schemas.openxmlformats.org/officeDocument/2006/relationships/slideMaster" Target="/ppt/slideMasters/slideMaster1.xml" Id="Rda7ba57036674564" /><Relationship Type="http://schemas.openxmlformats.org/officeDocument/2006/relationships/notesMaster" Target="/ppt/notesMasters/notesMaster1.xml" Id="R070696606ad741e6" /><Relationship Type="http://schemas.openxmlformats.org/officeDocument/2006/relationships/presProps" Target="/ppt/presProps.xml" Id="R30eb63660e8a41de" /><Relationship Type="http://schemas.openxmlformats.org/officeDocument/2006/relationships/tableStyles" Target="/ppt/tableStyles.xml" Id="R66cd44182e7941e1" /><Relationship Type="http://schemas.openxmlformats.org/officeDocument/2006/relationships/slide" Target="/ppt/slides/slide1.xml" Id="Rcfc3fbe941a94d10" /><Relationship Type="http://schemas.openxmlformats.org/officeDocument/2006/relationships/slide" Target="/ppt/slides/slide2.xml" Id="Re43200c0c900429a" /><Relationship Type="http://schemas.openxmlformats.org/officeDocument/2006/relationships/slide" Target="/ppt/slides/slide3.xml" Id="R8900b8d5269f4a30" /><Relationship Type="http://schemas.openxmlformats.org/officeDocument/2006/relationships/slide" Target="/ppt/slides/slide4.xml" Id="Rc742da34692c47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37373652ec44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e6ef230a964285" /><Relationship Type="http://schemas.openxmlformats.org/officeDocument/2006/relationships/notesMaster" Target="/ppt/notesMasters/notesMaster1.xml" Id="Ra23b81f64a844e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6f7ea02bb749c8" /><Relationship Type="http://schemas.openxmlformats.org/officeDocument/2006/relationships/notesMaster" Target="/ppt/notesMasters/notesMaster1.xml" Id="Reacacf2a80e646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4ed26a865343fd" /><Relationship Type="http://schemas.openxmlformats.org/officeDocument/2006/relationships/notesMaster" Target="/ppt/notesMasters/notesMaster1.xml" Id="Rff36f356f95440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973bd9e9ed46db" /><Relationship Type="http://schemas.openxmlformats.org/officeDocument/2006/relationships/notesMaster" Target="/ppt/notesMasters/notesMaster1.xml" Id="R0f5c4ff2b68146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p02-full-010249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p02-full-010249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p02-full-010249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p02-full-010249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a6363e88146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5c8d5f17ca4a6c" /><Relationship Type="http://schemas.openxmlformats.org/officeDocument/2006/relationships/slideLayout" Target="/ppt/slideLayouts/slideLayout1.xml" Id="Rbdfb8264621244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b8264621244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47032db0e49a2" /><Relationship Type="http://schemas.openxmlformats.org/officeDocument/2006/relationships/notesSlide" Target="/ppt/notesSlides/notesSlide1.xml" Id="R37e3b95d916c4b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7df6765b04cab" /><Relationship Type="http://schemas.openxmlformats.org/officeDocument/2006/relationships/notesSlide" Target="/ppt/notesSlides/notesSlide2.xml" Id="R379cec9c5b4e40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435f0bdde4d3a" /><Relationship Type="http://schemas.openxmlformats.org/officeDocument/2006/relationships/notesSlide" Target="/ppt/notesSlides/notesSlide3.xml" Id="R0ae293487b5341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1f4e1268c4c12" /><Relationship Type="http://schemas.openxmlformats.org/officeDocument/2006/relationships/chart" Target="/ppt/slides/charts/chart1.xml" Id="Rea8b4d5b05534db6" /><Relationship Type="http://schemas.openxmlformats.org/officeDocument/2006/relationships/notesSlide" Target="/ppt/notesSlides/notesSlide4.xml" Id="Re0e30a609f87479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35C85006-DBAA-4C7F-9B0B-A28CC67F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615422AA-39AC-48A0-8E31-0E41AB07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p02-full-010249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AAF957D7-CA45-496B-B98F-B4653F0D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desktop/working · Platform Reliability · control p02-full-010249 · 2026 Q3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E96316E-1FFE-44DE-B486-1A77C71C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797735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1E7CE709-63AF-41EC-B52F-F3014EBA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33CD4B2B-62A7-4914-82F6-F261E734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6D1ED1D-C4D7-4D21-B69B-1607925A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D698555-4B12-4304-AE68-E430D301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8F593EBA-105A-494F-922A-2BCC5F22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16136539-AE60-488E-9D92-DD390A0C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873D8F27-B615-48D8-B316-A91FDA02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CA3C146B-5FA6-4715-A59D-3D7EA853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1A7A021-47BF-466E-89F5-7EB5A976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80956F09-3B33-4A79-8898-3F0E66F0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73E93075-1C42-4603-8E0B-E12E2136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3D6925D-0BFE-4C0F-9710-B71369B9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1BD6FDA3-1B1E-404B-8D99-45622FD0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BF69E1E9-2195-4D0E-ACB5-CAB3C3C6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p02-full-010249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40BF017A-5C0B-45E1-A8C9-9840BFF4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9213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6AB3B627-76FD-4469-AB24-F9871726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p02-full-010249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AA9119FF-B416-4D98-B2F9-24D34C34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term.evidence-chain · rel.oncall.2026-07-13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7912255-8E82-4781-BAF0-9D33FFC1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1A2E71D-EC4A-4608-805C-B23C2CA2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3C4645A-21F5-4B33-AEFF-7B4DC608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26AF755-A3E7-492B-A0C2-C8C1929D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8540D9F5-A253-4B01-AE79-D383F3F6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D0D9D0FB-9239-4905-86DC-06931B8E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24D64BD3-A592-4CFB-86BA-A507641F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EB3B1406-717B-46D7-8476-C266716C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B969FBEE-CF73-4C71-B30C-DF274506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2D2E6AB-B9CE-4F10-ADC2-2FE50F84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7D29A76D-39E4-4C3C-870D-27882328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36B2836-46E4-4F89-BDA2-E87DC89F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A1D88BA3-F0D2-4698-AEA2-291DEEFD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A5308D4-9890-44A3-91F8-E5C249D0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C73F9DD-A9D5-4FD0-99A6-EF593404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p02-full-010249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CEFEF84-79F2-4813-B9D3-C7A4E6CA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8584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7B3A5643-2F11-45AE-82C5-6A614025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BC993DB-ED81-43B5-B760-51378906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Q-07 threshold evidence · p02-full-010249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8b4d5b05534db6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C84B712B-DE1B-4192-9B31-1A81E2AE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3D59DF03-9854-4671-8B88-200AC92A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66E1781-C6E9-4B40-BA30-D5BA122E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98398C9-9E0F-42A2-8958-5DB2923C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F4F76B40-1C45-4341-A3BC-E9AA7DD1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BB9D5F65-0776-47C9-8F5A-51D851BB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27CD37A-B13E-4688-ABD2-35111AF9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C7A91264-1D48-428E-AD90-4FA0D40B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FDE66F83-4729-40B3-A0AA-3CDFBEFC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F44E3B5-0A59-4004-B553-66A5FA0D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791CB5CB-7D40-4AEE-A069-9F810BCF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BF37CEBC-0156-4BBA-A1AB-5E12B96F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8D28E925-D437-4230-8F60-923ABEB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4385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2026-08-24T12:58:51.7410000Z</dcterms:created>
  <dcterms:modified xsi:type="dcterms:W3CDTF">2026-08-24T12:58:51.7410000Z</dcterms:modified>
</coreProperties>
</file>