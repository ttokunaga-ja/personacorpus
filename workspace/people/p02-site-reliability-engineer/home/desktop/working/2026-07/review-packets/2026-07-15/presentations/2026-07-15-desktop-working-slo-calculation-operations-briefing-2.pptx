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1cf214b5c48e4" /><Relationship Type="http://schemas.openxmlformats.org/officeDocument/2006/relationships/extended-properties" Target="/docProps/app.xml" Id="R01b7bda1ed8c4781" /><Relationship Type="http://schemas.openxmlformats.org/officeDocument/2006/relationships/officeDocument" Target="/ppt/presentation.xml" Id="R8cfa8cb363164a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540ef54d347c9"/>
  </p:sldMasterIdLst>
  <p:notesMasterIdLst>
    <p:notesMasterId xmlns:r="http://schemas.openxmlformats.org/officeDocument/2006/relationships" r:id="R5259e6ca30e648b7"/>
  </p:notesMasterIdLst>
  <p:sldIdLst>
    <p:sldId xmlns:r="http://schemas.openxmlformats.org/officeDocument/2006/relationships" id="256" r:id="Rffa8bade5f0a40a1"/>
    <p:sldId xmlns:r="http://schemas.openxmlformats.org/officeDocument/2006/relationships" id="257" r:id="Rd3080d73f0d24e27"/>
    <p:sldId xmlns:r="http://schemas.openxmlformats.org/officeDocument/2006/relationships" id="258" r:id="R5413f949bd0f4660"/>
    <p:sldId xmlns:r="http://schemas.openxmlformats.org/officeDocument/2006/relationships" id="259" r:id="R1bd7ecb9c86746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db8abe17346ef" /><Relationship Type="http://schemas.openxmlformats.org/officeDocument/2006/relationships/slideMaster" Target="/ppt/slideMasters/slideMaster1.xml" Id="R550540ef54d347c9" /><Relationship Type="http://schemas.openxmlformats.org/officeDocument/2006/relationships/notesMaster" Target="/ppt/notesMasters/notesMaster1.xml" Id="R5259e6ca30e648b7" /><Relationship Type="http://schemas.openxmlformats.org/officeDocument/2006/relationships/presProps" Target="/ppt/presProps.xml" Id="R00653ce4e4464292" /><Relationship Type="http://schemas.openxmlformats.org/officeDocument/2006/relationships/tableStyles" Target="/ppt/tableStyles.xml" Id="R533e8d1dcb794511" /><Relationship Type="http://schemas.openxmlformats.org/officeDocument/2006/relationships/slide" Target="/ppt/slides/slide1.xml" Id="Rffa8bade5f0a40a1" /><Relationship Type="http://schemas.openxmlformats.org/officeDocument/2006/relationships/slide" Target="/ppt/slides/slide2.xml" Id="Rd3080d73f0d24e27" /><Relationship Type="http://schemas.openxmlformats.org/officeDocument/2006/relationships/slide" Target="/ppt/slides/slide3.xml" Id="R5413f949bd0f4660" /><Relationship Type="http://schemas.openxmlformats.org/officeDocument/2006/relationships/slide" Target="/ppt/slides/slide4.xml" Id="R1bd7ecb9c867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348b2538748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27c4b154543d3" /><Relationship Type="http://schemas.openxmlformats.org/officeDocument/2006/relationships/notesMaster" Target="/ppt/notesMasters/notesMaster1.xml" Id="R6820d564d4e6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e3b5bf7b324462" /><Relationship Type="http://schemas.openxmlformats.org/officeDocument/2006/relationships/notesMaster" Target="/ppt/notesMasters/notesMaster1.xml" Id="R99721c5f4c7a45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118905a4b14cfd" /><Relationship Type="http://schemas.openxmlformats.org/officeDocument/2006/relationships/notesMaster" Target="/ppt/notesMasters/notesMaster1.xml" Id="Rbd8ffdaa255140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088060d4bc4fa5" /><Relationship Type="http://schemas.openxmlformats.org/officeDocument/2006/relationships/notesMaster" Target="/ppt/notesMasters/notesMaster1.xml" Id="R46aa48ce20a1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p02-full-011849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p02-full-011849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p02-full-011849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desktop/working/2026-07/data/2026-07-15-desktop-working-timeline-annotation-metrics-csv-s001872.csv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p02-full-001872, row:canonical-metric.</a:t>
            </a:r>
          </a:p>
          <a:p xmlns:a="http://schemas.openxmlformats.org/drawingml/2006/main">
            <a:r>
              <a:t>Artifact: p02-full-011849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e6895d3b4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309b6e7724084" /><Relationship Type="http://schemas.openxmlformats.org/officeDocument/2006/relationships/slideLayout" Target="/ppt/slideLayouts/slideLayout1.xml" Id="R660723273d6348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723273d6348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8e91b7b16495d" /><Relationship Type="http://schemas.openxmlformats.org/officeDocument/2006/relationships/notesSlide" Target="/ppt/notesSlides/notesSlide1.xml" Id="R33db96d0134c4a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ee53a79754026" /><Relationship Type="http://schemas.openxmlformats.org/officeDocument/2006/relationships/notesSlide" Target="/ppt/notesSlides/notesSlide2.xml" Id="R172be2c435a840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4aafab1bd4ab2" /><Relationship Type="http://schemas.openxmlformats.org/officeDocument/2006/relationships/notesSlide" Target="/ppt/notesSlides/notesSlide3.xml" Id="Radde4d4d7ffc45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0337842334939" /><Relationship Type="http://schemas.openxmlformats.org/officeDocument/2006/relationships/chart" Target="/ppt/slides/charts/chart1.xml" Id="Rf4a3701e1a0546f6" /><Relationship Type="http://schemas.openxmlformats.org/officeDocument/2006/relationships/notesSlide" Target="/ppt/notesSlides/notesSlide4.xml" Id="Raa9090060d034f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90B8616-189C-4F5B-B793-95BDFF62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D79E087-EF4E-4A4C-836B-707EDEA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6C9B3178-D934-4180-BD40-B06A4C2F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desktop/working · Platform Reliability · control p02-full-011849 · 2026 07 15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24C0D21E-E0C4-44A6-9B70-8F15F38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18383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1F3DB5F-8516-49CA-A6D7-1BDD567B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E7FBF46-CA2D-49B8-9DA8-1D00F783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3EB8F999-7D38-4745-BA8D-E8533CB9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3557624-292E-4FC9-A5CD-F8F5F2B1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5572C89-7799-4F15-8BDC-89C5C87E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989BC89-48BE-4545-AB10-A97BC250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C33C85D-10D7-4154-86DF-3F6226C5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E3BDB10F-3345-4D4D-8767-A0857967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B6B0F9FE-1DB3-40F3-A317-C5987A8D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4D890984-0319-4444-BF94-30E7C7D0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68DCBA8-719F-4E00-81D3-F36D5D71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BEDDDE5-F83C-45AE-9A1D-EE9605B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54FBE8CC-43D1-4A3A-831E-2730312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03F1B73-F043-43B1-8D97-52AC899C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AE43B84-31B4-4F9C-A296-423ADE2D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173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3710C158-EA7F-457C-B616-764282E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F5EFEE6A-75B9-4839-85E2-71D77C61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team.platform-sre · rel.oncall.2026-07-13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E9ACFFE-6E3E-4983-9B47-182374C5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12E77A2-75F3-4077-8E35-11DCF3B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F0447BB3-0D90-4C21-A6C2-58EA89F5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6B1366DD-EA11-4CBF-A6B5-F1057FC9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A80ECF4-4A98-417F-8173-AD729A9B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D413BEC9-67C0-4F77-9D10-5BDCCB28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AFE6401-D27C-42A4-BEEB-51475977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7364B19-288D-40B7-8534-CAD873B1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F80BE97-963D-4985-BAD0-68A8E8E1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23456A6A-410C-4082-AD80-4B502C81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2E61208-7826-423A-BB28-C4EE774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678F1DF-E770-4AFF-8D5B-6C206F57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8D541D0-1685-430C-9875-0063C6E4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1C6874E-2206-4FFB-8F34-1BC185E6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8BAFC38-58A6-48DA-984D-0BA64770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p02-full-011849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32FD0E7-F1F4-4490-87A5-95D5D287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180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109BE25-FB07-4616-8AEE-B341911C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F638CF3-579C-460F-A623-979DD62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Operations Briefing Pptx: Q-07 threshold evidence · p02-full-011849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a3701e1a0546f6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8C5BCEC-3FF5-410C-98F4-2E12E742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624F741-812B-444D-8E87-7AFF180B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9C3DD86-0CDE-4989-BE87-D1AA7BA1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1E69945-8B4E-496B-99C1-CAB39128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261ADB6-E6A5-49BA-9692-A28DB7B2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D230EA4-8473-4C0D-BF2E-7E9D0F52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3EDDD24A-18D0-46B2-98A9-4F6BDC4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4D2306F-C570-4C5E-BBDF-80C465AF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82C555F2-B4ED-4E87-A12C-2B8C296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A41C1DD-58C5-4A92-B220-4D86456D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C1D2507-34A0-4964-B5C5-0FF13A9E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7E999B5-FE2A-4F7A-887E-6C54ACE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timeline annotation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E91F5C24-6EF8-410A-B508-A15118C7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4391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2026-08-24T12:58:57.0680000Z</dcterms:created>
  <dcterms:modified xsi:type="dcterms:W3CDTF">2026-08-24T12:58:57.0680000Z</dcterms:modified>
</coreProperties>
</file>