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f107fe1b64b0c" /><Relationship Type="http://schemas.openxmlformats.org/officeDocument/2006/relationships/extended-properties" Target="/docProps/app.xml" Id="Rf826569cb6f34f21" /><Relationship Type="http://schemas.openxmlformats.org/officeDocument/2006/relationships/officeDocument" Target="/ppt/presentation.xml" Id="Rbaee4142e0344b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ac25918d444bf3"/>
  </p:sldMasterIdLst>
  <p:notesMasterIdLst>
    <p:notesMasterId xmlns:r="http://schemas.openxmlformats.org/officeDocument/2006/relationships" r:id="Reb1919ed58614ca6"/>
  </p:notesMasterIdLst>
  <p:sldIdLst>
    <p:sldId xmlns:r="http://schemas.openxmlformats.org/officeDocument/2006/relationships" id="256" r:id="Rab3375361cef4601"/>
    <p:sldId xmlns:r="http://schemas.openxmlformats.org/officeDocument/2006/relationships" id="257" r:id="R159ad7dc21254eaa"/>
    <p:sldId xmlns:r="http://schemas.openxmlformats.org/officeDocument/2006/relationships" id="258" r:id="R6731724dcbb24c2d"/>
    <p:sldId xmlns:r="http://schemas.openxmlformats.org/officeDocument/2006/relationships" id="259" r:id="Rfe090067500544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686faffb534b05" /><Relationship Type="http://schemas.openxmlformats.org/officeDocument/2006/relationships/slideMaster" Target="/ppt/slideMasters/slideMaster1.xml" Id="Re3ac25918d444bf3" /><Relationship Type="http://schemas.openxmlformats.org/officeDocument/2006/relationships/notesMaster" Target="/ppt/notesMasters/notesMaster1.xml" Id="Reb1919ed58614ca6" /><Relationship Type="http://schemas.openxmlformats.org/officeDocument/2006/relationships/presProps" Target="/ppt/presProps.xml" Id="R92a458b830834332" /><Relationship Type="http://schemas.openxmlformats.org/officeDocument/2006/relationships/tableStyles" Target="/ppt/tableStyles.xml" Id="R15b332ff4a0342d9" /><Relationship Type="http://schemas.openxmlformats.org/officeDocument/2006/relationships/slide" Target="/ppt/slides/slide1.xml" Id="Rab3375361cef4601" /><Relationship Type="http://schemas.openxmlformats.org/officeDocument/2006/relationships/slide" Target="/ppt/slides/slide2.xml" Id="R159ad7dc21254eaa" /><Relationship Type="http://schemas.openxmlformats.org/officeDocument/2006/relationships/slide" Target="/ppt/slides/slide3.xml" Id="R6731724dcbb24c2d" /><Relationship Type="http://schemas.openxmlformats.org/officeDocument/2006/relationships/slide" Target="/ppt/slides/slide4.xml" Id="Rfe090067500544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4089fb3d1e44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9a7d7c3572489e" /><Relationship Type="http://schemas.openxmlformats.org/officeDocument/2006/relationships/notesMaster" Target="/ppt/notesMasters/notesMaster1.xml" Id="R620212b71e274f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3a4bb3cdd4956" /><Relationship Type="http://schemas.openxmlformats.org/officeDocument/2006/relationships/notesMaster" Target="/ppt/notesMasters/notesMaster1.xml" Id="R0131582d04a542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8564dbd52d4367" /><Relationship Type="http://schemas.openxmlformats.org/officeDocument/2006/relationships/notesMaster" Target="/ppt/notesMasters/notesMaster1.xml" Id="Rb21485d5a2f84c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cc5640e8a94dc1" /><Relationship Type="http://schemas.openxmlformats.org/officeDocument/2006/relationships/notesMaster" Target="/ppt/notesMasters/notesMaster1.xml" Id="R582f6749d7384f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p02-full-005346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p02-full-005346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p02-full-005346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desktop/working/2026-07/data/2026-q3-desktop-working-capture-index-metrics-csv-s001957.csv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p02-full-001957, row:canonical-metric.</a:t>
            </a:r>
          </a:p>
          <a:p xmlns:a="http://schemas.openxmlformats.org/drawingml/2006/main">
            <a:r>
              <a:t>Artifact: p02-full-005346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cee54df7243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6cededad934b53" /><Relationship Type="http://schemas.openxmlformats.org/officeDocument/2006/relationships/slideLayout" Target="/ppt/slideLayouts/slideLayout1.xml" Id="Rcc2ef284738545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ef284738545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daec1c18849e9" /><Relationship Type="http://schemas.openxmlformats.org/officeDocument/2006/relationships/notesSlide" Target="/ppt/notesSlides/notesSlide1.xml" Id="Rf1726bf4513041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f2a795fba47b0" /><Relationship Type="http://schemas.openxmlformats.org/officeDocument/2006/relationships/notesSlide" Target="/ppt/notesSlides/notesSlide2.xml" Id="Rbfce680b0ff345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4956f7da3445e" /><Relationship Type="http://schemas.openxmlformats.org/officeDocument/2006/relationships/notesSlide" Target="/ppt/notesSlides/notesSlide3.xml" Id="R1492b1f8b6194d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e4d0057b4453a" /><Relationship Type="http://schemas.openxmlformats.org/officeDocument/2006/relationships/chart" Target="/ppt/slides/charts/chart1.xml" Id="Rb65d8431d80e4e8e" /><Relationship Type="http://schemas.openxmlformats.org/officeDocument/2006/relationships/notesSlide" Target="/ppt/notesSlides/notesSlide4.xml" Id="R1d60fb3582f2499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7BB4AFF-E866-484C-929F-746BA509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D77C1F3-C636-4937-8512-0383F7D1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p02-full-005346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2AB59D43-6544-4510-9EEC-08BA30F6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desktop/working · Platform Reliability · control p02-full-005346 · 2026 07 20 Desktop Working Alert Merge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89DA71E-46DA-4312-BEA4-739B2928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6632330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DADF626-335D-4AB9-A97B-2F88AE04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Alert Merge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E788126-557C-4F76-B43B-0F99E095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1DD253C-5A9C-47C2-A9D2-A17B03E0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63D07540-1EF4-4D31-AB2B-2A4738E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56536CF-BC85-408E-A1D0-4EAE3272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capture index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6D9919E-08C0-4F0F-8B8F-0E7CD7F6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1BFDD6E2-0678-408A-960A-B374F59F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CEF4BAA-EBD7-4696-944E-3FE113FC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6C93607-6514-4E3B-ADC4-3D2B350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B481A3C-BF08-4513-AE56-4AC79720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C53DA02-0923-491B-A18E-9D9FF2B0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123CD8E4-D768-40F7-A8D0-7C0F051C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8DFA8DDF-13A2-4BCF-9F77-2C73F665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4C2DBFA-7AEA-4F1B-9C0D-3C1DE7F1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p02-full-005346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DE29BAEE-26F2-437A-B85C-6681E991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01598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5A1908EB-32F7-4D62-992A-6717B0E7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p02-full-005346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E7A5FD2F-613B-456E-A167-13D9E1E6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5C814A9-00F9-4DCA-A853-C4270E53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0CA1FC6-EE35-4003-8ED7-003541E2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D825B08-09F7-4307-BD0F-91298B86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4E60029-B901-4FDD-98D7-561F1A6A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8B5E0FD2-AE00-4A32-912E-F4EE8A86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F20A5275-79A7-4CCC-838F-3FDACA16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564285E-02BB-40C7-898D-4170F548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1A97B27B-C791-41E6-BB9E-4D8B608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793A38D-F111-43F3-ADAA-0A4E53DA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2FE7FEFA-9985-4B81-825B-D51AAE4B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74A0D9D-8ED5-496D-9B53-50612CBD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09C3D2E5-5DC0-4A0E-A805-36D1BF73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1C3BA4CE-75CF-4CEC-B9C7-47EE393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0D0A5DA5-817E-41C1-BF31-BD759AB2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49D101E9-C361-4860-B716-71C7B511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p02-full-005346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610FF88-6395-47F0-A9A8-3400A14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17008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69E13F1E-8980-46CD-A63B-07485D0A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46EE779-ABBA-4A06-8F87-CCC8467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Desktop Working Alert Merge Operations Briefing Pptx: Q-07 threshold evidence · p02-full-005346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5d8431d80e4e8e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EDFD665A-8155-411D-BAFD-46011120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97EB9DE-5F19-48F4-B946-E8EDC3DF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891ECDA-80A9-43AC-B2E7-4901EA1C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7E2E919-699E-44E2-A798-745EE549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498846D5-8B79-464D-B021-44D0D35A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F9E70701-5823-41DE-A997-C7B86B0F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0B6BF8B-355E-4163-A527-3A933272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64543FC-F9A6-4059-91F4-63806895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D81E1F70-E387-401B-B2D3-177156A7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974EF031-1454-43FD-8CF2-5A5473E6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34644AED-55DB-408F-B641-5BAABCA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C42A22CC-27EA-4F1D-888C-B8094DC4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capture index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3D6C7E4C-C0B4-4454-9BB0-1D566630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58516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2026-08-24T12:58:41.4170000Z</dcterms:created>
  <dcterms:modified xsi:type="dcterms:W3CDTF">2026-08-24T12:58:41.4170000Z</dcterms:modified>
</coreProperties>
</file>