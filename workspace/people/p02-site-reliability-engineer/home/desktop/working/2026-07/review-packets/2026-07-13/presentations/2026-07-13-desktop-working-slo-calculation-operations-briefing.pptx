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5867bd081d4c36" /><Relationship Type="http://schemas.openxmlformats.org/officeDocument/2006/relationships/extended-properties" Target="/docProps/app.xml" Id="R5dca384eaf054bbd" /><Relationship Type="http://schemas.openxmlformats.org/officeDocument/2006/relationships/officeDocument" Target="/ppt/presentation.xml" Id="R89d1f18c41b34f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07e86849f642e3"/>
  </p:sldMasterIdLst>
  <p:notesMasterIdLst>
    <p:notesMasterId xmlns:r="http://schemas.openxmlformats.org/officeDocument/2006/relationships" r:id="Re55c9ea6b1814171"/>
  </p:notesMasterIdLst>
  <p:sldIdLst>
    <p:sldId xmlns:r="http://schemas.openxmlformats.org/officeDocument/2006/relationships" id="256" r:id="Rbcab7319e95544d5"/>
    <p:sldId xmlns:r="http://schemas.openxmlformats.org/officeDocument/2006/relationships" id="257" r:id="R305e72afa65243d0"/>
    <p:sldId xmlns:r="http://schemas.openxmlformats.org/officeDocument/2006/relationships" id="258" r:id="Rd2c2331e91674af8"/>
    <p:sldId xmlns:r="http://schemas.openxmlformats.org/officeDocument/2006/relationships" id="259" r:id="R2e69777ccb184ce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41a82bec0c41bf" /><Relationship Type="http://schemas.openxmlformats.org/officeDocument/2006/relationships/slideMaster" Target="/ppt/slideMasters/slideMaster1.xml" Id="Rf707e86849f642e3" /><Relationship Type="http://schemas.openxmlformats.org/officeDocument/2006/relationships/notesMaster" Target="/ppt/notesMasters/notesMaster1.xml" Id="Re55c9ea6b1814171" /><Relationship Type="http://schemas.openxmlformats.org/officeDocument/2006/relationships/presProps" Target="/ppt/presProps.xml" Id="R844f7ea2f9d44d9f" /><Relationship Type="http://schemas.openxmlformats.org/officeDocument/2006/relationships/tableStyles" Target="/ppt/tableStyles.xml" Id="R3c1e8e55b4354438" /><Relationship Type="http://schemas.openxmlformats.org/officeDocument/2006/relationships/slide" Target="/ppt/slides/slide1.xml" Id="Rbcab7319e95544d5" /><Relationship Type="http://schemas.openxmlformats.org/officeDocument/2006/relationships/slide" Target="/ppt/slides/slide2.xml" Id="R305e72afa65243d0" /><Relationship Type="http://schemas.openxmlformats.org/officeDocument/2006/relationships/slide" Target="/ppt/slides/slide3.xml" Id="Rd2c2331e91674af8" /><Relationship Type="http://schemas.openxmlformats.org/officeDocument/2006/relationships/slide" Target="/ppt/slides/slide4.xml" Id="R2e69777ccb184c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d33e07dd8645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3e1d85233b4435" /><Relationship Type="http://schemas.openxmlformats.org/officeDocument/2006/relationships/notesMaster" Target="/ppt/notesMasters/notesMaster1.xml" Id="R7c2dfb84eb5241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8bb2a892234f2a" /><Relationship Type="http://schemas.openxmlformats.org/officeDocument/2006/relationships/notesMaster" Target="/ppt/notesMasters/notesMaster1.xml" Id="R3bb818d225a548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4cd2e5915242d5" /><Relationship Type="http://schemas.openxmlformats.org/officeDocument/2006/relationships/notesMaster" Target="/ppt/notesMasters/notesMaster1.xml" Id="Rc3b06ec2f5aa48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2b43911f0d48d4" /><Relationship Type="http://schemas.openxmlformats.org/officeDocument/2006/relationships/notesMaster" Target="/ppt/notesMasters/notesMaster1.xml" Id="Rafc5b1c8439043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desktop/working/2026-07/data/2026-07-15-desktop-working-slo-calculation-metrics-tsv-s001033.tsv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p02-full-001033, row:canonical-metric.</a:t>
            </a:r>
          </a:p>
          <a:p xmlns:a="http://schemas.openxmlformats.org/drawingml/2006/main">
            <a:r>
              <a:t>Artifact: p02-full-011449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desktop/working/2026-07/data/2026-07-15-desktop-working-slo-calculation-metrics-tsv-s001033.tsv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p02-full-001033, row:canonical-metric.</a:t>
            </a:r>
          </a:p>
          <a:p xmlns:a="http://schemas.openxmlformats.org/drawingml/2006/main">
            <a:r>
              <a:t>Artifact: p02-full-011449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desktop/working/2026-07/data/2026-07-15-desktop-working-slo-calculation-metrics-tsv-s001033.tsv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p02-full-001033, row:canonical-metric.</a:t>
            </a:r>
          </a:p>
          <a:p xmlns:a="http://schemas.openxmlformats.org/drawingml/2006/main">
            <a:r>
              <a:t>Artifact: p02-full-011449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desktop/working/2026-07/data/2026-07-15-desktop-working-slo-calculation-metrics-tsv-s001033.tsv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p02-full-001033, row:canonical-metric.</a:t>
            </a:r>
          </a:p>
          <a:p xmlns:a="http://schemas.openxmlformats.org/drawingml/2006/main">
            <a:r>
              <a:t>Artifact: p02-full-011449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b11d80b04441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3cc96b976345b0" /><Relationship Type="http://schemas.openxmlformats.org/officeDocument/2006/relationships/slideLayout" Target="/ppt/slideLayouts/slideLayout1.xml" Id="Rf6553d911b084a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553d911b084a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c2eaaff034a4d" /><Relationship Type="http://schemas.openxmlformats.org/officeDocument/2006/relationships/notesSlide" Target="/ppt/notesSlides/notesSlide1.xml" Id="Rcbbbb3baef8949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bd8f9ffab94ce8" /><Relationship Type="http://schemas.openxmlformats.org/officeDocument/2006/relationships/notesSlide" Target="/ppt/notesSlides/notesSlide2.xml" Id="Rf632c4adc4e048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cc137302c6479d" /><Relationship Type="http://schemas.openxmlformats.org/officeDocument/2006/relationships/notesSlide" Target="/ppt/notesSlides/notesSlide3.xml" Id="R97c11eabcd774e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3913f13bc44e3f" /><Relationship Type="http://schemas.openxmlformats.org/officeDocument/2006/relationships/chart" Target="/ppt/slides/charts/chart1.xml" Id="R685c01a44d6e4ac2" /><Relationship Type="http://schemas.openxmlformats.org/officeDocument/2006/relationships/notesSlide" Target="/ppt/notesSlides/notesSlide4.xml" Id="Reeb44be992944aa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03E0E18E-F0AB-43E6-81C6-2643A0BD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1E4CEF83-0B5B-462C-832F-DFDAC20E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p02-full-011449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D4655D07-20C5-46FC-9A1B-0A227D55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· desktop/working · Platform Reliability · control p02-full-011449 · 2026 07 13 Desktop Working Slo Calculation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080DDEC3-A927-487A-A4F7-30693B6D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568655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A9C03D1A-EC0B-4F0C-9B53-9D7F4931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Desktop Working Slo Calculation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67A275A1-0236-4CEC-ACA7-414F0C79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316BFE94-5CAE-4D5F-9475-3964307D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3CE076F4-23D3-468B-8B61-6942CA42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00BFAEDD-6919-4D46-B59B-0187A7F3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desktop working slo calculation metrics tsv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ABF4DA5C-BE91-4528-9B78-11532789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EDA7C010-EA44-40EA-8D8B-36FCBAC1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023E7D08-2805-413F-8259-0051DCE5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36A11B6B-064B-417D-B689-21D7B953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A3C66518-15E4-4097-A5C4-93834D9C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71647294-8284-4DD9-AA33-5105A69E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923053F9-4599-4781-88D7-144D4D42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8B9DDCF7-63AF-40EB-9000-3A0DCE75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46A9851E-A960-47B9-9898-2F9725ED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p02-full-011449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74BAFAF5-A6E4-4D9B-B5E1-82135FDC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741773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50579871-F9E3-4A7C-AD92-2C2FA069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p02-full-011449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3BC55A43-61D1-4500-BF91-B0084A50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term.evidence-chain · rel.oncall.2026-07-13 · date.2026-07-13.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6A6D6775-E416-4C05-A2CC-DAAA52C2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FB9265D3-4B6C-4262-991F-1E51C0CE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96A3C569-8C13-4273-B474-9E261B63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A84E9CFF-EB68-4540-8410-99AB5D44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530CD35F-6DAC-47B3-851C-D6C67DF0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5DC21B44-BC19-4C97-A9A0-69E88895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B7F5C531-C7AD-4DB5-91F4-0D81B2F5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08DAC0DB-1443-40F9-99B0-B1B261E5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99.0% below 400 ms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33B787C3-8845-49FA-814C-0A380C08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Latency target</a:t>
            </a:r>
          </a:p>
        </p:txBody>
      </p:sp>
      <p:sp>
        <p:nvSpPr>
          <p:cNvPr id="12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F65F7F24-EF56-4C92-B0F3-E582D8C4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3FCA19CB-CD6F-4816-ABDC-61DF8CA6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8A008224-D31D-46B9-9D4D-59B165E6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5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BB330CBA-B845-4B4F-8ED3-0C725904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14.6x</a:t>
            </a:r>
          </a:p>
        </p:txBody>
      </p:sp>
      <p:sp>
        <p:nvSpPr>
          <p:cNvPr id="16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396DAAAF-8F6F-4B15-9B21-103E5330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Short burn</a:t>
            </a:r>
          </a:p>
        </p:txBody>
      </p:sp>
      <p:sp>
        <p:nvSpPr>
          <p:cNvPr id="17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55FC4B92-05A3-4F3A-94FF-BD13B4A9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p02-full-011449</a:t>
            </a:r>
          </a:p>
        </p:txBody>
      </p:sp>
      <p:sp>
        <p:nvSpPr>
          <p:cNvPr id="18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A62F6ADF-CE50-4648-81A2-1D80DF77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190414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A05E1F4B-6F5A-488C-8970-5BA66EE9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E7384F49-E04B-495E-A3AE-E3C56887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Desktop Working Slo Calculation Operations Briefing Pptx: Q-07 threshold evidence · p02-full-011449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85c01a44d6e4ac2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5355B191-E77E-4828-A6F2-A2B532E2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F564E72A-6CB7-4933-8DEC-54306679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A5D8BEAF-7FC2-4848-9C9E-2246157B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C3D982CD-939B-4B2A-9CE6-010390AA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14CFE18B-E055-4EC4-9B64-136C14FD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69B954C9-CB66-47DB-A804-A5736CD6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739F5992-42C6-48AF-9AED-3525AD03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CE0A0CCF-F539-46D2-9604-23C844F2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228EDC90-8441-4A3C-8E95-ADADFC4F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4C778B30-00EF-4A57-8884-1EF0BB46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3FDC9BF7-F231-44B5-88CC-32B48E16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150AB657-7133-4863-A89D-216F01EB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desktop working slo calculation metrics tsv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7D16ECBF-29BE-4615-A997-ACB0D383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347587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2026-08-24T12:58:56.0410000Z</dcterms:created>
  <dcterms:modified xsi:type="dcterms:W3CDTF">2026-08-24T12:58:56.0410000Z</dcterms:modified>
</coreProperties>
</file>