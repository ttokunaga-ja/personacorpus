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7f8d0c1e114b4e" /><Relationship Type="http://schemas.openxmlformats.org/officeDocument/2006/relationships/extended-properties" Target="/docProps/app.xml" Id="Rd867bf6d9e924976" /><Relationship Type="http://schemas.openxmlformats.org/officeDocument/2006/relationships/officeDocument" Target="/ppt/presentation.xml" Id="R722988d1da7d42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18461400664e2f"/>
  </p:sldMasterIdLst>
  <p:notesMasterIdLst>
    <p:notesMasterId xmlns:r="http://schemas.openxmlformats.org/officeDocument/2006/relationships" r:id="Rc41a087c7ea040b9"/>
  </p:notesMasterIdLst>
  <p:sldIdLst>
    <p:sldId xmlns:r="http://schemas.openxmlformats.org/officeDocument/2006/relationships" id="256" r:id="R675b198a4cd043a6"/>
    <p:sldId xmlns:r="http://schemas.openxmlformats.org/officeDocument/2006/relationships" id="257" r:id="Rbe60640433644a19"/>
    <p:sldId xmlns:r="http://schemas.openxmlformats.org/officeDocument/2006/relationships" id="258" r:id="R170b6cd8569a4016"/>
    <p:sldId xmlns:r="http://schemas.openxmlformats.org/officeDocument/2006/relationships" id="259" r:id="Rdccec9a14f384e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be9ed6cec04bdd" /><Relationship Type="http://schemas.openxmlformats.org/officeDocument/2006/relationships/slideMaster" Target="/ppt/slideMasters/slideMaster1.xml" Id="Rd518461400664e2f" /><Relationship Type="http://schemas.openxmlformats.org/officeDocument/2006/relationships/notesMaster" Target="/ppt/notesMasters/notesMaster1.xml" Id="Rc41a087c7ea040b9" /><Relationship Type="http://schemas.openxmlformats.org/officeDocument/2006/relationships/presProps" Target="/ppt/presProps.xml" Id="Rc990fb706afa443c" /><Relationship Type="http://schemas.openxmlformats.org/officeDocument/2006/relationships/tableStyles" Target="/ppt/tableStyles.xml" Id="Rc3ba4aae3f404530" /><Relationship Type="http://schemas.openxmlformats.org/officeDocument/2006/relationships/slide" Target="/ppt/slides/slide1.xml" Id="R675b198a4cd043a6" /><Relationship Type="http://schemas.openxmlformats.org/officeDocument/2006/relationships/slide" Target="/ppt/slides/slide2.xml" Id="Rbe60640433644a19" /><Relationship Type="http://schemas.openxmlformats.org/officeDocument/2006/relationships/slide" Target="/ppt/slides/slide3.xml" Id="R170b6cd8569a4016" /><Relationship Type="http://schemas.openxmlformats.org/officeDocument/2006/relationships/slide" Target="/ppt/slides/slide4.xml" Id="Rdccec9a14f384e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11dbc626c6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55a385d2dc4f29" /><Relationship Type="http://schemas.openxmlformats.org/officeDocument/2006/relationships/notesMaster" Target="/ppt/notesMasters/notesMaster1.xml" Id="Rd3f7064226a7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bf24e26a324b2d" /><Relationship Type="http://schemas.openxmlformats.org/officeDocument/2006/relationships/notesMaster" Target="/ppt/notesMasters/notesMaster1.xml" Id="Rb1475d1b003f4f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f61afa72634c6a" /><Relationship Type="http://schemas.openxmlformats.org/officeDocument/2006/relationships/notesMaster" Target="/ppt/notesMasters/notesMaster1.xml" Id="R68d65dc3959e45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b1b5b089464d58" /><Relationship Type="http://schemas.openxmlformats.org/officeDocument/2006/relationships/notesMaster" Target="/ppt/notesMasters/notesMaster1.xml" Id="R0da42ade23374e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p02-full-006346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p02-full-006346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p02-full-006346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p02-full-006346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54bb61fc143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4fbaea40534312" /><Relationship Type="http://schemas.openxmlformats.org/officeDocument/2006/relationships/slideLayout" Target="/ppt/slideLayouts/slideLayout1.xml" Id="Rc9f55b60aa6c4f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f55b60aa6c4f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b319e8df34181" /><Relationship Type="http://schemas.openxmlformats.org/officeDocument/2006/relationships/notesSlide" Target="/ppt/notesSlides/notesSlide1.xml" Id="Ref34406bad8e4e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76273017b42f8" /><Relationship Type="http://schemas.openxmlformats.org/officeDocument/2006/relationships/notesSlide" Target="/ppt/notesSlides/notesSlide2.xml" Id="Rc347539d2d1c47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d16c87088486c" /><Relationship Type="http://schemas.openxmlformats.org/officeDocument/2006/relationships/notesSlide" Target="/ppt/notesSlides/notesSlide3.xml" Id="R3eb934f89707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f2d37779140ca" /><Relationship Type="http://schemas.openxmlformats.org/officeDocument/2006/relationships/chart" Target="/ppt/slides/charts/chart1.xml" Id="R32b4677831a54845" /><Relationship Type="http://schemas.openxmlformats.org/officeDocument/2006/relationships/notesSlide" Target="/ppt/notesSlides/notesSlide4.xml" Id="Rc57a776155bd40d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1AEE506-BAD5-4ED0-9E92-B193283D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17BAE66-F982-44AE-ABA0-80C24214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CAF1D561-F875-4F86-8C96-8534BAE2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desktop/working · Platform Reliability · control p02-full-006346 · 2026 07 14 Desktop Working Alert Merge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63233AF-D79D-4DF5-B210-269FDCB2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44202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253D0DE-C4BB-4B0E-9B16-C0735B0A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Alert Merge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456FC8C1-9EE5-45A0-8EEE-B3288147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6546CF57-AE95-4946-BF38-2A5F3D52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27E26CB-A240-4AD0-8327-EF360749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DA987674-C5E7-4B00-BBC3-D23B8A0A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C0E6E27-B356-440B-83F5-F15D8FB2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FE4C551D-F859-4545-AFD8-D3C3AB24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89458D3C-F0EF-41BE-AE10-90238997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1B3E805-4997-4635-84C7-558A39E4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104755E-1F29-4B30-B4CE-A706A909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9E9B1EA-5DB6-4CCB-B48A-84A1892F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7E1C321F-1A3F-4E55-9FF0-717AA3F8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AF5BFBD-FA8D-47B8-B108-F4AAD879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AEFA34A-C89C-4C74-A0C0-0EC0309E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p02-full-006346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9DA29A90-7DBA-446B-9D8B-5B43DA0C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5019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BA1441C1-BEFA-460E-B098-4B249F30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D7C627F-38A8-47CE-A511-C3AB2517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term.evidence-chain · rel.oncall.2026-07-13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15F2FB1-A069-4CC5-9EF4-4129C0E9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2A69A4F-4DDC-4455-A109-00BD6D87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5D9F3DA-28F1-4DF4-A740-C1DE9CC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E1B2814A-F9EC-4A64-9225-24DEE93C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EDD2A72C-6FAD-402B-B076-FEF0C63A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471B2BB-8D52-4D35-88BB-DA25D728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763D52A-43F0-4ACA-B6AF-3B48820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CCED6CF7-CBBD-448F-98A6-ABF93DFE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C4DA445B-B704-441E-85E5-EF946EEA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F7B22EE5-0DA5-4FB9-A54E-1133CDA8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7B1F777-BC2B-49EF-984E-BE7735B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92F9CD6F-210D-4E8B-AA6D-EFE45275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A70C4FEC-DAA2-4069-943F-4DABFB6E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383028C-4D23-403F-8E6A-DC133621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CAC0479A-C22D-445B-9259-FEE73F10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p02-full-006346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368C1ECB-1D42-4C76-BCB2-4BD5E25B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1557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46C27999-66C8-409A-99C2-CC0A70B0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F24E6049-CF35-44ED-9CF2-F7BE4A46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Alert Merge Operations Briefing Pptx: Q-07 threshold evidence · p02-full-006346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b4677831a5484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D3E9498-1CFB-4264-88A8-87D4C4C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B1F3F62-3326-42F3-897C-A010491D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7CC8EBA-930F-47CD-8486-7CD8848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94EE3BBC-4F5A-4772-91D6-5694BB9C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9C52AB6-92C1-4875-B401-47DDEC44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397FF42-3F52-49C8-987E-993427CE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80C7E358-7BB0-4FA2-BD0F-A4A0ECB7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D4C8312-FF84-4AD3-96BC-D8D043EB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06307D23-F06C-4800-ABF2-36432E43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B3AE17C-3A6D-4D70-ABAB-196C6D2F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AB8753D-B202-4503-A97B-2F51231D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D62CBED-0E5E-4EC6-B49A-67B50704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A62EB64-F4AB-4EB6-B93E-D7D23680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8118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2026-08-24T12:58:43.4570000Z</dcterms:created>
  <dcterms:modified xsi:type="dcterms:W3CDTF">2026-08-24T12:58:43.4570000Z</dcterms:modified>
</coreProperties>
</file>