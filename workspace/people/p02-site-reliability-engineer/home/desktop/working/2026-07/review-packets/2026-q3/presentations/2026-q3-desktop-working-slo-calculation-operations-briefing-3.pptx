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7a84fb1375425b" /><Relationship Type="http://schemas.openxmlformats.org/officeDocument/2006/relationships/extended-properties" Target="/docProps/app.xml" Id="Rf8d698e7dcfc4aec" /><Relationship Type="http://schemas.openxmlformats.org/officeDocument/2006/relationships/officeDocument" Target="/ppt/presentation.xml" Id="Rdbe8c8c7045743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a9a257e2cd4404"/>
  </p:sldMasterIdLst>
  <p:notesMasterIdLst>
    <p:notesMasterId xmlns:r="http://schemas.openxmlformats.org/officeDocument/2006/relationships" r:id="R7e327c3312b34035"/>
  </p:notesMasterIdLst>
  <p:sldIdLst>
    <p:sldId xmlns:r="http://schemas.openxmlformats.org/officeDocument/2006/relationships" id="256" r:id="R9472d2d875154c2a"/>
    <p:sldId xmlns:r="http://schemas.openxmlformats.org/officeDocument/2006/relationships" id="257" r:id="R32514faa572046c9"/>
    <p:sldId xmlns:r="http://schemas.openxmlformats.org/officeDocument/2006/relationships" id="258" r:id="R121e212d2bfb47cc"/>
    <p:sldId xmlns:r="http://schemas.openxmlformats.org/officeDocument/2006/relationships" id="259" r:id="R59c6641addb442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f039396a91434e" /><Relationship Type="http://schemas.openxmlformats.org/officeDocument/2006/relationships/slideMaster" Target="/ppt/slideMasters/slideMaster1.xml" Id="R8ba9a257e2cd4404" /><Relationship Type="http://schemas.openxmlformats.org/officeDocument/2006/relationships/notesMaster" Target="/ppt/notesMasters/notesMaster1.xml" Id="R7e327c3312b34035" /><Relationship Type="http://schemas.openxmlformats.org/officeDocument/2006/relationships/presProps" Target="/ppt/presProps.xml" Id="Rddc145c89275428a" /><Relationship Type="http://schemas.openxmlformats.org/officeDocument/2006/relationships/tableStyles" Target="/ppt/tableStyles.xml" Id="R033c8945039d48ad" /><Relationship Type="http://schemas.openxmlformats.org/officeDocument/2006/relationships/slide" Target="/ppt/slides/slide1.xml" Id="R9472d2d875154c2a" /><Relationship Type="http://schemas.openxmlformats.org/officeDocument/2006/relationships/slide" Target="/ppt/slides/slide2.xml" Id="R32514faa572046c9" /><Relationship Type="http://schemas.openxmlformats.org/officeDocument/2006/relationships/slide" Target="/ppt/slides/slide3.xml" Id="R121e212d2bfb47cc" /><Relationship Type="http://schemas.openxmlformats.org/officeDocument/2006/relationships/slide" Target="/ppt/slides/slide4.xml" Id="R59c6641addb442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0e10b094674c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50df4ec88d4f7d" /><Relationship Type="http://schemas.openxmlformats.org/officeDocument/2006/relationships/notesMaster" Target="/ppt/notesMasters/notesMaster1.xml" Id="R4ad3054fb2974f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a25b5cedef47d6" /><Relationship Type="http://schemas.openxmlformats.org/officeDocument/2006/relationships/notesMaster" Target="/ppt/notesMasters/notesMaster1.xml" Id="R7d7ef6c99f7940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03dc5802af4242" /><Relationship Type="http://schemas.openxmlformats.org/officeDocument/2006/relationships/notesMaster" Target="/ppt/notesMasters/notesMaster1.xml" Id="R940f554cb5304f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5b842c172f4f8c" /><Relationship Type="http://schemas.openxmlformats.org/officeDocument/2006/relationships/notesMaster" Target="/ppt/notesMasters/notesMaster1.xml" Id="R2704b892fde740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p02-full-009449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p02-full-009449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p02-full-009449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p02-full-009449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89f0a64df44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469bfda34441cd" /><Relationship Type="http://schemas.openxmlformats.org/officeDocument/2006/relationships/slideLayout" Target="/ppt/slideLayouts/slideLayout1.xml" Id="R94ffe69cb1df46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ffe69cb1df46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b77e49f934143" /><Relationship Type="http://schemas.openxmlformats.org/officeDocument/2006/relationships/notesSlide" Target="/ppt/notesSlides/notesSlide1.xml" Id="Rec807a4ea6064b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90ca0f6d14084" /><Relationship Type="http://schemas.openxmlformats.org/officeDocument/2006/relationships/notesSlide" Target="/ppt/notesSlides/notesSlide2.xml" Id="R560d7d1116794b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1b235ea5e441d" /><Relationship Type="http://schemas.openxmlformats.org/officeDocument/2006/relationships/notesSlide" Target="/ppt/notesSlides/notesSlide3.xml" Id="Rda0a0d3fb13444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e59a4982945be" /><Relationship Type="http://schemas.openxmlformats.org/officeDocument/2006/relationships/chart" Target="/ppt/slides/charts/chart1.xml" Id="R2a39aa410ecd4315" /><Relationship Type="http://schemas.openxmlformats.org/officeDocument/2006/relationships/notesSlide" Target="/ppt/notesSlides/notesSlide4.xml" Id="R224f776f89bf4c0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51568F6B-AD65-47DE-B0EC-C9358A46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83E67944-A3BF-456B-84DD-9297E13C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p02-full-009449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8278F213-F1B5-45C8-A893-B1DE14D1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desktop/working · Platform Reliability · control p02-full-009449 · 2026 Q3 Desktop Working Slo Calculation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4BBC8DF5-698D-444A-B8F7-EA00ECEC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805774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79CF175B-65E6-42D9-A78C-E6E6D1CB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Slo Calculation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EA47B185-3A45-4C81-8DE8-BF65CDCF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569630AC-AA52-473A-A0EB-5031D873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9D8F16DB-D8AF-4F71-B0F6-64909794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011CD6B9-C817-4234-8CEA-A67C000F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timeline annotation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487B3B4D-D641-4607-93C6-1FB01591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45B09803-EAB5-4291-A2DA-8078ED8B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2205850-97C7-45D2-9BFA-48A5C774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C5C00919-B0F1-432E-ABAD-23C83E4C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5E75B093-232D-4D2F-A25F-B68C1019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6809CB27-E3C0-4327-B6AF-51B1AA1B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6B35964A-D161-40F6-A813-43D8FA99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CA7E68B8-A426-4479-B75A-A0593354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BF711F60-F3B5-48E6-89D7-408C186B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p02-full-009449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16753DE9-343A-4AB6-A8D2-1D9D50AD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76066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D0165B5-59E1-4E18-8EBF-2778CBC5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p02-full-009449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45982A13-05B1-40EF-85A2-D33C1D77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team.platform-sre · rel.oncall.2026-07-13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4108208F-748F-43A2-A963-D48C5FA0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B216D391-2D96-44FE-A66A-CC6E52FC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50FF7FBC-83AA-475C-A7A8-833B8E7A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5375D2E2-9123-4C10-A3D3-561C844F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3A5B1340-0872-41B0-AE09-7DB4B4C3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78360F0F-4B01-4FA5-AE03-0F9A7074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F47517E1-86E7-4272-8EE1-445D73A7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A86E384A-F923-45FB-8E83-E3A8FB9B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F307675F-8C05-4F4F-93BF-18AE25C6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01BD329A-75AB-4BC2-BFC4-A6E34D37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3724D2D1-2DA3-4204-A12C-692B1A80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C8E87EF9-9EDB-4A14-9230-17637870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F82821DB-5AC1-44F4-B667-6EDC145D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0F49DF2C-AF3D-4FE9-8BE7-3C85FC69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1D6BCDE5-6299-41C9-8B50-2E7AB47D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p02-full-009449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099E8852-00BD-4BC0-89EA-4A8AD733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403526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44B13E58-3707-4030-8F89-EF31E3CB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DC8CB072-88B0-4BEC-A363-144043A4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Slo Calculation Operations Briefing Pptx: Q-07 threshold evidence · p02-full-009449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39aa410ecd431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922D7923-528E-4131-ABC6-BF8010EA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3238696C-527E-4A58-A88F-41CF8540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C0982444-AF8F-465F-BCD5-FAC8DD24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C428927D-E576-447C-8452-2545A168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EF4E7792-4575-4A05-A9FB-27F83AC3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8DC6C8B0-530E-49AB-AD7E-8C53061C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2941BB49-359C-45C5-A1E2-A5E066B4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B60D9D4B-7AC2-477A-B93E-48F11B82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D0453F1-F2FF-43C6-AC40-9E3A6E38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9CF4BC6E-FA05-466F-A3E8-EF65DD7F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ADC48BFD-B7A8-40D5-A047-5ED27F59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2C13A402-5C6F-41FD-B47F-62DA26D7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timeline annotation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C8DE8A98-746A-4699-BAD2-F6F30A48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641514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2026-08-24T12:58:49.9580000Z</dcterms:created>
  <dcterms:modified xsi:type="dcterms:W3CDTF">2026-08-24T12:58:49.9580000Z</dcterms:modified>
</coreProperties>
</file>