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6a16c230004255" /><Relationship Type="http://schemas.openxmlformats.org/officeDocument/2006/relationships/extended-properties" Target="/docProps/app.xml" Id="R049e750b5bdf4391" /><Relationship Type="http://schemas.openxmlformats.org/officeDocument/2006/relationships/officeDocument" Target="/ppt/presentation.xml" Id="R35428f19f22142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37fa5a3e8046be"/>
  </p:sldMasterIdLst>
  <p:notesMasterIdLst>
    <p:notesMasterId xmlns:r="http://schemas.openxmlformats.org/officeDocument/2006/relationships" r:id="R6aa0cec4d35f49e9"/>
  </p:notesMasterIdLst>
  <p:sldIdLst>
    <p:sldId xmlns:r="http://schemas.openxmlformats.org/officeDocument/2006/relationships" id="256" r:id="R1e83d9f46f294d90"/>
    <p:sldId xmlns:r="http://schemas.openxmlformats.org/officeDocument/2006/relationships" id="257" r:id="R4d1f71ec7bf84cdc"/>
    <p:sldId xmlns:r="http://schemas.openxmlformats.org/officeDocument/2006/relationships" id="258" r:id="Ree723f83f63f40af"/>
    <p:sldId xmlns:r="http://schemas.openxmlformats.org/officeDocument/2006/relationships" id="259" r:id="R7e7f5caee5cf47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fbe221b19041dc" /><Relationship Type="http://schemas.openxmlformats.org/officeDocument/2006/relationships/slideMaster" Target="/ppt/slideMasters/slideMaster1.xml" Id="Rfb37fa5a3e8046be" /><Relationship Type="http://schemas.openxmlformats.org/officeDocument/2006/relationships/notesMaster" Target="/ppt/notesMasters/notesMaster1.xml" Id="R6aa0cec4d35f49e9" /><Relationship Type="http://schemas.openxmlformats.org/officeDocument/2006/relationships/presProps" Target="/ppt/presProps.xml" Id="Rd08d3130859f4138" /><Relationship Type="http://schemas.openxmlformats.org/officeDocument/2006/relationships/tableStyles" Target="/ppt/tableStyles.xml" Id="R498f4137a7a6498b" /><Relationship Type="http://schemas.openxmlformats.org/officeDocument/2006/relationships/slide" Target="/ppt/slides/slide1.xml" Id="R1e83d9f46f294d90" /><Relationship Type="http://schemas.openxmlformats.org/officeDocument/2006/relationships/slide" Target="/ppt/slides/slide2.xml" Id="R4d1f71ec7bf84cdc" /><Relationship Type="http://schemas.openxmlformats.org/officeDocument/2006/relationships/slide" Target="/ppt/slides/slide3.xml" Id="Ree723f83f63f40af" /><Relationship Type="http://schemas.openxmlformats.org/officeDocument/2006/relationships/slide" Target="/ppt/slides/slide4.xml" Id="R7e7f5caee5cf47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d7325571a842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61955e59754159" /><Relationship Type="http://schemas.openxmlformats.org/officeDocument/2006/relationships/notesMaster" Target="/ppt/notesMasters/notesMaster1.xml" Id="R9a4d12e3f7f746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ec9308c5ae4928" /><Relationship Type="http://schemas.openxmlformats.org/officeDocument/2006/relationships/notesMaster" Target="/ppt/notesMasters/notesMaster1.xml" Id="Rdf5f72015da74f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b95d33b68542c1" /><Relationship Type="http://schemas.openxmlformats.org/officeDocument/2006/relationships/notesMaster" Target="/ppt/notesMasters/notesMaster1.xml" Id="R8f27735791714f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cc057d61f6461f" /><Relationship Type="http://schemas.openxmlformats.org/officeDocument/2006/relationships/notesMaster" Target="/ppt/notesMasters/notesMaster1.xml" Id="R833f193aa19749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desktop/working/2026-07/data/2026-07-14-desktop-working-correlation-metrics-tsv-s002567.tsv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p02-full-002567, row:canonical-metric.</a:t>
            </a:r>
          </a:p>
          <a:p xmlns:a="http://schemas.openxmlformats.org/drawingml/2006/main">
            <a:r>
              <a:t>Artifact: p02-full-009849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desktop/working/2026-07/data/2026-07-14-desktop-working-correlation-metrics-tsv-s002567.tsv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p02-full-002567, row:canonical-metric.</a:t>
            </a:r>
          </a:p>
          <a:p xmlns:a="http://schemas.openxmlformats.org/drawingml/2006/main">
            <a:r>
              <a:t>Artifact: p02-full-009849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desktop/working/2026-07/data/2026-07-14-desktop-working-correlation-metrics-tsv-s002567.tsv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p02-full-002567, row:canonical-metric.</a:t>
            </a:r>
          </a:p>
          <a:p xmlns:a="http://schemas.openxmlformats.org/drawingml/2006/main">
            <a:r>
              <a:t>Artifact: p02-full-009849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desktop/working/2026-07/data/2026-07-14-desktop-working-correlation-metrics-tsv-s002567.tsv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p02-full-002567, row:canonical-metric.</a:t>
            </a:r>
          </a:p>
          <a:p xmlns:a="http://schemas.openxmlformats.org/drawingml/2006/main">
            <a:r>
              <a:t>Artifact: p02-full-009849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3fd582cd14e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4419dc29794228" /><Relationship Type="http://schemas.openxmlformats.org/officeDocument/2006/relationships/slideLayout" Target="/ppt/slideLayouts/slideLayout1.xml" Id="Rff4a90097d754c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4a90097d754c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142c12e23420d" /><Relationship Type="http://schemas.openxmlformats.org/officeDocument/2006/relationships/notesSlide" Target="/ppt/notesSlides/notesSlide1.xml" Id="R29a74304299744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e126aa8d34ec8" /><Relationship Type="http://schemas.openxmlformats.org/officeDocument/2006/relationships/notesSlide" Target="/ppt/notesSlides/notesSlide2.xml" Id="R7b116208903549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1a9f8f5ce4d58" /><Relationship Type="http://schemas.openxmlformats.org/officeDocument/2006/relationships/notesSlide" Target="/ppt/notesSlides/notesSlide3.xml" Id="R596bd25716084a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dc66fd0564b3d" /><Relationship Type="http://schemas.openxmlformats.org/officeDocument/2006/relationships/chart" Target="/ppt/slides/charts/chart1.xml" Id="R294ec736c63b4f1b" /><Relationship Type="http://schemas.openxmlformats.org/officeDocument/2006/relationships/notesSlide" Target="/ppt/notesSlides/notesSlide4.xml" Id="Rf941ae484edd403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24800E45-F99B-447B-9365-57C9B2AD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591CA3EB-F53A-499B-8947-DE18D648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p02-full-009849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9CA1FD07-7967-49F6-BCA7-E9609754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desktop/working · Platform Reliability · control p02-full-009849 · 2026 07 15 Desktop Working Slo Calculation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B0C8DDB3-373A-4AC1-9587-4968BD71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391230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F03D9B7B-5CCA-4558-A17F-72961910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Slo Calculation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80140E94-945A-4E4F-AACB-50FC9A76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8237B54B-B003-4C45-B50A-6B9B8C92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5FF5572-AC99-48F8-8492-9BD5071A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7E2352AA-5767-486C-A47C-F3005452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desktop working correlation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990D4DF7-561E-4468-8395-16E52CA5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2E8C19CB-5A25-4953-9C7C-B986F643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BE487BEB-6C64-4472-817C-EA94DB1C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97E135A9-111F-434C-AC32-269FD403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8FF49312-DD7E-49BD-87F8-08EF5525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F7DADD5B-5FD0-4864-BEAF-68904B9C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B0BD176D-88DF-4052-959A-E3C17BF5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D1125A05-4560-476E-A87F-E61A604C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61C65B13-760E-4EEB-B7DE-246008B3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p02-full-009849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75FF012D-79B6-4CFD-9C68-AF973E70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591792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119D0955-E2B6-4D09-A85E-8D647EA3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p02-full-009849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230E247C-6606-4FF1-A15D-C1570407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inc.inc-260713 · rel.oncall.2026-07-13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2BBEF745-315E-4BEE-9838-944ED766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9B0E0640-CF81-48D1-B3AC-1AF11EFB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C88C70A3-D690-417D-953C-A1EF3C76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170868D0-35DB-45DB-A46E-26E378F4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CD9157E2-53B2-4534-A527-6BEDE8DA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4C09477C-6CF0-4A19-8339-BA19CD5A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09E199A9-0825-4473-8752-82AF9CA1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5CF2DBD5-EAE4-43E2-90A6-38979C40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4FA6BD66-729D-469F-9EB5-F7D24909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4536B707-3378-4F61-BF00-9558D65E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7245A87D-B445-40A9-8409-07CE3D69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170F0A26-76BB-4FE2-8CC3-0CD589F0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9B8419C7-4B6C-4F80-828A-3DB76DFA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22507032-C16C-4E9C-96C6-0241F915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3FECEEC3-6635-49D1-9349-B98607C2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p02-full-009849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4D5FE14A-40E2-4A53-8E93-EA9FD5AA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5074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639A62DD-FD4E-4650-AA4F-618E1B0D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5EB63074-F87F-4B65-912D-75488F1D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Slo Calculation Operations Briefing Pptx: Q-07 threshold evidence · p02-full-009849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4ec736c63b4f1b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7244938D-E1DB-45C0-A7B1-1129A10A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D757AE5F-80E7-48A8-95ED-4DA8A615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36DAFCBC-F59A-4DAB-9B25-8982C44E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796BB6E0-3FEA-4B5D-B6F0-61CB0418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9F21DEE3-1DC6-4BAB-BDBA-4B608EAC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456DE316-0B9F-48F1-B0A9-8B904E40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4526040D-8021-46FF-B07F-045997F7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4F54F226-7602-47AB-9FAB-20560D56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88A93FCE-292E-4CFE-9378-4BC2974D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C5C4C5A0-4FFE-4038-BF00-93DEC3BB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6A4BA2C5-E535-4495-AC2C-FDD76789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A89C9434-9B64-41B1-BE52-34632264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desktop working correlation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8378ECA8-3085-4ED5-9085-78B3DB5F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30088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2026-08-24T12:58:50.6740000Z</dcterms:created>
  <dcterms:modified xsi:type="dcterms:W3CDTF">2026-08-24T12:58:50.6740000Z</dcterms:modified>
</coreProperties>
</file>