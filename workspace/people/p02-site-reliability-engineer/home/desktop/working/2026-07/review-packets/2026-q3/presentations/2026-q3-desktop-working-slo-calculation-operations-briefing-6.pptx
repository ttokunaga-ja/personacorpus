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ecda9e0f594874" /><Relationship Type="http://schemas.openxmlformats.org/officeDocument/2006/relationships/extended-properties" Target="/docProps/app.xml" Id="R10249004b2e3466d" /><Relationship Type="http://schemas.openxmlformats.org/officeDocument/2006/relationships/officeDocument" Target="/ppt/presentation.xml" Id="R961ce3ff31794b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1b9054d4194109"/>
  </p:sldMasterIdLst>
  <p:notesMasterIdLst>
    <p:notesMasterId xmlns:r="http://schemas.openxmlformats.org/officeDocument/2006/relationships" r:id="Rbcd1a566e5f84dca"/>
  </p:notesMasterIdLst>
  <p:sldIdLst>
    <p:sldId xmlns:r="http://schemas.openxmlformats.org/officeDocument/2006/relationships" id="256" r:id="R65de39e2422b4f46"/>
    <p:sldId xmlns:r="http://schemas.openxmlformats.org/officeDocument/2006/relationships" id="257" r:id="R854283c2aa8149b2"/>
    <p:sldId xmlns:r="http://schemas.openxmlformats.org/officeDocument/2006/relationships" id="258" r:id="Rc95941dfa5d84595"/>
    <p:sldId xmlns:r="http://schemas.openxmlformats.org/officeDocument/2006/relationships" id="259" r:id="Rbd764237d00041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0053d5370846d0" /><Relationship Type="http://schemas.openxmlformats.org/officeDocument/2006/relationships/slideMaster" Target="/ppt/slideMasters/slideMaster1.xml" Id="Rec1b9054d4194109" /><Relationship Type="http://schemas.openxmlformats.org/officeDocument/2006/relationships/notesMaster" Target="/ppt/notesMasters/notesMaster1.xml" Id="Rbcd1a566e5f84dca" /><Relationship Type="http://schemas.openxmlformats.org/officeDocument/2006/relationships/presProps" Target="/ppt/presProps.xml" Id="Rdd3284e506354fa2" /><Relationship Type="http://schemas.openxmlformats.org/officeDocument/2006/relationships/tableStyles" Target="/ppt/tableStyles.xml" Id="Ree3a2874045949e3" /><Relationship Type="http://schemas.openxmlformats.org/officeDocument/2006/relationships/slide" Target="/ppt/slides/slide1.xml" Id="R65de39e2422b4f46" /><Relationship Type="http://schemas.openxmlformats.org/officeDocument/2006/relationships/slide" Target="/ppt/slides/slide2.xml" Id="R854283c2aa8149b2" /><Relationship Type="http://schemas.openxmlformats.org/officeDocument/2006/relationships/slide" Target="/ppt/slides/slide3.xml" Id="Rc95941dfa5d84595" /><Relationship Type="http://schemas.openxmlformats.org/officeDocument/2006/relationships/slide" Target="/ppt/slides/slide4.xml" Id="Rbd764237d00041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eea3a6ed194f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6bc03752604efb" /><Relationship Type="http://schemas.openxmlformats.org/officeDocument/2006/relationships/notesMaster" Target="/ppt/notesMasters/notesMaster1.xml" Id="R0e5952a57dda41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a90eccb5834ecc" /><Relationship Type="http://schemas.openxmlformats.org/officeDocument/2006/relationships/notesMaster" Target="/ppt/notesMasters/notesMaster1.xml" Id="Ra55bea70282342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f0cb658816447c" /><Relationship Type="http://schemas.openxmlformats.org/officeDocument/2006/relationships/notesMaster" Target="/ppt/notesMasters/notesMaster1.xml" Id="R53e08a8373804f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fecbcc8ada4a9a" /><Relationship Type="http://schemas.openxmlformats.org/officeDocument/2006/relationships/notesMaster" Target="/ppt/notesMasters/notesMaster1.xml" Id="R2061f35159e146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desktop/working/2026-07/data/2026-07-14-desktop-working-correlation-metrics-tsv-s002567.tsv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p02-full-002567, row:canonical-metric.</a:t>
            </a:r>
          </a:p>
          <a:p xmlns:a="http://schemas.openxmlformats.org/drawingml/2006/main">
            <a:r>
              <a:t>Artifact: p02-full-012249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desktop/working/2026-07/data/2026-07-14-desktop-working-correlation-metrics-tsv-s002567.tsv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p02-full-002567, row:canonical-metric.</a:t>
            </a:r>
          </a:p>
          <a:p xmlns:a="http://schemas.openxmlformats.org/drawingml/2006/main">
            <a:r>
              <a:t>Artifact: p02-full-012249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desktop/working/2026-07/data/2026-07-14-desktop-working-correlation-metrics-tsv-s002567.tsv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p02-full-002567, row:canonical-metric.</a:t>
            </a:r>
          </a:p>
          <a:p xmlns:a="http://schemas.openxmlformats.org/drawingml/2006/main">
            <a:r>
              <a:t>Artifact: p02-full-012249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desktop/working/2026-07/data/2026-07-14-desktop-working-correlation-metrics-tsv-s002567.tsv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p02-full-002567, row:canonical-metric.</a:t>
            </a:r>
          </a:p>
          <a:p xmlns:a="http://schemas.openxmlformats.org/drawingml/2006/main">
            <a:r>
              <a:t>Artifact: p02-full-012249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f3e8391174c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bfc8092c35485b" /><Relationship Type="http://schemas.openxmlformats.org/officeDocument/2006/relationships/slideLayout" Target="/ppt/slideLayouts/slideLayout1.xml" Id="Rbcf9cd4e8de549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f9cd4e8de549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a73288b3a4c8e" /><Relationship Type="http://schemas.openxmlformats.org/officeDocument/2006/relationships/notesSlide" Target="/ppt/notesSlides/notesSlide1.xml" Id="R02e118b37e4c4f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db873a2f2414b" /><Relationship Type="http://schemas.openxmlformats.org/officeDocument/2006/relationships/notesSlide" Target="/ppt/notesSlides/notesSlide2.xml" Id="Rea6fed70a06540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23c8c8e1b421a" /><Relationship Type="http://schemas.openxmlformats.org/officeDocument/2006/relationships/notesSlide" Target="/ppt/notesSlides/notesSlide3.xml" Id="Ra16a694aa1d243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fc6b22c954f2a" /><Relationship Type="http://schemas.openxmlformats.org/officeDocument/2006/relationships/chart" Target="/ppt/slides/charts/chart1.xml" Id="Rbd928b343dd64a13" /><Relationship Type="http://schemas.openxmlformats.org/officeDocument/2006/relationships/notesSlide" Target="/ppt/notesSlides/notesSlide4.xml" Id="Rf39360ce56a243b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6C8FAFB9-586B-4300-9C17-EDADBE27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16F0BBE7-79AF-4F28-86ED-629FC42A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p02-full-012249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32BD0D9F-95C3-4A5D-8030-13239E7D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desktop/working · Platform Reliability · control p02-full-012249 · 2026 Q3 Desktop Working Slo Calculation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0EC9B3E5-00AC-4FD2-9B87-D244C23D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6350699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6962B481-4930-4392-B816-DD62A0FD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Slo Calculation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2352CFA1-DA9F-41E9-82A3-07FE2C20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6C7AA16A-916C-497D-A32A-1C8DCA94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6AA681BD-8844-4429-A2F6-3C57AD79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381D7611-F279-43A4-88CA-DB414BD7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desktop working correlation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D4232FD8-0B96-4512-B1C0-36460E21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FD4B2E14-ADE9-40B9-A5E4-769C498C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A8E833E6-A288-42F1-8DE9-3968DACC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E6131E48-D9C0-46FB-9EE0-DA8BF629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0E60212A-A447-40FD-8DF4-23065FFC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AD6FA48C-A9EC-4DC6-8C10-91292C5B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6092F461-2E52-4B8E-9E2B-48595BCE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09884106-EB4E-4CF5-970F-46C07894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357A8C61-9CAA-4541-8C68-FB0E573B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p02-full-012249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3C8AB645-7C44-4E72-B234-D50E2C0F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22932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A8AC1A93-2269-4C4A-8D85-0CDA99DE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p02-full-012249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919140AA-A46A-4B3D-93C3-3B3B9053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inc.inc-260713 · rel.oncall.2026-07-13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E75D9C83-7CDA-42A3-BB11-A9B9DCB8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4BCE6C02-8140-4DB7-ABA0-83D239F0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133F935C-F195-4E4B-94B4-4FEA3000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61912981-53E6-44A2-8589-CCBF6E41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C14DDBA1-89F6-4538-9233-D772F5A2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B08C84FC-9BEC-4CD9-9CED-030B2D93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4C4997ED-02C2-4250-B144-ACFFC0D6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271C0C73-7B84-4CC7-8D00-1BB4E77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F00078F5-6894-454F-B878-AC7CEB96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1F2A3837-0F8D-4ABE-90FF-16F0F5B4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C0A81DFD-DEFC-4BB5-BE89-299AAA2E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F6D53BEA-7A3F-485D-9D49-509C4FE4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A0DEC066-4A7F-49F2-B742-7B631FE7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291EA743-0B65-4561-9FCE-C40EA88B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43DEE004-4F05-473C-842D-F367B029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p02-full-012249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78D991A2-49BA-426B-A73C-BCFDF050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1554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CE68939A-F893-4D47-A005-06732691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777F5DAB-E6B4-42CC-B262-80172681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Slo Calculation Operations Briefing Pptx: Q-07 threshold evidence · p02-full-012249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928b343dd64a13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81176E64-4E43-47DC-AF46-B4B55DFA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EBA0315C-579E-4465-8D5B-B466B247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81B45BC1-2421-4616-BD5F-499AEB89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B7F4ADBA-5310-44F5-88D6-BEC04E57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12521475-B6D0-4065-A4A0-75C4B14D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DAB800EB-4357-4132-95B7-ED6DDB87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AC528549-B4F3-4359-AAF5-3F31A0C4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C3990240-E2C4-4F04-8AFB-2AB17DE8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C9289C71-B010-4C64-9BA7-0503C45F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D1EDC0FC-C150-46A1-8A22-35C5BDB1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E9349415-AD1A-4710-B0C6-CFE698F6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5B7DA319-6922-4179-840E-387CAADD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desktop working correlation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859BBF79-C3F5-49E3-B66E-55BDA2DF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3052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2026-08-24T12:58:57.9600000Z</dcterms:created>
  <dcterms:modified xsi:type="dcterms:W3CDTF">2026-08-24T12:58:57.9600000Z</dcterms:modified>
</coreProperties>
</file>