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916dd659b04741" /><Relationship Type="http://schemas.openxmlformats.org/officeDocument/2006/relationships/extended-properties" Target="/docProps/app.xml" Id="Rc505a98525084d69" /><Relationship Type="http://schemas.openxmlformats.org/officeDocument/2006/relationships/officeDocument" Target="/ppt/presentation.xml" Id="R75146aa152144b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d8d77b215b4583"/>
  </p:sldMasterIdLst>
  <p:notesMasterIdLst>
    <p:notesMasterId xmlns:r="http://schemas.openxmlformats.org/officeDocument/2006/relationships" r:id="R17fd7b7799cb4fe2"/>
  </p:notesMasterIdLst>
  <p:sldIdLst>
    <p:sldId xmlns:r="http://schemas.openxmlformats.org/officeDocument/2006/relationships" id="256" r:id="Rb40aa09fe00e479f"/>
    <p:sldId xmlns:r="http://schemas.openxmlformats.org/officeDocument/2006/relationships" id="257" r:id="R2ddfd9506e77467e"/>
    <p:sldId xmlns:r="http://schemas.openxmlformats.org/officeDocument/2006/relationships" id="258" r:id="Re7f3730144b94393"/>
    <p:sldId xmlns:r="http://schemas.openxmlformats.org/officeDocument/2006/relationships" id="259" r:id="R8f56ed3b03e342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4cd28217d947b9" /><Relationship Type="http://schemas.openxmlformats.org/officeDocument/2006/relationships/slideMaster" Target="/ppt/slideMasters/slideMaster1.xml" Id="Rb5d8d77b215b4583" /><Relationship Type="http://schemas.openxmlformats.org/officeDocument/2006/relationships/notesMaster" Target="/ppt/notesMasters/notesMaster1.xml" Id="R17fd7b7799cb4fe2" /><Relationship Type="http://schemas.openxmlformats.org/officeDocument/2006/relationships/presProps" Target="/ppt/presProps.xml" Id="R1c7885248df445e7" /><Relationship Type="http://schemas.openxmlformats.org/officeDocument/2006/relationships/tableStyles" Target="/ppt/tableStyles.xml" Id="Refd1124358184938" /><Relationship Type="http://schemas.openxmlformats.org/officeDocument/2006/relationships/slide" Target="/ppt/slides/slide1.xml" Id="Rb40aa09fe00e479f" /><Relationship Type="http://schemas.openxmlformats.org/officeDocument/2006/relationships/slide" Target="/ppt/slides/slide2.xml" Id="R2ddfd9506e77467e" /><Relationship Type="http://schemas.openxmlformats.org/officeDocument/2006/relationships/slide" Target="/ppt/slides/slide3.xml" Id="Re7f3730144b94393" /><Relationship Type="http://schemas.openxmlformats.org/officeDocument/2006/relationships/slide" Target="/ppt/slides/slide4.xml" Id="R8f56ed3b03e342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63c4847f4b45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8bd7633b5c48af" /><Relationship Type="http://schemas.openxmlformats.org/officeDocument/2006/relationships/notesMaster" Target="/ppt/notesMasters/notesMaster1.xml" Id="Ra30609f1a94c4c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61337bdb454996" /><Relationship Type="http://schemas.openxmlformats.org/officeDocument/2006/relationships/notesMaster" Target="/ppt/notesMasters/notesMaster1.xml" Id="Re8e6238594b245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86ebcc6d2a4363" /><Relationship Type="http://schemas.openxmlformats.org/officeDocument/2006/relationships/notesMaster" Target="/ppt/notesMasters/notesMaster1.xml" Id="Rab3dcf27479042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18a7c868d448b0" /><Relationship Type="http://schemas.openxmlformats.org/officeDocument/2006/relationships/notesMaster" Target="/ppt/notesMasters/notesMaster1.xml" Id="R3311a724c21744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p02-full-012349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p02-full-012349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p02-full-012349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desktop/working/2026-07/data/2026-07-15-desktop-working-slo-calculation-metrics-tsv-s001033.tsv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p02-full-001033, row:canonical-metric.</a:t>
            </a:r>
          </a:p>
          <a:p xmlns:a="http://schemas.openxmlformats.org/drawingml/2006/main">
            <a:r>
              <a:t>Artifact: p02-full-012349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11da4114544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6a6496b4b44d35" /><Relationship Type="http://schemas.openxmlformats.org/officeDocument/2006/relationships/slideLayout" Target="/ppt/slideLayouts/slideLayout1.xml" Id="R10b4f9f0e1c640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b4f9f0e1c640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386decdbc433e" /><Relationship Type="http://schemas.openxmlformats.org/officeDocument/2006/relationships/notesSlide" Target="/ppt/notesSlides/notesSlide1.xml" Id="Rabe12facc15f4a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20681d047473d" /><Relationship Type="http://schemas.openxmlformats.org/officeDocument/2006/relationships/notesSlide" Target="/ppt/notesSlides/notesSlide2.xml" Id="R72b2187c09bc4e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66eb6e7e04ea7" /><Relationship Type="http://schemas.openxmlformats.org/officeDocument/2006/relationships/notesSlide" Target="/ppt/notesSlides/notesSlide3.xml" Id="Reda784bee3c945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22dc79ca34af1" /><Relationship Type="http://schemas.openxmlformats.org/officeDocument/2006/relationships/chart" Target="/ppt/slides/charts/chart1.xml" Id="R695daec45d214a22" /><Relationship Type="http://schemas.openxmlformats.org/officeDocument/2006/relationships/notesSlide" Target="/ppt/notesSlides/notesSlide4.xml" Id="R1e92e012eba448e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7653470B-CEFF-43E0-817F-938DF6B2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D2C0D9BD-147B-42B6-A619-7094FB2B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p02-full-012349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A610F5DD-8789-49E8-B7AE-FA44CF90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desktop/working · Platform Reliability · control p02-full-012349 · 2026 Q3 Desktop Working Capture Index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DA382E19-88AD-4DBF-BBB7-D1561320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5834508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B6FBEAFE-BCCB-4E6D-A489-C6BF70CB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Capture Index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4A5F5615-B4A7-4AFB-B73C-090379E8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7BE6C240-F512-4207-B323-E4E284AF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C21E4AE2-C3C2-4365-A2F0-749A95A2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77A50B63-9484-4199-BFDC-879A9EFD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slo calculation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B05AB43E-D989-41CD-A298-FF2CB41B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385FC3D6-120E-4BF4-97EA-B0134F9E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538FCF72-1E07-40D8-A74E-5B5BF56D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F7C06049-2FD7-4A9F-8088-6F620161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3F0F9667-D778-49B1-8DAE-E666B831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FE8E83A0-4893-4AC4-A611-6E6572EA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AF491258-03BA-44AA-892E-381674C3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4736D1F1-E0F8-45F8-859B-9358C9B6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064310F6-50C0-4E32-874E-7407E58A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p02-full-012349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869EB9A9-8B8A-46EF-8A8E-C6979E52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08760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4C56E9E0-FA30-4DA2-95C3-2D5127E3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p02-full-012349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B7618ECE-9544-4D30-B46A-74EAF4D1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term.evidence-chain · rel.oncall.2026-07-13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98DCB442-5E4D-4AC6-AF08-1972C5E4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F3885C00-4B22-497D-B11D-1ED412FB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0773174A-5F7C-4B2F-891B-FC813F1A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359BC5FA-53C6-44BC-9F6F-AE8F434B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11B06581-F703-4D0A-A695-7080AC60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3DE46AE9-7952-4509-81A5-3EE88DCD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2C2CA9AE-3790-4EB6-A63D-29BD2D56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4CD40122-B466-452F-90C0-1BD1DF9F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B03E43F4-8A26-487E-8612-FDDC2D02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DCE977C9-C394-4301-BE4C-34F5A1C9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CE53B2D7-950E-4C11-8A95-15D3AE33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25B0A043-7320-43B7-AACD-06AE3D74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9D9A505E-395C-4E70-BDCF-B518ADDA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50E72150-20E9-4147-AEF6-19DF4096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7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7824332A-AB84-4F73-A67F-BE23E518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E6993786-7E92-4DAF-9863-3A290BA3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p02-full-012349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0EBB33EB-A797-4CCF-AA0C-93BFDD8F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484646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7F430FD2-969B-41A1-A0D2-D3924E92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D369C3A9-FFA1-4A3B-9E58-40E264D3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Capture Index Operations Briefing Pptx: Q-07 threshold evidence · p02-full-012349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5daec45d214a22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B3126F5D-E723-41B4-9A35-9705CE81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6C1E533A-80BB-4202-B47C-E5E9DB13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8932BDD5-5D1F-41EE-9F91-40BFD7AF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8B927869-99BF-46E0-997E-9996ED12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995DB585-7F62-4A59-89AA-8B7C2CDA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CDFCCD8D-6A72-48A2-9CB9-A1CA64B5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A167731D-48E2-4945-AF94-EAA3B3CB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FE3DDD54-CED5-43A7-8AEF-BD186670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FC0710A9-023F-4BA8-B644-1D1DA02C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5B184C10-2A82-4754-AB1A-9430AED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B6CDF0E5-5643-4256-B96C-FD6F96CB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0C5AE844-C934-4407-B341-4976C41F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desktop working slo calculation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4D92A89F-FFBC-4319-B400-3E62A668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161719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2026-08-24T12:58:58.7680000Z</dcterms:created>
  <dcterms:modified xsi:type="dcterms:W3CDTF">2026-08-24T12:58:58.7680000Z</dcterms:modified>
</coreProperties>
</file>