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8ae171e0814047" /><Relationship Type="http://schemas.openxmlformats.org/officeDocument/2006/relationships/extended-properties" Target="/docProps/app.xml" Id="Rce477bc9315548b9" /><Relationship Type="http://schemas.openxmlformats.org/officeDocument/2006/relationships/officeDocument" Target="/ppt/presentation.xml" Id="R9d60dbd2199845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0243265b14d21"/>
  </p:sldMasterIdLst>
  <p:notesMasterIdLst>
    <p:notesMasterId xmlns:r="http://schemas.openxmlformats.org/officeDocument/2006/relationships" r:id="Ra6fc38b0697e4afa"/>
  </p:notesMasterIdLst>
  <p:sldIdLst>
    <p:sldId xmlns:r="http://schemas.openxmlformats.org/officeDocument/2006/relationships" id="256" r:id="R946187e76fd64f53"/>
    <p:sldId xmlns:r="http://schemas.openxmlformats.org/officeDocument/2006/relationships" id="257" r:id="R2134043c230e423a"/>
    <p:sldId xmlns:r="http://schemas.openxmlformats.org/officeDocument/2006/relationships" id="258" r:id="R010e5263f49e4ad2"/>
    <p:sldId xmlns:r="http://schemas.openxmlformats.org/officeDocument/2006/relationships" id="259" r:id="Rb19b7c05d76a40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8a056431fe4efd" /><Relationship Type="http://schemas.openxmlformats.org/officeDocument/2006/relationships/slideMaster" Target="/ppt/slideMasters/slideMaster1.xml" Id="R4be0243265b14d21" /><Relationship Type="http://schemas.openxmlformats.org/officeDocument/2006/relationships/notesMaster" Target="/ppt/notesMasters/notesMaster1.xml" Id="Ra6fc38b0697e4afa" /><Relationship Type="http://schemas.openxmlformats.org/officeDocument/2006/relationships/presProps" Target="/ppt/presProps.xml" Id="Rd7b05715653a40fd" /><Relationship Type="http://schemas.openxmlformats.org/officeDocument/2006/relationships/tableStyles" Target="/ppt/tableStyles.xml" Id="Rb80537c7e08f43cd" /><Relationship Type="http://schemas.openxmlformats.org/officeDocument/2006/relationships/slide" Target="/ppt/slides/slide1.xml" Id="R946187e76fd64f53" /><Relationship Type="http://schemas.openxmlformats.org/officeDocument/2006/relationships/slide" Target="/ppt/slides/slide2.xml" Id="R2134043c230e423a" /><Relationship Type="http://schemas.openxmlformats.org/officeDocument/2006/relationships/slide" Target="/ppt/slides/slide3.xml" Id="R010e5263f49e4ad2" /><Relationship Type="http://schemas.openxmlformats.org/officeDocument/2006/relationships/slide" Target="/ppt/slides/slide4.xml" Id="Rb19b7c05d76a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5b2ea008084e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0be595f6f40f6" /><Relationship Type="http://schemas.openxmlformats.org/officeDocument/2006/relationships/notesMaster" Target="/ppt/notesMasters/notesMaster1.xml" Id="Rba9d35a2535141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045be93c7a4dd4" /><Relationship Type="http://schemas.openxmlformats.org/officeDocument/2006/relationships/notesMaster" Target="/ppt/notesMasters/notesMaster1.xml" Id="R0e75a737bb5549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6f74ee0b8d4bf5" /><Relationship Type="http://schemas.openxmlformats.org/officeDocument/2006/relationships/notesMaster" Target="/ppt/notesMasters/notesMaster1.xml" Id="Rfd659c5bb84c4f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4678b6fedc4043" /><Relationship Type="http://schemas.openxmlformats.org/officeDocument/2006/relationships/notesMaster" Target="/ppt/notesMasters/notesMaster1.xml" Id="Rc2f6a4a23f2841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desktop/working/2026-07/data/2026-q3-desktop-working-timeline-annotation-metrics-csv-s000728.csv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p02-full-000728, row:canonical-metric.</a:t>
            </a:r>
          </a:p>
          <a:p xmlns:a="http://schemas.openxmlformats.org/drawingml/2006/main">
            <a:r>
              <a:t>Artifact: p02-full-000948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desktop/working/2026-07/data/2026-q3-desktop-working-timeline-annotation-metrics-csv-s000728.csv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p02-full-000728, row:canonical-metric.</a:t>
            </a:r>
          </a:p>
          <a:p xmlns:a="http://schemas.openxmlformats.org/drawingml/2006/main">
            <a:r>
              <a:t>Artifact: p02-full-000948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desktop/working/2026-07/data/2026-q3-desktop-working-timeline-annotation-metrics-csv-s000728.csv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p02-full-000728, row:canonical-metric.</a:t>
            </a:r>
          </a:p>
          <a:p xmlns:a="http://schemas.openxmlformats.org/drawingml/2006/main">
            <a:r>
              <a:t>Artifact: p02-full-000948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desktop/working/2026-07/data/2026-q3-desktop-working-timeline-annotation-metrics-csv-s000728.csv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p02-full-000728, row:canonical-metric.</a:t>
            </a:r>
          </a:p>
          <a:p xmlns:a="http://schemas.openxmlformats.org/drawingml/2006/main">
            <a:r>
              <a:t>Artifact: p02-full-000948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b589706b94d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10301c2900494b" /><Relationship Type="http://schemas.openxmlformats.org/officeDocument/2006/relationships/slideLayout" Target="/ppt/slideLayouts/slideLayout1.xml" Id="R9ba074bc9d4f43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a074bc9d4f43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354a79cb2460b" /><Relationship Type="http://schemas.openxmlformats.org/officeDocument/2006/relationships/notesSlide" Target="/ppt/notesSlides/notesSlide1.xml" Id="R70bb8b44f2af44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f1b48d4f140d1" /><Relationship Type="http://schemas.openxmlformats.org/officeDocument/2006/relationships/notesSlide" Target="/ppt/notesSlides/notesSlide2.xml" Id="R5bddd90f7a1947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8e76b8b16452e" /><Relationship Type="http://schemas.openxmlformats.org/officeDocument/2006/relationships/notesSlide" Target="/ppt/notesSlides/notesSlide3.xml" Id="R5f2fe9bf9e284e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1f21b4c58407c" /><Relationship Type="http://schemas.openxmlformats.org/officeDocument/2006/relationships/chart" Target="/ppt/slides/charts/chart1.xml" Id="R962aeea2a1cf46fd" /><Relationship Type="http://schemas.openxmlformats.org/officeDocument/2006/relationships/notesSlide" Target="/ppt/notesSlides/notesSlide4.xml" Id="R1e0c1d3e879d434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796DD37-A99C-471E-A241-13ABA553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F26D5495-7858-4AF4-92C0-299BFFCF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p02-full-000948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4566E9E-675C-4776-9431-965CFE06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desktop/working · Platform Reliability · control p02-full-000948 · 2026 07 13 Desktop Working Log Gap Scan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AF30BE6-49C5-43BC-987F-17FB1933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002834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41FDE8EB-7D85-42BB-8E4A-0238BD55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Desktop Working Log Gap Scan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6EB775B-00C3-4420-ADF7-B5F71FD8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8E525E73-9B12-4A25-A2DA-5E0116DD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8BBF299A-C6E8-4D56-B52E-4C6D8D23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6DB516E2-DB4F-4EB7-A851-0CCE6F67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timeline annotation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AEBDD46-4DED-43B3-AFB9-3766803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A944F1F-ED5D-4F64-9F28-E9204628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F6665E54-051E-4F07-9CA5-8635D92E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F091A59-A1B0-4843-A184-BF12EFC1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7234162-581B-4A84-ABE0-C3193E18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614785C2-C5A7-4B6D-8B4E-5EF3BCFB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C4C494D-A887-4D94-B5D6-9E46A8C4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EBA4CF7-0B36-42EC-8CD2-A5AD1EDD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7FA792B-5B29-4B0C-9491-2E30F1B7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p02-full-000948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EE48C1BB-13B9-4ED0-9CE6-AD99925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6973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11585868-CFBE-4CEE-9133-45D3B24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p02-full-000948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68D5D99-F723-497D-B216-EFFE3285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inc.inc-260713 · rel.oncall.2026-07-13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3B0E8A8A-B777-4E95-ADBC-E4862C9D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0540D984-BF4F-4A17-93B8-2BDEF949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1D010D1A-ECE7-45AA-9AE4-5AE4162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C7B9DEB-EA0A-48F8-8CE5-9E813120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CEB6AAC2-7E11-43CD-9593-5DFAD4DE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16E296C-D952-4765-AC0D-FC251D40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64E582D-CE8B-4E13-BF26-87AB3EC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BA65196-E12B-4ECE-A828-FF65D8E7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BB56949-61E6-421B-AFDB-E8CD1D83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FC1AF9E5-D7E0-4D89-8698-1EA5299F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B9F4A643-BCBA-40C1-BB32-0EE33DE2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AB3D5EE6-E764-4080-A31F-DAB46470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53977F8D-867F-4E60-8479-CC2A1A0F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3B2157D-02B2-47A5-91CB-F01E6A55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392EE056-5198-4574-919C-6DBF42C3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7F4621D2-241E-4A7B-9918-C30A7A89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p02-full-000948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D602B2A2-7664-4A3E-B823-7BA9D15C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0866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61E790D-42FE-4572-A712-93F72DFC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8CC24C3-8EB6-477F-8D7E-296D3C2D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Desktop Working Log Gap Scan Operations Briefing Pptx: Q-07 threshold evidence · p02-full-000948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2aeea2a1cf46fd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1E8A1E9-25D2-42CA-BB83-BE7940D6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C7B8EF80-6232-4FF0-9979-906A52EC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676D028-982B-4328-A820-65A2A3A4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B6BAF95-BD86-4DBF-9617-E02335F2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A169EF8-1B4A-4155-9B0C-7F766C80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756A0CB2-61B1-4431-B61C-DF2ED8A7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95CE1278-CCF4-40BC-A307-ECA7A03B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458F0E5B-98DC-402A-AFCE-54221EB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1711B49C-37B6-4624-9EFF-4B7C62EE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D1450D0A-6F71-4714-869F-5309ABD6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A23C47A-59B7-4AD1-80EE-0338E2F4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F8F9F456-4D74-4AF7-A4D6-98C27FED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timeline annotation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818426DD-B119-4D45-B555-E934EB2B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0065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2026-08-24T12:58:38.7890000Z</dcterms:created>
  <dcterms:modified xsi:type="dcterms:W3CDTF">2026-08-24T12:58:38.7890000Z</dcterms:modified>
</coreProperties>
</file>