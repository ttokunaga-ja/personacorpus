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e050af77bb4611" /><Relationship Type="http://schemas.openxmlformats.org/officeDocument/2006/relationships/extended-properties" Target="/docProps/app.xml" Id="R387d4bc3432f4604" /><Relationship Type="http://schemas.openxmlformats.org/officeDocument/2006/relationships/officeDocument" Target="/ppt/presentation.xml" Id="R360fd46c21764e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0268ba11ce4885"/>
  </p:sldMasterIdLst>
  <p:notesMasterIdLst>
    <p:notesMasterId xmlns:r="http://schemas.openxmlformats.org/officeDocument/2006/relationships" r:id="Rea52a9dedff24536"/>
  </p:notesMasterIdLst>
  <p:sldIdLst>
    <p:sldId xmlns:r="http://schemas.openxmlformats.org/officeDocument/2006/relationships" id="256" r:id="R829d93a64b7d4475"/>
    <p:sldId xmlns:r="http://schemas.openxmlformats.org/officeDocument/2006/relationships" id="257" r:id="Rc5ce6287d58042ef"/>
    <p:sldId xmlns:r="http://schemas.openxmlformats.org/officeDocument/2006/relationships" id="258" r:id="R211509e647694e05"/>
    <p:sldId xmlns:r="http://schemas.openxmlformats.org/officeDocument/2006/relationships" id="259" r:id="R4c13aa58002f49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710cc74dc84217" /><Relationship Type="http://schemas.openxmlformats.org/officeDocument/2006/relationships/slideMaster" Target="/ppt/slideMasters/slideMaster1.xml" Id="Rfb0268ba11ce4885" /><Relationship Type="http://schemas.openxmlformats.org/officeDocument/2006/relationships/notesMaster" Target="/ppt/notesMasters/notesMaster1.xml" Id="Rea52a9dedff24536" /><Relationship Type="http://schemas.openxmlformats.org/officeDocument/2006/relationships/presProps" Target="/ppt/presProps.xml" Id="R7ff6dc6043c1451f" /><Relationship Type="http://schemas.openxmlformats.org/officeDocument/2006/relationships/tableStyles" Target="/ppt/tableStyles.xml" Id="R275bd216520a435d" /><Relationship Type="http://schemas.openxmlformats.org/officeDocument/2006/relationships/slide" Target="/ppt/slides/slide1.xml" Id="R829d93a64b7d4475" /><Relationship Type="http://schemas.openxmlformats.org/officeDocument/2006/relationships/slide" Target="/ppt/slides/slide2.xml" Id="Rc5ce6287d58042ef" /><Relationship Type="http://schemas.openxmlformats.org/officeDocument/2006/relationships/slide" Target="/ppt/slides/slide3.xml" Id="R211509e647694e05" /><Relationship Type="http://schemas.openxmlformats.org/officeDocument/2006/relationships/slide" Target="/ppt/slides/slide4.xml" Id="R4c13aa58002f49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c256be7f7a4d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9725daf0624144" /><Relationship Type="http://schemas.openxmlformats.org/officeDocument/2006/relationships/notesMaster" Target="/ppt/notesMasters/notesMaster1.xml" Id="R1750654316194f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60862906d440a5" /><Relationship Type="http://schemas.openxmlformats.org/officeDocument/2006/relationships/notesMaster" Target="/ppt/notesMasters/notesMaster1.xml" Id="Rdb37a6c120a048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a9a3fc3ac34e12" /><Relationship Type="http://schemas.openxmlformats.org/officeDocument/2006/relationships/notesMaster" Target="/ppt/notesMasters/notesMaster1.xml" Id="R0e9eda66190b44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916ae04abc4285" /><Relationship Type="http://schemas.openxmlformats.org/officeDocument/2006/relationships/notesMaster" Target="/ppt/notesMasters/notesMaster1.xml" Id="Rcfb5f417efea4a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p02-full-010349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p02-full-010349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p02-full-010349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p02-full-010349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3e0c8266b4b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5f5763437b43b7" /><Relationship Type="http://schemas.openxmlformats.org/officeDocument/2006/relationships/slideLayout" Target="/ppt/slideLayouts/slideLayout1.xml" Id="R9afb52459bd841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fb52459bd841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ff438ba864cbc" /><Relationship Type="http://schemas.openxmlformats.org/officeDocument/2006/relationships/notesSlide" Target="/ppt/notesSlides/notesSlide1.xml" Id="R4aee84f00bde4c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e786b98c24848" /><Relationship Type="http://schemas.openxmlformats.org/officeDocument/2006/relationships/notesSlide" Target="/ppt/notesSlides/notesSlide2.xml" Id="R4925499d979e40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791b399b74c2c" /><Relationship Type="http://schemas.openxmlformats.org/officeDocument/2006/relationships/notesSlide" Target="/ppt/notesSlides/notesSlide3.xml" Id="R9f2432cea78348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c829d17584c7c" /><Relationship Type="http://schemas.openxmlformats.org/officeDocument/2006/relationships/chart" Target="/ppt/slides/charts/chart1.xml" Id="Re56b440e371e4f8b" /><Relationship Type="http://schemas.openxmlformats.org/officeDocument/2006/relationships/notesSlide" Target="/ppt/notesSlides/notesSlide4.xml" Id="R7b1e337fa64846c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6BDFD548-8710-43FC-95F8-F85DE16D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EB16356A-0637-4A66-8B07-FECAC2D4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p02-full-010349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45A630AD-2F16-4525-9B90-C51C9A19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desktop/working · Platform Reliability · control p02-full-010349 · 2026 07 20 Desktop Working Capture Index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9CC84E7F-5A73-4BD5-94EE-6C973FB7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059448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065C622-C356-4B8D-BAEA-EAE7AD21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Capture Index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49EC5E6-A67E-4893-A8EF-618AD450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24A94CB-9761-4117-8395-06D6F6F9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73F31F6-7C82-440E-9A06-590FF6B3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DBF45FA7-2371-431C-9368-13CAB466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timeline annotation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72CFEC41-3153-4BE8-85BF-27F64A37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A5948C20-55E1-4391-8388-2CCED45A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8FDC7D86-A575-4CC7-B65F-3587D4E7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EABB777D-C82D-4036-824F-2941854B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9FC04B9B-187B-4FC8-88E1-9D9EBE61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DEDFA103-D2F6-4457-A28E-915404CC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99EC8F61-15B3-422E-ABA5-6CD528C4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1086C66A-EAAF-4EA7-9B9F-66E96E13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BC5C4428-7174-45A4-8B0E-973EBB6C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p02-full-010349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85D6101C-B8D4-42F1-B655-9B6F3A1D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54337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ECDE28F8-1575-419B-BEC7-2C89288F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p02-full-010349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E24F9AF7-FECD-4EC8-83C5-26B43750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team.platform-sre · rel.oncall.2026-07-13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89F688A4-774C-488E-87D5-D823CCA2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E2F2205B-4BEC-4B1D-BF1B-08C02736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153B0D62-42FC-4FE0-8850-A64814FA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F741DF11-39F5-4E5B-9D1F-83ADABC7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F83480FC-15B4-443F-86AF-DA1A4819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62B8A87D-B381-414C-B8B7-2F1D96EB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71E983B7-8E44-4D6E-A33A-09419C87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793AB79D-EF5C-41AC-9649-AE970359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D5DA754A-68B2-4F56-9FAC-8EF21ED3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270D4287-E853-4E41-9BA1-EC5671EC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1FF1DF28-E6B6-482F-91D4-8DBAEB07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42F9C5A4-1F67-4F79-BF6C-0ABC1F3A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C7A5C14A-A49D-4A48-924C-9B671E9F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038FD4A0-6F29-4FC3-B3FA-1A43CAF5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7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F2D2E562-AA1A-4BE3-87E7-0160DC13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071972C0-51B1-4446-BC51-D18E7F79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p02-full-010349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144745C1-2D00-47F8-83C2-C2CB12F4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72955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0054E2CB-F551-4DEE-8550-F7C135AD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C54139D7-D8AC-48C7-A182-3C4D8F54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Capture Index Operations Briefing Pptx: Q-07 threshold evidence · p02-full-010349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6b440e371e4f8b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C3FC5BBF-FCE0-4D9E-96D2-8376DA95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1C35896A-5B36-4838-A5A8-2F061111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14839FEE-2851-4901-BE5C-8C335C94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4E7A7535-94E6-4CDB-9C14-E8C6FD0E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109A948D-39CB-45B9-AB96-77DC7788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1CEC6649-208C-47BA-8D1C-FC03736A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8F15E536-0DE1-44C7-A8C7-43B293AE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278B0AED-7CB0-4025-A393-0B78672A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3A555684-20CA-4052-8CA9-47FDB39D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E4BB99E5-F686-4FBF-B314-656E653F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C5E97D96-DE1A-42C8-A037-553091F7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54385C88-7F3D-418D-851E-95717493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timeline annotation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BED0BD3D-C821-4DA1-9E21-BD1B3854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01173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2026-08-24T12:58:53.2760000Z</dcterms:created>
  <dcterms:modified xsi:type="dcterms:W3CDTF">2026-08-24T12:58:53.2760000Z</dcterms:modified>
</coreProperties>
</file>