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3834dc58041c7" /><Relationship Type="http://schemas.openxmlformats.org/officeDocument/2006/relationships/extended-properties" Target="/docProps/app.xml" Id="Rc4864d06f9634b6c" /><Relationship Type="http://schemas.openxmlformats.org/officeDocument/2006/relationships/officeDocument" Target="/ppt/presentation.xml" Id="R3a67b2d3b53a42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dfc83b20c54a17"/>
  </p:sldMasterIdLst>
  <p:notesMasterIdLst>
    <p:notesMasterId xmlns:r="http://schemas.openxmlformats.org/officeDocument/2006/relationships" r:id="R027570f2a0d14fbf"/>
  </p:notesMasterIdLst>
  <p:sldIdLst>
    <p:sldId xmlns:r="http://schemas.openxmlformats.org/officeDocument/2006/relationships" id="256" r:id="R50a0d8fb7c45487f"/>
    <p:sldId xmlns:r="http://schemas.openxmlformats.org/officeDocument/2006/relationships" id="257" r:id="Rc90f525a28084a56"/>
    <p:sldId xmlns:r="http://schemas.openxmlformats.org/officeDocument/2006/relationships" id="258" r:id="Rb933bf79099d41d5"/>
    <p:sldId xmlns:r="http://schemas.openxmlformats.org/officeDocument/2006/relationships" id="259" r:id="R64a11625cdba47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1e9229518f4515" /><Relationship Type="http://schemas.openxmlformats.org/officeDocument/2006/relationships/slideMaster" Target="/ppt/slideMasters/slideMaster1.xml" Id="R35dfc83b20c54a17" /><Relationship Type="http://schemas.openxmlformats.org/officeDocument/2006/relationships/notesMaster" Target="/ppt/notesMasters/notesMaster1.xml" Id="R027570f2a0d14fbf" /><Relationship Type="http://schemas.openxmlformats.org/officeDocument/2006/relationships/presProps" Target="/ppt/presProps.xml" Id="R1c08caa30e98401c" /><Relationship Type="http://schemas.openxmlformats.org/officeDocument/2006/relationships/tableStyles" Target="/ppt/tableStyles.xml" Id="R5d8b569c453c49ce" /><Relationship Type="http://schemas.openxmlformats.org/officeDocument/2006/relationships/slide" Target="/ppt/slides/slide1.xml" Id="R50a0d8fb7c45487f" /><Relationship Type="http://schemas.openxmlformats.org/officeDocument/2006/relationships/slide" Target="/ppt/slides/slide2.xml" Id="Rc90f525a28084a56" /><Relationship Type="http://schemas.openxmlformats.org/officeDocument/2006/relationships/slide" Target="/ppt/slides/slide3.xml" Id="Rb933bf79099d41d5" /><Relationship Type="http://schemas.openxmlformats.org/officeDocument/2006/relationships/slide" Target="/ppt/slides/slide4.xml" Id="R64a11625cdba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24c9a50c93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7844f46a4947dd" /><Relationship Type="http://schemas.openxmlformats.org/officeDocument/2006/relationships/notesMaster" Target="/ppt/notesMasters/notesMaster1.xml" Id="R847dd8ca8d8d4f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3d0ebe9b3f439d" /><Relationship Type="http://schemas.openxmlformats.org/officeDocument/2006/relationships/notesMaster" Target="/ppt/notesMasters/notesMaster1.xml" Id="R3a03fc626c6945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5af03e07294d59" /><Relationship Type="http://schemas.openxmlformats.org/officeDocument/2006/relationships/notesMaster" Target="/ppt/notesMasters/notesMaster1.xml" Id="R997a43710b1042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4586d687b94b27" /><Relationship Type="http://schemas.openxmlformats.org/officeDocument/2006/relationships/notesMaster" Target="/ppt/notesMasters/notesMaster1.xml" Id="R8d7edfe6169f4d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p02-full-012155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p02-full-012155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p02-full-012155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p02-full-012155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993fdef8e41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c119f223b94654" /><Relationship Type="http://schemas.openxmlformats.org/officeDocument/2006/relationships/slideLayout" Target="/ppt/slideLayouts/slideLayout1.xml" Id="Ra5861221c91446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861221c91446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72602ad5345b9" /><Relationship Type="http://schemas.openxmlformats.org/officeDocument/2006/relationships/notesSlide" Target="/ppt/notesSlides/notesSlide1.xml" Id="R96c6fa1ec64c4c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f8c93e1024554" /><Relationship Type="http://schemas.openxmlformats.org/officeDocument/2006/relationships/notesSlide" Target="/ppt/notesSlides/notesSlide2.xml" Id="R604fff557b724d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242158c174999" /><Relationship Type="http://schemas.openxmlformats.org/officeDocument/2006/relationships/notesSlide" Target="/ppt/notesSlides/notesSlide3.xml" Id="Rd7827335f2ae44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355aa513a49a7" /><Relationship Type="http://schemas.openxmlformats.org/officeDocument/2006/relationships/chart" Target="/ppt/slides/charts/chart1.xml" Id="R9e07d776650a4d2b" /><Relationship Type="http://schemas.openxmlformats.org/officeDocument/2006/relationships/notesSlide" Target="/ppt/notesSlides/notesSlide4.xml" Id="Rcff71fcfefcf4a7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FCC40DC3-F88A-4685-BB6A-88E89D49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0D44F1B-8406-451C-BE89-A7B3FB71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p02-full-012155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C41806F0-78FB-4CD6-9A9F-2D61005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infrastructure/kubernetes · Platform Reliability · control p02-full-012155 · 2026 07 14 Kubernetes Production Disruption Budget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BD02480-30B9-461B-B7B4-B96B007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955854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B3604487-D5FE-4764-8CFE-567368FD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Disruption Budget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DACD70B-EBF4-4DDD-A2A9-EAA9EEAA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72D937F-C3F0-489F-8ACF-6B5B2F4C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27DC7FC-8260-4FCB-8535-EC0D1B5C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D2DA864-135B-4744-8CE0-82EAEE1E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8F05C21-1FE8-41AD-9F56-56724B4B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142D9C7-BD50-4F54-936E-4F2D538A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B10D9990-8DE7-426A-AB4D-0C966270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19565822-5E32-4FC8-BE87-C1A4763B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9337CDA-CB16-422F-A88E-B748F62B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8643C179-4FA2-42E1-BB43-93801AF8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873230C3-1C2A-4667-A6E5-CFFBE9FA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DBBD34D-22B4-48E2-B2E0-0F6C530E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5A30F54F-F898-4DB0-B12B-AF341CEA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p02-full-012155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8B19913-20AC-48DF-9AC5-6A9E5CE7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72591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22117D46-BC6E-4E4B-A7BC-98D6FADB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p02-full-012155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4DE7B449-35B5-411F-85FB-84FC8BC8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env.prod · rel.topology.260713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464DAC17-2B65-417E-85D6-D9D5F8D6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B4E995D-B8B0-4DD4-8E62-52B16888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4FFB1FB4-EA75-40D0-AEA7-BFF8409A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7CFE0B76-8AA2-4CE9-9286-8CA3D190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A3C07E05-CB14-4F8E-A979-476621E0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146E669-7C3C-425E-A530-E975BCBE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C23B7680-97E4-4F33-9FF1-80850752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1E7752A-2852-499A-AF26-F732140F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EEDCEFC-00D2-49C2-A7CC-1EFAA49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4D61D5CF-A79A-4BFD-A7F6-EE8D52AD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DDF6178-C739-472D-B2AE-67FFCE12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558786E7-8022-4AC6-B47B-2D95F229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20AB172-556E-4593-A22E-7BB8EDF2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7E3582CA-8F7D-4DAA-BD0E-DE8BE176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9EAF943-46CF-49ED-8695-C2A08389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CA92F8B-5EE4-4B57-8FAF-D6C0185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p02-full-012155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FD9FC996-274D-4623-8447-DDE15FA4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5204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F6E024FD-CC13-4F7B-9EF4-AF5B73B3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10056356-3808-4F4F-964E-52BFE7D1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Disruption Budget Operations Briefing Pptx: Q-07 threshold evidence · p02-full-012155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07d776650a4d2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5367B7C6-67EF-4C34-9CF5-AC6488B8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71A9A5B-8A62-4C03-8EC0-25E9976E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F36A2C2-23FE-460A-87D4-1DAEDF90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67B8861-190F-42A2-8085-2C54CA97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2D5F8187-22B4-435E-A155-EEE37BED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F6726FE-87CF-473A-98D8-2C2F2DB1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93C14877-FF15-41AA-B2DA-4EBF97BD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6C6A59F-25CB-4140-B315-94B069C6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094C303F-EA4F-4013-B6E9-5760E62B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FAD35A6-6EE3-43D5-AA4F-5B3C8A56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E6E6D1A-9D65-498F-93A3-D0D5A53F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98EE9DC5-08BE-4656-8604-706FAC4A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0CAEAA9-96FB-4022-BC55-C59CE14F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9019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2026-08-24T13:00:22.7460000Z</dcterms:created>
  <dcterms:modified xsi:type="dcterms:W3CDTF">2026-08-24T13:00:22.7460000Z</dcterms:modified>
</coreProperties>
</file>