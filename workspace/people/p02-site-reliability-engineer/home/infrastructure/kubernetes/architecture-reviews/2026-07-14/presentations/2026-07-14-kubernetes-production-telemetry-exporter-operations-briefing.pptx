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778aa09c747a6" /><Relationship Type="http://schemas.openxmlformats.org/officeDocument/2006/relationships/extended-properties" Target="/docProps/app.xml" Id="R0aaf4d48a31746bf" /><Relationship Type="http://schemas.openxmlformats.org/officeDocument/2006/relationships/officeDocument" Target="/ppt/presentation.xml" Id="R13f68b49611d43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68b21c76db4e55"/>
  </p:sldMasterIdLst>
  <p:notesMasterIdLst>
    <p:notesMasterId xmlns:r="http://schemas.openxmlformats.org/officeDocument/2006/relationships" r:id="R375077c93c634c65"/>
  </p:notesMasterIdLst>
  <p:sldIdLst>
    <p:sldId xmlns:r="http://schemas.openxmlformats.org/officeDocument/2006/relationships" id="256" r:id="R4df61d45b08f45d5"/>
    <p:sldId xmlns:r="http://schemas.openxmlformats.org/officeDocument/2006/relationships" id="257" r:id="Rbbd452230ab54316"/>
    <p:sldId xmlns:r="http://schemas.openxmlformats.org/officeDocument/2006/relationships" id="258" r:id="R780b5b4d78f244f9"/>
    <p:sldId xmlns:r="http://schemas.openxmlformats.org/officeDocument/2006/relationships" id="259" r:id="Rff2d6ea127374a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0a0d57859f4fa6" /><Relationship Type="http://schemas.openxmlformats.org/officeDocument/2006/relationships/slideMaster" Target="/ppt/slideMasters/slideMaster1.xml" Id="R4f68b21c76db4e55" /><Relationship Type="http://schemas.openxmlformats.org/officeDocument/2006/relationships/notesMaster" Target="/ppt/notesMasters/notesMaster1.xml" Id="R375077c93c634c65" /><Relationship Type="http://schemas.openxmlformats.org/officeDocument/2006/relationships/presProps" Target="/ppt/presProps.xml" Id="R8ec0da2318944b5b" /><Relationship Type="http://schemas.openxmlformats.org/officeDocument/2006/relationships/tableStyles" Target="/ppt/tableStyles.xml" Id="R804ab594b83447cd" /><Relationship Type="http://schemas.openxmlformats.org/officeDocument/2006/relationships/slide" Target="/ppt/slides/slide1.xml" Id="R4df61d45b08f45d5" /><Relationship Type="http://schemas.openxmlformats.org/officeDocument/2006/relationships/slide" Target="/ppt/slides/slide2.xml" Id="Rbbd452230ab54316" /><Relationship Type="http://schemas.openxmlformats.org/officeDocument/2006/relationships/slide" Target="/ppt/slides/slide3.xml" Id="R780b5b4d78f244f9" /><Relationship Type="http://schemas.openxmlformats.org/officeDocument/2006/relationships/slide" Target="/ppt/slides/slide4.xml" Id="Rff2d6ea127374a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9338ea836f49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524e9444b24a90" /><Relationship Type="http://schemas.openxmlformats.org/officeDocument/2006/relationships/notesMaster" Target="/ppt/notesMasters/notesMaster1.xml" Id="R15d8fba3a95e41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da173eba4943c6" /><Relationship Type="http://schemas.openxmlformats.org/officeDocument/2006/relationships/notesMaster" Target="/ppt/notesMasters/notesMaster1.xml" Id="Rca76ebac1cc64a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1fb5d335db4d2c" /><Relationship Type="http://schemas.openxmlformats.org/officeDocument/2006/relationships/notesMaster" Target="/ppt/notesMasters/notesMaster1.xml" Id="R5229067aa72245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aa8be7c5614c36" /><Relationship Type="http://schemas.openxmlformats.org/officeDocument/2006/relationships/notesMaster" Target="/ppt/notesMasters/notesMaster1.xml" Id="R02cb6419282649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p02-full-010055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p02-full-010055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p02-full-010055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p02-full-010055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7512521c04d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1af5f3786c4570" /><Relationship Type="http://schemas.openxmlformats.org/officeDocument/2006/relationships/slideLayout" Target="/ppt/slideLayouts/slideLayout1.xml" Id="Rc233c1f8ae9d49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33c1f8ae9d49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79527363a456c" /><Relationship Type="http://schemas.openxmlformats.org/officeDocument/2006/relationships/notesSlide" Target="/ppt/notesSlides/notesSlide1.xml" Id="R00f86d4864fb4b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66fd2cee24b6f" /><Relationship Type="http://schemas.openxmlformats.org/officeDocument/2006/relationships/notesSlide" Target="/ppt/notesSlides/notesSlide2.xml" Id="Rc265d797e1c74e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e0fe84bff4057" /><Relationship Type="http://schemas.openxmlformats.org/officeDocument/2006/relationships/notesSlide" Target="/ppt/notesSlides/notesSlide3.xml" Id="R977a5fc496844f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f32d6ecf64966" /><Relationship Type="http://schemas.openxmlformats.org/officeDocument/2006/relationships/chart" Target="/ppt/slides/charts/chart1.xml" Id="R05f7b7db1f17429f" /><Relationship Type="http://schemas.openxmlformats.org/officeDocument/2006/relationships/notesSlide" Target="/ppt/notesSlides/notesSlide4.xml" Id="R2c4ee7e115554a1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B2E8150-CF20-47BB-AA7B-57188007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31A074AD-03F6-48C4-A0AE-320B2074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p02-full-010055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E7935C46-A36E-4296-88E4-1210E315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infrastructure/kubernetes · Telemetry SVC-31 · control p02-full-010055 · 2026 07 14 Kubernetes Production Telemetry Exporter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198453C4-5754-4DC8-B4F7-4997C49E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958902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39E1DB7-D9D0-45DD-9182-16F01089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Telemetry Exporter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EBE69780-55C6-4976-B983-54FC50D0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3360D82-5F22-4F22-B80E-8A29012B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D6D208F-592B-4935-B81C-4BEB1606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88CF04F5-854A-424B-BC61-6A509384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kubernetes production deployment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760626D7-F451-4656-BC69-7FFC18D9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2FE14055-9066-4D21-866D-55D0A61A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E051046C-0470-4865-8ADE-8561A2D3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D6970B5B-AE07-4CA6-B66D-291EDEF4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15676FF0-2B5B-4518-8BE9-05BF015F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35ED24DC-CBC1-43F0-BB82-89D0C8D5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004D901C-9146-4DDD-830A-A95A325F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1FB5A203-E22A-4C59-B569-04657C47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530B4434-71B8-4606-922B-1B8F57B4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p02-full-010055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0BD9FC41-75F5-404E-98F6-9D5DFCC4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10388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1BFA471-1EA0-4091-9BA1-3416DF63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p02-full-010055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5265C5BD-EE93-4CC5-BB44-814CD601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env.prod · rel.topology.260713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0E43BEC2-7652-462F-85F6-7B55435F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D9DC09F-4B12-4A76-B0E4-6300418A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5EE04B73-01E4-47C2-8C71-878506A4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3D8ED8CF-9E26-4EED-B414-660F9ED7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90C5E45B-CC11-4477-9DBA-736A6A86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3122801E-AFC4-40F1-8787-12E4DF02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190678AA-085B-4BE6-A824-42C00D98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F6090610-B651-450B-80BA-F4C510F8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E8C75B48-42C5-463F-8C0B-84A52969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235E39A4-AB55-4755-9236-59C191C1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A09B9AC-CE8B-437F-AD7E-CD96D22A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457D95CC-284D-486B-8F8A-0FF603CC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A915E049-8A9E-48D6-B5CF-3DEA74C3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0BE6478-F2F9-4FDC-8556-C6C0A4D5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2EF50449-D723-4C20-8A96-1A47E067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BB4EBAD3-78BE-472B-BA89-BA8935BC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p02-full-010055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202880BE-C60A-47E2-B3C9-4446DADA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7400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959817ED-29F5-459C-9DE5-B38D6F43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B5E92E1C-4334-4627-9123-450B4E3B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Telemetry Exporter Operations Briefing Pptx: Q-07 threshold evidence · p02-full-010055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f7b7db1f17429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F9F63B5B-0B43-46D4-ACAE-6F85CCB7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FE05B6E0-66B1-49AC-97E3-94EBC65B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599CCE68-599F-4F37-AC4F-A0499B8B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3E75ADFC-59E2-430B-8C40-92EB76FE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2FDD8FB8-8072-4A6D-B6BA-9F01E362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AC67C15-F67C-44C1-B570-2328E550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3529F04-70D7-4A47-8C21-4CC56199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7F14601-EFCC-4B9F-AEE7-BCCBE9E7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F0EC5CAA-DBA0-4514-A93B-B0DD5645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1AD1CE8-EE6A-46C8-8006-0A47FA90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2A2EA0FC-9C99-4A2B-8512-BDB631C8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89F4F4D9-13A3-4948-BAE5-F4C46037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kubernetes production deployment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4A17980F-5BC6-4EFB-9EBE-0595A44A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594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2026-08-24T13:00:13.8500000Z</dcterms:created>
  <dcterms:modified xsi:type="dcterms:W3CDTF">2026-08-24T13:00:13.8500000Z</dcterms:modified>
</coreProperties>
</file>