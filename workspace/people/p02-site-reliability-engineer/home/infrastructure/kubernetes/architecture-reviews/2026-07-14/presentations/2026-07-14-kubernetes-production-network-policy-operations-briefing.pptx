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a8f5cce5e44430" /><Relationship Type="http://schemas.openxmlformats.org/officeDocument/2006/relationships/extended-properties" Target="/docProps/app.xml" Id="R8878037430904337" /><Relationship Type="http://schemas.openxmlformats.org/officeDocument/2006/relationships/officeDocument" Target="/ppt/presentation.xml" Id="R54b138cadee849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3c0383d4c4d89"/>
  </p:sldMasterIdLst>
  <p:notesMasterIdLst>
    <p:notesMasterId xmlns:r="http://schemas.openxmlformats.org/officeDocument/2006/relationships" r:id="R2ff5b2b933bb400b"/>
  </p:notesMasterIdLst>
  <p:sldIdLst>
    <p:sldId xmlns:r="http://schemas.openxmlformats.org/officeDocument/2006/relationships" id="256" r:id="Rd6cd70e8fc204b67"/>
    <p:sldId xmlns:r="http://schemas.openxmlformats.org/officeDocument/2006/relationships" id="257" r:id="R6456109a357f4e4c"/>
    <p:sldId xmlns:r="http://schemas.openxmlformats.org/officeDocument/2006/relationships" id="258" r:id="R425e3553c3514b1f"/>
    <p:sldId xmlns:r="http://schemas.openxmlformats.org/officeDocument/2006/relationships" id="259" r:id="R9081f13ad46644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36aa1a8f884556" /><Relationship Type="http://schemas.openxmlformats.org/officeDocument/2006/relationships/slideMaster" Target="/ppt/slideMasters/slideMaster1.xml" Id="R2dc3c0383d4c4d89" /><Relationship Type="http://schemas.openxmlformats.org/officeDocument/2006/relationships/notesMaster" Target="/ppt/notesMasters/notesMaster1.xml" Id="R2ff5b2b933bb400b" /><Relationship Type="http://schemas.openxmlformats.org/officeDocument/2006/relationships/presProps" Target="/ppt/presProps.xml" Id="R06f1b8e86ec44765" /><Relationship Type="http://schemas.openxmlformats.org/officeDocument/2006/relationships/tableStyles" Target="/ppt/tableStyles.xml" Id="R05885887fded4b86" /><Relationship Type="http://schemas.openxmlformats.org/officeDocument/2006/relationships/slide" Target="/ppt/slides/slide1.xml" Id="Rd6cd70e8fc204b67" /><Relationship Type="http://schemas.openxmlformats.org/officeDocument/2006/relationships/slide" Target="/ppt/slides/slide2.xml" Id="R6456109a357f4e4c" /><Relationship Type="http://schemas.openxmlformats.org/officeDocument/2006/relationships/slide" Target="/ppt/slides/slide3.xml" Id="R425e3553c3514b1f" /><Relationship Type="http://schemas.openxmlformats.org/officeDocument/2006/relationships/slide" Target="/ppt/slides/slide4.xml" Id="R9081f13ad46644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f579d3cff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b4cb0d0da469f" /><Relationship Type="http://schemas.openxmlformats.org/officeDocument/2006/relationships/notesMaster" Target="/ppt/notesMasters/notesMaster1.xml" Id="Rf16d754cc8484f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fe2fd4d9624980" /><Relationship Type="http://schemas.openxmlformats.org/officeDocument/2006/relationships/notesMaster" Target="/ppt/notesMasters/notesMaster1.xml" Id="R36573d1b12ce4e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215d64c03846c7" /><Relationship Type="http://schemas.openxmlformats.org/officeDocument/2006/relationships/notesMaster" Target="/ppt/notesMasters/notesMaster1.xml" Id="Rec138a15a03c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f25af808564244" /><Relationship Type="http://schemas.openxmlformats.org/officeDocument/2006/relationships/notesMaster" Target="/ppt/notesMasters/notesMaster1.xml" Id="R0ed2220e130f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p02-full-002948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p02-full-002948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p02-full-002948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infrastructure/kubernetes/services/data/2026-07-14-kubernetes-production-telemetry-exporter-metrics-tsv-s001967.tsv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p02-full-001967, row:canonical-metric.</a:t>
            </a:r>
          </a:p>
          <a:p xmlns:a="http://schemas.openxmlformats.org/drawingml/2006/main">
            <a:r>
              <a:t>Artifact: p02-full-002948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76923e071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3d8c1bd34c455f" /><Relationship Type="http://schemas.openxmlformats.org/officeDocument/2006/relationships/slideLayout" Target="/ppt/slideLayouts/slideLayout1.xml" Id="Re5dcc3ef069c44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cc3ef069c44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be30d300f49f1" /><Relationship Type="http://schemas.openxmlformats.org/officeDocument/2006/relationships/notesSlide" Target="/ppt/notesSlides/notesSlide1.xml" Id="R1492133c6c23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c95abe463459e" /><Relationship Type="http://schemas.openxmlformats.org/officeDocument/2006/relationships/notesSlide" Target="/ppt/notesSlides/notesSlide2.xml" Id="R730343bad23f4d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e09f5616b4010" /><Relationship Type="http://schemas.openxmlformats.org/officeDocument/2006/relationships/notesSlide" Target="/ppt/notesSlides/notesSlide3.xml" Id="Rdecca6b818b94a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7a850e82e4fdc" /><Relationship Type="http://schemas.openxmlformats.org/officeDocument/2006/relationships/chart" Target="/ppt/slides/charts/chart1.xml" Id="R5d009c805d124a0c" /><Relationship Type="http://schemas.openxmlformats.org/officeDocument/2006/relationships/notesSlide" Target="/ppt/notesSlides/notesSlide4.xml" Id="R9b0e1c91d428403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2914896-A37D-4687-873C-C96F2BE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90921F8-4150-48EF-88E2-132A1B6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E888106-184D-40B4-AC8F-47E7E1F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infrastructure/kubernetes · Platform Reliability · control p02-full-002948 · 2026 07 14 Kubernetes Production Network Policy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F1B4E66-7219-4647-BDB0-E255CEE7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92326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35A93D3-3898-415A-BF17-E5E7470A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Network Policy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726BDD8-82A4-4161-94AF-DEE340F6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3E37EDF-F3C6-4059-90A7-6935ED9E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B3F4F32-D508-4FAA-8388-B45D17C5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3E56CE0-C908-4572-83B3-1DB308AC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telemetry exporter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D749136-9DB8-4C7F-8F16-D9216927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69F12AC-1F08-4B29-9B7B-93532A1E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68F1E52-EB5F-4954-AFE9-B4F00B55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585435A-DFDF-4A8A-A310-0101850B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1BE12B3-04CD-44C6-90ED-A115930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E8B755B-0AE1-4AA1-876D-97DB8398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B7760FD-2AFB-4D73-BBA2-F774FFD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D3BC59E-C1B9-455B-B635-6062FC2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2A8C94F-7EFC-467E-B74A-E7D70B0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D6004E9-6605-485C-93E1-D31A74C7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3594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B42B371-D638-4CB0-B0A5-40C0CC82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87DF23E-B4D3-4895-A29A-00BD2D0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rel.topology.260713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769A1E77-B9B9-4AF5-969A-F3B9317A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3B3D25E-0084-4051-A9C4-271D4E4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A5E05AA-A577-4179-8418-5400156D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1E42575-C538-4589-B841-10CD937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76503E4-D488-4195-8D14-64703F3C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30E52B3-931D-4D8E-8AC3-4542BDC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1DA3A12-F4F1-441F-8437-E7D4317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95D3A18-FBB8-43AF-8583-7AB15C56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2FAA77F-8E1F-4577-98A2-30D038E7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B876146E-A7E5-4D81-ADBC-F1ADC22F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622C481-81EE-4FA8-8614-3F67C135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6DC5A09-D013-4C38-9BDF-7155DF6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7E424E69-9D48-4942-938C-A37DE48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8858EBB-7D10-4ED9-90BD-304C8617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9B48545-5982-4088-98B9-3568B5B2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48885DA-1F5C-41F6-B32C-01619460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4D5C23F-6FCD-405A-AC6B-3328F99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841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04A6575-2C1A-4431-9EA8-D9436AC8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B666A4E-6513-4597-9263-CFF08ECC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Network Policy Operations Briefing Pptx: Q-07 threshold evidence · p02-full-002948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009c805d124a0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8E6F74A-AE31-4808-9523-EBDF2F7D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DF57BAE-5508-4DE1-9C72-4CF1D0AB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A38DFD4-240E-4AEB-9A9D-DF13EE26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E0D995F-229B-4C75-9070-FB9ED3C0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8707C73-7A08-47D2-B885-6383B48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4FEAADA-117A-4CD3-BD30-EC1262EB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203F345-ED98-49BC-9771-DFEB935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C936DBD-411B-4BE1-98FC-D19A6CF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89E8052-6CE2-43A3-B144-32780884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457CCF3-6646-4253-971E-8F777C6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FFC3930C-4DA8-40C9-9F1A-8700F24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B04AC75-3594-48D8-9BEA-97D7686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telemetry exporter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ADE9096-245B-48D3-B4F0-85BCBB4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51339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2026-08-24T13:00:01.4270000Z</dcterms:created>
  <dcterms:modified xsi:type="dcterms:W3CDTF">2026-08-24T13:00:01.4270000Z</dcterms:modified>
</coreProperties>
</file>