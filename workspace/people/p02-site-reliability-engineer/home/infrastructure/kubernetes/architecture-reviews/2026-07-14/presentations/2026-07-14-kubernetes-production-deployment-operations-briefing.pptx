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b8612404197404a" /><Relationship Type="http://schemas.openxmlformats.org/officeDocument/2006/relationships/extended-properties" Target="/docProps/app.xml" Id="Reea2d939b92c4359" /><Relationship Type="http://schemas.openxmlformats.org/officeDocument/2006/relationships/officeDocument" Target="/ppt/presentation.xml" Id="R4beaf944ee4b446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c4e5e2273a949b3"/>
  </p:sldMasterIdLst>
  <p:notesMasterIdLst>
    <p:notesMasterId xmlns:r="http://schemas.openxmlformats.org/officeDocument/2006/relationships" r:id="R45728e50dba34b81"/>
  </p:notesMasterIdLst>
  <p:sldIdLst>
    <p:sldId xmlns:r="http://schemas.openxmlformats.org/officeDocument/2006/relationships" id="256" r:id="Rf6bef798de2e489e"/>
    <p:sldId xmlns:r="http://schemas.openxmlformats.org/officeDocument/2006/relationships" id="257" r:id="R7a30eab4934b467d"/>
    <p:sldId xmlns:r="http://schemas.openxmlformats.org/officeDocument/2006/relationships" id="258" r:id="R3d6e5190cfd64992"/>
    <p:sldId xmlns:r="http://schemas.openxmlformats.org/officeDocument/2006/relationships" id="259" r:id="Ra36af61faae9407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78422e910e4dd3" /><Relationship Type="http://schemas.openxmlformats.org/officeDocument/2006/relationships/slideMaster" Target="/ppt/slideMasters/slideMaster1.xml" Id="R7c4e5e2273a949b3" /><Relationship Type="http://schemas.openxmlformats.org/officeDocument/2006/relationships/notesMaster" Target="/ppt/notesMasters/notesMaster1.xml" Id="R45728e50dba34b81" /><Relationship Type="http://schemas.openxmlformats.org/officeDocument/2006/relationships/presProps" Target="/ppt/presProps.xml" Id="Rc91cafd3d30540b9" /><Relationship Type="http://schemas.openxmlformats.org/officeDocument/2006/relationships/tableStyles" Target="/ppt/tableStyles.xml" Id="R7632b48656294fac" /><Relationship Type="http://schemas.openxmlformats.org/officeDocument/2006/relationships/slide" Target="/ppt/slides/slide1.xml" Id="Rf6bef798de2e489e" /><Relationship Type="http://schemas.openxmlformats.org/officeDocument/2006/relationships/slide" Target="/ppt/slides/slide2.xml" Id="R7a30eab4934b467d" /><Relationship Type="http://schemas.openxmlformats.org/officeDocument/2006/relationships/slide" Target="/ppt/slides/slide3.xml" Id="R3d6e5190cfd64992" /><Relationship Type="http://schemas.openxmlformats.org/officeDocument/2006/relationships/slide" Target="/ppt/slides/slide4.xml" Id="Ra36af61faae940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24334562b3a44a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812e30314a4813" /><Relationship Type="http://schemas.openxmlformats.org/officeDocument/2006/relationships/notesMaster" Target="/ppt/notesMasters/notesMaster1.xml" Id="Rd7ce046b6395488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87ea22d3e04ad3" /><Relationship Type="http://schemas.openxmlformats.org/officeDocument/2006/relationships/notesMaster" Target="/ppt/notesMasters/notesMaster1.xml" Id="R6d167602febe4b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2ee5cd3046a46e3" /><Relationship Type="http://schemas.openxmlformats.org/officeDocument/2006/relationships/notesMaster" Target="/ppt/notesMasters/notesMaster1.xml" Id="Red854b8426804a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2243686db284f74" /><Relationship Type="http://schemas.openxmlformats.org/officeDocument/2006/relationships/notesMaster" Target="/ppt/notesMasters/notesMaster1.xml" Id="Rb8bd4ceb4e5343f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infrastructure/kubernetes/services/data/2026-07-14-kubernetes-production-network-policy-metrics-csv-s000044.csv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p02-full-000044, row:canonical-metric.</a:t>
            </a:r>
          </a:p>
          <a:p xmlns:a="http://schemas.openxmlformats.org/drawingml/2006/main">
            <a:r>
              <a:t>Artifact: p02-full-001656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infrastructure/kubernetes/services/data/2026-07-14-kubernetes-production-network-policy-metrics-csv-s000044.csv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p02-full-000044, row:canonical-metric.</a:t>
            </a:r>
          </a:p>
          <a:p xmlns:a="http://schemas.openxmlformats.org/drawingml/2006/main">
            <a:r>
              <a:t>Artifact: p02-full-001656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infrastructure/kubernetes/services/data/2026-07-14-kubernetes-production-network-policy-metrics-csv-s000044.csv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p02-full-000044, row:canonical-metric.</a:t>
            </a:r>
          </a:p>
          <a:p xmlns:a="http://schemas.openxmlformats.org/drawingml/2006/main">
            <a:r>
              <a:t>Artifact: p02-full-001656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infrastructure/kubernetes/services/data/2026-07-14-kubernetes-production-network-policy-metrics-csv-s000044.csv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p02-full-000044, row:canonical-metric.</a:t>
            </a:r>
          </a:p>
          <a:p xmlns:a="http://schemas.openxmlformats.org/drawingml/2006/main">
            <a:r>
              <a:t>Artifact: p02-full-001656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00407dddb04c2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a016fd19cce4b87" /><Relationship Type="http://schemas.openxmlformats.org/officeDocument/2006/relationships/slideLayout" Target="/ppt/slideLayouts/slideLayout1.xml" Id="R24d8c5dc63bb4a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d8c5dc63bb4a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e27be4648431c" /><Relationship Type="http://schemas.openxmlformats.org/officeDocument/2006/relationships/notesSlide" Target="/ppt/notesSlides/notesSlide1.xml" Id="Rad13e0410b5b435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b31764cb5c4e69" /><Relationship Type="http://schemas.openxmlformats.org/officeDocument/2006/relationships/notesSlide" Target="/ppt/notesSlides/notesSlide2.xml" Id="R6caa98e169f94e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7438033ca4d29" /><Relationship Type="http://schemas.openxmlformats.org/officeDocument/2006/relationships/notesSlide" Target="/ppt/notesSlides/notesSlide3.xml" Id="R56175b8806e74e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217bc441714737" /><Relationship Type="http://schemas.openxmlformats.org/officeDocument/2006/relationships/chart" Target="/ppt/slides/charts/chart1.xml" Id="R5596b2e0b7174cbf" /><Relationship Type="http://schemas.openxmlformats.org/officeDocument/2006/relationships/notesSlide" Target="/ppt/notesSlides/notesSlide4.xml" Id="R5e055aa17b6f4779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Checkout SVC-17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B19A31C1-AFFC-4CE7-A73B-050857F76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7B1C1314-8E64-4076-85ED-79F13D809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p02-full-001656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146B05A7-0E62-4D94-911E-91E66648E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infrastructure/kubernetes · Checkout SVC-17 · control p02-full-001656 · 2026 07 14 Kubernetes Production Deployment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1CA4040F-540D-49CA-8B90-54ED8389D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178503030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60515FFE-F621-40EF-86C8-5DEC1A210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Deployment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A4934B1E-DBEC-47F7-8A9E-07CDB44AD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F45F2461-C94C-4322-9215-01C579DCF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31F36341-616F-466A-8673-452DD8791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13EA966B-D784-4412-B195-2147CD7B4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network policy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35CC3463-F98F-429F-9F38-281B426C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26F5273C-1D99-4B51-AF90-0B6C87805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ED745D1B-C4E3-43A6-BC12-EA2722F8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89AA8F20-8E66-484B-AD10-17F28293B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Checkout SVC-17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C3EEC669-A1E5-4A3D-828B-A7E8DC4D7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20D1542D-E874-4A5E-BE23-02E45C6C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931FDF24-60B7-4D01-9AA2-87023D96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9027E44-4D31-4F1E-8AEB-36AE5756B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592336A5-2A99-42D3-88EF-50DD0C244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p02-full-001656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A76CF72A-5D5F-4808-8A2D-EEA181B60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2995521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D789995E-4ED4-4ECF-9333-6DF26E142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p02-full-001656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D86B385C-A045-490B-BCF1-E35608BE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Checkout SVC-17. org.ntc · svc.checkout.svc17 · rel.topology.260713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3C2C0FD6-4B1A-4D6E-A0A1-AF383C2B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36B87E74-F1BA-4FF7-95CC-2EE0C1E8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6C381076-57A4-48A6-BBB2-EA516EC26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7CD331A1-86AD-49E6-BEEE-857C50BA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744BEEDA-B49C-4299-B5AB-168C3EAB0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846AA587-49B5-4519-BB62-ECE139F8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A31B5FAD-B617-442D-8655-444D75F94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86A3037E-B3D6-4F57-A3DA-31B8B7D72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1F07DADF-697A-4629-BEBE-8D437A2CA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critical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54F9AFF8-DBF0-4BD5-9559-727BE8A84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DCFA22F6-CFEC-4BCC-B484-F1935BAE9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CB4EB5C7-6F8E-4321-84F4-90C6BF8C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DFA372DD-0899-4048-8CE7-EF0F5834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0F8DDBDA-C806-4447-A1C3-65AD86191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F06AC186-9EBA-408F-9FF0-63B7BE0E2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965C1C4A-3DEA-4EA2-AE01-B5BEFD91C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B7B18B6C-8F08-4713-A5E6-DF71C2CE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p02-full-001656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07FBDE91-34AF-440F-B2D9-EB9F415A7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4386107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AEA891D3-FC21-4D3D-B54B-304EA6B6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F49B0616-8292-4C2A-BCC3-5B8C8E0B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Deployment Operations Briefing Pptx: Q-07 threshold evidence · p02-full-001656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596b2e0b7174cbf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9DFEF441-8F50-4EBB-8F03-3907D0CC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BBABCC8E-7AEE-439E-AFDB-D183361CE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C55445A6-69EF-43CC-86B9-1C9C3B523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46BDD040-2F73-43B4-9BD5-F82C335EF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08A68C47-DFB3-4FF0-96E3-6A563032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C3705931-32D3-46B4-8CE8-A78A5FADA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2B8F6241-EE39-4AAE-819B-54325C28F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32805BD2-6E28-4D6E-8C41-C8529FF91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0FF2C08-CA7C-4E7B-8B07-E6150D8BF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SVC-17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749EEB69-B785-48E8-82E5-65AF00BAD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E71D82D2-50F0-443A-99D0-BDC212DB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492225C4-07F7-438A-AE49-C06636A8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kubernetes production network policy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97850A43-9A2C-4157-8A96-1A484D12B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7849245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2026-08-24T13:00:00.0950000Z</dcterms:created>
  <dcterms:modified xsi:type="dcterms:W3CDTF">2026-08-24T13:00:00.0950000Z</dcterms:modified>
</coreProperties>
</file>