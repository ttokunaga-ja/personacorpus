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3e649500894b73" /><Relationship Type="http://schemas.openxmlformats.org/officeDocument/2006/relationships/extended-properties" Target="/docProps/app.xml" Id="R0bf53e8000c84ee2" /><Relationship Type="http://schemas.openxmlformats.org/officeDocument/2006/relationships/officeDocument" Target="/ppt/presentation.xml" Id="Rd5e91f0fd638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da5e119a4543b9"/>
  </p:sldMasterIdLst>
  <p:notesMasterIdLst>
    <p:notesMasterId xmlns:r="http://schemas.openxmlformats.org/officeDocument/2006/relationships" r:id="R2c1507a82c764fd2"/>
  </p:notesMasterIdLst>
  <p:sldIdLst>
    <p:sldId xmlns:r="http://schemas.openxmlformats.org/officeDocument/2006/relationships" id="256" r:id="R056958431c80449b"/>
    <p:sldId xmlns:r="http://schemas.openxmlformats.org/officeDocument/2006/relationships" id="257" r:id="R83d144a1d152409d"/>
    <p:sldId xmlns:r="http://schemas.openxmlformats.org/officeDocument/2006/relationships" id="258" r:id="Ra7617cde18ba46cc"/>
    <p:sldId xmlns:r="http://schemas.openxmlformats.org/officeDocument/2006/relationships" id="259" r:id="R5d600cdf4b9644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feb6948ac6454c" /><Relationship Type="http://schemas.openxmlformats.org/officeDocument/2006/relationships/slideMaster" Target="/ppt/slideMasters/slideMaster1.xml" Id="R57da5e119a4543b9" /><Relationship Type="http://schemas.openxmlformats.org/officeDocument/2006/relationships/notesMaster" Target="/ppt/notesMasters/notesMaster1.xml" Id="R2c1507a82c764fd2" /><Relationship Type="http://schemas.openxmlformats.org/officeDocument/2006/relationships/presProps" Target="/ppt/presProps.xml" Id="R5ab9a92e0c0b44dc" /><Relationship Type="http://schemas.openxmlformats.org/officeDocument/2006/relationships/tableStyles" Target="/ppt/tableStyles.xml" Id="Re1a44578cbbb4d3c" /><Relationship Type="http://schemas.openxmlformats.org/officeDocument/2006/relationships/slide" Target="/ppt/slides/slide1.xml" Id="R056958431c80449b" /><Relationship Type="http://schemas.openxmlformats.org/officeDocument/2006/relationships/slide" Target="/ppt/slides/slide2.xml" Id="R83d144a1d152409d" /><Relationship Type="http://schemas.openxmlformats.org/officeDocument/2006/relationships/slide" Target="/ppt/slides/slide3.xml" Id="Ra7617cde18ba46cc" /><Relationship Type="http://schemas.openxmlformats.org/officeDocument/2006/relationships/slide" Target="/ppt/slides/slide4.xml" Id="R5d600cdf4b96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e2ba5499345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0c624d0b49eb" /><Relationship Type="http://schemas.openxmlformats.org/officeDocument/2006/relationships/notesMaster" Target="/ppt/notesMasters/notesMaster1.xml" Id="R3924761867e1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ef8bc69e8f4891" /><Relationship Type="http://schemas.openxmlformats.org/officeDocument/2006/relationships/notesMaster" Target="/ppt/notesMasters/notesMaster1.xml" Id="Ra7a530a5bb2f41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f9c84c3f4849d9" /><Relationship Type="http://schemas.openxmlformats.org/officeDocument/2006/relationships/notesMaster" Target="/ppt/notesMasters/notesMaster1.xml" Id="Rbda5bf324c4d4b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4834108be545a0" /><Relationship Type="http://schemas.openxmlformats.org/officeDocument/2006/relationships/notesMaster" Target="/ppt/notesMasters/notesMaster1.xml" Id="R0953f5f828f243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p02-full-014656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p02-full-014656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p02-full-014656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p02-full-014656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4de4e9fc7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6a4e953062452e" /><Relationship Type="http://schemas.openxmlformats.org/officeDocument/2006/relationships/slideLayout" Target="/ppt/slideLayouts/slideLayout1.xml" Id="R4b1a6f9d03cf40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a6f9d03cf40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0ea68d3bb468e" /><Relationship Type="http://schemas.openxmlformats.org/officeDocument/2006/relationships/notesSlide" Target="/ppt/notesSlides/notesSlide1.xml" Id="Ref51c7730f3f4e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13b996c2f45e9" /><Relationship Type="http://schemas.openxmlformats.org/officeDocument/2006/relationships/notesSlide" Target="/ppt/notesSlides/notesSlide2.xml" Id="Rc88ac1baa9f5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ebed3962944f1" /><Relationship Type="http://schemas.openxmlformats.org/officeDocument/2006/relationships/notesSlide" Target="/ppt/notesSlides/notesSlide3.xml" Id="R68d258788d294e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fd686232f450f" /><Relationship Type="http://schemas.openxmlformats.org/officeDocument/2006/relationships/chart" Target="/ppt/slides/charts/chart1.xml" Id="Rd9fc52f3c7494ae8" /><Relationship Type="http://schemas.openxmlformats.org/officeDocument/2006/relationships/notesSlide" Target="/ppt/notesSlides/notesSlide4.xml" Id="R95521ccfee4f446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16174BC-575F-4B59-B564-7689254F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4254825-4342-4BEE-92DA-19B87BB8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EE01C8B6-AB3A-452B-B9DF-AFE09C2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infrastructure/kubernetes · Identity SVC-23 · control p02-full-014656 · 2026 07 20 Kubernetes Production Deployment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44B2B17-4AE6-4315-89C7-4B8B96EB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75173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700F432-A20F-4E55-816F-45AB44B0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Deployment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4DF9C7D-A2B2-458F-A551-5B19868E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05900AEB-E166-41FF-8F1C-42DCA45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3F1936D-0231-4A5A-93B1-60C9A1FE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3059C64-A023-4182-9F28-781DFD63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disruption budget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D11BE1A-80B1-4158-A9CE-869320A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EAD0D90-4B5F-4921-8D46-2B28B507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A85FC29-3C0F-4CA1-986F-4B781955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7D4EC66-CAC4-44B4-84C5-65B86F7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2FA1DBD-AAEB-4D07-99FB-FB4D3A07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623D2E4-4080-4E86-8256-34E5EE5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B8BAA2D-65C7-49D1-9FF2-F93DBC5F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D363F6C-00E9-4F82-A839-DC0E4A5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53DBBBC-6895-4AA4-9E50-477F5C3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46FFE35-E723-4008-A3DE-9260060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7549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37BF80C-4935-4ED5-AE98-C645525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3E14DBB-8143-4F56-AC1B-A004C48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12BB6BC-A081-4EF7-9B5C-CA9FE6A3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8DDBF61-338E-426A-A626-FD9F817D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9F178FC-8C5C-42ED-BB49-11697E43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FE0ECB4-44F0-4D4F-B654-72E8183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DF10E16-9FE8-4A0C-9437-D8A44458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2E4B36E-D44B-4C08-9427-D3DE030F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1B2B0CA2-0EF1-47B3-9349-504F36EA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74839FE-E73C-48DE-B772-DDBC936C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A5C33AB-83F4-41CD-8D9F-F8A1F43A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D55956D0-63CC-47DA-947F-19B3D08B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7B3CB85-70D7-41D8-91F1-55FDCEA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0878C13-80B3-4C19-A29D-71D07755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76BB487-F394-4FDB-B642-DB07F65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8D920E7-2BD2-4519-9DD8-FE92B88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0BFE8A9-E5AB-464C-A34F-30EE9193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B89EDC16-339E-4379-A0EB-31EAF6A6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6B86A63-8DF5-429E-AF64-65B00AA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FC5724C-DA88-4A1B-BA73-C139F135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5686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3D26423-907F-4247-A653-8D8C711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C950ED4-B9DE-475C-8F20-DCB6B45F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Deployment Operations Briefing Pptx: Q-07 threshold evidence · p02-full-014656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fc52f3c7494ae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6157C82-AE69-49AF-8BF7-E32DAFB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92D1EB8-75E1-4557-BBDA-52670B13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711B920-E9B5-4B3B-9BE3-647404A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68B648D-1290-4F7B-AEEC-9C33E510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5627EFA1-F457-45BF-A0C1-877AF319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FB9DEDA-5BCA-478C-A5F1-35D7587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9DF64CA-5971-4A29-B1F6-1C3CC6E1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4083A1C-7184-42B5-95EC-7B4F1D6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6F47A7D-5CA5-44C4-BB50-F7907F73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24BE4F39-0824-49C8-9BB1-92E4BB9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F24A1AF-6C7D-4740-898E-1220F819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4CA673F-291B-468A-93E2-262D6A8C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disruption budget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E805409-C7F9-4D0F-B1B9-8625F46C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7231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2026-08-24T13:00:24.2540000Z</dcterms:created>
  <dcterms:modified xsi:type="dcterms:W3CDTF">2026-08-24T13:00:24.2540000Z</dcterms:modified>
</coreProperties>
</file>