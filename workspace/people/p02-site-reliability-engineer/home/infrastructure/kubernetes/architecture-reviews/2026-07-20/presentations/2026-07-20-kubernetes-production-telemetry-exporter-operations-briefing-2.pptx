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ac4b6fe248474e" /><Relationship Type="http://schemas.openxmlformats.org/officeDocument/2006/relationships/extended-properties" Target="/docProps/app.xml" Id="R9be0a83f03c6436e" /><Relationship Type="http://schemas.openxmlformats.org/officeDocument/2006/relationships/officeDocument" Target="/ppt/presentation.xml" Id="R8116b016892940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bed51d63ad4ee5"/>
  </p:sldMasterIdLst>
  <p:notesMasterIdLst>
    <p:notesMasterId xmlns:r="http://schemas.openxmlformats.org/officeDocument/2006/relationships" r:id="Rcd74157cfdb448d5"/>
  </p:notesMasterIdLst>
  <p:sldIdLst>
    <p:sldId xmlns:r="http://schemas.openxmlformats.org/officeDocument/2006/relationships" id="256" r:id="Raf619dd9f0fd4aa1"/>
    <p:sldId xmlns:r="http://schemas.openxmlformats.org/officeDocument/2006/relationships" id="257" r:id="R544950db04db41fe"/>
    <p:sldId xmlns:r="http://schemas.openxmlformats.org/officeDocument/2006/relationships" id="258" r:id="Rdeb5b3ce058f4fa9"/>
    <p:sldId xmlns:r="http://schemas.openxmlformats.org/officeDocument/2006/relationships" id="259" r:id="Ree9ba9231d6e4f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4c07918efd4de8" /><Relationship Type="http://schemas.openxmlformats.org/officeDocument/2006/relationships/slideMaster" Target="/ppt/slideMasters/slideMaster1.xml" Id="Rbfbed51d63ad4ee5" /><Relationship Type="http://schemas.openxmlformats.org/officeDocument/2006/relationships/notesMaster" Target="/ppt/notesMasters/notesMaster1.xml" Id="Rcd74157cfdb448d5" /><Relationship Type="http://schemas.openxmlformats.org/officeDocument/2006/relationships/presProps" Target="/ppt/presProps.xml" Id="Rb756f933fe894c8d" /><Relationship Type="http://schemas.openxmlformats.org/officeDocument/2006/relationships/tableStyles" Target="/ppt/tableStyles.xml" Id="Re0d440800fd34612" /><Relationship Type="http://schemas.openxmlformats.org/officeDocument/2006/relationships/slide" Target="/ppt/slides/slide1.xml" Id="Raf619dd9f0fd4aa1" /><Relationship Type="http://schemas.openxmlformats.org/officeDocument/2006/relationships/slide" Target="/ppt/slides/slide2.xml" Id="R544950db04db41fe" /><Relationship Type="http://schemas.openxmlformats.org/officeDocument/2006/relationships/slide" Target="/ppt/slides/slide3.xml" Id="Rdeb5b3ce058f4fa9" /><Relationship Type="http://schemas.openxmlformats.org/officeDocument/2006/relationships/slide" Target="/ppt/slides/slide4.xml" Id="Ree9ba9231d6e4f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7c004053f044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6420cf07a04244" /><Relationship Type="http://schemas.openxmlformats.org/officeDocument/2006/relationships/notesMaster" Target="/ppt/notesMasters/notesMaster1.xml" Id="Raaf8cd328b9548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40fa4e67094d58" /><Relationship Type="http://schemas.openxmlformats.org/officeDocument/2006/relationships/notesMaster" Target="/ppt/notesMasters/notesMaster1.xml" Id="R6db8db352df147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bd8b05b75c4b4a" /><Relationship Type="http://schemas.openxmlformats.org/officeDocument/2006/relationships/notesMaster" Target="/ppt/notesMasters/notesMaster1.xml" Id="R363bf5f784934e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3366a820d54e13" /><Relationship Type="http://schemas.openxmlformats.org/officeDocument/2006/relationships/notesMaster" Target="/ppt/notesMasters/notesMaster1.xml" Id="Rc6988400cc4449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infrastructure/kubernetes/services/data/2026-07-14-kubernetes-production-node-affinity-metrics-csv-s001901.csv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p02-full-001901, row:canonical-metric.</a:t>
            </a:r>
          </a:p>
          <a:p xmlns:a="http://schemas.openxmlformats.org/drawingml/2006/main">
            <a:r>
              <a:t>Artifact: p02-full-009055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infrastructure/kubernetes/services/data/2026-07-14-kubernetes-production-node-affinity-metrics-csv-s001901.csv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p02-full-001901, row:canonical-metric.</a:t>
            </a:r>
          </a:p>
          <a:p xmlns:a="http://schemas.openxmlformats.org/drawingml/2006/main">
            <a:r>
              <a:t>Artifact: p02-full-009055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infrastructure/kubernetes/services/data/2026-07-14-kubernetes-production-node-affinity-metrics-csv-s001901.csv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p02-full-001901, row:canonical-metric.</a:t>
            </a:r>
          </a:p>
          <a:p xmlns:a="http://schemas.openxmlformats.org/drawingml/2006/main">
            <a:r>
              <a:t>Artifact: p02-full-009055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infrastructure/kubernetes/services/data/2026-07-14-kubernetes-production-node-affinity-metrics-csv-s001901.csv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p02-full-001901, row:canonical-metric.</a:t>
            </a:r>
          </a:p>
          <a:p xmlns:a="http://schemas.openxmlformats.org/drawingml/2006/main">
            <a:r>
              <a:t>Artifact: p02-full-009055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75edf5ab140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6e5843937a4a27" /><Relationship Type="http://schemas.openxmlformats.org/officeDocument/2006/relationships/slideLayout" Target="/ppt/slideLayouts/slideLayout1.xml" Id="Ra9048752bbcd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048752bbcd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0a02175b14f2f" /><Relationship Type="http://schemas.openxmlformats.org/officeDocument/2006/relationships/notesSlide" Target="/ppt/notesSlides/notesSlide1.xml" Id="R2038e235a7ec49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339acc3e2498b" /><Relationship Type="http://schemas.openxmlformats.org/officeDocument/2006/relationships/notesSlide" Target="/ppt/notesSlides/notesSlide2.xml" Id="Rb6d5132d734742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f6d377fe44615" /><Relationship Type="http://schemas.openxmlformats.org/officeDocument/2006/relationships/notesSlide" Target="/ppt/notesSlides/notesSlide3.xml" Id="Rb0515a3039cf4f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f2f13e0294899" /><Relationship Type="http://schemas.openxmlformats.org/officeDocument/2006/relationships/chart" Target="/ppt/slides/charts/chart1.xml" Id="R82b1b1bd290f4eaf" /><Relationship Type="http://schemas.openxmlformats.org/officeDocument/2006/relationships/notesSlide" Target="/ppt/notesSlides/notesSlide4.xml" Id="R821ce247533c4cb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+ 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8BC030A4-4FEC-408C-B618-3907C53D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D62E1422-8874-4899-8CB5-43B03D72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p02-full-009055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C563F27-556B-465C-AB02-4DD9D919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infrastructure/kubernetes · Identity SVC-23 + Telemetry SVC-31 · control p02-full-009055 · 2026 07 20 Kubernetes Production Telemetry Exporter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CCE39D22-7239-4D0C-825D-EE44854B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553033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1C2BBD0E-56FE-4172-9F18-119FEAC9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Kubernetes Production Telemetry Exporter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E592F3B8-428D-4CC3-85AE-8F3A713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F55ABD0-8B59-4290-A893-6F42219F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6F1D3677-EFE6-4906-B1ED-027E05B8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048AC1E-2A3F-4E07-ABBE-3222C47F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node affinity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A08CB59D-4C13-481E-9193-50319A33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7E30421-0A95-4B2E-B2C8-EDE90106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F803182A-3417-4804-B46C-5A089D1C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B5D2FA6-80B5-4E8D-A22A-2BF2AC38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 +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BFF74D71-0EFC-4EB7-A880-635D9DDD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9F9565E4-0FFA-4140-AEB8-69A01B1D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CD23CDE4-AD39-480F-B850-2F40AD14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5B0F4FBC-93C7-4F74-9D40-DE1B390D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C268FC3A-4A49-47E0-8D70-38035F61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p02-full-009055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D1455BAE-16A4-4F1B-873E-F77155FA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6652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EB70DB1-444B-4E16-883B-5528C05D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p02-full-009055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6F131CB2-23EE-46B8-84C2-71638B68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 + Telemetry SVC-31. org.ntc · svc.identity.svc23 · rel.topology.260713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522309F-4735-462D-86C1-250C28D3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A4F1CFB6-FA3F-4FDE-8CFA-2A8973A6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BBCC94C-030E-43F2-8C55-5AA10D40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1845719-5346-4C35-9B21-3F11A9CE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6CEB472E-D953-4FE2-B0E2-3CD4C12D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0061AC54-73C5-42A4-93CF-1BC9A5A8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E4F70817-428B-4B6B-A49A-53C8D0F8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3CE1F287-6882-4A6B-B0E8-07554056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B75EA1A3-AAE9-4F4D-86BA-4D1FC35A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D0C02846-F993-4AE0-8146-B3C8FC11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E15D4364-CC5B-49FE-B42A-1966E309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C32AA554-58A7-48EA-AC82-50ABF98C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E526995-952E-46DD-BA57-5077F357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CC719EED-C644-4D62-99E5-9679771B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EEE0A84-82E7-4577-9F5C-0E58CDE9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EBF3703-B8D4-4B6E-91A6-A9075742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p02-full-009055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56625E86-21B9-428C-8443-9708CA57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2479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F75C6197-0BD4-4131-A675-154E97FF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E987901B-A09B-4450-8FCC-2FA2F3DB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Kubernetes Production Telemetry Exporter Operations Briefing Pptx: Q-07 threshold evidence · p02-full-009055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b1b1bd290f4eaf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1026287E-C0F0-4CDE-BCCA-FE0529A5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2BD580B-9891-431C-AF76-1C665377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D6022778-719B-4F07-AFE7-8030ECBE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687B74C1-30C6-48A9-B160-6E3C4524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8194BF38-38DC-40E9-BBF0-C443879C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CEA13DB-8BA6-4072-BFD0-1741978A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660D7310-1956-4A5B-B34D-80D9863A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EE9B5AD2-DB62-45B5-8EF8-FBFBC958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1C830EC3-1E38-431F-A19A-A0D007AA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 + 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9A047D03-E7C9-4238-B958-1EB244CD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9F9D6F12-56F9-4C1D-880C-4A96F36E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265C1DE-AFC6-43A3-BBFE-CF0F52AF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node affinity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9EA7E00F-74FF-4525-95F6-56101CE1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9031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2026-08-24T13:00:11.6580000Z</dcterms:created>
  <dcterms:modified xsi:type="dcterms:W3CDTF">2026-08-24T13:00:11.6580000Z</dcterms:modified>
</coreProperties>
</file>