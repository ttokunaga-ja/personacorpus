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29946468ae4de8" /><Relationship Type="http://schemas.openxmlformats.org/officeDocument/2006/relationships/extended-properties" Target="/docProps/app.xml" Id="R35392eebe43945bb" /><Relationship Type="http://schemas.openxmlformats.org/officeDocument/2006/relationships/officeDocument" Target="/ppt/presentation.xml" Id="R45e7d2711e8e49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b6807267542ea"/>
  </p:sldMasterIdLst>
  <p:notesMasterIdLst>
    <p:notesMasterId xmlns:r="http://schemas.openxmlformats.org/officeDocument/2006/relationships" r:id="R44802acaddc94d07"/>
  </p:notesMasterIdLst>
  <p:sldIdLst>
    <p:sldId xmlns:r="http://schemas.openxmlformats.org/officeDocument/2006/relationships" id="256" r:id="R314c08b8689b4138"/>
    <p:sldId xmlns:r="http://schemas.openxmlformats.org/officeDocument/2006/relationships" id="257" r:id="R15be2670f8aa473b"/>
    <p:sldId xmlns:r="http://schemas.openxmlformats.org/officeDocument/2006/relationships" id="258" r:id="R945b0a11928d45de"/>
    <p:sldId xmlns:r="http://schemas.openxmlformats.org/officeDocument/2006/relationships" id="259" r:id="Rd88e21b82388405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fe40ed5f934da7" /><Relationship Type="http://schemas.openxmlformats.org/officeDocument/2006/relationships/slideMaster" Target="/ppt/slideMasters/slideMaster1.xml" Id="Ra84b6807267542ea" /><Relationship Type="http://schemas.openxmlformats.org/officeDocument/2006/relationships/notesMaster" Target="/ppt/notesMasters/notesMaster1.xml" Id="R44802acaddc94d07" /><Relationship Type="http://schemas.openxmlformats.org/officeDocument/2006/relationships/presProps" Target="/ppt/presProps.xml" Id="Rae1598674e194bf1" /><Relationship Type="http://schemas.openxmlformats.org/officeDocument/2006/relationships/tableStyles" Target="/ppt/tableStyles.xml" Id="R4ed9205ffa164336" /><Relationship Type="http://schemas.openxmlformats.org/officeDocument/2006/relationships/slide" Target="/ppt/slides/slide1.xml" Id="R314c08b8689b4138" /><Relationship Type="http://schemas.openxmlformats.org/officeDocument/2006/relationships/slide" Target="/ppt/slides/slide2.xml" Id="R15be2670f8aa473b" /><Relationship Type="http://schemas.openxmlformats.org/officeDocument/2006/relationships/slide" Target="/ppt/slides/slide3.xml" Id="R945b0a11928d45de" /><Relationship Type="http://schemas.openxmlformats.org/officeDocument/2006/relationships/slide" Target="/ppt/slides/slide4.xml" Id="Rd88e21b8238840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f6b3d444ff49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89342c828f433c" /><Relationship Type="http://schemas.openxmlformats.org/officeDocument/2006/relationships/notesMaster" Target="/ppt/notesMasters/notesMaster1.xml" Id="Ra7cfd695563845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c534de0f2f4b13" /><Relationship Type="http://schemas.openxmlformats.org/officeDocument/2006/relationships/notesMaster" Target="/ppt/notesMasters/notesMaster1.xml" Id="R7dd62f778d3c40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154acc3b664191" /><Relationship Type="http://schemas.openxmlformats.org/officeDocument/2006/relationships/notesMaster" Target="/ppt/notesMasters/notesMaster1.xml" Id="Rcae458a75b1f43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516522ac4d4c77" /><Relationship Type="http://schemas.openxmlformats.org/officeDocument/2006/relationships/notesMaster" Target="/ppt/notesMasters/notesMaster1.xml" Id="R6edff3a33a9d42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infrastructure/kubernetes/services/data/2026-07-15-kubernetes-production-disruption-budget-metrics-csv-s001243.csv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p02-full-001243, row:canonical-metric.</a:t>
            </a:r>
          </a:p>
          <a:p xmlns:a="http://schemas.openxmlformats.org/drawingml/2006/main">
            <a:r>
              <a:t>Artifact: p02-full-005656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infrastructure/kubernetes/services/data/2026-07-15-kubernetes-production-disruption-budget-metrics-csv-s001243.csv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p02-full-001243, row:canonical-metric.</a:t>
            </a:r>
          </a:p>
          <a:p xmlns:a="http://schemas.openxmlformats.org/drawingml/2006/main">
            <a:r>
              <a:t>Artifact: p02-full-005656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infrastructure/kubernetes/services/data/2026-07-15-kubernetes-production-disruption-budget-metrics-csv-s001243.csv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p02-full-001243, row:canonical-metric.</a:t>
            </a:r>
          </a:p>
          <a:p xmlns:a="http://schemas.openxmlformats.org/drawingml/2006/main">
            <a:r>
              <a:t>Artifact: p02-full-005656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infrastructure/kubernetes/services/data/2026-07-15-kubernetes-production-disruption-budget-metrics-csv-s001243.csv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p02-full-001243, row:canonical-metric.</a:t>
            </a:r>
          </a:p>
          <a:p xmlns:a="http://schemas.openxmlformats.org/drawingml/2006/main">
            <a:r>
              <a:t>Artifact: p02-full-005656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95f67ed7b147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7a456f519f4d17" /><Relationship Type="http://schemas.openxmlformats.org/officeDocument/2006/relationships/slideLayout" Target="/ppt/slideLayouts/slideLayout1.xml" Id="Rd8ceb3ea421249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ceb3ea421249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fc08b1d054146" /><Relationship Type="http://schemas.openxmlformats.org/officeDocument/2006/relationships/notesSlide" Target="/ppt/notesSlides/notesSlide1.xml" Id="Rca7b3e53b72e43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68e58313845a8" /><Relationship Type="http://schemas.openxmlformats.org/officeDocument/2006/relationships/notesSlide" Target="/ppt/notesSlides/notesSlide2.xml" Id="R6fba3c982eaa42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df43b6e4643de" /><Relationship Type="http://schemas.openxmlformats.org/officeDocument/2006/relationships/notesSlide" Target="/ppt/notesSlides/notesSlide3.xml" Id="R357c827b4da440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d910d17d34467" /><Relationship Type="http://schemas.openxmlformats.org/officeDocument/2006/relationships/chart" Target="/ppt/slides/charts/chart1.xml" Id="Rb8d41dece26240b4" /><Relationship Type="http://schemas.openxmlformats.org/officeDocument/2006/relationships/notesSlide" Target="/ppt/notesSlides/notesSlide4.xml" Id="R80392e792cbb4ec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04D437BF-FDC9-4CB8-A3E1-A3C6BE80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8C55C8D5-CFF5-4E17-B392-066911C6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9864CD54-7976-44F1-A86D-2D0BC58C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· infrastructure/kubernetes · Identity SVC-23 · control p02-full-005656 · 2026 07 20 Kubernetes Production Deployment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D021244D-4806-4960-997E-4F240950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759426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D697EA44-22BE-45C9-BA6D-D6A9233B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Deployment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948B878D-A06E-448C-8385-F1200914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F382287-75D3-414E-8DAA-B422BF0B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F39A60D-8B51-4D4F-8795-7524401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5D5123B5-E365-4174-B35F-BBF2F5DD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disruption budget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94C74A96-9F74-4BD0-93E9-000EC0E6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0AD6C67-7E32-4715-8B88-9BA4A59B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9C5CDFC4-C1CE-4A39-AA83-1CA23CB3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796699C-3802-49BD-BEAF-F35FC02E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037BFF2A-A771-4F0E-BCD6-CBDB018F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5727869-FA9D-4778-8C31-205415E4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CC13DD3-3EDF-4327-81D7-99BA9BBF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E85FB2BD-9160-452B-A81A-B278A5AA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2026-07-20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2D758DF-3C63-4771-9D7B-4D2D183C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225A2F50-C696-47D9-AA4A-13E9FA55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352965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0F745EEF-F9D9-4DB2-8714-0618B0CD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AC941D17-7E9E-4FC0-86D0-66AAEAB5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rel.topology.260713 · date.2026-07-20.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5C7DBEC-732C-4D6C-87E3-199F6985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FFC51F3B-A6E7-4102-81C7-D23B20BB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555783A-C1FE-40F9-BAD2-69E2D220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82B71AF1-9F6C-446E-AF06-5FF240B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A6D77F58-67F3-4FBC-893A-390C75A7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059EC1E-9A7E-4B73-97BD-3B43DD11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BFDCD767-1335-4CD2-AD47-8461F6ED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0D9E9D1D-45F6-492B-958B-264B35D1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5E429A48-51A7-498E-A00C-6631FEFF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E23DA394-9955-48B0-844C-2C0B1734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62771721-835E-4544-AA14-54EFA17C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BA907E36-290D-4466-92A1-C67F24A8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1DD528C6-1511-438E-A3F5-B1D9C838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E549B96D-E35E-4D8B-9F48-C459B518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55FAF356-E2B0-4974-AAA7-F71BC30A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3805423F-7F3A-458A-8275-2E46EB90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4D4B51C-6DB7-48A6-9E82-4D59EA9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p02-full-005656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3AA40CB1-1E4C-4754-B20E-6B241B6F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178502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C5286E40-28FA-44E9-BFD0-0163C0C0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3ABFECF-07D3-453B-8C34-33C9E643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20 Kubernetes Production Deployment Operations Briefing Pptx: Q-07 threshold evidence · p02-full-005656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d41dece26240b4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BB7464E2-CA91-4B81-A4D3-6EDA5E6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C6941183-4643-42DC-84F5-6871E706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8C1ED7E-B822-45B3-9930-29B5D2F7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E3FAB1F3-5925-4929-AE54-51B94DA3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18BD53F9-DA84-45BE-A625-A952569B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2487F6FC-F1CD-4E39-AD7E-AAEEA956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21C664D-6EC7-4A15-8D9A-3978CA16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7F003B98-1BF0-40BD-A02C-6B74BF48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5A1DA25F-0002-470C-8663-08BA38C2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CA804ED5-64C8-4F1B-B0CF-21D93F93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DF391F05-806B-4805-8FFC-BFE9300B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F89370A-78BE-4121-BD50-CF637C95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disruption budget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936C7FD-97E8-4DE1-91A9-1D11FE84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8117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2026-08-24T13:00:04.3560000Z</dcterms:created>
  <dcterms:modified xsi:type="dcterms:W3CDTF">2026-08-24T13:00:04.3560000Z</dcterms:modified>
</coreProperties>
</file>