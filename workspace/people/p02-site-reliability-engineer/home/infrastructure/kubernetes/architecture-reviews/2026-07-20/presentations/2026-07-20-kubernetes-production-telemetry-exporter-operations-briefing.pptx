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eef5c03e74e77" /><Relationship Type="http://schemas.openxmlformats.org/officeDocument/2006/relationships/extended-properties" Target="/docProps/app.xml" Id="R993b1f30c3ad476c" /><Relationship Type="http://schemas.openxmlformats.org/officeDocument/2006/relationships/officeDocument" Target="/ppt/presentation.xml" Id="Rfb49642fe78e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0513b31d14346"/>
  </p:sldMasterIdLst>
  <p:notesMasterIdLst>
    <p:notesMasterId xmlns:r="http://schemas.openxmlformats.org/officeDocument/2006/relationships" r:id="Rdc2a74ead6594e1d"/>
  </p:notesMasterIdLst>
  <p:sldIdLst>
    <p:sldId xmlns:r="http://schemas.openxmlformats.org/officeDocument/2006/relationships" id="256" r:id="Reb4ef9b666ab416e"/>
    <p:sldId xmlns:r="http://schemas.openxmlformats.org/officeDocument/2006/relationships" id="257" r:id="R42c765e4c39f4881"/>
    <p:sldId xmlns:r="http://schemas.openxmlformats.org/officeDocument/2006/relationships" id="258" r:id="R74e81375fc924583"/>
    <p:sldId xmlns:r="http://schemas.openxmlformats.org/officeDocument/2006/relationships" id="259" r:id="R301b1f32e81a46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4c4080d274049" /><Relationship Type="http://schemas.openxmlformats.org/officeDocument/2006/relationships/slideMaster" Target="/ppt/slideMasters/slideMaster1.xml" Id="R6040513b31d14346" /><Relationship Type="http://schemas.openxmlformats.org/officeDocument/2006/relationships/notesMaster" Target="/ppt/notesMasters/notesMaster1.xml" Id="Rdc2a74ead6594e1d" /><Relationship Type="http://schemas.openxmlformats.org/officeDocument/2006/relationships/presProps" Target="/ppt/presProps.xml" Id="R3db91a5ad89e443e" /><Relationship Type="http://schemas.openxmlformats.org/officeDocument/2006/relationships/tableStyles" Target="/ppt/tableStyles.xml" Id="R86ade007ba954bee" /><Relationship Type="http://schemas.openxmlformats.org/officeDocument/2006/relationships/slide" Target="/ppt/slides/slide1.xml" Id="Reb4ef9b666ab416e" /><Relationship Type="http://schemas.openxmlformats.org/officeDocument/2006/relationships/slide" Target="/ppt/slides/slide2.xml" Id="R42c765e4c39f4881" /><Relationship Type="http://schemas.openxmlformats.org/officeDocument/2006/relationships/slide" Target="/ppt/slides/slide3.xml" Id="R74e81375fc924583" /><Relationship Type="http://schemas.openxmlformats.org/officeDocument/2006/relationships/slide" Target="/ppt/slides/slide4.xml" Id="R301b1f32e81a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511fb40be46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084b4c6b64853" /><Relationship Type="http://schemas.openxmlformats.org/officeDocument/2006/relationships/notesMaster" Target="/ppt/notesMasters/notesMaster1.xml" Id="Re327b288f23444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6dc7db75b4ed4" /><Relationship Type="http://schemas.openxmlformats.org/officeDocument/2006/relationships/notesMaster" Target="/ppt/notesMasters/notesMaster1.xml" Id="R6bdef61f8c5d4d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17627d23784523" /><Relationship Type="http://schemas.openxmlformats.org/officeDocument/2006/relationships/notesMaster" Target="/ppt/notesMasters/notesMaster1.xml" Id="R0f1872e1b02c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ff4ca07dfa4141" /><Relationship Type="http://schemas.openxmlformats.org/officeDocument/2006/relationships/notesMaster" Target="/ppt/notesMasters/notesMaster1.xml" Id="R9dd9f0787cd543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4581962dd4b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4d504ae7a4fdd" /><Relationship Type="http://schemas.openxmlformats.org/officeDocument/2006/relationships/slideLayout" Target="/ppt/slideLayouts/slideLayout1.xml" Id="Reb0b55e636aa44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0b55e636aa44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a17ea6c5547ac" /><Relationship Type="http://schemas.openxmlformats.org/officeDocument/2006/relationships/notesSlide" Target="/ppt/notesSlides/notesSlide1.xml" Id="Racd8eb234b4d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c142023d542d9" /><Relationship Type="http://schemas.openxmlformats.org/officeDocument/2006/relationships/notesSlide" Target="/ppt/notesSlides/notesSlide2.xml" Id="R0bdd97b177d9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944795174b4a" /><Relationship Type="http://schemas.openxmlformats.org/officeDocument/2006/relationships/notesSlide" Target="/ppt/notesSlides/notesSlide3.xml" Id="R70bd7740d851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2ff49406246e4" /><Relationship Type="http://schemas.openxmlformats.org/officeDocument/2006/relationships/chart" Target="/ppt/slides/charts/chart1.xml" Id="Rc0a9fd52a1b04ca2" /><Relationship Type="http://schemas.openxmlformats.org/officeDocument/2006/relationships/notesSlide" Target="/ppt/notesSlides/notesSlide4.xml" Id="Rbbe0d74e15e34fe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E3D2A0C-0659-404C-BB0B-B42DF167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C77E7B1-BD40-4C70-90E7-1C515DD5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03D8405-EC22-429B-BDD0-D143AE4F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infrastructure/kubernetes · Telemetry SVC-31 · control p02-full-003455 · 2026 07 20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0BFE6B4-B23E-4D18-B32C-13CD1D65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12779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211F274-FAC2-465A-A9E5-D5755482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FFE4E54-A70C-4D35-ACA0-1BAE7FF6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002942A-626B-466C-AC2E-4948CE2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437D6E9-FBE7-478B-A52C-5F42374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C53053C-FD79-4C2E-A849-874EA54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2580B0A-EA35-4E11-9F59-B35ED0E1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EA43C66-B2AB-4E56-8F3C-FC8EED7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6C8A464-916C-4C92-9864-97410161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331E273-D508-471E-96FD-680B6E0B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AA0D020-567B-49E1-A894-D417EEA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0C0DE71-7C98-426D-8656-7EFF8F4C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3447A6F-6FB1-415B-9973-26480CB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5B7D652-0EBB-41C6-AC6D-E18F13DA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254DDCED-2A97-402A-BD90-8258556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p02-full-003455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1B2ECCC-1872-4D0B-BD2E-1230B5D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6383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0D25D08-DD65-4F15-A32E-EB306B73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69B38C5-7339-4D2D-904B-CDBF6DC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env.prod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F0C1027D-6190-4841-A21F-6064789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D90F019-E34D-4F28-B17C-ED951C1F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30EEFE8-D876-4C65-B54E-81D03D82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72D3F84-2B4D-4204-8083-A33C3DC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32411C7-4F56-4C1F-BB4C-50FBCCEA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7407D46-8D31-4D8A-AD16-430E5016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33029BF-7252-4A72-ABB7-185B491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0422227-EC83-45EB-B335-34811ECA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BE24F53-CF4F-49B9-A09E-4D9E04E7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DFEBC5BC-DA5D-481E-B3BB-611B94FF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A4469D2-3A05-4174-9735-EDFED3E0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E15C41BD-47A0-49E4-9CD9-A522D8B5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1628C62-103C-47A0-9D9C-5C1AC8D4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A4387C1-103D-47D5-9536-45E48549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79AF3C1F-7F09-4ACF-8890-BAB7AED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C1911C4-C749-4924-BB66-7B18EAC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p02-full-003455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CE041BB-3003-40E5-A65B-9FDC97CA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90818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E748783-D58D-4E77-A2C7-8C5B11F9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EB5E098-891A-4EE8-B907-37709DE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Telemetry Exporter Operations Briefing Pptx: Q-07 threshold evidence · p02-full-003455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a9fd52a1b04ca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79B1477-69B4-4B42-B1F2-7D20F5F8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57F24C1-B2BA-4B3F-B527-309EA2E6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35F9A24-6225-4A28-9A63-E6A029F8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D4F579F-1CA3-4380-943D-7DF6844E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8034D43-C091-4D9E-BC33-CF76C75D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3EE051A-C134-42AC-A430-8C021DA9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667FF019-3A67-4F4D-8FA4-B5F5C5B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78518B1-7A73-47D1-B3C7-CC4D50BB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87B59EF-E51E-45AC-AD29-F3157469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5B90B3C-2219-40BB-907B-E67F39CD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3F40CCD-528D-4CA2-9758-BC3F50A9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023E1B9-ED23-4008-B583-0003154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9819701-8411-40FF-A3AC-90E0C748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710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2026-08-24T13:00:02.9080000Z</dcterms:created>
  <dcterms:modified xsi:type="dcterms:W3CDTF">2026-08-24T13:00:02.9080000Z</dcterms:modified>
</coreProperties>
</file>