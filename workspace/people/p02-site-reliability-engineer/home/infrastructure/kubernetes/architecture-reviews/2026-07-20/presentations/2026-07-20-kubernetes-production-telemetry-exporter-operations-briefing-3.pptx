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e692f39cd4450" /><Relationship Type="http://schemas.openxmlformats.org/officeDocument/2006/relationships/extended-properties" Target="/docProps/app.xml" Id="R72982de57fe143af" /><Relationship Type="http://schemas.openxmlformats.org/officeDocument/2006/relationships/officeDocument" Target="/ppt/presentation.xml" Id="Re80a848ff352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1c03724d54f91"/>
  </p:sldMasterIdLst>
  <p:notesMasterIdLst>
    <p:notesMasterId xmlns:r="http://schemas.openxmlformats.org/officeDocument/2006/relationships" r:id="R3c669faf8a8c4d80"/>
  </p:notesMasterIdLst>
  <p:sldIdLst>
    <p:sldId xmlns:r="http://schemas.openxmlformats.org/officeDocument/2006/relationships" id="256" r:id="R283601cc91534f7b"/>
    <p:sldId xmlns:r="http://schemas.openxmlformats.org/officeDocument/2006/relationships" id="257" r:id="Rabf37d71eaa14b79"/>
    <p:sldId xmlns:r="http://schemas.openxmlformats.org/officeDocument/2006/relationships" id="258" r:id="R7434435996724a97"/>
    <p:sldId xmlns:r="http://schemas.openxmlformats.org/officeDocument/2006/relationships" id="259" r:id="Rfc00c2295eec41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14e6b27b664f24" /><Relationship Type="http://schemas.openxmlformats.org/officeDocument/2006/relationships/slideMaster" Target="/ppt/slideMasters/slideMaster1.xml" Id="R7f31c03724d54f91" /><Relationship Type="http://schemas.openxmlformats.org/officeDocument/2006/relationships/notesMaster" Target="/ppt/notesMasters/notesMaster1.xml" Id="R3c669faf8a8c4d80" /><Relationship Type="http://schemas.openxmlformats.org/officeDocument/2006/relationships/presProps" Target="/ppt/presProps.xml" Id="R172b35611c4d4442" /><Relationship Type="http://schemas.openxmlformats.org/officeDocument/2006/relationships/tableStyles" Target="/ppt/tableStyles.xml" Id="R66963a7fb0f940ba" /><Relationship Type="http://schemas.openxmlformats.org/officeDocument/2006/relationships/slide" Target="/ppt/slides/slide1.xml" Id="R283601cc91534f7b" /><Relationship Type="http://schemas.openxmlformats.org/officeDocument/2006/relationships/slide" Target="/ppt/slides/slide2.xml" Id="Rabf37d71eaa14b79" /><Relationship Type="http://schemas.openxmlformats.org/officeDocument/2006/relationships/slide" Target="/ppt/slides/slide3.xml" Id="R7434435996724a97" /><Relationship Type="http://schemas.openxmlformats.org/officeDocument/2006/relationships/slide" Target="/ppt/slides/slide4.xml" Id="Rfc00c2295eec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334da06a4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5eed1de20044dc" /><Relationship Type="http://schemas.openxmlformats.org/officeDocument/2006/relationships/notesMaster" Target="/ppt/notesMasters/notesMaster1.xml" Id="Rc246adbf7785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985ae43ef4d21" /><Relationship Type="http://schemas.openxmlformats.org/officeDocument/2006/relationships/notesMaster" Target="/ppt/notesMasters/notesMaster1.xml" Id="R8c3e8fb7628341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f341a41244a4d" /><Relationship Type="http://schemas.openxmlformats.org/officeDocument/2006/relationships/notesMaster" Target="/ppt/notesMasters/notesMaster1.xml" Id="R420e3f0dcd6d45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6bccc1c304d4a" /><Relationship Type="http://schemas.openxmlformats.org/officeDocument/2006/relationships/notesMaster" Target="/ppt/notesMasters/notesMaster1.xml" Id="Rfa881cc70532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eeec78ffb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264db43ee495c" /><Relationship Type="http://schemas.openxmlformats.org/officeDocument/2006/relationships/slideLayout" Target="/ppt/slideLayouts/slideLayout1.xml" Id="R3aafadd417e946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fadd417e946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d34b105d144b6" /><Relationship Type="http://schemas.openxmlformats.org/officeDocument/2006/relationships/notesSlide" Target="/ppt/notesSlides/notesSlide1.xml" Id="R2fb47fb615b6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8d3484d9741ad" /><Relationship Type="http://schemas.openxmlformats.org/officeDocument/2006/relationships/notesSlide" Target="/ppt/notesSlides/notesSlide2.xml" Id="Rc9dec7c3b62b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37518d9644627" /><Relationship Type="http://schemas.openxmlformats.org/officeDocument/2006/relationships/notesSlide" Target="/ppt/notesSlides/notesSlide3.xml" Id="R1c5d8670090b4c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f2b1033e24481" /><Relationship Type="http://schemas.openxmlformats.org/officeDocument/2006/relationships/chart" Target="/ppt/slides/charts/chart1.xml" Id="R05dc7020784047c3" /><Relationship Type="http://schemas.openxmlformats.org/officeDocument/2006/relationships/notesSlide" Target="/ppt/notesSlides/notesSlide4.xml" Id="R860d8c1e569944d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B9D2F1A-D2F9-4675-9999-FDE0E7E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CC3CCC8-7F2B-4271-BBDF-5F530FB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226B38B-C199-4ECA-93A5-97910F9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Checkout SVC-17 + Telemetry SVC-31 · control p02-full-010455 · 2026 07 20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F9F69F7-5008-4988-8CE3-743E595C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03320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0EAA1EF-657C-414E-BEF1-8158322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44F87EF-1D4E-4AB6-8B41-04FDC3B9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EAAB652-57CB-44A1-B116-77A362E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C545049-7AA2-4484-9766-14C16D2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D13F305-080A-4C53-A4ED-00B858ED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7352188-B734-4D2D-9E19-A7F3DAD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6484E84-9E3F-489C-8475-449A5B7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7191AC5-3DE4-4803-9708-9B21A0D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75F95C3-C094-42D9-A4AD-51B62DCF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AC8BC16-449E-4D8B-9C98-31B3556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025CFDD-8E73-42AB-82C1-CBBAB4B6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7736548B-B1E0-40E3-B0BE-B736A6E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71CCED9E-C582-4399-BB7C-94655D5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058E50A-DEB3-4544-8269-321A86D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p02-full-010455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409BD32F-4FF3-428B-9B87-3568B75A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90611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3169C53-C6AC-4576-A3B7-B3F5CC51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80B40E0-35D0-449E-866B-0D1E7008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 + Telemetry SVC-31. org.ntc · svc.checkout.svc17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9DE053C-5D53-4316-9CC6-0F06472F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DD68C67C-2296-411F-B1A6-451893B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0CE772C-B5E8-48EE-9DF9-900ABB51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822EA8E-DE36-4D08-97F1-FA06A6E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D7CCF99-72CD-41FC-9352-D8F39E3B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9E83F7D-30C5-4B47-8ADF-38B8C551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97CC177-93DF-4105-909E-C721827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0726BBB-5EF0-42EE-83B3-4DD5936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96EE7A7-674F-4DB4-B596-E5024541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711BCCC-DEB2-4476-B239-E8C8349E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9CA39D8-FDA6-43E5-AACE-B139D4F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C1646D6-01FA-4A42-B43A-A87BE8C8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5CF6628-FCE0-4843-B46D-422585D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F59C9B1-A567-48B0-9B40-1A35A108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A5B0980-0005-470B-8342-1925244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5CC8EC9-AF34-473B-A889-F24A5E0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p02-full-010455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BC7D343-BB22-43A1-A54A-EA4B98A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0194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A4738F2-CDA1-478A-9559-2211F1D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DAFC338-DA8B-4891-BB5E-DF1E073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Telemetry Exporter Operations Briefing Pptx: Q-07 threshold evidence · p02-full-010455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c7020784047c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CD086EB-F0AC-45DE-920B-60881A2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4FA34FF-C1C6-4763-97E1-F124F43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B5259FD-6D95-4FBA-BB41-72E1EC4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1D5D958-2973-4630-A98D-E030F14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818B55C-FEE2-464A-8872-F925939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521E8AC-A36A-4B1A-93BE-622F19FE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39027589-B513-4E57-8BE0-846BDC79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1AA9F4E-0B24-4040-8594-8C53DE79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FD18345-806F-4E35-B9E2-8B6833D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3113C5C-9421-48A0-8EAA-BFC62531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2FA1561-7543-46D7-ABEC-C14D3C81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6675AAB-0C5A-44B0-B3E5-CA3D6E26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E7F4333-EB92-46AA-9172-BBA658A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3503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2026-08-24T13:00:17.3270000Z</dcterms:created>
  <dcterms:modified xsi:type="dcterms:W3CDTF">2026-08-24T13:00:17.3270000Z</dcterms:modified>
</coreProperties>
</file>