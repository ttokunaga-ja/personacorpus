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bf9203993a427c" /><Relationship Type="http://schemas.openxmlformats.org/officeDocument/2006/relationships/extended-properties" Target="/docProps/app.xml" Id="R583de035aa284095" /><Relationship Type="http://schemas.openxmlformats.org/officeDocument/2006/relationships/officeDocument" Target="/ppt/presentation.xml" Id="R09e689c292474d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9257bf04b6438c"/>
  </p:sldMasterIdLst>
  <p:notesMasterIdLst>
    <p:notesMasterId xmlns:r="http://schemas.openxmlformats.org/officeDocument/2006/relationships" r:id="R2a36680d19b94e0f"/>
  </p:notesMasterIdLst>
  <p:sldIdLst>
    <p:sldId xmlns:r="http://schemas.openxmlformats.org/officeDocument/2006/relationships" id="256" r:id="R6b30a7180187456c"/>
    <p:sldId xmlns:r="http://schemas.openxmlformats.org/officeDocument/2006/relationships" id="257" r:id="R2b12f3efae0a49bf"/>
    <p:sldId xmlns:r="http://schemas.openxmlformats.org/officeDocument/2006/relationships" id="258" r:id="R7f32a29023184e67"/>
    <p:sldId xmlns:r="http://schemas.openxmlformats.org/officeDocument/2006/relationships" id="259" r:id="Rc115cf55eacd42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e5671b638444f1" /><Relationship Type="http://schemas.openxmlformats.org/officeDocument/2006/relationships/slideMaster" Target="/ppt/slideMasters/slideMaster1.xml" Id="R5e9257bf04b6438c" /><Relationship Type="http://schemas.openxmlformats.org/officeDocument/2006/relationships/notesMaster" Target="/ppt/notesMasters/notesMaster1.xml" Id="R2a36680d19b94e0f" /><Relationship Type="http://schemas.openxmlformats.org/officeDocument/2006/relationships/presProps" Target="/ppt/presProps.xml" Id="Rd6d95795b4874d5a" /><Relationship Type="http://schemas.openxmlformats.org/officeDocument/2006/relationships/tableStyles" Target="/ppt/tableStyles.xml" Id="R9cf3eb9a9f994136" /><Relationship Type="http://schemas.openxmlformats.org/officeDocument/2006/relationships/slide" Target="/ppt/slides/slide1.xml" Id="R6b30a7180187456c" /><Relationship Type="http://schemas.openxmlformats.org/officeDocument/2006/relationships/slide" Target="/ppt/slides/slide2.xml" Id="R2b12f3efae0a49bf" /><Relationship Type="http://schemas.openxmlformats.org/officeDocument/2006/relationships/slide" Target="/ppt/slides/slide3.xml" Id="R7f32a29023184e67" /><Relationship Type="http://schemas.openxmlformats.org/officeDocument/2006/relationships/slide" Target="/ppt/slides/slide4.xml" Id="Rc115cf55eacd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5566f1ed4f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c59c1764c4e89" /><Relationship Type="http://schemas.openxmlformats.org/officeDocument/2006/relationships/notesMaster" Target="/ppt/notesMasters/notesMaster1.xml" Id="R765cc1b60967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09c75084743a8" /><Relationship Type="http://schemas.openxmlformats.org/officeDocument/2006/relationships/notesMaster" Target="/ppt/notesMasters/notesMaster1.xml" Id="Rc00dc97605204e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8b18951344bca" /><Relationship Type="http://schemas.openxmlformats.org/officeDocument/2006/relationships/notesMaster" Target="/ppt/notesMasters/notesMaster1.xml" Id="R4ee2e9855278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c98521c8cd491c" /><Relationship Type="http://schemas.openxmlformats.org/officeDocument/2006/relationships/notesMaster" Target="/ppt/notesMasters/notesMaster1.xml" Id="R58187c8ddeaf40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p02-full-012656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p02-full-012656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p02-full-012656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p02-full-012656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f49ec6d8647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4fd8cc5744bec" /><Relationship Type="http://schemas.openxmlformats.org/officeDocument/2006/relationships/slideLayout" Target="/ppt/slideLayouts/slideLayout1.xml" Id="Re12e48d7fef8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e48d7fef8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1d53c3a5f4ba3" /><Relationship Type="http://schemas.openxmlformats.org/officeDocument/2006/relationships/notesSlide" Target="/ppt/notesSlides/notesSlide1.xml" Id="Rc524e1658ecc4d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f48c45264e18" /><Relationship Type="http://schemas.openxmlformats.org/officeDocument/2006/relationships/notesSlide" Target="/ppt/notesSlides/notesSlide2.xml" Id="R1bddf9dd6b15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aed626c524ddb" /><Relationship Type="http://schemas.openxmlformats.org/officeDocument/2006/relationships/notesSlide" Target="/ppt/notesSlides/notesSlide3.xml" Id="Racc545be37cd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afc1fcd914234" /><Relationship Type="http://schemas.openxmlformats.org/officeDocument/2006/relationships/chart" Target="/ppt/slides/charts/chart1.xml" Id="R562eff9c69434f84" /><Relationship Type="http://schemas.openxmlformats.org/officeDocument/2006/relationships/notesSlide" Target="/ppt/notesSlides/notesSlide4.xml" Id="R57074619f0494c3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15DFC34-974F-453A-B31F-C0A76D1C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AF8C05B-2DAA-49AB-8503-F64297B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B43A5C0-1CBC-48D1-95BA-7C9730B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Platform Reliability · control p02-full-012656 · 2026 07 20 Kubernetes Production Deployment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A63FE30-3944-4DE0-8904-C979CEC1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24068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E9E380A-93E9-4419-88AD-68604EE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3B1DDD9-B7FB-4D13-8A50-264EECC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16F388F-F9D0-4E7D-81E8-773382AB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1F2C380-3077-4943-9F32-A46D766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C4C4A65-8DE0-436D-92A9-E34875D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D83444D-D2B3-4EC6-BE0C-EB9E206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8FAFC65-00E6-4A9E-AD52-2294E68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0F851A3-B3E8-4504-86F2-450CC286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C4C486FF-DB3A-461E-9B39-3D015B5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C48A20D-B8B6-4FA5-B404-B952C07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06BBB2E1-69A5-4F5C-BD25-EDA8E9C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7DB2F48-10DF-4BC8-AA30-D9E2A421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DB20068-2494-4B54-8022-6748F9B4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EF905C77-8D78-4EDF-B33E-A7E4D565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E74CBB9-4D30-44A6-AF93-A7F97BCD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8454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36D5B79-4D45-4C1B-B0DF-0CA0EEAD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00ACB96-FFD2-45AF-A1A0-1F0B7AF2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B8761ED-161F-4C48-A401-020B9B6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32C26F8-543B-417B-9495-881CD63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C8CA305-A6E0-445B-AC11-852962A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068A548-DFEB-4E5C-9230-90D9BE2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8A4E2C4-DB16-4D05-AC47-548AC47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A3D7C83-205B-4879-907B-BFBB0210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DA1311B9-3019-4954-9EA9-0B1E9E92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97B2117-F30C-4D33-94A5-8887360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E8CE3F6-BC7D-485C-938E-FAFE388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CD076DD1-5DB9-4528-845A-FDF9C60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DA45330-B790-4D8E-A133-2FFB012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7BBE617-E61A-4E51-A864-EFEB2146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7250F3D-72D3-4593-B227-6E6A69C9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EBD0B36-3F22-4633-9D01-40FCFD5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E24FC17-933F-4E91-A92B-86620BA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ED1436C2-4828-4A08-B448-F6653355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C421F92-DA8C-44C4-A207-B4B40AED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8B16CBD-2D2D-4B24-9ABD-C865C56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1654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110F0DA-E0D8-45C5-8419-862AC916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F21DCAB-80EA-4520-B824-5C247E2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Q-07 threshold evidence · p02-full-012656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2eff9c69434f84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6DB14EB-CD48-425E-8B86-E7CE5037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991A352-9281-4907-BF11-A122F2F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D2E8CC8-2833-42FC-81EF-AFDE85B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946CFFC-C200-4EBB-BB61-9E369A35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1010D46-DAD2-4EE8-B2AD-5E1D202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A27E4CA-63E1-4F0D-9027-E72A101E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288355C-C42B-4C18-AF9D-F3A1A59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F44B99D-C5A9-4B41-BC5F-F33C9CC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DA140A6-40D2-4CF3-9F40-65B7836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BB891F6-3ECF-4BF2-B5E1-7C8D4A7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CCF3F6A-C2D5-49EB-B256-38A1116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30F1E9E-9B66-43E1-BABF-F328D62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1BCA6DB-000D-43CF-A284-B383362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1557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2026-08-24T13:00:23.5870000Z</dcterms:created>
  <dcterms:modified xsi:type="dcterms:W3CDTF">2026-08-24T13:00:23.5870000Z</dcterms:modified>
</coreProperties>
</file>