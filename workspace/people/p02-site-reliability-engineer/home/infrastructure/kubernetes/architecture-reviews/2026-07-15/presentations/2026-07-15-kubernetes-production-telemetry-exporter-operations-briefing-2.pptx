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367061fd204c7c" /><Relationship Type="http://schemas.openxmlformats.org/officeDocument/2006/relationships/extended-properties" Target="/docProps/app.xml" Id="Ra51d218dc54d4ba3" /><Relationship Type="http://schemas.openxmlformats.org/officeDocument/2006/relationships/officeDocument" Target="/ppt/presentation.xml" Id="Rbf6916392990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9f67f1735944f5"/>
  </p:sldMasterIdLst>
  <p:notesMasterIdLst>
    <p:notesMasterId xmlns:r="http://schemas.openxmlformats.org/officeDocument/2006/relationships" r:id="Rc351ee779a07491f"/>
  </p:notesMasterIdLst>
  <p:sldIdLst>
    <p:sldId xmlns:r="http://schemas.openxmlformats.org/officeDocument/2006/relationships" id="256" r:id="R8e8571ed6aa64fe0"/>
    <p:sldId xmlns:r="http://schemas.openxmlformats.org/officeDocument/2006/relationships" id="257" r:id="R0c53c6a5fdcc4894"/>
    <p:sldId xmlns:r="http://schemas.openxmlformats.org/officeDocument/2006/relationships" id="258" r:id="R091b432a3fdb4018"/>
    <p:sldId xmlns:r="http://schemas.openxmlformats.org/officeDocument/2006/relationships" id="259" r:id="R6c3d39c9fb284b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f8cbae447e4692" /><Relationship Type="http://schemas.openxmlformats.org/officeDocument/2006/relationships/slideMaster" Target="/ppt/slideMasters/slideMaster1.xml" Id="R529f67f1735944f5" /><Relationship Type="http://schemas.openxmlformats.org/officeDocument/2006/relationships/notesMaster" Target="/ppt/notesMasters/notesMaster1.xml" Id="Rc351ee779a07491f" /><Relationship Type="http://schemas.openxmlformats.org/officeDocument/2006/relationships/presProps" Target="/ppt/presProps.xml" Id="R32f6c5cae6ee4aa8" /><Relationship Type="http://schemas.openxmlformats.org/officeDocument/2006/relationships/tableStyles" Target="/ppt/tableStyles.xml" Id="R2ee4a3620b9d4e4c" /><Relationship Type="http://schemas.openxmlformats.org/officeDocument/2006/relationships/slide" Target="/ppt/slides/slide1.xml" Id="R8e8571ed6aa64fe0" /><Relationship Type="http://schemas.openxmlformats.org/officeDocument/2006/relationships/slide" Target="/ppt/slides/slide2.xml" Id="R0c53c6a5fdcc4894" /><Relationship Type="http://schemas.openxmlformats.org/officeDocument/2006/relationships/slide" Target="/ppt/slides/slide3.xml" Id="R091b432a3fdb4018" /><Relationship Type="http://schemas.openxmlformats.org/officeDocument/2006/relationships/slide" Target="/ppt/slides/slide4.xml" Id="R6c3d39c9fb284b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5e83d53cd9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28f7aeae9c4645" /><Relationship Type="http://schemas.openxmlformats.org/officeDocument/2006/relationships/notesMaster" Target="/ppt/notesMasters/notesMaster1.xml" Id="R568eccfa27104c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79c6c29314176" /><Relationship Type="http://schemas.openxmlformats.org/officeDocument/2006/relationships/notesMaster" Target="/ppt/notesMasters/notesMaster1.xml" Id="Ra1234d49f5964f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dcb6927b4a4ceb" /><Relationship Type="http://schemas.openxmlformats.org/officeDocument/2006/relationships/notesMaster" Target="/ppt/notesMasters/notesMaster1.xml" Id="R4d06eb67189f42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1e6635124f4a63" /><Relationship Type="http://schemas.openxmlformats.org/officeDocument/2006/relationships/notesMaster" Target="/ppt/notesMasters/notesMaster1.xml" Id="R0af2c0fcd249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p02-full-008455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p02-full-008455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p02-full-008455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infrastructure/kubernetes/services/data/2026-07-14-kubernetes-production-node-affinity-metrics-csv-s001901.csv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p02-full-001901, row:canonical-metric.</a:t>
            </a:r>
          </a:p>
          <a:p xmlns:a="http://schemas.openxmlformats.org/drawingml/2006/main">
            <a:r>
              <a:t>Artifact: p02-full-008455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863abcd2346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db0f4e2e4e4b8b" /><Relationship Type="http://schemas.openxmlformats.org/officeDocument/2006/relationships/slideLayout" Target="/ppt/slideLayouts/slideLayout1.xml" Id="Rd096119976b34a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96119976b34a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3386d801b4c9e" /><Relationship Type="http://schemas.openxmlformats.org/officeDocument/2006/relationships/notesSlide" Target="/ppt/notesSlides/notesSlide1.xml" Id="Rc7db8965b0f14b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76c39f5c740f0" /><Relationship Type="http://schemas.openxmlformats.org/officeDocument/2006/relationships/notesSlide" Target="/ppt/notesSlides/notesSlide2.xml" Id="Rfca5812f1f2043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14d7efe01400e" /><Relationship Type="http://schemas.openxmlformats.org/officeDocument/2006/relationships/notesSlide" Target="/ppt/notesSlides/notesSlide3.xml" Id="R7101c6d0912548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46f519127481a" /><Relationship Type="http://schemas.openxmlformats.org/officeDocument/2006/relationships/chart" Target="/ppt/slides/charts/chart1.xml" Id="Rba115b558f5a4890" /><Relationship Type="http://schemas.openxmlformats.org/officeDocument/2006/relationships/notesSlide" Target="/ppt/notesSlides/notesSlide4.xml" Id="R7c707654f1a74cf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+ 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F4D76F1-586D-4DA2-B52E-04C371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6963EA3E-5152-44AA-BB04-C343607F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p02-full-008455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7CC4D77-8ECB-4428-8219-0E30B58A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infrastructure/kubernetes · Identity SVC-23 + Telemetry SVC-31 · control p02-full-008455 · 2026 07 15 Kubernetes Production Telemetry Exporter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B97669B8-81F9-4A5D-81E5-6DE0DCA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33600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DFB85B0-8244-4269-B76E-1A99F9F9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Telemetry Exporter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0E8C7AF0-EDE0-4C4B-A807-8745A551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D4CFFC10-7F50-41D5-B893-20BF3260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7747EB9-2A80-4573-AD9A-4B010295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3427117-EF96-428C-985E-4F2DE6D6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node affinity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B8180B4-27ED-4A15-BCD6-0B08696D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FC44492-A692-4DAF-987A-2B823DA1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02E84B1E-A69B-47D5-9C5D-54239D38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4DF1A385-4C55-40ED-9381-FB00E86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 +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BEBDB63-76FC-460E-B7EC-AA35BB5B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7406F68-D4C8-4E05-984C-DA9E7366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007F0BF-02FC-4502-A686-60B69EE3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C932872-1B44-4111-B01D-8EB0A69F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21A497F-2202-4A9A-AFC2-1E715D24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p02-full-008455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F7024B0-B960-4238-BCA4-E336F2A3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4127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23A8E014-AD77-4463-87CD-5E818DCC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p02-full-008455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8A6C90AD-6BF5-43B9-828B-A3284C25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 + Telemetry SVC-31. org.ntc · svc.identity.svc23 · rel.topology.260713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27D9A302-7DD1-4191-97FE-A013EE40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0DE0E63-793F-48F2-B37F-F129C27A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F5DA2C30-66FB-4352-8194-0A2E7043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40CE6A04-0606-432A-8FDD-AE79A55F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3310BEC-7595-462E-9283-2BD7FB0E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738D9FA-8E00-45E6-8FB0-A72EDB7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34FCBB1A-5315-4C8D-A87D-C2B1BB0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AE8E994-A4E3-4930-AAB3-973CF840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D7399A31-06DA-4FF0-8C23-17811C02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234FD3B3-56DF-4C53-AEF5-06BBE66F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A9EA7AE-E07A-44C3-BF22-38FFA9F6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18DA094-A5E9-440B-9245-DCB6CD0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FAEEB83-B9F4-447A-A925-A0DEA2BF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5AEA884A-0E56-430B-ABBF-EF04538F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32FE76E-21BD-43FB-B75E-6C125B4F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F44C765-1D43-4F25-8C2B-D2858A8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p02-full-008455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9B846D8-9FCB-4B7C-8B14-DC10456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1117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CB63ABCC-5F89-4E0C-9835-A5686EE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7DB7558E-2DAB-44FC-B863-66A6379C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Telemetry Exporter Operations Briefing Pptx: Q-07 threshold evidence · p02-full-008455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115b558f5a489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6E62A217-CD84-4BDC-91E1-6D4B2512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11F4CB0-2F0D-4969-9CE4-2F72E9E4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483BE6D7-5233-4FBA-A455-CE5C120C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952B7EA3-49D7-4688-8E37-3A752FEE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3B89EB8-0CA3-4C44-88CA-B200285C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AD38B6D-DA87-459B-9ACC-E3F2D9C1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8D8025FD-5758-42FD-BEF2-A244BC6C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722A2B6D-C8DB-42E3-96FD-BE2967A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6E153F7-809E-4965-AFB3-DDE0A4E2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 + 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2983D025-239F-48AD-B1BF-A83E8C86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3494F7C-862B-453F-928A-23885232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18B9C27-1581-49B0-82F7-2A7F0219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node affinity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7E5594E-FDDD-42D0-BF81-3F8CCC29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7125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2026-08-24T13:00:09.2260000Z</dcterms:created>
  <dcterms:modified xsi:type="dcterms:W3CDTF">2026-08-24T13:00:09.2260000Z</dcterms:modified>
</coreProperties>
</file>