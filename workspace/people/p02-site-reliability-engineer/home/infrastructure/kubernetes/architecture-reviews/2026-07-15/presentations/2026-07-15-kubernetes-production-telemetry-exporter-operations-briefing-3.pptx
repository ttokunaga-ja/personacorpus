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f761e706e448e7" /><Relationship Type="http://schemas.openxmlformats.org/officeDocument/2006/relationships/extended-properties" Target="/docProps/app.xml" Id="R088897e363f040fb" /><Relationship Type="http://schemas.openxmlformats.org/officeDocument/2006/relationships/officeDocument" Target="/ppt/presentation.xml" Id="R5a233e9542134f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dbd0c8fd284a4d"/>
  </p:sldMasterIdLst>
  <p:notesMasterIdLst>
    <p:notesMasterId xmlns:r="http://schemas.openxmlformats.org/officeDocument/2006/relationships" r:id="R396d1f6b51ea42a0"/>
  </p:notesMasterIdLst>
  <p:sldIdLst>
    <p:sldId xmlns:r="http://schemas.openxmlformats.org/officeDocument/2006/relationships" id="256" r:id="Rc39e3c103daf4e9c"/>
    <p:sldId xmlns:r="http://schemas.openxmlformats.org/officeDocument/2006/relationships" id="257" r:id="Ra7cae3a2ec6e4457"/>
    <p:sldId xmlns:r="http://schemas.openxmlformats.org/officeDocument/2006/relationships" id="258" r:id="Rb07d8cca97f6448c"/>
    <p:sldId xmlns:r="http://schemas.openxmlformats.org/officeDocument/2006/relationships" id="259" r:id="R9dfdcd0cee2342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309c881ad04eb2" /><Relationship Type="http://schemas.openxmlformats.org/officeDocument/2006/relationships/slideMaster" Target="/ppt/slideMasters/slideMaster1.xml" Id="R17dbd0c8fd284a4d" /><Relationship Type="http://schemas.openxmlformats.org/officeDocument/2006/relationships/notesMaster" Target="/ppt/notesMasters/notesMaster1.xml" Id="R396d1f6b51ea42a0" /><Relationship Type="http://schemas.openxmlformats.org/officeDocument/2006/relationships/presProps" Target="/ppt/presProps.xml" Id="R1b8ad2a8ab0e4aee" /><Relationship Type="http://schemas.openxmlformats.org/officeDocument/2006/relationships/tableStyles" Target="/ppt/tableStyles.xml" Id="Rdd14cb49a57345b4" /><Relationship Type="http://schemas.openxmlformats.org/officeDocument/2006/relationships/slide" Target="/ppt/slides/slide1.xml" Id="Rc39e3c103daf4e9c" /><Relationship Type="http://schemas.openxmlformats.org/officeDocument/2006/relationships/slide" Target="/ppt/slides/slide2.xml" Id="Ra7cae3a2ec6e4457" /><Relationship Type="http://schemas.openxmlformats.org/officeDocument/2006/relationships/slide" Target="/ppt/slides/slide3.xml" Id="Rb07d8cca97f6448c" /><Relationship Type="http://schemas.openxmlformats.org/officeDocument/2006/relationships/slide" Target="/ppt/slides/slide4.xml" Id="R9dfdcd0cee2342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33e26282a74f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38af7c0b5b4fef" /><Relationship Type="http://schemas.openxmlformats.org/officeDocument/2006/relationships/notesMaster" Target="/ppt/notesMasters/notesMaster1.xml" Id="R314d059157f340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00bd6f39a64866" /><Relationship Type="http://schemas.openxmlformats.org/officeDocument/2006/relationships/notesMaster" Target="/ppt/notesMasters/notesMaster1.xml" Id="Rd841af7aa43143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462ef7d1124635" /><Relationship Type="http://schemas.openxmlformats.org/officeDocument/2006/relationships/notesMaster" Target="/ppt/notesMasters/notesMaster1.xml" Id="R5c84626dabb749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8e19e3a0b94ce6" /><Relationship Type="http://schemas.openxmlformats.org/officeDocument/2006/relationships/notesMaster" Target="/ppt/notesMasters/notesMaster1.xml" Id="R48074bee4d1340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infrastructure/kubernetes/services/data/2026-07-14-kubernetes-production-node-affinity-metrics-csv-s001901.csv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p02-full-001901, row:canonical-metric.</a:t>
            </a:r>
          </a:p>
          <a:p xmlns:a="http://schemas.openxmlformats.org/drawingml/2006/main">
            <a:r>
              <a:t>Artifact: p02-full-012055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infrastructure/kubernetes/services/data/2026-07-14-kubernetes-production-node-affinity-metrics-csv-s001901.csv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p02-full-001901, row:canonical-metric.</a:t>
            </a:r>
          </a:p>
          <a:p xmlns:a="http://schemas.openxmlformats.org/drawingml/2006/main">
            <a:r>
              <a:t>Artifact: p02-full-012055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infrastructure/kubernetes/services/data/2026-07-14-kubernetes-production-node-affinity-metrics-csv-s001901.csv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p02-full-001901, row:canonical-metric.</a:t>
            </a:r>
          </a:p>
          <a:p xmlns:a="http://schemas.openxmlformats.org/drawingml/2006/main">
            <a:r>
              <a:t>Artifact: p02-full-012055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infrastructure/kubernetes/services/data/2026-07-14-kubernetes-production-node-affinity-metrics-csv-s001901.csv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p02-full-001901, row:canonical-metric.</a:t>
            </a:r>
          </a:p>
          <a:p xmlns:a="http://schemas.openxmlformats.org/drawingml/2006/main">
            <a:r>
              <a:t>Artifact: p02-full-012055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d208b3244847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13bc855dcc4411" /><Relationship Type="http://schemas.openxmlformats.org/officeDocument/2006/relationships/slideLayout" Target="/ppt/slideLayouts/slideLayout1.xml" Id="R9b9be1e9c08645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9be1e9c08645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04731495641bf" /><Relationship Type="http://schemas.openxmlformats.org/officeDocument/2006/relationships/notesSlide" Target="/ppt/notesSlides/notesSlide1.xml" Id="R6e237ee8b24f4d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0f601e1d94422" /><Relationship Type="http://schemas.openxmlformats.org/officeDocument/2006/relationships/notesSlide" Target="/ppt/notesSlides/notesSlide2.xml" Id="Rd02f4073bfb94a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0f190ef1b4a7d" /><Relationship Type="http://schemas.openxmlformats.org/officeDocument/2006/relationships/notesSlide" Target="/ppt/notesSlides/notesSlide3.xml" Id="Rf792a7ee533c44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fe2a1f7fb4452" /><Relationship Type="http://schemas.openxmlformats.org/officeDocument/2006/relationships/chart" Target="/ppt/slides/charts/chart1.xml" Id="R859b891c4c3a439c" /><Relationship Type="http://schemas.openxmlformats.org/officeDocument/2006/relationships/notesSlide" Target="/ppt/notesSlides/notesSlide4.xml" Id="Re217f493773742d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Identity SVC-23 + 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0095CCDC-D947-4673-9BCB-5AEBFADB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867F8F04-9698-47C8-BB13-341F6105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p02-full-012055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3E14BB50-E734-49B8-A064-074C4862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infrastructure/kubernetes · Identity SVC-23 + Telemetry SVC-31 · control p02-full-012055 · 2026 07 15 Kubernetes Production Telemetry Exporter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101C3EE5-E6E8-4A15-B3AC-28888A82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1237169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48881093-1A23-4447-8456-10165FDD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Telemetry Exporter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7A9277B7-1B55-4E18-8096-988B52CD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725A427A-9DEC-417C-AC08-BFE7D3E6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87308B36-719F-4043-92E0-686EFB0D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78FC49B0-9DBE-43FC-A183-42C2270F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node affinity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76D4A446-D6E9-4DA8-86FB-B55E1D6E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A13E604D-0A81-479D-B4EC-3EE5D4D5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1FD32C92-FB0B-4A3D-AC0E-B95F0665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7B4B89D8-6A4C-4292-83D5-88D76BFF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Identity SVC-23 +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E5D05EDA-E101-41CD-A0BA-429AE98E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BE2D8E76-C1CF-407A-BD03-080CE6D4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1A4EB54C-1EB4-43CB-9AA4-DF1849EF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38CC0E11-8BB6-4EC0-A5A7-720B0AB8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D7B97047-F85E-470B-BE15-5D311672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p02-full-012055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07F439FA-6AF8-4CCB-9373-36282D0E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594163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DCE1F71D-3F65-48F1-ACAD-8CB7428F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p02-full-012055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8D13DA70-91FA-40B9-9260-4A339E1B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Identity SVC-23 + Telemetry SVC-31. org.ntc · svc.identity.svc23 · rel.topology.260713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66AA6CF5-1B2E-4D7D-B4F0-CC04BCB9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41D69245-11D6-4D4A-9284-9E7ECEE6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16ED04FC-9BD2-4138-B588-6310D9E7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D111C802-28F6-4BC7-8810-A7801CCA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BF7229EE-95EE-4067-80DD-8EE668BD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9428E972-4E46-4E89-8661-4897656A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E0F5BE99-6F57-4176-A512-F91A0EC0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9F0D729A-6E0B-44CB-B9C2-C0046C96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62092832-CFBE-4008-9538-81AA1F80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141683D1-6812-4237-BB09-836CA02C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8DC050A3-0939-4A4E-B5A8-48E400B2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36F6F039-9928-41DB-BFBC-4E2072FC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B40F3769-8091-4BA6-B710-55B5C2AA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198F326A-EE41-4DD9-84AC-34E00B39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771CF4E6-D053-4CE2-9E60-FDBC17F1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AEA7265A-97D2-4B2D-B553-1E9E8FDD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p02-full-012055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D4951E82-570C-4CD8-B675-B05C2574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1371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3C08A979-AC62-46C4-84DF-5B636AB3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E81D37FE-B38A-4A52-8AD3-BA353BE3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Telemetry Exporter Operations Briefing Pptx: Q-07 threshold evidence · p02-full-012055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9b891c4c3a439c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0584F0DE-A90E-4214-8BFB-60F58F83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FFB918C8-6744-470A-AE22-796714F8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BE445189-AAE7-45BE-9913-E66AFD35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CF8B0EF8-197C-4CE7-8025-20E38F03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3E21584B-EC3D-4A4E-9BE0-99486BF5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3D5470C6-DB54-4F1B-9702-C8DEE77D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2C1F6351-39ED-48DD-AA0B-4BA1CCE3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BE6F838C-37B8-4E03-85D9-2F16DE65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9CE606F0-6003-4D64-A489-BFBDC7B9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SVC-23 + 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281FA2D7-D32D-468F-AFB2-AD242A52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2DA99331-F741-4347-B5BF-FA12CEC2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E6504FCB-88D7-41A2-940A-DB9D619E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node affinity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287D1679-7B0F-4CB2-9152-5E671DC5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6237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2026-08-24T13:00:21.1480000Z</dcterms:created>
  <dcterms:modified xsi:type="dcterms:W3CDTF">2026-08-24T13:00:21.1480000Z</dcterms:modified>
</coreProperties>
</file>