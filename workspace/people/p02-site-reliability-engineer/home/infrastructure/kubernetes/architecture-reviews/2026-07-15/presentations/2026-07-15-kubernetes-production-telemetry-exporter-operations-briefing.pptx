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47b3cf65cc4d1d" /><Relationship Type="http://schemas.openxmlformats.org/officeDocument/2006/relationships/extended-properties" Target="/docProps/app.xml" Id="Rc048ed25d04d4ae5" /><Relationship Type="http://schemas.openxmlformats.org/officeDocument/2006/relationships/officeDocument" Target="/ppt/presentation.xml" Id="R189073dbee2345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50b94ecbaa4f04"/>
  </p:sldMasterIdLst>
  <p:notesMasterIdLst>
    <p:notesMasterId xmlns:r="http://schemas.openxmlformats.org/officeDocument/2006/relationships" r:id="Rce8c9a16e0234952"/>
  </p:notesMasterIdLst>
  <p:sldIdLst>
    <p:sldId xmlns:r="http://schemas.openxmlformats.org/officeDocument/2006/relationships" id="256" r:id="R76b1a160ae434387"/>
    <p:sldId xmlns:r="http://schemas.openxmlformats.org/officeDocument/2006/relationships" id="257" r:id="R6e95e3896b294d02"/>
    <p:sldId xmlns:r="http://schemas.openxmlformats.org/officeDocument/2006/relationships" id="258" r:id="R224629f7b9cd4514"/>
    <p:sldId xmlns:r="http://schemas.openxmlformats.org/officeDocument/2006/relationships" id="259" r:id="Rb672e7fa937349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37240f0fb1413f" /><Relationship Type="http://schemas.openxmlformats.org/officeDocument/2006/relationships/slideMaster" Target="/ppt/slideMasters/slideMaster1.xml" Id="R7e50b94ecbaa4f04" /><Relationship Type="http://schemas.openxmlformats.org/officeDocument/2006/relationships/notesMaster" Target="/ppt/notesMasters/notesMaster1.xml" Id="Rce8c9a16e0234952" /><Relationship Type="http://schemas.openxmlformats.org/officeDocument/2006/relationships/presProps" Target="/ppt/presProps.xml" Id="R613e3bae6d6c47c0" /><Relationship Type="http://schemas.openxmlformats.org/officeDocument/2006/relationships/tableStyles" Target="/ppt/tableStyles.xml" Id="Rf65b39d629a640d4" /><Relationship Type="http://schemas.openxmlformats.org/officeDocument/2006/relationships/slide" Target="/ppt/slides/slide1.xml" Id="R76b1a160ae434387" /><Relationship Type="http://schemas.openxmlformats.org/officeDocument/2006/relationships/slide" Target="/ppt/slides/slide2.xml" Id="R6e95e3896b294d02" /><Relationship Type="http://schemas.openxmlformats.org/officeDocument/2006/relationships/slide" Target="/ppt/slides/slide3.xml" Id="R224629f7b9cd4514" /><Relationship Type="http://schemas.openxmlformats.org/officeDocument/2006/relationships/slide" Target="/ppt/slides/slide4.xml" Id="Rb672e7fa937349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8573dce3d94a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315da0492647ce" /><Relationship Type="http://schemas.openxmlformats.org/officeDocument/2006/relationships/notesMaster" Target="/ppt/notesMasters/notesMaster1.xml" Id="Rf829ff18348c4a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91ffaf309646e1" /><Relationship Type="http://schemas.openxmlformats.org/officeDocument/2006/relationships/notesMaster" Target="/ppt/notesMasters/notesMaster1.xml" Id="Ra61636ae1f5c44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4b999160dc4fd6" /><Relationship Type="http://schemas.openxmlformats.org/officeDocument/2006/relationships/notesMaster" Target="/ppt/notesMasters/notesMaster1.xml" Id="R55a8f835690948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598f5759dd48d9" /><Relationship Type="http://schemas.openxmlformats.org/officeDocument/2006/relationships/notesMaster" Target="/ppt/notesMasters/notesMaster1.xml" Id="R2b2645141e1c48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infrastructure/kubernetes/services/data/2026-q3-kubernetes-production-deployment-metrics-csv-s002728.csv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p02-full-002728, row:canonical-metric.</a:t>
            </a:r>
          </a:p>
          <a:p xmlns:a="http://schemas.openxmlformats.org/drawingml/2006/main">
            <a:r>
              <a:t>Artifact: p02-full-007055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infrastructure/kubernetes/services/data/2026-q3-kubernetes-production-deployment-metrics-csv-s002728.csv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p02-full-002728, row:canonical-metric.</a:t>
            </a:r>
          </a:p>
          <a:p xmlns:a="http://schemas.openxmlformats.org/drawingml/2006/main">
            <a:r>
              <a:t>Artifact: p02-full-007055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infrastructure/kubernetes/services/data/2026-q3-kubernetes-production-deployment-metrics-csv-s002728.csv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p02-full-002728, row:canonical-metric.</a:t>
            </a:r>
          </a:p>
          <a:p xmlns:a="http://schemas.openxmlformats.org/drawingml/2006/main">
            <a:r>
              <a:t>Artifact: p02-full-007055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infrastructure/kubernetes/services/data/2026-q3-kubernetes-production-deployment-metrics-csv-s002728.csv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p02-full-002728, row:canonical-metric.</a:t>
            </a:r>
          </a:p>
          <a:p xmlns:a="http://schemas.openxmlformats.org/drawingml/2006/main">
            <a:r>
              <a:t>Artifact: p02-full-007055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bad028da7940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1134d5565d48f4" /><Relationship Type="http://schemas.openxmlformats.org/officeDocument/2006/relationships/slideLayout" Target="/ppt/slideLayouts/slideLayout1.xml" Id="R513e8965bf8144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3e8965bf8144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4008f21fa4de5" /><Relationship Type="http://schemas.openxmlformats.org/officeDocument/2006/relationships/notesSlide" Target="/ppt/notesSlides/notesSlide1.xml" Id="R749aebea614d493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e977146cfb4189" /><Relationship Type="http://schemas.openxmlformats.org/officeDocument/2006/relationships/notesSlide" Target="/ppt/notesSlides/notesSlide2.xml" Id="Rc45412c2bfe741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3ba519760c41c2" /><Relationship Type="http://schemas.openxmlformats.org/officeDocument/2006/relationships/notesSlide" Target="/ppt/notesSlides/notesSlide3.xml" Id="R2c280964138a4ec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b875a6b2042c9" /><Relationship Type="http://schemas.openxmlformats.org/officeDocument/2006/relationships/chart" Target="/ppt/slides/charts/chart1.xml" Id="R8bb4c97ab89a4549" /><Relationship Type="http://schemas.openxmlformats.org/officeDocument/2006/relationships/notesSlide" Target="/ppt/notesSlides/notesSlide4.xml" Id="Rd6afb19d5fd6479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Telemetry SVC-31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4EDD6728-6A4D-4900-962E-92C574CC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A2E8AC99-DCF7-43BC-B11A-B12A68A5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p02-full-007055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0DF0E4BE-02C8-4D61-BC9F-7B15BF92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· infrastructure/kubernetes · Telemetry SVC-31 · control p02-full-007055 · 2026 07 15 Kubernetes Production Telemetry Exporter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A0046AD2-4A2B-44F8-AC11-8F22CB23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500648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022CC88A-5EE3-4885-BC72-2F31278A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Kubernetes Production Telemetry Exporter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6E53565B-DF8D-44B1-8663-5226AF6C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BB491E3D-525D-4EC0-8C41-5EEDAB21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541A6081-9342-4B52-B801-955B95ED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D9E4AFE6-E72B-4D58-B8D4-61AD9DD1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kubernetes production deployment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674DCCCA-79A4-40E5-B106-1AEFE30D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D8609DD6-0E67-431C-B5C9-10B06310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35D74C1B-7B95-468C-A08E-6911EC4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204A8D31-A944-4A25-8505-E2047A16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Telemetry SVC-31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865268BE-7C19-4C2D-98FE-C1DA0837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A1478AAA-BF40-433F-BB70-30D87D5F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CBFE633B-4016-4CE1-946F-4BCF8DD21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9DD67D08-9C93-475F-9AB4-A56F5C6E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2026-07-15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7F68CE2D-457C-4982-961D-16B1854B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p02-full-007055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ECAFD6F4-431D-4B4F-8C53-0F8BA7C6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047748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271B2629-6C76-4DD5-A0AD-096ED659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p02-full-007055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DDEEC1A1-C2FB-49A6-A9FF-13E2D33F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Telemetry SVC-31. org.ntc · env.prod · rel.topology.260713 · date.2026-07-15.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8582B8B6-2EEA-4854-8328-59F33497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085C2DBA-075A-418F-B1C9-6DA424CB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8B5E419F-E605-4928-B047-7192FD1A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C14F6C26-3730-4285-8DA4-53DE17B7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53000525-649B-4C4D-9F0C-1C682277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1DCE5DEB-9D5F-4B5A-AE99-BC6AA26FA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914A59C3-CD78-4D6C-9ED0-21D4121A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440E6F51-B96F-499F-BC09-6299D070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06F679A4-99C5-4697-B722-98BDCAF0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FA4FE687-FB89-4381-9462-1775D8A2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D0F8F58D-17D5-455F-9EE8-4E0C609A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64341BB1-213A-47BC-B8A3-707BDE23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9E19AC96-8895-4FB7-A828-EA138A77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69C6FC22-FC9F-48FE-9A25-61CDC28F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36C23119-C9C9-4252-9A7C-3D2DF3E0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2243844B-A39E-44B3-97E1-0B24593E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p02-full-007055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39E2E117-42AB-43BC-BFA2-B1A87EC3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351789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B3E3A7CC-F293-4E37-87F3-8B0F60F4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08E5190F-64FE-499C-8927-347DE49A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Kubernetes Production Telemetry Exporter Operations Briefing Pptx: Q-07 threshold evidence · p02-full-007055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bb4c97ab89a4549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590F98D7-A05F-4670-8931-35E1FCD5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D9DB3086-F61E-4A42-9970-F8590152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ABA8E95D-7687-46B7-89BC-0C7B80D37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2B754691-5BED-45A3-A225-FF592DCE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CFA3AEDD-00C8-40DD-B8EF-11E9A945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7CE2811E-BD03-4606-90E9-65D846741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14987E73-0CBB-46A4-8B0C-55B4D6EA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360615B0-E1CF-494C-9210-EEF91623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A55482BC-FFE8-4D76-B677-8896CE18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SVC-31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097EA57C-98DB-4FB2-A536-4AE0D4FC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7F8352D7-A086-4AD0-A506-5677641E9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F1E3D861-D21A-4611-B354-D501B63F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q3 kubernetes production deployment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96AF1F40-9AF9-4E42-8D4B-3A1F126E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287952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2026-08-24T13:00:05.2280000Z</dcterms:created>
  <dcterms:modified xsi:type="dcterms:W3CDTF">2026-08-24T13:00:05.2280000Z</dcterms:modified>
</coreProperties>
</file>