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5b2e208c78463b" /><Relationship Type="http://schemas.openxmlformats.org/officeDocument/2006/relationships/extended-properties" Target="/docProps/app.xml" Id="Rce8d785a57e04ce7" /><Relationship Type="http://schemas.openxmlformats.org/officeDocument/2006/relationships/officeDocument" Target="/ppt/presentation.xml" Id="R46972aacc1c7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9026bf96d4a6d"/>
  </p:sldMasterIdLst>
  <p:notesMasterIdLst>
    <p:notesMasterId xmlns:r="http://schemas.openxmlformats.org/officeDocument/2006/relationships" r:id="R0c46d57d23d346dd"/>
  </p:notesMasterIdLst>
  <p:sldIdLst>
    <p:sldId xmlns:r="http://schemas.openxmlformats.org/officeDocument/2006/relationships" id="256" r:id="Rd0c8cbad1b92472b"/>
    <p:sldId xmlns:r="http://schemas.openxmlformats.org/officeDocument/2006/relationships" id="257" r:id="R81ddab9dd50d4e4f"/>
    <p:sldId xmlns:r="http://schemas.openxmlformats.org/officeDocument/2006/relationships" id="258" r:id="R9e0fdfb9749042c0"/>
    <p:sldId xmlns:r="http://schemas.openxmlformats.org/officeDocument/2006/relationships" id="259" r:id="R98a8efbb4abf4b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3f598855cf480e" /><Relationship Type="http://schemas.openxmlformats.org/officeDocument/2006/relationships/slideMaster" Target="/ppt/slideMasters/slideMaster1.xml" Id="R4fb9026bf96d4a6d" /><Relationship Type="http://schemas.openxmlformats.org/officeDocument/2006/relationships/notesMaster" Target="/ppt/notesMasters/notesMaster1.xml" Id="R0c46d57d23d346dd" /><Relationship Type="http://schemas.openxmlformats.org/officeDocument/2006/relationships/presProps" Target="/ppt/presProps.xml" Id="R32d9e8daa8d140bf" /><Relationship Type="http://schemas.openxmlformats.org/officeDocument/2006/relationships/tableStyles" Target="/ppt/tableStyles.xml" Id="R53e01259d72246d9" /><Relationship Type="http://schemas.openxmlformats.org/officeDocument/2006/relationships/slide" Target="/ppt/slides/slide1.xml" Id="Rd0c8cbad1b92472b" /><Relationship Type="http://schemas.openxmlformats.org/officeDocument/2006/relationships/slide" Target="/ppt/slides/slide2.xml" Id="R81ddab9dd50d4e4f" /><Relationship Type="http://schemas.openxmlformats.org/officeDocument/2006/relationships/slide" Target="/ppt/slides/slide3.xml" Id="R9e0fdfb9749042c0" /><Relationship Type="http://schemas.openxmlformats.org/officeDocument/2006/relationships/slide" Target="/ppt/slides/slide4.xml" Id="R98a8efbb4abf4b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82cd0df3bb4d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c90de0eec482c" /><Relationship Type="http://schemas.openxmlformats.org/officeDocument/2006/relationships/notesMaster" Target="/ppt/notesMasters/notesMaster1.xml" Id="R999080839ee34a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3b93961c834a6b" /><Relationship Type="http://schemas.openxmlformats.org/officeDocument/2006/relationships/notesMaster" Target="/ppt/notesMasters/notesMaster1.xml" Id="Rd38008b1c5dd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ff088a5e4b4c83" /><Relationship Type="http://schemas.openxmlformats.org/officeDocument/2006/relationships/notesMaster" Target="/ppt/notesMasters/notesMaster1.xml" Id="R34375c998c234d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5ee017e0d04423" /><Relationship Type="http://schemas.openxmlformats.org/officeDocument/2006/relationships/notesMaster" Target="/ppt/notesMasters/notesMaster1.xml" Id="R6dd9c4efbb2a49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infrastructure/kubernetes/services/data/2026-07-14-kubernetes-production-service-routing-metrics-csv-s001273.csv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p02-full-001273, row:canonical-metric.</a:t>
            </a:r>
          </a:p>
          <a:p xmlns:a="http://schemas.openxmlformats.org/drawingml/2006/main">
            <a:r>
              <a:t>Artifact: p02-full-002849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infrastructure/kubernetes/services/data/2026-07-14-kubernetes-production-service-routing-metrics-csv-s001273.csv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p02-full-001273, row:canonical-metric.</a:t>
            </a:r>
          </a:p>
          <a:p xmlns:a="http://schemas.openxmlformats.org/drawingml/2006/main">
            <a:r>
              <a:t>Artifact: p02-full-002849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infrastructure/kubernetes/services/data/2026-07-14-kubernetes-production-service-routing-metrics-csv-s001273.csv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p02-full-001273, row:canonical-metric.</a:t>
            </a:r>
          </a:p>
          <a:p xmlns:a="http://schemas.openxmlformats.org/drawingml/2006/main">
            <a:r>
              <a:t>Artifact: p02-full-002849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infrastructure/kubernetes/services/data/2026-07-14-kubernetes-production-service-routing-metrics-csv-s001273.csv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p02-full-001273, row:canonical-metric.</a:t>
            </a:r>
          </a:p>
          <a:p xmlns:a="http://schemas.openxmlformats.org/drawingml/2006/main">
            <a:r>
              <a:t>Artifact: p02-full-002849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4b816845342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8832d74a734e67" /><Relationship Type="http://schemas.openxmlformats.org/officeDocument/2006/relationships/slideLayout" Target="/ppt/slideLayouts/slideLayout1.xml" Id="Rc669f1dcd0484b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9f1dcd0484b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82d21e4654505" /><Relationship Type="http://schemas.openxmlformats.org/officeDocument/2006/relationships/notesSlide" Target="/ppt/notesSlides/notesSlide1.xml" Id="R48c3acb356ae4a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38082e55f425f" /><Relationship Type="http://schemas.openxmlformats.org/officeDocument/2006/relationships/notesSlide" Target="/ppt/notesSlides/notesSlide2.xml" Id="Rc2dbc73d23b1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10bec56334c26" /><Relationship Type="http://schemas.openxmlformats.org/officeDocument/2006/relationships/notesSlide" Target="/ppt/notesSlides/notesSlide3.xml" Id="R434c713e55ec47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ebc8fe3da4769" /><Relationship Type="http://schemas.openxmlformats.org/officeDocument/2006/relationships/chart" Target="/ppt/slides/charts/chart1.xml" Id="R25edcccf732a4497" /><Relationship Type="http://schemas.openxmlformats.org/officeDocument/2006/relationships/notesSlide" Target="/ppt/notesSlides/notesSlide4.xml" Id="Rd6c48c481a8b4b7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291D0CD-2AD1-4393-A87D-590107B8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DEED7D7-057E-47D5-9DE7-00CECCB8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p02-full-002849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6817A7E5-3643-4019-8778-8C3F5A4E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infrastructure/kubernetes · Platform Reliability · control p02-full-002849 · 2026 07 15 Kubernetes Production Service Routing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6C3A663-CDE3-49B7-A2AD-33CAF280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32649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876795A2-4F1D-4BE5-A384-A894126D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Service Routing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D129C68-B5EA-4F16-A1B7-0B5B4879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11F2A2CF-BB6E-405A-BA2C-6CA04907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D6896B9-6F37-4F39-B2D0-CE4C017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2BEE8E7-36FE-49E3-8C40-0E7FB09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service routing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6443296-6257-49C3-9A81-2E9E543B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A9CC2CD5-CA30-4A9B-A363-FC629E19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6760B68-4DE0-4259-BA83-2F8C663D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E48310E-5024-41E5-A18B-CB0BDA94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7F02859-80DA-4DDE-9224-2C85BABB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9E5DCD62-58BE-416D-8065-0E189943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D50D299-ECB8-4B7B-97EF-2211FE71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2423AE12-566C-496E-A833-B6BBAD62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F231006-0853-4D72-B355-ADF3C66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p02-full-002849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DA63F65-D81E-47F4-BFE9-0749FB62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6494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5143F71-6065-4801-821A-F689E032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p02-full-002849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FEDD39B-42A3-4D5C-B98D-2E2D6552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rel.topology.260713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69F9F5F-EEA4-4D6A-9E80-2C5A0F35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C1AE3E0-A96C-418C-B206-C91399CB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48A3B8B3-5514-4E1A-B63C-4DD39F57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7BB3802-F8A3-41DE-84D2-7407D2AF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D8799AFE-05C2-4EA7-B225-F0F8E81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423616D-F596-485D-9290-A6BE6CE7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9333DDD-2D9A-423A-B2B5-ED62FA8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7AD64897-BDEA-4518-93F2-CC04E460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6BB3CF2-91F9-47E8-B5B4-E50AE5F5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45E97C64-AA48-4744-B2CD-0CAF658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2FC0745-8837-4BDF-983F-8531F0F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135853B-ACF9-4D92-AAA1-0A1E6C42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F14C262-E0B5-449E-8072-73F55BEB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BDE251B-5699-4DCF-B725-6E42EDBC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E29E681-9CD1-4ED5-BE01-FEEA758E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B33AC872-50AD-4B7E-9BC3-DBE30936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p02-full-002849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B4E14E40-1627-4186-AEF4-167149C6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22027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FE2AE03-D0DD-4D0E-98D5-C1A14432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3BC0126E-401B-48B8-96B9-CF260B19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Service Routing Operations Briefing Pptx: Q-07 threshold evidence · p02-full-002849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edcccf732a449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CF0B5769-9BF4-4BCE-BBF9-E891DF4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10E21882-285E-4833-A3A5-8F63EB3F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58B2D235-C9BB-4209-9206-DCC5D85E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CDC1A06C-34C5-49DF-9B85-B5D706CC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E66080E9-549D-4091-9F8E-C840CC19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143CA5D-B50E-4305-BE6D-0A857F9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E125F61-B656-496A-B513-39921AF0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54A50AF-00B5-4792-9C3C-A8A5D3A5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CEF5EC4-8969-4306-8D71-E0E3E238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0132ADA-D8BA-4F98-8592-B42B9AC5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2F1F000-CEB9-44FC-A44B-13F20398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0311EB0-44F2-4038-B06E-A5CFE8F6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service routing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D9565949-D70B-4FF7-854B-C270B71A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83294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2026-08-24T13:00:00.8150000Z</dcterms:created>
  <dcterms:modified xsi:type="dcterms:W3CDTF">2026-08-24T13:00:00.8150000Z</dcterms:modified>
</coreProperties>
</file>