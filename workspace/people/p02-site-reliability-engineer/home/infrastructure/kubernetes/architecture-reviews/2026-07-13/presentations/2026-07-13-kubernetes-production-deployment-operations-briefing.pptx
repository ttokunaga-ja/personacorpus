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4307c1a4fa4427" /><Relationship Type="http://schemas.openxmlformats.org/officeDocument/2006/relationships/extended-properties" Target="/docProps/app.xml" Id="R23c59b72c30e430d" /><Relationship Type="http://schemas.openxmlformats.org/officeDocument/2006/relationships/officeDocument" Target="/ppt/presentation.xml" Id="Rbec9ef75601e4e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71d86e9664431a"/>
  </p:sldMasterIdLst>
  <p:notesMasterIdLst>
    <p:notesMasterId xmlns:r="http://schemas.openxmlformats.org/officeDocument/2006/relationships" r:id="Rc16ce31adb9943d8"/>
  </p:notesMasterIdLst>
  <p:sldIdLst>
    <p:sldId xmlns:r="http://schemas.openxmlformats.org/officeDocument/2006/relationships" id="256" r:id="R0d43eb17046b4f8b"/>
    <p:sldId xmlns:r="http://schemas.openxmlformats.org/officeDocument/2006/relationships" id="257" r:id="R68acf3368bd84ffc"/>
    <p:sldId xmlns:r="http://schemas.openxmlformats.org/officeDocument/2006/relationships" id="258" r:id="R7dafa695a498428a"/>
    <p:sldId xmlns:r="http://schemas.openxmlformats.org/officeDocument/2006/relationships" id="259" r:id="R18f3cff697ce49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2ab4e35da8401a" /><Relationship Type="http://schemas.openxmlformats.org/officeDocument/2006/relationships/slideMaster" Target="/ppt/slideMasters/slideMaster1.xml" Id="R5671d86e9664431a" /><Relationship Type="http://schemas.openxmlformats.org/officeDocument/2006/relationships/notesMaster" Target="/ppt/notesMasters/notesMaster1.xml" Id="Rc16ce31adb9943d8" /><Relationship Type="http://schemas.openxmlformats.org/officeDocument/2006/relationships/presProps" Target="/ppt/presProps.xml" Id="Rc67aff088db44bca" /><Relationship Type="http://schemas.openxmlformats.org/officeDocument/2006/relationships/tableStyles" Target="/ppt/tableStyles.xml" Id="Rfcc95c2593fb4e22" /><Relationship Type="http://schemas.openxmlformats.org/officeDocument/2006/relationships/slide" Target="/ppt/slides/slide1.xml" Id="R0d43eb17046b4f8b" /><Relationship Type="http://schemas.openxmlformats.org/officeDocument/2006/relationships/slide" Target="/ppt/slides/slide2.xml" Id="R68acf3368bd84ffc" /><Relationship Type="http://schemas.openxmlformats.org/officeDocument/2006/relationships/slide" Target="/ppt/slides/slide3.xml" Id="R7dafa695a498428a" /><Relationship Type="http://schemas.openxmlformats.org/officeDocument/2006/relationships/slide" Target="/ppt/slides/slide4.xml" Id="R18f3cff697ce49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03780dacab43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9732bd5c9b42e5" /><Relationship Type="http://schemas.openxmlformats.org/officeDocument/2006/relationships/notesMaster" Target="/ppt/notesMasters/notesMaster1.xml" Id="R55a1060a32d148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f3e2624aef4481" /><Relationship Type="http://schemas.openxmlformats.org/officeDocument/2006/relationships/notesMaster" Target="/ppt/notesMasters/notesMaster1.xml" Id="R70f66a2adc124b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3f9370853f4939" /><Relationship Type="http://schemas.openxmlformats.org/officeDocument/2006/relationships/notesMaster" Target="/ppt/notesMasters/notesMaster1.xml" Id="Rd58c6e31b4be4f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686dc0506e4dda" /><Relationship Type="http://schemas.openxmlformats.org/officeDocument/2006/relationships/notesMaster" Target="/ppt/notesMasters/notesMaster1.xml" Id="R218d4092d21744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infrastructure/kubernetes/services/data/2026-07-14-kubernetes-production-network-policy-metrics-csv-s000044.csv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p02-full-000044, row:canonical-metric.</a:t>
            </a:r>
          </a:p>
          <a:p xmlns:a="http://schemas.openxmlformats.org/drawingml/2006/main">
            <a:r>
              <a:t>Artifact: p02-full-004656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infrastructure/kubernetes/services/data/2026-07-14-kubernetes-production-network-policy-metrics-csv-s000044.csv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p02-full-000044, row:canonical-metric.</a:t>
            </a:r>
          </a:p>
          <a:p xmlns:a="http://schemas.openxmlformats.org/drawingml/2006/main">
            <a:r>
              <a:t>Artifact: p02-full-004656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infrastructure/kubernetes/services/data/2026-07-14-kubernetes-production-network-policy-metrics-csv-s000044.csv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p02-full-000044, row:canonical-metric.</a:t>
            </a:r>
          </a:p>
          <a:p xmlns:a="http://schemas.openxmlformats.org/drawingml/2006/main">
            <a:r>
              <a:t>Artifact: p02-full-004656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infrastructure/kubernetes/services/data/2026-07-14-kubernetes-production-network-policy-metrics-csv-s000044.csv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p02-full-000044, row:canonical-metric.</a:t>
            </a:r>
          </a:p>
          <a:p xmlns:a="http://schemas.openxmlformats.org/drawingml/2006/main">
            <a:r>
              <a:t>Artifact: p02-full-004656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6ae38fdf942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24566e3e814edc" /><Relationship Type="http://schemas.openxmlformats.org/officeDocument/2006/relationships/slideLayout" Target="/ppt/slideLayouts/slideLayout1.xml" Id="R8601b340c77348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01b340c77348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2f05154c24083" /><Relationship Type="http://schemas.openxmlformats.org/officeDocument/2006/relationships/notesSlide" Target="/ppt/notesSlides/notesSlide1.xml" Id="R830ba017b4564d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465ce46e4463d" /><Relationship Type="http://schemas.openxmlformats.org/officeDocument/2006/relationships/notesSlide" Target="/ppt/notesSlides/notesSlide2.xml" Id="Raaf1da63d3764f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c0e06905b432b" /><Relationship Type="http://schemas.openxmlformats.org/officeDocument/2006/relationships/notesSlide" Target="/ppt/notesSlides/notesSlide3.xml" Id="R6ba6fadb9c5f47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40dc84bcd427d" /><Relationship Type="http://schemas.openxmlformats.org/officeDocument/2006/relationships/chart" Target="/ppt/slides/charts/chart1.xml" Id="R067e103cd9d14b10" /><Relationship Type="http://schemas.openxmlformats.org/officeDocument/2006/relationships/notesSlide" Target="/ppt/notesSlides/notesSlide4.xml" Id="R14fbc97eaaeb42b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1B8BF90D-129B-4847-81A2-F87F356A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613132C-C664-4899-BA3C-BFFE8E5E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p02-full-004656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2BED8A3-CD49-4ADD-BEA7-C5CC8A2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infrastructure/kubernetes · Checkout SVC-17 · control p02-full-004656 · 2026 07 13 Kubernetes Production Deployment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59D39013-B881-4328-9848-B763DE4A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60641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9CC949F-9A18-4285-99B3-C5F669CE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Deployment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9EB4E422-E6CE-4CC1-A09A-BB701C1C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A7874D69-097C-4390-9737-7B958A7C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522109A-3428-4C0F-8CA0-9E99C064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5072AD5-F3D5-46E3-92FE-CF35B25E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network policy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3CB3D137-6C83-47EE-8477-A3F6357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EF2A961-3748-43CE-B902-20301804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A8E37EFE-D037-491B-9354-E9273C80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BFE2D6DA-7CB6-4BB8-80CA-23609BC7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BB8BF026-8257-4BBC-AC50-DD1AEC7D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21D20DA2-DB1F-4D14-A744-1D184BAC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98E51D41-EE0D-4E4B-ACB3-03C93592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728EBA7-F68D-49BB-AB07-407BB829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C0ACC456-BA23-40A0-9F14-D5C15C6E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p02-full-004656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66A4B638-9E88-4ACD-8688-893EF7B1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41088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4D450561-FA63-49CA-ABC8-C926A60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p02-full-004656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A9767B28-A7B9-4D16-810D-4E9DE041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rel.topology.260713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7822D71D-5947-48F5-87E7-BB00400C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FF8EE9D9-D97D-444E-A29B-D3972FD0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B505FEBD-C293-4535-AF59-C6D3847C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BD875D45-DF0B-4CAF-B91C-4232CF12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2C33092-D3A5-44D7-9088-BE9A0CF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8332417-5AA6-4A73-90DC-D349C968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F2F1F079-A2FC-4F50-B2B8-8CD8D1B2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166C5E2-6A7E-44BF-965E-F1D4F196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C9F8F284-690C-4D55-A6B7-2FB009A0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F4271843-07DF-468F-AC72-539A3A8A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B19BA738-AFDC-42B9-8B86-9E479735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45B26856-B68E-4157-BD11-9FE0457F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4E5336E8-1634-416A-B6E8-0358E662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EE836000-1D64-403C-8BC4-D5D82E75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FDBD53A1-D279-4070-A26F-C88B860A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1AAFF274-76D9-4678-8EAB-598422F4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2BDE0711-58E8-4B54-86C1-B5C89EC8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p02-full-004656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36269C3C-54FB-4326-9BFA-8ED8DFC8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7701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772986D-FE01-42B9-A67E-011254F6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249AA362-A6EE-47AB-A80A-3885A72E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Deployment Operations Briefing Pptx: Q-07 threshold evidence · p02-full-004656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7e103cd9d14b1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556C78A-F2A4-4207-B377-06472542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0913CDCA-FCB6-4FE9-9ABF-8AD87D81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7929CF71-E428-42C7-8782-D3BDB56A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5CA71AE-1465-46B7-85C1-B032EE1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669B84F-1BB2-4CF9-B48B-2BCAE88D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53E82F1-A15C-413C-8039-FB31D34E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933E4503-97FC-4064-9B48-DFDDEBC4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D0E6E69-97CE-4985-B347-9C2A7C31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F12EC2CD-FA62-444A-8F28-7BD1D9A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E5AB46A-F825-4A57-855B-55072750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87D1B16C-C9FC-4564-9007-0EFBF2A6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DB761F71-A198-411D-A89D-8E0C1B5B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network policy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F5714C28-ADEB-4E3E-BBED-609F7E62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834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2026-08-24T13:00:03.6180000Z</dcterms:created>
  <dcterms:modified xsi:type="dcterms:W3CDTF">2026-08-24T13:00:03.6180000Z</dcterms:modified>
</coreProperties>
</file>