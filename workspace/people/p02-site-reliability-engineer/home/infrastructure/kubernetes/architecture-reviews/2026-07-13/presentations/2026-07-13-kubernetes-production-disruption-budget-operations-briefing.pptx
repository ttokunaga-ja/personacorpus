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410b93e97492b" /><Relationship Type="http://schemas.openxmlformats.org/officeDocument/2006/relationships/extended-properties" Target="/docProps/app.xml" Id="R93473aa58dd1442e" /><Relationship Type="http://schemas.openxmlformats.org/officeDocument/2006/relationships/officeDocument" Target="/ppt/presentation.xml" Id="R3ebfedac97d04a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2182053d4442a"/>
  </p:sldMasterIdLst>
  <p:notesMasterIdLst>
    <p:notesMasterId xmlns:r="http://schemas.openxmlformats.org/officeDocument/2006/relationships" r:id="Rc99ce43e876c41fe"/>
  </p:notesMasterIdLst>
  <p:sldIdLst>
    <p:sldId xmlns:r="http://schemas.openxmlformats.org/officeDocument/2006/relationships" id="256" r:id="Rdeceb06bed9a4044"/>
    <p:sldId xmlns:r="http://schemas.openxmlformats.org/officeDocument/2006/relationships" id="257" r:id="R6dfb5f22940a49dc"/>
    <p:sldId xmlns:r="http://schemas.openxmlformats.org/officeDocument/2006/relationships" id="258" r:id="Rc2fe6e0bb225424b"/>
    <p:sldId xmlns:r="http://schemas.openxmlformats.org/officeDocument/2006/relationships" id="259" r:id="R02055ec5b41f40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f3c305dc9469e" /><Relationship Type="http://schemas.openxmlformats.org/officeDocument/2006/relationships/slideMaster" Target="/ppt/slideMasters/slideMaster1.xml" Id="Rcec2182053d4442a" /><Relationship Type="http://schemas.openxmlformats.org/officeDocument/2006/relationships/notesMaster" Target="/ppt/notesMasters/notesMaster1.xml" Id="Rc99ce43e876c41fe" /><Relationship Type="http://schemas.openxmlformats.org/officeDocument/2006/relationships/presProps" Target="/ppt/presProps.xml" Id="R1926c96ba52f48b6" /><Relationship Type="http://schemas.openxmlformats.org/officeDocument/2006/relationships/tableStyles" Target="/ppt/tableStyles.xml" Id="R55e4e7ee6fd2462c" /><Relationship Type="http://schemas.openxmlformats.org/officeDocument/2006/relationships/slide" Target="/ppt/slides/slide1.xml" Id="Rdeceb06bed9a4044" /><Relationship Type="http://schemas.openxmlformats.org/officeDocument/2006/relationships/slide" Target="/ppt/slides/slide2.xml" Id="R6dfb5f22940a49dc" /><Relationship Type="http://schemas.openxmlformats.org/officeDocument/2006/relationships/slide" Target="/ppt/slides/slide3.xml" Id="Rc2fe6e0bb225424b" /><Relationship Type="http://schemas.openxmlformats.org/officeDocument/2006/relationships/slide" Target="/ppt/slides/slide4.xml" Id="R02055ec5b41f40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0b763000f7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51a5b448c419a" /><Relationship Type="http://schemas.openxmlformats.org/officeDocument/2006/relationships/notesMaster" Target="/ppt/notesMasters/notesMaster1.xml" Id="R622ff8dc400240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174abf19b74d87" /><Relationship Type="http://schemas.openxmlformats.org/officeDocument/2006/relationships/notesMaster" Target="/ppt/notesMasters/notesMaster1.xml" Id="R7b8673476ef345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ac09400ff4e45" /><Relationship Type="http://schemas.openxmlformats.org/officeDocument/2006/relationships/notesMaster" Target="/ppt/notesMasters/notesMaster1.xml" Id="R55867ad280a9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247c1e5434ac7" /><Relationship Type="http://schemas.openxmlformats.org/officeDocument/2006/relationships/notesMaster" Target="/ppt/notesMasters/notesMaster1.xml" Id="R0e4bdb6a1f37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p02-full-003155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835c24b7545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4d8917852f469e" /><Relationship Type="http://schemas.openxmlformats.org/officeDocument/2006/relationships/slideLayout" Target="/ppt/slideLayouts/slideLayout1.xml" Id="R9011f1cfb8c44d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1f1cfb8c44d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8b9979ec5487f" /><Relationship Type="http://schemas.openxmlformats.org/officeDocument/2006/relationships/notesSlide" Target="/ppt/notesSlides/notesSlide1.xml" Id="R16e67a9027b343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21ffb22b24f74" /><Relationship Type="http://schemas.openxmlformats.org/officeDocument/2006/relationships/notesSlide" Target="/ppt/notesSlides/notesSlide2.xml" Id="R630d3cd076f841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6fbb2bee3461c" /><Relationship Type="http://schemas.openxmlformats.org/officeDocument/2006/relationships/notesSlide" Target="/ppt/notesSlides/notesSlide3.xml" Id="Rcbe18b08a5f1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6f67c2caa4297" /><Relationship Type="http://schemas.openxmlformats.org/officeDocument/2006/relationships/chart" Target="/ppt/slides/charts/chart1.xml" Id="R914ccee0bb0c4fcc" /><Relationship Type="http://schemas.openxmlformats.org/officeDocument/2006/relationships/notesSlide" Target="/ppt/notesSlides/notesSlide4.xml" Id="R21b0d39f4aa746b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EA4ADDB-0A44-48C4-AAA6-FBFD4FFC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FE6EC3A-2DDD-4290-9678-786FACF9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p02-full-003155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7622350-2F46-4EDA-84D8-E7252399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infrastructure/kubernetes · Platform Reliability · control p02-full-003155 · 2026 07 13 Kubernetes Production Disruption Budget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CDD5ECE-874E-4066-A126-0FD3CEB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09233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8205913-C2C5-4BDA-8A51-7A0CE06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Disruption Budget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538AF36-5E14-439D-971E-6BD6EB34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B8F7A7C-34C3-40DE-940B-701E91DC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99A234F-525C-4257-8FC9-1910FAC0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8CB2870-1801-418E-B53C-503FAE3C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82D272D-13A7-49B8-B02C-2402CB80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249955A-4ADD-4127-A595-A956C78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8F0F550-A644-4C3F-A45E-7A750824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8FED146-7CE8-499F-9FE3-369C761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837E2C6-0D5B-46F4-BAC2-80B99585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A04E4D2-B257-442E-BC87-0340A739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9A5DA6C-EF63-4A1E-AF6D-825F4770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BC9C9B5-5574-4340-8DDB-EC0C0FCF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82CAE16-CE56-45F1-8E91-F2B9509F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p02-full-003155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B3FC161-25BC-4517-B61B-483AC221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7307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B963933-EE85-41FC-9411-4587CAEC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p02-full-003155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429FE70-AE7E-4149-B270-44735EC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rel.topology.260713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8E7F45C-FF60-47D7-A544-78FF2B09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56E1470-FF8C-469B-8135-F4ED9C37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8C658DC-CB50-4F18-B403-318F42B8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1FF6B15-C93E-4D61-B1E6-9F49FB41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C8BE291-C2AB-425B-9103-091F2EE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9E10771-C4A5-49F8-BC24-9288A1A6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896A284-2C72-411A-9BE3-652D956F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3BCC774-FF82-4C83-96F4-075F3C5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FF39666-F289-4CB2-8478-901936E1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701D5E33-3456-4EFA-B514-68BC3463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7D6D7DE-AE87-4479-8267-7F8DC7DA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1294BF1-5D7F-401A-AC90-92AD2EB6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782E58D-B132-49F3-91D5-A45DDAE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ADE4E0D-5736-462D-98F9-87D56D60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F26EAF8-07CE-44A2-B5D0-4C0F171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E9E9D60-85F8-4238-ADBD-B0C0D61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p02-full-003155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7128820-088F-421C-90B2-2196186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7851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BD48F44-B653-44BA-915E-798B339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1582E95-C9B4-46FD-BC8D-7FC09EA4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Disruption Budget Operations Briefing Pptx: Q-07 threshold evidence · p02-full-003155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4ccee0bb0c4fc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61E5009-8675-4673-879F-71FDE98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25D79FB-904C-4109-8B8B-39DCEF9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F5428D5-349D-48F6-A885-4F6D17D1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D7ADC10-6E51-4318-A2AE-B96830A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4C3C664-6F0E-4DFD-B8F4-8F10B839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5A76F1E-F8C5-4265-A97B-04B0ADB2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1B9CD8D-A5B2-4922-B90B-4CF71FEC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886D12F9-4AF4-41F8-90CD-AE79C7DB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036C145-3DCB-4F10-9242-E73E4C6A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E3FFEAF-1099-42DE-9081-F4670E3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0B3A7AE-BCFD-4131-8E12-5ACDAFAF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00BE480-A555-4E89-B6E7-6E1E50C8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9C602E0-A3DD-4F63-88AA-0A1657B5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8022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2026-08-24T13:00:02.1510000Z</dcterms:created>
  <dcterms:modified xsi:type="dcterms:W3CDTF">2026-08-24T13:00:02.1510000Z</dcterms:modified>
</coreProperties>
</file>