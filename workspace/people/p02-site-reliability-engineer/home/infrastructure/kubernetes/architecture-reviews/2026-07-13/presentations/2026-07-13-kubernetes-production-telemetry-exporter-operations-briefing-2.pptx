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ebb004f1474138" /><Relationship Type="http://schemas.openxmlformats.org/officeDocument/2006/relationships/extended-properties" Target="/docProps/app.xml" Id="R2402d41396aa4910" /><Relationship Type="http://schemas.openxmlformats.org/officeDocument/2006/relationships/officeDocument" Target="/ppt/presentation.xml" Id="Rd507dde539b6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1fcec58e3453b"/>
  </p:sldMasterIdLst>
  <p:notesMasterIdLst>
    <p:notesMasterId xmlns:r="http://schemas.openxmlformats.org/officeDocument/2006/relationships" r:id="R00655e971f4c43a7"/>
  </p:notesMasterIdLst>
  <p:sldIdLst>
    <p:sldId xmlns:r="http://schemas.openxmlformats.org/officeDocument/2006/relationships" id="256" r:id="R7c4d46a595f843b1"/>
    <p:sldId xmlns:r="http://schemas.openxmlformats.org/officeDocument/2006/relationships" id="257" r:id="Re13a9cba98cf4403"/>
    <p:sldId xmlns:r="http://schemas.openxmlformats.org/officeDocument/2006/relationships" id="258" r:id="R66731621b3a84e03"/>
    <p:sldId xmlns:r="http://schemas.openxmlformats.org/officeDocument/2006/relationships" id="259" r:id="Rf521bc10122647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caceb0a2a4eff" /><Relationship Type="http://schemas.openxmlformats.org/officeDocument/2006/relationships/slideMaster" Target="/ppt/slideMasters/slideMaster1.xml" Id="Re841fcec58e3453b" /><Relationship Type="http://schemas.openxmlformats.org/officeDocument/2006/relationships/notesMaster" Target="/ppt/notesMasters/notesMaster1.xml" Id="R00655e971f4c43a7" /><Relationship Type="http://schemas.openxmlformats.org/officeDocument/2006/relationships/presProps" Target="/ppt/presProps.xml" Id="R4571189c411c48c7" /><Relationship Type="http://schemas.openxmlformats.org/officeDocument/2006/relationships/tableStyles" Target="/ppt/tableStyles.xml" Id="R22061b08b4734f00" /><Relationship Type="http://schemas.openxmlformats.org/officeDocument/2006/relationships/slide" Target="/ppt/slides/slide1.xml" Id="R7c4d46a595f843b1" /><Relationship Type="http://schemas.openxmlformats.org/officeDocument/2006/relationships/slide" Target="/ppt/slides/slide2.xml" Id="Re13a9cba98cf4403" /><Relationship Type="http://schemas.openxmlformats.org/officeDocument/2006/relationships/slide" Target="/ppt/slides/slide3.xml" Id="R66731621b3a84e03" /><Relationship Type="http://schemas.openxmlformats.org/officeDocument/2006/relationships/slide" Target="/ppt/slides/slide4.xml" Id="Rf521bc10122647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d30b7515aa4e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faab5e08b14521" /><Relationship Type="http://schemas.openxmlformats.org/officeDocument/2006/relationships/notesMaster" Target="/ppt/notesMasters/notesMaster1.xml" Id="R188e3690312d40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1f0d87ebf2415c" /><Relationship Type="http://schemas.openxmlformats.org/officeDocument/2006/relationships/notesMaster" Target="/ppt/notesMasters/notesMaster1.xml" Id="R66582529602144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8bdd94a6d44fe3" /><Relationship Type="http://schemas.openxmlformats.org/officeDocument/2006/relationships/notesMaster" Target="/ppt/notesMasters/notesMaster1.xml" Id="R22803115684b4b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e3352118534527" /><Relationship Type="http://schemas.openxmlformats.org/officeDocument/2006/relationships/notesMaster" Target="/ppt/notesMasters/notesMaster1.xml" Id="R8e763a811cef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p02-full-011655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p02-full-011655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p02-full-011655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p02-full-011655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b8afdd4134d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995c3811e343cc" /><Relationship Type="http://schemas.openxmlformats.org/officeDocument/2006/relationships/slideLayout" Target="/ppt/slideLayouts/slideLayout1.xml" Id="Re07873c2854843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7873c2854843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ed6a45599418b" /><Relationship Type="http://schemas.openxmlformats.org/officeDocument/2006/relationships/notesSlide" Target="/ppt/notesSlides/notesSlide1.xml" Id="Rcfb9b5b651f746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3795bb7c1440f" /><Relationship Type="http://schemas.openxmlformats.org/officeDocument/2006/relationships/notesSlide" Target="/ppt/notesSlides/notesSlide2.xml" Id="R24b0692fd76c41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4092dc94b4014" /><Relationship Type="http://schemas.openxmlformats.org/officeDocument/2006/relationships/notesSlide" Target="/ppt/notesSlides/notesSlide3.xml" Id="R87af3eb050624f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89aa7565345d9" /><Relationship Type="http://schemas.openxmlformats.org/officeDocument/2006/relationships/chart" Target="/ppt/slides/charts/chart1.xml" Id="R3a7d10e3808b48be" /><Relationship Type="http://schemas.openxmlformats.org/officeDocument/2006/relationships/notesSlide" Target="/ppt/notesSlides/notesSlide4.xml" Id="R920b9446e63e41b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+ 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0A85F95-6AAB-4523-B191-EE5A99A1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48DCE259-6885-4EFF-A41F-22A511CD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p02-full-011655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8FFF845-095D-4331-B7CA-02A57473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infrastructure/kubernetes · Checkout SVC-17 + Telemetry SVC-31 · control p02-full-011655 · 2026 07 13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616F7B9-3F84-4B81-BA6F-0D4B5F93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688610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D38D36CC-68B7-43F2-8BCE-F3FE12BF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93412D8-C124-4630-A534-1F647746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54B0A35-7C9D-4A39-B1B4-D1BE91D5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487F0CFD-8AE6-48F3-A2B0-6D79588C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4B0AB54-F875-452D-8178-5F0547F2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autoscaling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42BA10B-FFC2-449E-9FF6-6B171C1A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09A8F5C-0A7D-401E-9612-8B0BDC8E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B5586C1-9366-4EF0-A7D1-1F065376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26B22AD-26A6-4423-9CCC-24BF0E19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 +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E921CDF-3DE8-44C2-BCA2-68111810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71E318A-94D6-4DCA-B636-3C0AE06B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CF1CCEEA-4A0B-4FD2-9328-05ECACB8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A56692C-0A0E-42DD-9085-D2694216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843FEC13-B7DF-4B06-A6FE-CA60D1E0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p02-full-011655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45DDC54B-B047-4D7F-80C8-2E712DC4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6044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6F6F9676-CC25-4CC3-8269-96122F43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p02-full-011655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EA1AA78-5CD4-498B-9AF8-BB6A6999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 + Telemetry SVC-31. org.ntc · svc.checkout.svc17 · rel.topology.260713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0955D0A-7CA3-453E-93B2-C2D34A15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FC5F0E8D-5654-4ABB-831A-F6BE25E5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46234B0E-B03C-4B39-8449-2B872A8D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5CC5D53-79B2-407F-8915-E917DC6A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F2034C7-840B-4A06-AC52-45491E87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525497D-31AC-41EF-A69C-0C28B42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E7EA132-0ECF-4E7B-8524-C6F7256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E49021EC-267B-4E1E-9FD0-08519623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3CE108A-2B01-44F6-B10A-D5DEE832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9676ED19-8FCB-4938-ACB0-16E140C1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22BE5B7-CCBC-4E0B-A66E-5CD3CE01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D35B19E-B18B-41D4-8090-0D33F42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A4191BC-919D-4A31-8418-9E173649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6F7E5C2-566B-4EA8-A4CB-E60B6426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69964731-FA06-4326-AB7E-56F9E97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90556A7-C411-4084-957B-A61633B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p02-full-011655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FCAEF7A0-7BC0-44A7-8E4C-3D63D0B3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563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2B95E2E-B897-4744-8092-2C95F900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1D6AC58-83CC-4A8C-994A-7DF8F981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Telemetry Exporter Operations Briefing Pptx: Q-07 threshold evidence · p02-full-011655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7d10e3808b48be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EEC3DBC-9B96-4134-AE44-ADF54909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9DCCD671-5831-4798-93BB-09700F34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90C51BDD-EF9C-437A-9072-2867011B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63927B2E-5AA8-4ABE-93AE-D66A3C47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3D8A5BC-4761-4195-9678-43184C0F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3E525B88-940D-4594-BDAB-5B08DE8D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DEC894A-1A9F-40F7-A874-3CF0CE47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6F866AB-D655-441B-814A-7AD56B1F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5E2F5E8-A8FE-4F82-A072-24EF5F1D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 + 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4F68A63E-FF1B-43D9-94F2-0AFFE866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98CD6CC-0DB3-4CD0-BEDA-453213A0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696176F-4986-4A88-9516-F0938645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autoscaling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02F0E6B7-E903-4D62-B6D7-C0B8142B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83370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2026-08-24T13:00:18.9920000Z</dcterms:created>
  <dcterms:modified xsi:type="dcterms:W3CDTF">2026-08-24T13:00:18.9920000Z</dcterms:modified>
</coreProperties>
</file>