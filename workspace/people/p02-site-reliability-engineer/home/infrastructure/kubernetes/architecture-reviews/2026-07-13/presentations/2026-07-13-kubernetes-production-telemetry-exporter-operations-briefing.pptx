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4bbdd7fe464a67" /><Relationship Type="http://schemas.openxmlformats.org/officeDocument/2006/relationships/extended-properties" Target="/docProps/app.xml" Id="R65806e777dac4097" /><Relationship Type="http://schemas.openxmlformats.org/officeDocument/2006/relationships/officeDocument" Target="/ppt/presentation.xml" Id="R811d08d82cb741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2488799d44d5c"/>
  </p:sldMasterIdLst>
  <p:notesMasterIdLst>
    <p:notesMasterId xmlns:r="http://schemas.openxmlformats.org/officeDocument/2006/relationships" r:id="R61723cfd681c48d2"/>
  </p:notesMasterIdLst>
  <p:sldIdLst>
    <p:sldId xmlns:r="http://schemas.openxmlformats.org/officeDocument/2006/relationships" id="256" r:id="Rd518106b7b984b13"/>
    <p:sldId xmlns:r="http://schemas.openxmlformats.org/officeDocument/2006/relationships" id="257" r:id="R8a7c2ba358b348e0"/>
    <p:sldId xmlns:r="http://schemas.openxmlformats.org/officeDocument/2006/relationships" id="258" r:id="R9710873737fd4599"/>
    <p:sldId xmlns:r="http://schemas.openxmlformats.org/officeDocument/2006/relationships" id="259" r:id="R51e161841ea948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523b3c7b604738" /><Relationship Type="http://schemas.openxmlformats.org/officeDocument/2006/relationships/slideMaster" Target="/ppt/slideMasters/slideMaster1.xml" Id="Rd642488799d44d5c" /><Relationship Type="http://schemas.openxmlformats.org/officeDocument/2006/relationships/notesMaster" Target="/ppt/notesMasters/notesMaster1.xml" Id="R61723cfd681c48d2" /><Relationship Type="http://schemas.openxmlformats.org/officeDocument/2006/relationships/presProps" Target="/ppt/presProps.xml" Id="R31dae87f115d4711" /><Relationship Type="http://schemas.openxmlformats.org/officeDocument/2006/relationships/tableStyles" Target="/ppt/tableStyles.xml" Id="Rb0c0bbf87bc3428c" /><Relationship Type="http://schemas.openxmlformats.org/officeDocument/2006/relationships/slide" Target="/ppt/slides/slide1.xml" Id="Rd518106b7b984b13" /><Relationship Type="http://schemas.openxmlformats.org/officeDocument/2006/relationships/slide" Target="/ppt/slides/slide2.xml" Id="R8a7c2ba358b348e0" /><Relationship Type="http://schemas.openxmlformats.org/officeDocument/2006/relationships/slide" Target="/ppt/slides/slide3.xml" Id="R9710873737fd4599" /><Relationship Type="http://schemas.openxmlformats.org/officeDocument/2006/relationships/slide" Target="/ppt/slides/slide4.xml" Id="R51e161841ea9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2cc7d9d2e4e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c8c2a83f3488b" /><Relationship Type="http://schemas.openxmlformats.org/officeDocument/2006/relationships/notesMaster" Target="/ppt/notesMasters/notesMaster1.xml" Id="Ra8abfdd7ca79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58c94ddbb94d53" /><Relationship Type="http://schemas.openxmlformats.org/officeDocument/2006/relationships/notesMaster" Target="/ppt/notesMasters/notesMaster1.xml" Id="Ref1930d2b8f34d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7c548909f844b3" /><Relationship Type="http://schemas.openxmlformats.org/officeDocument/2006/relationships/notesMaster" Target="/ppt/notesMasters/notesMaster1.xml" Id="Rea2f642ea20e46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5732757f4c4c32" /><Relationship Type="http://schemas.openxmlformats.org/officeDocument/2006/relationships/notesMaster" Target="/ppt/notesMasters/notesMaster1.xml" Id="Rf98d9e61bd644c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p02-full-008055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p02-full-008055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p02-full-008055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infrastructure/kubernetes/services/data/2026-07-15-kubernetes-production-autoscaling-metrics-tsv-s001170.tsv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p02-full-001170, row:canonical-metric.</a:t>
            </a:r>
          </a:p>
          <a:p xmlns:a="http://schemas.openxmlformats.org/drawingml/2006/main">
            <a:r>
              <a:t>Artifact: p02-full-008055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5afe0132f45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7be8664e054a5a" /><Relationship Type="http://schemas.openxmlformats.org/officeDocument/2006/relationships/slideLayout" Target="/ppt/slideLayouts/slideLayout1.xml" Id="R08e9136edb18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e9136edb18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8d42ef45b4699" /><Relationship Type="http://schemas.openxmlformats.org/officeDocument/2006/relationships/notesSlide" Target="/ppt/notesSlides/notesSlide1.xml" Id="R8a6491f7406c4c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ff294d8264af7" /><Relationship Type="http://schemas.openxmlformats.org/officeDocument/2006/relationships/notesSlide" Target="/ppt/notesSlides/notesSlide2.xml" Id="Rba6eef3d17794b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ad3a56f3847f3" /><Relationship Type="http://schemas.openxmlformats.org/officeDocument/2006/relationships/notesSlide" Target="/ppt/notesSlides/notesSlide3.xml" Id="R63b0046a863744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fd80976624557" /><Relationship Type="http://schemas.openxmlformats.org/officeDocument/2006/relationships/chart" Target="/ppt/slides/charts/chart1.xml" Id="Rcb81d916f0574131" /><Relationship Type="http://schemas.openxmlformats.org/officeDocument/2006/relationships/notesSlide" Target="/ppt/notesSlides/notesSlide4.xml" Id="R3e5b009857064b1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+ 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1F9A1637-B153-4586-BCFD-D59E3A2C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B3473AB1-68E5-4F01-A345-6DD31B32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p02-full-008055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8D030BCC-B056-4A5F-A36A-9B1FF85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infrastructure/kubernetes · Checkout SVC-17 + Telemetry SVC-31 · control p02-full-008055 · 2026 07 13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7E5585FE-DAB9-4E38-BE9D-20E1CB0D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90597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24876D4-266A-48C8-9D38-FE6A42F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AE989ED-A44C-4605-8138-1ECDAC4A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FC83B93-7039-4C1C-97DD-723812E7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66DF8D4-4EE9-4027-8BBE-81873BE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2C8DABBC-016A-4B81-9D27-84FBB1CB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2965722-70A5-406D-98B2-DA60F3A4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B7704B58-C3D8-4E0F-BBB4-1AAFD48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1375ADA8-4D45-4766-92DD-D81A3DB1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F201949-F243-46B7-A3A3-7910883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 +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E1066718-1A97-44FC-BCD6-536376C6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CBD6792-FEF8-450A-BEF4-B439ECB7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E9B4C14B-AE61-4636-84D2-EB946C14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82BD991-2041-4B8B-BBF7-F6F016CF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3A90F25E-A0D7-47BE-A8A5-D8A3CFB2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578CFA59-38C5-4DEA-900F-CA397F9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400116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7C9A9E48-0981-40E5-AA03-9B30CEB3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p02-full-008055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CC8D468-F5EC-4A8C-B062-E2B12386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 + Telemetry SVC-31. org.ntc · svc.checkout.svc17 · rel.topology.260713 · date.2026-07-13.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D9137EC6-F9A8-4E86-A5A2-6B11B2D6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1C7DAF99-F538-46DB-9769-8918708D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98C28381-8677-4E32-996F-CC3CE30E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16816643-6603-4AC8-A503-FF85AD6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D5A1BC12-07A4-4D53-96D8-3E451CB6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F7AEAC4-D1DC-4AC7-8760-9971A748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C4BB1708-3FE7-4168-889E-A7563344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7768751-222E-470D-98C3-8194A742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05FD962-C4F3-4959-BB82-4BAE4445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9CE7FC85-7BFB-4D8B-9A91-E76BF838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A3B99F45-7DF8-4EFA-B71B-3FD950D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5173AF6D-A85A-43C5-9925-CAB12036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AC38E735-B81B-4CFD-B118-93EBE38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36D6973D-162B-4BCD-9D3E-69FEEEAB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A6CA3FDD-69EA-460C-8DF8-0AF83B39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08649060-377B-4F72-B8E0-45DA6432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p02-full-008055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9C944AB5-9554-4C13-A3C4-A78D81A0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93526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7E42301-2ADC-4463-B818-6156739D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638AE0D0-F085-4D36-8022-DEE1E16F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Kubernetes Production Telemetry Exporter Operations Briefing Pptx: Q-07 threshold evidence · p02-full-008055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b81d916f0574131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7B694210-4892-49A8-803C-AC44159C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D69BDA8-36B1-4BC9-BBC1-256C72C4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71701164-B6E6-4CB4-A9D8-96A5E53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1655C83E-50D5-4880-AEB5-A305DD0E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6F3BB71A-EED4-485E-8B8A-1309B2A4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6BFF8293-81A8-4DA6-A4FB-8A004E57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090C25B-C928-4AC2-8B9E-DD776526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AEA2CA1-BA61-4373-9E5F-0F33074B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4AA3D53-FFC7-409C-9D2D-D991DE75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 + 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FFA0C72-B916-4723-A9FB-8456BC73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A3DD463-BE3C-43AD-AEDF-04CA38D2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2A7F537-EAA0-42F5-BE58-B7C102BC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autoscaling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A3A0E425-D264-439F-BCE4-56585E76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33390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2026-08-24T13:00:06.5210000Z</dcterms:created>
  <dcterms:modified xsi:type="dcterms:W3CDTF">2026-08-24T13:00:06.5210000Z</dcterms:modified>
</coreProperties>
</file>