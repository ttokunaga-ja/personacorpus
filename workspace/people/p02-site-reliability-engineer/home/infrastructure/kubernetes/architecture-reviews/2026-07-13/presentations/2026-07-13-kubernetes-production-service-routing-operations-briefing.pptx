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ccc299074474b" /><Relationship Type="http://schemas.openxmlformats.org/officeDocument/2006/relationships/extended-properties" Target="/docProps/app.xml" Id="R8db18028dad6440a" /><Relationship Type="http://schemas.openxmlformats.org/officeDocument/2006/relationships/officeDocument" Target="/ppt/presentation.xml" Id="Ra92881e20cb5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0370a80f543ef"/>
  </p:sldMasterIdLst>
  <p:notesMasterIdLst>
    <p:notesMasterId xmlns:r="http://schemas.openxmlformats.org/officeDocument/2006/relationships" r:id="R43b12f172eac4b2a"/>
  </p:notesMasterIdLst>
  <p:sldIdLst>
    <p:sldId xmlns:r="http://schemas.openxmlformats.org/officeDocument/2006/relationships" id="256" r:id="R78fa24ce81044740"/>
    <p:sldId xmlns:r="http://schemas.openxmlformats.org/officeDocument/2006/relationships" id="257" r:id="R8819387af9bc43d5"/>
    <p:sldId xmlns:r="http://schemas.openxmlformats.org/officeDocument/2006/relationships" id="258" r:id="R78c92e256b234bce"/>
    <p:sldId xmlns:r="http://schemas.openxmlformats.org/officeDocument/2006/relationships" id="259" r:id="R2acbc712926f4c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fcfcb537740ad" /><Relationship Type="http://schemas.openxmlformats.org/officeDocument/2006/relationships/slideMaster" Target="/ppt/slideMasters/slideMaster1.xml" Id="R2200370a80f543ef" /><Relationship Type="http://schemas.openxmlformats.org/officeDocument/2006/relationships/notesMaster" Target="/ppt/notesMasters/notesMaster1.xml" Id="R43b12f172eac4b2a" /><Relationship Type="http://schemas.openxmlformats.org/officeDocument/2006/relationships/presProps" Target="/ppt/presProps.xml" Id="Rb829eefeb9604bc0" /><Relationship Type="http://schemas.openxmlformats.org/officeDocument/2006/relationships/tableStyles" Target="/ppt/tableStyles.xml" Id="R418c472c3c184d7e" /><Relationship Type="http://schemas.openxmlformats.org/officeDocument/2006/relationships/slide" Target="/ppt/slides/slide1.xml" Id="R78fa24ce81044740" /><Relationship Type="http://schemas.openxmlformats.org/officeDocument/2006/relationships/slide" Target="/ppt/slides/slide2.xml" Id="R8819387af9bc43d5" /><Relationship Type="http://schemas.openxmlformats.org/officeDocument/2006/relationships/slide" Target="/ppt/slides/slide3.xml" Id="R78c92e256b234bce" /><Relationship Type="http://schemas.openxmlformats.org/officeDocument/2006/relationships/slide" Target="/ppt/slides/slide4.xml" Id="R2acbc712926f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baaab8001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6622861104fd8" /><Relationship Type="http://schemas.openxmlformats.org/officeDocument/2006/relationships/notesMaster" Target="/ppt/notesMasters/notesMaster1.xml" Id="R182c9fca50e84f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511e5955e34fce" /><Relationship Type="http://schemas.openxmlformats.org/officeDocument/2006/relationships/notesMaster" Target="/ppt/notesMasters/notesMaster1.xml" Id="R0a57061173f5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848a67b3214678" /><Relationship Type="http://schemas.openxmlformats.org/officeDocument/2006/relationships/notesMaster" Target="/ppt/notesMasters/notesMaster1.xml" Id="R355eaa14a421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858f2b9f14686" /><Relationship Type="http://schemas.openxmlformats.org/officeDocument/2006/relationships/notesMaster" Target="/ppt/notesMasters/notesMaster1.xml" Id="R62a6c91473c949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infrastructure/kubernetes/services/data/2026-07-15-kubernetes-production-telemetry-exporter-metrics-csv-s000615.csv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p02-full-000615, row:canonical-metric.</a:t>
            </a:r>
          </a:p>
          <a:p xmlns:a="http://schemas.openxmlformats.org/drawingml/2006/main">
            <a:r>
              <a:t>Artifact: p02-full-000145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infrastructure/kubernetes/services/data/2026-07-15-kubernetes-production-telemetry-exporter-metrics-csv-s000615.csv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p02-full-000615, row:canonical-metric.</a:t>
            </a:r>
          </a:p>
          <a:p xmlns:a="http://schemas.openxmlformats.org/drawingml/2006/main">
            <a:r>
              <a:t>Artifact: p02-full-000145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infrastructure/kubernetes/services/data/2026-07-15-kubernetes-production-telemetry-exporter-metrics-csv-s000615.csv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p02-full-000615, row:canonical-metric.</a:t>
            </a:r>
          </a:p>
          <a:p xmlns:a="http://schemas.openxmlformats.org/drawingml/2006/main">
            <a:r>
              <a:t>Artifact: p02-full-000145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infrastructure/kubernetes/services/data/2026-07-15-kubernetes-production-telemetry-exporter-metrics-csv-s000615.csv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p02-full-000615, row:canonical-metric.</a:t>
            </a:r>
          </a:p>
          <a:p xmlns:a="http://schemas.openxmlformats.org/drawingml/2006/main">
            <a:r>
              <a:t>Artifact: p02-full-000145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9f0599519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8907063cb407b" /><Relationship Type="http://schemas.openxmlformats.org/officeDocument/2006/relationships/slideLayout" Target="/ppt/slideLayouts/slideLayout1.xml" Id="Rbf7081d47a44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7081d47a44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70541a0e4e9c" /><Relationship Type="http://schemas.openxmlformats.org/officeDocument/2006/relationships/notesSlide" Target="/ppt/notesSlides/notesSlide1.xml" Id="Rbfdd7c17cb604e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017ebaaae432d" /><Relationship Type="http://schemas.openxmlformats.org/officeDocument/2006/relationships/notesSlide" Target="/ppt/notesSlides/notesSlide2.xml" Id="R8c567ff76c7e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05df29f1b44db" /><Relationship Type="http://schemas.openxmlformats.org/officeDocument/2006/relationships/notesSlide" Target="/ppt/notesSlides/notesSlide3.xml" Id="Rba668fb0d1ba40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535c675524b41" /><Relationship Type="http://schemas.openxmlformats.org/officeDocument/2006/relationships/chart" Target="/ppt/slides/charts/chart1.xml" Id="Re6a57b6143ff4dca" /><Relationship Type="http://schemas.openxmlformats.org/officeDocument/2006/relationships/notesSlide" Target="/ppt/notesSlides/notesSlide4.xml" Id="R0e6be92d1072414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B6DF619-37CC-4318-BC1E-0DFADEB1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A7290A62-D050-4482-9E0D-C3E24AC5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4D5934E-C357-44BF-9351-EDD6934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Identity SVC-23 · control p02-full-000145 · 2026 07 13 Kubernetes Production Service Routing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2C55FAB-7562-4AF2-9C52-3EAB71AD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046721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81B375B-2162-4DF9-AB2E-ED0D78F4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Service Routing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9DF4076-274F-4C8A-933D-4EF358F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50AFCCE-E1B7-433C-A38C-DF1EBA7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DB75061-983C-4A8A-9660-AC455A7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C498FBB-3D12-44C4-AB7B-84DE92D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4AE48E7-096A-410A-825E-C491D4E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B200A8F-47D3-42F8-A35F-9CD53800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F7BF034-5F27-447D-96D6-A30EBB21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B243185-BBB9-4FBF-971F-58B6C30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2E0619E-6557-4C84-93BB-94C4731D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400B590-B327-42DD-9D1E-7C82150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4F3B07C-4807-4BD7-8E01-BB2C3E4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67B745D-3DC1-4F39-A9F8-CD9C9A2D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B1129E1-8530-4207-8504-F34FC53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5774F37-BEAC-4E02-A19E-2D448FB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0172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A013D42-981A-418B-8975-68CF337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2CC18335-5C28-4558-9C9A-2DD63BA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B889A06-755F-4F6A-A1A4-66906A8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53A5E62-5F65-4854-904F-0EDE68A8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74BCEBC-E4C4-4360-9080-5225919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3F2C076-61C4-4682-8983-195A2615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94209BE-BE8B-4C21-B187-867B1EC9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97EB34F-71E0-4DC3-93C5-13CE28E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FDBA113-F220-4792-896E-4BC08713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6242D9F-DF88-4762-953A-1346A9D8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7BAC399-769C-4FDD-A591-55211783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7B941A0A-EA91-4BF8-BDBA-E9E7500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7A6B484-7563-4C64-955F-6CC1BF9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E45A54C-C2CC-4130-9DE4-7039459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F301177-1E4B-4231-9372-0967F0A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D140BE4-6422-48FC-B57E-2A2C4C7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8065FAF-ACA7-4886-A4BA-5DDCBA30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C2C0450-CE37-4021-8FC4-25E8DF9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p02-full-000145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1460147-1F11-493F-A58B-AC83577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1159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1169898-1736-4658-8E5F-8591D6F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3DC24B4-E722-4D06-8506-A0FB5A4C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Service Routing Operations Briefing Pptx: Q-07 threshold evidence · p02-full-000145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a57b6143ff4dca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105505C-F1B2-4D4E-8E0B-F238E700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8D104FB-9FDF-4FA1-807C-EB1F271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257DFB6-94AE-47E6-A7AB-B5D98734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9FB39E1-5403-4F50-B11E-0463DC60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9E5DC8B-DC33-44EE-B0CB-FC4F920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5687273-013B-4FF1-8438-F6E122AB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86D1C26-2932-4DE2-AAA7-5D8E375F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FD5A2BB-83E7-45F3-9D57-CF22769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E5154AEE-F96E-4BDD-8DCC-7E5F3AB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B4632A7-E71C-4502-B535-672F71BC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0BA477F-6C19-4E0C-B038-4765107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D6AED9A-0062-4D24-AF25-AD3CAFB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8FE1F0A-741E-4803-B094-5ACA2653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667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2026-08-24T12:59:57.8650000Z</dcterms:created>
  <dcterms:modified xsi:type="dcterms:W3CDTF">2026-08-24T12:59:57.8650000Z</dcterms:modified>
</coreProperties>
</file>