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511a9bcb284c83" /><Relationship Type="http://schemas.openxmlformats.org/officeDocument/2006/relationships/extended-properties" Target="/docProps/app.xml" Id="R229007b6fee44ff2" /><Relationship Type="http://schemas.openxmlformats.org/officeDocument/2006/relationships/officeDocument" Target="/ppt/presentation.xml" Id="R2dcac7124dea4d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b9bd5e96c8491f"/>
  </p:sldMasterIdLst>
  <p:notesMasterIdLst>
    <p:notesMasterId xmlns:r="http://schemas.openxmlformats.org/officeDocument/2006/relationships" r:id="R9cc6bd12758c431e"/>
  </p:notesMasterIdLst>
  <p:sldIdLst>
    <p:sldId xmlns:r="http://schemas.openxmlformats.org/officeDocument/2006/relationships" id="256" r:id="Rf5603331fd8d457e"/>
    <p:sldId xmlns:r="http://schemas.openxmlformats.org/officeDocument/2006/relationships" id="257" r:id="Rce127c61bf60458a"/>
    <p:sldId xmlns:r="http://schemas.openxmlformats.org/officeDocument/2006/relationships" id="258" r:id="R61cd2f35d2ce449e"/>
    <p:sldId xmlns:r="http://schemas.openxmlformats.org/officeDocument/2006/relationships" id="259" r:id="R914f7b47914841a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aaa93d0bde54b70" /><Relationship Type="http://schemas.openxmlformats.org/officeDocument/2006/relationships/slideMaster" Target="/ppt/slideMasters/slideMaster1.xml" Id="R1bb9bd5e96c8491f" /><Relationship Type="http://schemas.openxmlformats.org/officeDocument/2006/relationships/notesMaster" Target="/ppt/notesMasters/notesMaster1.xml" Id="R9cc6bd12758c431e" /><Relationship Type="http://schemas.openxmlformats.org/officeDocument/2006/relationships/presProps" Target="/ppt/presProps.xml" Id="R44dc79aa63f44dc1" /><Relationship Type="http://schemas.openxmlformats.org/officeDocument/2006/relationships/tableStyles" Target="/ppt/tableStyles.xml" Id="Rd3a13ee4347c4ac7" /><Relationship Type="http://schemas.openxmlformats.org/officeDocument/2006/relationships/slide" Target="/ppt/slides/slide1.xml" Id="Rf5603331fd8d457e" /><Relationship Type="http://schemas.openxmlformats.org/officeDocument/2006/relationships/slide" Target="/ppt/slides/slide2.xml" Id="Rce127c61bf60458a" /><Relationship Type="http://schemas.openxmlformats.org/officeDocument/2006/relationships/slide" Target="/ppt/slides/slide3.xml" Id="R61cd2f35d2ce449e" /><Relationship Type="http://schemas.openxmlformats.org/officeDocument/2006/relationships/slide" Target="/ppt/slides/slide4.xml" Id="R914f7b47914841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48fddf6a4a44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33ca5bef6741c0" /><Relationship Type="http://schemas.openxmlformats.org/officeDocument/2006/relationships/notesMaster" Target="/ppt/notesMasters/notesMaster1.xml" Id="R7bfe502571c3427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16161c4eaca47e9" /><Relationship Type="http://schemas.openxmlformats.org/officeDocument/2006/relationships/notesMaster" Target="/ppt/notesMasters/notesMaster1.xml" Id="R6487c3edd1834a7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8409aa7954f48ea" /><Relationship Type="http://schemas.openxmlformats.org/officeDocument/2006/relationships/notesMaster" Target="/ppt/notesMasters/notesMaster1.xml" Id="Re22e77a7b9384c9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e42a19e679b4592" /><Relationship Type="http://schemas.openxmlformats.org/officeDocument/2006/relationships/notesMaster" Target="/ppt/notesMasters/notesMaster1.xml" Id="R7db418b0eb1740e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infrastructure/kubernetes/services/data/2026-07-15-kubernetes-production-autoscaling-metrics-tsv-s001170.tsv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p02-full-001170, row:canonical-metric.</a:t>
            </a:r>
          </a:p>
          <a:p xmlns:a="http://schemas.openxmlformats.org/drawingml/2006/main">
            <a:r>
              <a:t>Artifact: p02-full-010155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infrastructure/kubernetes/services/data/2026-07-15-kubernetes-production-autoscaling-metrics-tsv-s001170.tsv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p02-full-001170, row:canonical-metric.</a:t>
            </a:r>
          </a:p>
          <a:p xmlns:a="http://schemas.openxmlformats.org/drawingml/2006/main">
            <a:r>
              <a:t>Artifact: p02-full-010155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infrastructure/kubernetes/services/data/2026-07-15-kubernetes-production-autoscaling-metrics-tsv-s001170.tsv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p02-full-001170, row:canonical-metric.</a:t>
            </a:r>
          </a:p>
          <a:p xmlns:a="http://schemas.openxmlformats.org/drawingml/2006/main">
            <a:r>
              <a:t>Artifact: p02-full-010155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infrastructure/kubernetes/services/data/2026-07-15-kubernetes-production-autoscaling-metrics-tsv-s001170.tsv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p02-full-001170, row:canonical-metric.</a:t>
            </a:r>
          </a:p>
          <a:p xmlns:a="http://schemas.openxmlformats.org/drawingml/2006/main">
            <a:r>
              <a:t>Artifact: p02-full-010155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f9ce4fb6cd422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e351ab9a9eb48e2" /><Relationship Type="http://schemas.openxmlformats.org/officeDocument/2006/relationships/slideLayout" Target="/ppt/slideLayouts/slideLayout1.xml" Id="R2b2030f88bfd4ae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2030f88bfd4ae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1ed5085bf340ff" /><Relationship Type="http://schemas.openxmlformats.org/officeDocument/2006/relationships/notesSlide" Target="/ppt/notesSlides/notesSlide1.xml" Id="R106bc613616d4ce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a22f5be93a4d51" /><Relationship Type="http://schemas.openxmlformats.org/officeDocument/2006/relationships/notesSlide" Target="/ppt/notesSlides/notesSlide2.xml" Id="Rd37f1f5da1a4471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0c51f5c7c7487b" /><Relationship Type="http://schemas.openxmlformats.org/officeDocument/2006/relationships/notesSlide" Target="/ppt/notesSlides/notesSlide3.xml" Id="Rc62e2df9e0a4456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164bbf05814f57" /><Relationship Type="http://schemas.openxmlformats.org/officeDocument/2006/relationships/chart" Target="/ppt/slides/charts/chart1.xml" Id="R56a1623f69eb4fc9" /><Relationship Type="http://schemas.openxmlformats.org/officeDocument/2006/relationships/notesSlide" Target="/ppt/notesSlides/notesSlide4.xml" Id="Rc0e050f003e44cb9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Checkout SVC-17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919B403D-EAF8-4E37-B180-18DA0BAEE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2CF8EC06-9854-4402-89DE-E1EC893B6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p02-full-010155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387956F7-2384-4066-B188-27D86CD40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2026-07-13 · infrastructure/kubernetes · Checkout SVC-17 · control p02-full-010155 · 2026 07 13 Kubernetes Production Disruption Budget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D9FE1728-7E96-410C-A34D-CC6B8AC76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8583865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FCCFE54C-9476-4DE1-ABBC-01AFEECAB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Kubernetes Production Disruption Budget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9948A7F2-9ACE-44BC-823B-BE01A386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EA5CA7F8-2AAD-41C2-9A6A-594081FE5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3D96271F-955E-432D-BA66-02A9BC7E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E63F52D5-181D-40BF-A579-D3B8147AC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kubernetes production autoscaling metrics tsv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B8BF260C-706B-43FE-879F-46C127CDE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9364B734-A488-4515-AEBF-AE854B0EE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65218A54-BC70-4EC2-B47E-65CBAEA8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F6C9D790-C2F6-4655-9EEB-92B7189B0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Checkout SVC-17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722C47C0-EB49-4AD9-A463-D33DE8CE2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F59840F7-96E9-484C-B59B-547AE134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0D97CFF8-80BD-4971-A1F7-19DBC7D7F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08803B50-6592-490F-96A5-F1C889E22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2026-07-13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472DA098-9A27-49A5-A0FC-30A2FDACD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p02-full-010155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585975B1-739F-4F61-84BE-C3464A797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937890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1AC6EE4F-C2C9-43B7-A04C-EB945A4CB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p02-full-010155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6CF636EF-1D12-4641-AD06-26D2162A2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Checkout SVC-17. org.ntc · svc.checkout.svc17 · rel.topology.260713 · date.2026-07-13.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9BF07AE4-5C80-414D-B2CE-33444F91D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54E23B59-4524-4F4E-AF34-4B81BD77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308886A6-ADA0-4A9E-BCA5-FC0AE1C2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3851C32D-2C96-4687-AA74-71778FC60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91852341-AF07-445C-B124-EDA57B58F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22D44A67-AC33-4C84-8F79-5BD90BFD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369033B0-A6B4-4CB9-BE05-E830523B2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5E6D1779-7483-4324-B996-0EC2A446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B27116CC-3EFA-4E4F-B2F5-BD59ACB1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Export gap</a:t>
            </a:r>
          </a:p>
        </p:txBody>
      </p:sp>
      <p:sp>
        <p:nvSpPr>
          <p:cNvPr id="12" name="grid13-body-1">
            <a:extLst xmlns:a="http://schemas.openxmlformats.org/drawingml/2006/main">
              <a:ext uri="{FF2B5EF4-FFF2-40B4-BE49-F238E27FC236}">
                <a16:creationId xmlns:a16="http://schemas.microsoft.com/office/drawing/2014/main" id="{BC0C8A4B-11E8-4E0B-A1DA-BE18A00B9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minutes</a:t>
            </a:r>
          </a:p>
        </p:txBody>
      </p:sp>
      <p:sp>
        <p:nvSpPr>
          <p:cNvPr id="13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369E4D97-48B3-4154-87BA-8A3CF7EB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B923D5DB-0CE9-4189-A052-DAEF2B6C9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5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430FFBCC-44A8-44FE-8A39-45FCB624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6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4A5F3756-EC11-448E-A188-B8C72E8D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11:06 UTC</a:t>
            </a:r>
          </a:p>
        </p:txBody>
      </p:sp>
      <p:sp>
        <p:nvSpPr>
          <p:cNvPr id="17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98026185-FCD1-4728-B22A-C8EAC084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Reconciliation</a:t>
            </a:r>
          </a:p>
        </p:txBody>
      </p:sp>
      <p:sp>
        <p:nvSpPr>
          <p:cNvPr id="18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29D7C5C2-0F1C-4411-B521-B25F4097D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p02-full-010155</a:t>
            </a:r>
          </a:p>
        </p:txBody>
      </p:sp>
      <p:sp>
        <p:nvSpPr>
          <p:cNvPr id="19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974E680C-CF60-4B27-B109-9330F4F9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585515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50008C0F-5D23-49D6-8D16-D0DB24EC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AE4244C8-542D-450A-9A5B-ADC7C0D78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Kubernetes Production Disruption Budget Operations Briefing Pptx: Q-07 threshold evidence · p02-full-010155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6a1623f69eb4fc9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91090EFF-52C3-43D7-8B9C-718A3F0F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C08294E2-3C22-45D7-9006-2AFDC328B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CBDDE11F-258B-4486-8AB2-AE1D75B7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D193678C-40FC-439C-A9B1-F1F444AB2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0AA7A6ED-0F8D-4B15-B176-6E132D4B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EC299DE1-ACEB-40D6-B9FD-BD6F651E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32FE63DC-7033-4B05-B55F-3EEB7183A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87511DBF-9297-4307-B063-282A2D72C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779EB9DB-F9FC-4EB4-AE7D-23365EFDF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SVC-17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831B4E3D-865C-41EC-9ACD-3CA50074A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A64EF2CC-7010-4AD6-B3BC-F8327C13F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B6DC40CA-870D-404C-8F48-5E50BE69C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kubernetes production autoscaling metrics tsv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514AEC87-4674-4D73-9D41-401398A59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6805853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2026-08-24T13:00:15.8300000Z</dcterms:created>
  <dcterms:modified xsi:type="dcterms:W3CDTF">2026-08-24T13:00:15.8300000Z</dcterms:modified>
</coreProperties>
</file>