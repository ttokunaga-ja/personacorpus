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8956aaae245f9" /><Relationship Type="http://schemas.openxmlformats.org/officeDocument/2006/relationships/extended-properties" Target="/docProps/app.xml" Id="R7b86ef8b98ac4559" /><Relationship Type="http://schemas.openxmlformats.org/officeDocument/2006/relationships/officeDocument" Target="/ppt/presentation.xml" Id="Re4892a2294c443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ded3629e24b58"/>
  </p:sldMasterIdLst>
  <p:notesMasterIdLst>
    <p:notesMasterId xmlns:r="http://schemas.openxmlformats.org/officeDocument/2006/relationships" r:id="Ra4dc338c147244c6"/>
  </p:notesMasterIdLst>
  <p:sldIdLst>
    <p:sldId xmlns:r="http://schemas.openxmlformats.org/officeDocument/2006/relationships" id="256" r:id="R094c63666a9a4123"/>
    <p:sldId xmlns:r="http://schemas.openxmlformats.org/officeDocument/2006/relationships" id="257" r:id="R05d3875fa30a41a7"/>
    <p:sldId xmlns:r="http://schemas.openxmlformats.org/officeDocument/2006/relationships" id="258" r:id="R66ce3c4502b84a84"/>
    <p:sldId xmlns:r="http://schemas.openxmlformats.org/officeDocument/2006/relationships" id="259" r:id="R395e2b656b9e4f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feedf1c4894964" /><Relationship Type="http://schemas.openxmlformats.org/officeDocument/2006/relationships/slideMaster" Target="/ppt/slideMasters/slideMaster1.xml" Id="R966ded3629e24b58" /><Relationship Type="http://schemas.openxmlformats.org/officeDocument/2006/relationships/notesMaster" Target="/ppt/notesMasters/notesMaster1.xml" Id="Ra4dc338c147244c6" /><Relationship Type="http://schemas.openxmlformats.org/officeDocument/2006/relationships/presProps" Target="/ppt/presProps.xml" Id="R8ed9aaed14554a99" /><Relationship Type="http://schemas.openxmlformats.org/officeDocument/2006/relationships/tableStyles" Target="/ppt/tableStyles.xml" Id="Reedcefd576f849f1" /><Relationship Type="http://schemas.openxmlformats.org/officeDocument/2006/relationships/slide" Target="/ppt/slides/slide1.xml" Id="R094c63666a9a4123" /><Relationship Type="http://schemas.openxmlformats.org/officeDocument/2006/relationships/slide" Target="/ppt/slides/slide2.xml" Id="R05d3875fa30a41a7" /><Relationship Type="http://schemas.openxmlformats.org/officeDocument/2006/relationships/slide" Target="/ppt/slides/slide3.xml" Id="R66ce3c4502b84a84" /><Relationship Type="http://schemas.openxmlformats.org/officeDocument/2006/relationships/slide" Target="/ppt/slides/slide4.xml" Id="R395e2b656b9e4f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99e60fd5904c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a3c1b6da2491a" /><Relationship Type="http://schemas.openxmlformats.org/officeDocument/2006/relationships/notesMaster" Target="/ppt/notesMasters/notesMaster1.xml" Id="R064641bd551b4b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ece19d6b154bd7" /><Relationship Type="http://schemas.openxmlformats.org/officeDocument/2006/relationships/notesMaster" Target="/ppt/notesMasters/notesMaster1.xml" Id="R68329de0364b4b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72105745ae4176" /><Relationship Type="http://schemas.openxmlformats.org/officeDocument/2006/relationships/notesMaster" Target="/ppt/notesMasters/notesMaster1.xml" Id="Rd815852d2093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942af6fa49487f" /><Relationship Type="http://schemas.openxmlformats.org/officeDocument/2006/relationships/notesMaster" Target="/ppt/notesMasters/notesMaster1.xml" Id="R5e4bf711fbe240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infrastructure/terraform/modules/data/2026-q3-terraform-platform-observability-metrics-tsv-s000099.tsv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p02-full-000099, row:canonical-metric.</a:t>
            </a:r>
          </a:p>
          <a:p xmlns:a="http://schemas.openxmlformats.org/drawingml/2006/main">
            <a:r>
              <a:t>Artifact: p02-full-004057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infrastructure/terraform/modules/data/2026-q3-terraform-platform-observability-metrics-tsv-s000099.tsv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p02-full-000099, row:canonical-metric.</a:t>
            </a:r>
          </a:p>
          <a:p xmlns:a="http://schemas.openxmlformats.org/drawingml/2006/main">
            <a:r>
              <a:t>Artifact: p02-full-004057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infrastructure/terraform/modules/data/2026-q3-terraform-platform-observability-metrics-tsv-s000099.tsv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p02-full-000099, row:canonical-metric.</a:t>
            </a:r>
          </a:p>
          <a:p xmlns:a="http://schemas.openxmlformats.org/drawingml/2006/main">
            <a:r>
              <a:t>Artifact: p02-full-004057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infrastructure/terraform/modules/data/2026-q3-terraform-platform-observability-metrics-tsv-s000099.tsv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p02-full-000099, row:canonical-metric.</a:t>
            </a:r>
          </a:p>
          <a:p xmlns:a="http://schemas.openxmlformats.org/drawingml/2006/main">
            <a:r>
              <a:t>Artifact: p02-full-004057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66171aa3043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beaa770ef84b0c" /><Relationship Type="http://schemas.openxmlformats.org/officeDocument/2006/relationships/slideLayout" Target="/ppt/slideLayouts/slideLayout1.xml" Id="R71a7c00865b04f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a7c00865b04f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daea9dfe442aa" /><Relationship Type="http://schemas.openxmlformats.org/officeDocument/2006/relationships/notesSlide" Target="/ppt/notesSlides/notesSlide1.xml" Id="R523ab3b7f20f4c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16fb0d7104b87" /><Relationship Type="http://schemas.openxmlformats.org/officeDocument/2006/relationships/notesSlide" Target="/ppt/notesSlides/notesSlide2.xml" Id="Re47cae601d3b4d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ed0e290a45c2" /><Relationship Type="http://schemas.openxmlformats.org/officeDocument/2006/relationships/notesSlide" Target="/ppt/notesSlides/notesSlide3.xml" Id="Raac6924c85234d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0a32c3f934922" /><Relationship Type="http://schemas.openxmlformats.org/officeDocument/2006/relationships/chart" Target="/ppt/slides/charts/chart1.xml" Id="Rcca3a465520f442e" /><Relationship Type="http://schemas.openxmlformats.org/officeDocument/2006/relationships/notesSlide" Target="/ppt/notesSlides/notesSlide4.xml" Id="Rd29c98d7bb2841f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544294C6-B37B-4244-BD39-75EA143B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31B4741-B3E0-45E2-BC18-7B9EF857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p02-full-004057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EEE3F85-F93F-4103-9062-7A89DDA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infrastructure/terraform · Platform Reliability · control p02-full-004057 · 2026 Q3 Terraform Platform Load Balancer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60A1BEF-C669-47EF-AEB7-E0804D5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178339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0E6C4C6-E226-479A-A4B6-42A6AD3E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Load Balancer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F3B85F4-3124-48E0-AD42-9EA33D92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A26C3BDF-DAF2-46B1-9D44-A4F1E86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09F75E5-795F-486F-93A5-E14024F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CDF2482-0DC5-47C3-8BD6-5DE9BBCA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observability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2F043C9-7EB8-4A10-9A1F-41A9CAF1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8D0F96D-7880-482F-8F85-FE3F6711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DB54A8C-E3AB-429F-86A1-4338E471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CE01ECFA-D8EF-4F80-8816-BC882DD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7D3A17B-BA80-4263-AE76-9EA7A7E9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DFEA99D-7B9D-4CCD-A98F-FA171AE9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15A3BAF-D778-4A69-845A-02B0155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FFAEF11-6A5A-4C31-BD72-A871DEE0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D503C49-302B-4744-A3ED-C4310667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p02-full-004057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C832B30-BCDE-4787-AB61-49CEEDCB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8422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EC9AA43-941E-4CF1-B6CB-80E20C7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p02-full-004057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2B1A28D-F481-40FB-9ADD-1340ABA3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deploy.dep-260713-017 · rel.change.260713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8344C6B-6C84-418B-B7D6-1B0BA915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0656C55-756F-468C-88F9-BC8246F6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76AF5117-9255-44BC-8E23-CC16C96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38ED588-44EC-440D-B374-E5AA0EA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1EA5CE1-2D50-4B79-9108-2DACEF64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D5F114FB-AA50-4899-84A8-A5D8140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94201E7-B8DD-427C-9038-AD8A0D1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CF26B5D-DAE2-4FF3-A225-5A88A8E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C487671-8B7A-498A-B4E5-9633722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E31579F-E9B3-488B-90EB-8D2C6D55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24038F3-CADF-48FF-A9DA-2289877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3BD9685-730A-42F2-8FEB-5B836B24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A926E1B-C766-4637-8824-80B6A36A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124669D-CD29-4386-98CF-F575CB72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AB02DFEE-6E33-49C8-8F1A-FD9A3B0A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5065B078-1A9A-4826-8EDB-D7A6D8A1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2D1118A-A6C5-42E1-9F04-10CE181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p02-full-004057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97B7C7FE-8EBE-4D9F-966E-1B374F22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2938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1A85539-6E38-4FF6-86FE-DE5ABBA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C0387B8-D88A-43A2-82DD-0823C2FD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Load Balancer Operations Briefing Pptx: Q-07 threshold evidence · p02-full-004057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a3a465520f442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99D723B-EEA4-4C15-80EC-15604C4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C2706C8-F246-4338-98C5-3F3DE94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E119020-39F1-463D-AC6E-E915B5A0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96F41CE-F5AC-4669-9472-E8D546D8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EBDC6C1-FDC2-40BA-98EA-175BED25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7F302919-5DEC-446D-8BFA-92E7A031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3248E62-0E4A-4441-A64B-312E1DF0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EE099D9-7A99-400C-B242-909DA0F9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F1DB209-EA0A-454D-8771-6BA9315E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D88DF39-99CD-4DEC-9C18-A327851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6674720-FBAC-49F7-A84E-030BB86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CFD7277-F9ED-4D56-B5C4-76FF724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observability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139E99A-2071-438E-A0F3-9D9A3D99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1866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2026-08-24T12:58:38.9830000Z</dcterms:created>
  <dcterms:modified xsi:type="dcterms:W3CDTF">2026-08-24T12:58:38.9830000Z</dcterms:modified>
</coreProperties>
</file>