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719dceb1e40a8" /><Relationship Type="http://schemas.openxmlformats.org/officeDocument/2006/relationships/extended-properties" Target="/docProps/app.xml" Id="Rd7847439e0294ba1" /><Relationship Type="http://schemas.openxmlformats.org/officeDocument/2006/relationships/officeDocument" Target="/ppt/presentation.xml" Id="R41bb72b8ffe049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e514b7200b4dd4"/>
  </p:sldMasterIdLst>
  <p:notesMasterIdLst>
    <p:notesMasterId xmlns:r="http://schemas.openxmlformats.org/officeDocument/2006/relationships" r:id="R0a5701692c674ab4"/>
  </p:notesMasterIdLst>
  <p:sldIdLst>
    <p:sldId xmlns:r="http://schemas.openxmlformats.org/officeDocument/2006/relationships" id="256" r:id="Re6eb44a7cb4d4f16"/>
    <p:sldId xmlns:r="http://schemas.openxmlformats.org/officeDocument/2006/relationships" id="257" r:id="Rb0ef1835ea524b5a"/>
    <p:sldId xmlns:r="http://schemas.openxmlformats.org/officeDocument/2006/relationships" id="258" r:id="R60e09753a75c41c6"/>
    <p:sldId xmlns:r="http://schemas.openxmlformats.org/officeDocument/2006/relationships" id="259" r:id="R651754fac83a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98fc86139d47e3" /><Relationship Type="http://schemas.openxmlformats.org/officeDocument/2006/relationships/slideMaster" Target="/ppt/slideMasters/slideMaster1.xml" Id="R82e514b7200b4dd4" /><Relationship Type="http://schemas.openxmlformats.org/officeDocument/2006/relationships/notesMaster" Target="/ppt/notesMasters/notesMaster1.xml" Id="R0a5701692c674ab4" /><Relationship Type="http://schemas.openxmlformats.org/officeDocument/2006/relationships/presProps" Target="/ppt/presProps.xml" Id="Rfe1d9eadea1b4e2f" /><Relationship Type="http://schemas.openxmlformats.org/officeDocument/2006/relationships/tableStyles" Target="/ppt/tableStyles.xml" Id="R98be34c2e1164a5e" /><Relationship Type="http://schemas.openxmlformats.org/officeDocument/2006/relationships/slide" Target="/ppt/slides/slide1.xml" Id="Re6eb44a7cb4d4f16" /><Relationship Type="http://schemas.openxmlformats.org/officeDocument/2006/relationships/slide" Target="/ppt/slides/slide2.xml" Id="Rb0ef1835ea524b5a" /><Relationship Type="http://schemas.openxmlformats.org/officeDocument/2006/relationships/slide" Target="/ppt/slides/slide3.xml" Id="R60e09753a75c41c6" /><Relationship Type="http://schemas.openxmlformats.org/officeDocument/2006/relationships/slide" Target="/ppt/slides/slide4.xml" Id="R651754fac83a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44c0fe8d743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0b4dc7d6b34a73" /><Relationship Type="http://schemas.openxmlformats.org/officeDocument/2006/relationships/notesMaster" Target="/ppt/notesMasters/notesMaster1.xml" Id="R3a141736a1954a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0cfef211f7414f" /><Relationship Type="http://schemas.openxmlformats.org/officeDocument/2006/relationships/notesMaster" Target="/ppt/notesMasters/notesMaster1.xml" Id="R658412edff3245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36821a153a4e23" /><Relationship Type="http://schemas.openxmlformats.org/officeDocument/2006/relationships/notesMaster" Target="/ppt/notesMasters/notesMaster1.xml" Id="R007ad8b5932f43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586139ea684ff6" /><Relationship Type="http://schemas.openxmlformats.org/officeDocument/2006/relationships/notesMaster" Target="/ppt/notesMasters/notesMaster1.xml" Id="R02684fae4d61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p02-full-009656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p02-full-009656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p02-full-009656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infrastructure/terraform/modules/data/2026-07-14-terraform-platform-capacity-reservation-metrics-tsv-s001902.tsv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Queue drain = 1,460 jobs/min; source p02-full-001902, row:canonical-metric.</a:t>
            </a:r>
          </a:p>
          <a:p xmlns:a="http://schemas.openxmlformats.org/drawingml/2006/main">
            <a:r>
              <a:t>Artifact: p02-full-009656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634a76a8e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ab5f58aa142c6" /><Relationship Type="http://schemas.openxmlformats.org/officeDocument/2006/relationships/slideLayout" Target="/ppt/slideLayouts/slideLayout1.xml" Id="R2dcfec9f6eea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cfec9f6eea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a27b0d9dc4ed5" /><Relationship Type="http://schemas.openxmlformats.org/officeDocument/2006/relationships/notesSlide" Target="/ppt/notesSlides/notesSlide1.xml" Id="R8e36cdf503fb45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66d7736a344e5" /><Relationship Type="http://schemas.openxmlformats.org/officeDocument/2006/relationships/notesSlide" Target="/ppt/notesSlides/notesSlide2.xml" Id="R49b083f899c5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823792fff4a1a" /><Relationship Type="http://schemas.openxmlformats.org/officeDocument/2006/relationships/notesSlide" Target="/ppt/notesSlides/notesSlide3.xml" Id="Rd6856c93250e44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208fae2864e5c" /><Relationship Type="http://schemas.openxmlformats.org/officeDocument/2006/relationships/chart" Target="/ppt/slides/charts/chart1.xml" Id="R7819b3e48531448c" /><Relationship Type="http://schemas.openxmlformats.org/officeDocument/2006/relationships/notesSlide" Target="/ppt/notesSlides/notesSlide4.xml" Id="R9a2a2eda0a894a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3319246-7D54-4A32-B4CE-E8928206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FB15E741-3C73-4B8A-9079-EFAF8614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EAE5483-81BD-4544-926E-311EB345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infrastructure/terraform · Platform Reliability · control p02-full-009656 · 2026 Q3 Terraform Platform Service Module Operations Briefing Pptx · Queue drain 1,460 jobs/min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548A490-5692-4E85-81B5-00DB4C41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263641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C99D406-63E9-4E9E-9E14-D1E280CE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Service Module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143CB0B-E68D-4AAF-B00A-9D50415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4802B6AD-9037-4DBD-AF86-5D8FDDA4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0FB692B-407C-4BAE-925D-4519252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81042B5-37A5-4348-A9A5-E29959DC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capacity reservation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81B8053-A5F7-4D86-941D-C885898A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6884B2D2-4BF2-459F-90D0-69BD42E5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2AF8E4A9-6566-42CE-8584-400C5E6C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29BE72E-1AFC-4E5B-8FA0-72117584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8EF5938-7ADC-41E2-95D7-4D0E28B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FD48EBE-9E3F-46EB-86A1-069FFAD2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A7A2E53-D9B0-4CA1-8F26-34F40983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2054E43-6FB4-49B0-9464-6BA201E8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CAF7BD69-6EE8-4DB6-8ECB-6EE39979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5764383-13EB-4A7C-A2D1-92CF343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682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D4705F9-815E-445A-83C9-820D4B30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28D16DB-8245-41D7-86F7-0967785D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env.prod · rel.change.260713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8B9D897-3F14-46A0-BBF6-868E9E93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C3A50816-F122-4CC4-9361-B9706FA4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86273BF-121E-4EA8-B024-F961C897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B5CD4E5-D1A2-4B41-953E-9E3EAB0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 drain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046EDF6F-1411-4020-8B34-95C96B66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B48D0377-3B80-4A08-9E77-DE0EC13B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6EDA551-12D6-4A2E-B601-5C0B2803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E983F327-A7D4-4B13-BD0E-D1726818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0671B28-93E2-4367-A5F6-842BAF3F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C0EF82C-88E6-42EC-A1B0-6934E2CE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18BE9678-6B47-4D49-A1F6-70240772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3B23BEB-0F8B-4A22-A529-E0F91B4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D4A3614-5FEE-451E-8E21-FE88C63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F514FBF-650A-434E-9FB3-F41B7CEB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146AD1E-0CD9-4C44-83C3-05EBF8F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BC50B187-7D7D-4EB3-93D3-82B1EBF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CFE8E5B1-A61D-4910-81BF-8C4224B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EE0BE94-BA4B-4995-9DA4-C567F89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p02-full-009656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5D76A14A-1928-455B-9A27-6C54088A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1761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B861727-C770-4207-BE3E-F685730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E5F53D2-713F-45E2-8DA4-A2441312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Terraform Platform Service Module Operations Briefing Pptx: Q-07 threshold evidence · p02-full-009656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9b3e48531448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B1079F8-464F-4A84-A27F-2B741EB5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F81D199-F263-4643-90DA-C0EC182C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F3C1680-83F1-4CFD-B932-FCB9A349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772175F-5F7F-40AD-A0E2-1AC81C95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3653870A-CB95-458B-9D94-C3FE08D5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2614DDE-1727-4020-9B2A-3E885F79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63E1F6E-FAFD-4231-9FC7-C7B38B9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D4A50671-B204-4028-BE73-9AE3C692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4E3C47A-808A-44C8-99A1-D4575805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A76A22F1-77A4-4DF8-BD5C-43CA48E4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7070083-E92A-425C-9627-DF8DDDA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7CC58BB7-CAB2-416B-88F4-45B236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terraform platform capacity reservation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04A3F89-88E3-46FD-BFF6-59392425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0295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2026-08-24T10:47:20.5160000Z</dcterms:created>
  <dcterms:modified xsi:type="dcterms:W3CDTF">2026-08-24T10:47:20.5160000Z</dcterms:modified>
</coreProperties>
</file>