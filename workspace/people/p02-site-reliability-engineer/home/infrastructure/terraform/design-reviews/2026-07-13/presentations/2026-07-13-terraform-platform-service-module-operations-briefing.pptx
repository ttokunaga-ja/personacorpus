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c2926036a94e3d" /><Relationship Type="http://schemas.openxmlformats.org/officeDocument/2006/relationships/extended-properties" Target="/docProps/app.xml" Id="R2e9854b4d6f34216" /><Relationship Type="http://schemas.openxmlformats.org/officeDocument/2006/relationships/officeDocument" Target="/ppt/presentation.xml" Id="Rcf8503447002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24e5b6e814302"/>
  </p:sldMasterIdLst>
  <p:notesMasterIdLst>
    <p:notesMasterId xmlns:r="http://schemas.openxmlformats.org/officeDocument/2006/relationships" r:id="R6b65bb9cbdaa4352"/>
  </p:notesMasterIdLst>
  <p:sldIdLst>
    <p:sldId xmlns:r="http://schemas.openxmlformats.org/officeDocument/2006/relationships" id="256" r:id="R2d6f13403f4b4969"/>
    <p:sldId xmlns:r="http://schemas.openxmlformats.org/officeDocument/2006/relationships" id="257" r:id="R5e5aac57d90a4236"/>
    <p:sldId xmlns:r="http://schemas.openxmlformats.org/officeDocument/2006/relationships" id="258" r:id="R28d6c891bdb34b88"/>
    <p:sldId xmlns:r="http://schemas.openxmlformats.org/officeDocument/2006/relationships" id="259" r:id="R54a68632b6a3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469edeeae84a09" /><Relationship Type="http://schemas.openxmlformats.org/officeDocument/2006/relationships/slideMaster" Target="/ppt/slideMasters/slideMaster1.xml" Id="Ra2624e5b6e814302" /><Relationship Type="http://schemas.openxmlformats.org/officeDocument/2006/relationships/notesMaster" Target="/ppt/notesMasters/notesMaster1.xml" Id="R6b65bb9cbdaa4352" /><Relationship Type="http://schemas.openxmlformats.org/officeDocument/2006/relationships/presProps" Target="/ppt/presProps.xml" Id="R5c7d85ea8b434880" /><Relationship Type="http://schemas.openxmlformats.org/officeDocument/2006/relationships/tableStyles" Target="/ppt/tableStyles.xml" Id="Rb34a29acdfc14596" /><Relationship Type="http://schemas.openxmlformats.org/officeDocument/2006/relationships/slide" Target="/ppt/slides/slide1.xml" Id="R2d6f13403f4b4969" /><Relationship Type="http://schemas.openxmlformats.org/officeDocument/2006/relationships/slide" Target="/ppt/slides/slide2.xml" Id="R5e5aac57d90a4236" /><Relationship Type="http://schemas.openxmlformats.org/officeDocument/2006/relationships/slide" Target="/ppt/slides/slide3.xml" Id="R28d6c891bdb34b88" /><Relationship Type="http://schemas.openxmlformats.org/officeDocument/2006/relationships/slide" Target="/ppt/slides/slide4.xml" Id="R54a68632b6a3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a8253036e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1ee963deb34605" /><Relationship Type="http://schemas.openxmlformats.org/officeDocument/2006/relationships/notesMaster" Target="/ppt/notesMasters/notesMaster1.xml" Id="R8365986b9cbb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7df25bced94a27" /><Relationship Type="http://schemas.openxmlformats.org/officeDocument/2006/relationships/notesMaster" Target="/ppt/notesMasters/notesMaster1.xml" Id="R1046b68a2fbd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fa20aee7dd4a91" /><Relationship Type="http://schemas.openxmlformats.org/officeDocument/2006/relationships/notesMaster" Target="/ppt/notesMasters/notesMaster1.xml" Id="Rce74b8919e56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6d13733e004487" /><Relationship Type="http://schemas.openxmlformats.org/officeDocument/2006/relationships/notesMaster" Target="/ppt/notesMasters/notesMaster1.xml" Id="R10f4b4661fe749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p02-full-006656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p02-full-006656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p02-full-006656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p02-full-006656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bf4ff9333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a706116c5406c" /><Relationship Type="http://schemas.openxmlformats.org/officeDocument/2006/relationships/slideLayout" Target="/ppt/slideLayouts/slideLayout1.xml" Id="R640046ddd90b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046ddd90b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b7be99c72486e" /><Relationship Type="http://schemas.openxmlformats.org/officeDocument/2006/relationships/notesSlide" Target="/ppt/notesSlides/notesSlide1.xml" Id="R81428356fe49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eb8a4224e441d" /><Relationship Type="http://schemas.openxmlformats.org/officeDocument/2006/relationships/notesSlide" Target="/ppt/notesSlides/notesSlide2.xml" Id="R5b12284a6f014f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4b975f2924720" /><Relationship Type="http://schemas.openxmlformats.org/officeDocument/2006/relationships/notesSlide" Target="/ppt/notesSlides/notesSlide3.xml" Id="Re79a0a08fb2545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536849b8d41e5" /><Relationship Type="http://schemas.openxmlformats.org/officeDocument/2006/relationships/chart" Target="/ppt/slides/charts/chart1.xml" Id="R912d604f43bb4033" /><Relationship Type="http://schemas.openxmlformats.org/officeDocument/2006/relationships/notesSlide" Target="/ppt/notesSlides/notesSlide4.xml" Id="R0fe1655cf9cf40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5C171AAF-897F-48A9-B528-E6D56F1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A4F687EF-6857-427E-8D3D-74DC296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C357D5C-45CD-472F-B1AF-BDEAC87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infrastructure/terraform · Platform Reliability · control p02-full-006656 · 2026 07 13 Terraform Platform Service Module Operations Briefing Pptx · Queue drain 1,460 jobs/min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163D662-9E19-4168-A7A9-28A030AE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75311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F366753-713B-4605-B7BF-BD9BEFA1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Terraform Platform Service Module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2513367-4D3A-4F4A-A2D1-9CBBAE4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9007F3D-B8BD-4FCC-86BE-3DE99F13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06BFA03-2C50-4EB8-AC27-0C99DD7E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8186252-9BB3-4A00-B5F7-6FC4AE2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capacity reservation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58F2036-AA4F-43D4-863B-1360B464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8745F7C-D43C-446E-BBCE-574476FB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DD81951-2F57-4740-AC4B-03372B4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E6A1E5B-77BB-4566-A898-EDBEA25B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D5AE2F2-51F4-4D90-9BC5-39C5E0D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91670BD-37DD-416C-9CCE-07173EA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B49B295-2439-491F-9D5D-E9451131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7BB8F2D8-A911-4D08-84FB-2F637383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432D702-4942-448F-9133-EFB6E04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C85DF15-500B-4903-AFFC-FF34FA2B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6689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1E8C0DC-0AD4-4D2F-AA47-043FCF71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4C044A4-169D-4B7F-B6E4-ACC6A52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rel.change.260713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8B0A74B-BBFB-49F1-A696-56B1520A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7AC5FAE9-CB93-4094-A451-6BE8BAF5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A137333-268B-45AF-905F-BA9EA989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6B7DFCE-5CDB-4184-8004-800A8ED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drain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CEAF9D9D-078D-4327-A613-EA7469A3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7CC9AFE-0FFD-49D5-BBAD-7EACC9B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A53F7B9-7258-4184-A5B8-4A8B1D85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69D2C8D-FB07-4DF9-8E51-F34A312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EDBA0EC-DB90-44D3-B28D-1B2808BB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72DF14B-3C7D-4C21-8411-633E3D15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232F61D-E04A-48BF-A878-B3E1FC77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1A17793-9E99-4887-A4E9-9E5DC1EB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8885041-566B-4987-8EF6-6D86BEB6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C0C0304-7345-4CE7-98F7-F936DDC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3CF3FA5-0AB2-42CE-9B4F-5EC5B207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4544715-B604-4B49-A22E-32281B0A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08DDB14A-BCED-4B95-9CB1-4833731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73F82BB-45E2-4204-A7B3-C9547C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p02-full-006656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FB61733-3049-4F47-B69F-9FAC7AC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70472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2EC04BD-725A-4681-82C7-A2AA9F5E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88112D6-6C47-4BB4-8D9C-B1BAAE41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Terraform Platform Service Module Operations Briefing Pptx: Q-07 threshold evidence · p02-full-006656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2d604f43bb403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166161A-DC24-487B-B251-6308C56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4C12B6E-FA05-4929-9EB4-E40F454F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99AC521-BD68-41BC-AF3E-F3B69A5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B1229A4B-BBF6-4A17-B2DF-223ADBED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BEF5345-6556-4114-9C8A-B013345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73B76BF-83D6-4D5D-8784-E6BBDBB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08F2F0B-319D-429E-AAD0-D8647405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66ECCCB-448A-4EF4-9297-B0400776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86B5CD0C-8E16-4864-B9ED-2A2A51AC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07FC0A4-E987-4FF4-B679-0CDCC8D8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25E6FF2-C1D0-4100-836B-F05DB0D2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E843999-3C3D-4F5E-8CAA-2973429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capacity reservation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4453C0E-324F-4806-BE83-9BB53881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8407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2026-08-24T10:47:19.5070000Z</dcterms:created>
  <dcterms:modified xsi:type="dcterms:W3CDTF">2026-08-24T10:47:19.5070000Z</dcterms:modified>
</coreProperties>
</file>