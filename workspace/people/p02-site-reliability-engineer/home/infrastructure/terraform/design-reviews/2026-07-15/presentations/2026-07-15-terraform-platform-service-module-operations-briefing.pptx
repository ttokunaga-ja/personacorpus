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6eeeda55148fd" /><Relationship Type="http://schemas.openxmlformats.org/officeDocument/2006/relationships/extended-properties" Target="/docProps/app.xml" Id="Rcf2a5e75fdfd4a0b" /><Relationship Type="http://schemas.openxmlformats.org/officeDocument/2006/relationships/officeDocument" Target="/ppt/presentation.xml" Id="R287a4ec4daae4d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e1a6454a894fe4"/>
  </p:sldMasterIdLst>
  <p:notesMasterIdLst>
    <p:notesMasterId xmlns:r="http://schemas.openxmlformats.org/officeDocument/2006/relationships" r:id="Rb291b6428b304573"/>
  </p:notesMasterIdLst>
  <p:sldIdLst>
    <p:sldId xmlns:r="http://schemas.openxmlformats.org/officeDocument/2006/relationships" id="256" r:id="R1abbaf0aeb3f4865"/>
    <p:sldId xmlns:r="http://schemas.openxmlformats.org/officeDocument/2006/relationships" id="257" r:id="R48843d53113245a3"/>
    <p:sldId xmlns:r="http://schemas.openxmlformats.org/officeDocument/2006/relationships" id="258" r:id="Rb77414fe058c456a"/>
    <p:sldId xmlns:r="http://schemas.openxmlformats.org/officeDocument/2006/relationships" id="259" r:id="R646bbb2e3ee14b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c77fbe20e4313" /><Relationship Type="http://schemas.openxmlformats.org/officeDocument/2006/relationships/slideMaster" Target="/ppt/slideMasters/slideMaster1.xml" Id="Rabe1a6454a894fe4" /><Relationship Type="http://schemas.openxmlformats.org/officeDocument/2006/relationships/notesMaster" Target="/ppt/notesMasters/notesMaster1.xml" Id="Rb291b6428b304573" /><Relationship Type="http://schemas.openxmlformats.org/officeDocument/2006/relationships/presProps" Target="/ppt/presProps.xml" Id="R43f5a35e3fa2481a" /><Relationship Type="http://schemas.openxmlformats.org/officeDocument/2006/relationships/tableStyles" Target="/ppt/tableStyles.xml" Id="R60804d1d9acf41de" /><Relationship Type="http://schemas.openxmlformats.org/officeDocument/2006/relationships/slide" Target="/ppt/slides/slide1.xml" Id="R1abbaf0aeb3f4865" /><Relationship Type="http://schemas.openxmlformats.org/officeDocument/2006/relationships/slide" Target="/ppt/slides/slide2.xml" Id="R48843d53113245a3" /><Relationship Type="http://schemas.openxmlformats.org/officeDocument/2006/relationships/slide" Target="/ppt/slides/slide3.xml" Id="Rb77414fe058c456a" /><Relationship Type="http://schemas.openxmlformats.org/officeDocument/2006/relationships/slide" Target="/ppt/slides/slide4.xml" Id="R646bbb2e3ee14b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25bc55337c4e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d0f0431e6044ce" /><Relationship Type="http://schemas.openxmlformats.org/officeDocument/2006/relationships/notesMaster" Target="/ppt/notesMasters/notesMaster1.xml" Id="Rb92f0cf993734a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cf95ba54074efc" /><Relationship Type="http://schemas.openxmlformats.org/officeDocument/2006/relationships/notesMaster" Target="/ppt/notesMasters/notesMaster1.xml" Id="R7a3f151b5a59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3bb665608b4229" /><Relationship Type="http://schemas.openxmlformats.org/officeDocument/2006/relationships/notesMaster" Target="/ppt/notesMasters/notesMaster1.xml" Id="R2a0014a7fadd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ca4b5b2f24e05" /><Relationship Type="http://schemas.openxmlformats.org/officeDocument/2006/relationships/notesMaster" Target="/ppt/notesMasters/notesMaster1.xml" Id="R9b44a07e8f7a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p02-full-010656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p02-full-010656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p02-full-010656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p02-full-010656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f0f294354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811dea88a4167" /><Relationship Type="http://schemas.openxmlformats.org/officeDocument/2006/relationships/slideLayout" Target="/ppt/slideLayouts/slideLayout1.xml" Id="R0915508c412c40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5508c412c40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c5728efb04457" /><Relationship Type="http://schemas.openxmlformats.org/officeDocument/2006/relationships/notesSlide" Target="/ppt/notesSlides/notesSlide1.xml" Id="Rbbaed4834dc4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bfa2be71c4569" /><Relationship Type="http://schemas.openxmlformats.org/officeDocument/2006/relationships/notesSlide" Target="/ppt/notesSlides/notesSlide2.xml" Id="R97505551dd1848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5913870104258" /><Relationship Type="http://schemas.openxmlformats.org/officeDocument/2006/relationships/notesSlide" Target="/ppt/notesSlides/notesSlide3.xml" Id="R3e00284b0cc843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9ff1c3724216" /><Relationship Type="http://schemas.openxmlformats.org/officeDocument/2006/relationships/chart" Target="/ppt/slides/charts/chart1.xml" Id="Rcfd02e9c61124d51" /><Relationship Type="http://schemas.openxmlformats.org/officeDocument/2006/relationships/notesSlide" Target="/ppt/notesSlides/notesSlide4.xml" Id="Rcdcbda8133ea410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300842E-680E-4009-BEE0-18F5024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5F3E7FF-8E57-4ABA-872D-79392BB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B8E7CADD-3CB0-4356-942A-4845DF65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infrastructure/terraform · Platform Reliability · control p02-full-010656 · 2026 07 15 Terraform Platform Service Module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DF4D7A4-DDC2-4E11-BFFD-43D5528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76212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1A61906-B273-4609-823D-9FD9DE48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Terraform Platform Service Module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2E96D86-573D-4C50-A22E-36E7BA2C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9C7D5DD0-75D0-4DE0-A9A0-667E04AC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F823A27-1A8D-4741-8A32-89D23A19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36DE8A1B-A849-41FA-B2B5-425D4A1E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terraform platform dns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185FDAB2-034C-4EEF-BB10-CB50D4C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ECBDFE7-6B9A-40AA-A17F-F1239AAB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7D1B4FDB-0DC5-4CB4-8DE2-E425B355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783D4F73-7E9D-417E-B76C-2B26183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884E320-1E3D-44EE-AF63-D87FDBE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5612460-47C2-492E-8466-602B560F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97FCEFF-6230-4444-B0E3-00DC9FDA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6E2C064-3A37-4214-BF16-10A3A9C5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CEA1100-443D-4D68-AD13-6ED942D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8043BB2-BA67-44BC-A6FD-E2CDA311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8021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2BD3726-36E5-415E-A785-F12C2C12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9B947E7-01D7-4545-810B-F06F7929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change.chg-260713-042 · rel.change.260713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59ABD1F-3F0B-4738-8303-D5448C13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9B52751-838A-4282-B7D7-96BBA714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785F7CBA-4578-4B2F-BD1C-328BF00A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D930DD7-7539-490A-8F22-A02B644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333E3B2-D547-4E31-8087-3732E565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8732B71-2DB7-4BC9-8D6A-04511BD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6AB6457-BA86-498E-8779-B8CF70AC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7E17DD4-C231-4E98-B13A-BBD131CE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BFF19AF-00DE-4F26-A5A4-A526D6E5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28D1DB8E-985D-41A1-B9A9-15EA69EB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D121853-8743-4B0D-83BC-D5FBB16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CC41E3B-3BA4-41DC-9073-125885E3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86EFE89-9404-41AC-A01C-0865E05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E2E502B-70F1-4001-AC99-2BBBBE04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EBC18D7-F4E6-473D-B72E-3857632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E5764FDF-66FC-42F4-8B25-45027B5E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16142CC-F6F2-4122-8BB1-5B084D79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764141A-559F-4C65-8ED2-8B21E54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69081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37D86E84-00FD-442A-BD4A-F78BBAB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763CC54-FB07-452C-A42F-744306B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Terraform Platform Service Module Operations Briefing Pptx: Q-07 threshold evidence · p02-full-010656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d02e9c61124d5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91A218F-EE1B-484C-81D7-D41F8F3A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4327F0D-DDD6-4299-8B75-929CB4FC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31FFABF-E2D3-4F9A-A9B4-D1BFCFA1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96DFC4E-7641-41F5-95B0-4DFAA4DA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26CB967-9C71-41BA-9F4C-6D5964E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A93362B-1F36-4D30-B41D-609D9D10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02A8CA20-B207-4B9A-8C93-63BAC7B9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678AAAD3-7118-403D-B227-1371BC4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F952102-100A-4B4B-9677-7E74A68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F011560-8DA8-4A89-BAB1-4319F14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6DDE1D4-7705-43C0-A373-EEA4D3F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AB2A1375-4CE4-4F19-8368-7D27EF7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terraform platform dns failover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66D9135-F9FA-4CA5-BDB5-FF53FFF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6668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2026-08-24T12:58:41.1290000Z</dcterms:created>
  <dcterms:modified xsi:type="dcterms:W3CDTF">2026-08-24T12:58:41.1290000Z</dcterms:modified>
</coreProperties>
</file>