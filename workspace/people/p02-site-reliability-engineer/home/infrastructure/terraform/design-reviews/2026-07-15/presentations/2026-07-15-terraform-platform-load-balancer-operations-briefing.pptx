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e75201164842b2" /><Relationship Type="http://schemas.openxmlformats.org/officeDocument/2006/relationships/extended-properties" Target="/docProps/app.xml" Id="Rc35cb68bf4f84fdb" /><Relationship Type="http://schemas.openxmlformats.org/officeDocument/2006/relationships/officeDocument" Target="/ppt/presentation.xml" Id="R048172f134de41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ef6f5b5c8d4311"/>
  </p:sldMasterIdLst>
  <p:notesMasterIdLst>
    <p:notesMasterId xmlns:r="http://schemas.openxmlformats.org/officeDocument/2006/relationships" r:id="Rbe5d3a61a4f043a4"/>
  </p:notesMasterIdLst>
  <p:sldIdLst>
    <p:sldId xmlns:r="http://schemas.openxmlformats.org/officeDocument/2006/relationships" id="256" r:id="R2a3f70c1546b430d"/>
    <p:sldId xmlns:r="http://schemas.openxmlformats.org/officeDocument/2006/relationships" id="257" r:id="R4b86684ed74b4e3f"/>
    <p:sldId xmlns:r="http://schemas.openxmlformats.org/officeDocument/2006/relationships" id="258" r:id="R50957f4661eb4367"/>
    <p:sldId xmlns:r="http://schemas.openxmlformats.org/officeDocument/2006/relationships" id="259" r:id="R63173e77851246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02b0bc880c4065" /><Relationship Type="http://schemas.openxmlformats.org/officeDocument/2006/relationships/slideMaster" Target="/ppt/slideMasters/slideMaster1.xml" Id="R9fef6f5b5c8d4311" /><Relationship Type="http://schemas.openxmlformats.org/officeDocument/2006/relationships/notesMaster" Target="/ppt/notesMasters/notesMaster1.xml" Id="Rbe5d3a61a4f043a4" /><Relationship Type="http://schemas.openxmlformats.org/officeDocument/2006/relationships/presProps" Target="/ppt/presProps.xml" Id="R2ac2d73a42de4697" /><Relationship Type="http://schemas.openxmlformats.org/officeDocument/2006/relationships/tableStyles" Target="/ppt/tableStyles.xml" Id="R799b226b69a2401b" /><Relationship Type="http://schemas.openxmlformats.org/officeDocument/2006/relationships/slide" Target="/ppt/slides/slide1.xml" Id="R2a3f70c1546b430d" /><Relationship Type="http://schemas.openxmlformats.org/officeDocument/2006/relationships/slide" Target="/ppt/slides/slide2.xml" Id="R4b86684ed74b4e3f" /><Relationship Type="http://schemas.openxmlformats.org/officeDocument/2006/relationships/slide" Target="/ppt/slides/slide3.xml" Id="R50957f4661eb4367" /><Relationship Type="http://schemas.openxmlformats.org/officeDocument/2006/relationships/slide" Target="/ppt/slides/slide4.xml" Id="R63173e77851246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a972bebecd41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1756ab83d04257" /><Relationship Type="http://schemas.openxmlformats.org/officeDocument/2006/relationships/notesMaster" Target="/ppt/notesMasters/notesMaster1.xml" Id="R16ee2815e79b42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575005bb944117" /><Relationship Type="http://schemas.openxmlformats.org/officeDocument/2006/relationships/notesMaster" Target="/ppt/notesMasters/notesMaster1.xml" Id="R9ac59b05903c4c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6d76fae39e4ba5" /><Relationship Type="http://schemas.openxmlformats.org/officeDocument/2006/relationships/notesMaster" Target="/ppt/notesMasters/notesMaster1.xml" Id="R54adf307b0574e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fda419a41c478d" /><Relationship Type="http://schemas.openxmlformats.org/officeDocument/2006/relationships/notesMaster" Target="/ppt/notesMasters/notesMaster1.xml" Id="Rfaa1b074071c48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infrastructure/terraform/modules/data/2026-q3-terraform-platform-maintenance-window-metrics-tsv-s001359.tsv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p02-full-001359, row:canonical-metric.</a:t>
            </a:r>
          </a:p>
          <a:p xmlns:a="http://schemas.openxmlformats.org/drawingml/2006/main">
            <a:r>
              <a:t>Artifact: p02-full-013145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infrastructure/terraform/modules/data/2026-q3-terraform-platform-maintenance-window-metrics-tsv-s001359.tsv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p02-full-001359, row:canonical-metric.</a:t>
            </a:r>
          </a:p>
          <a:p xmlns:a="http://schemas.openxmlformats.org/drawingml/2006/main">
            <a:r>
              <a:t>Artifact: p02-full-013145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infrastructure/terraform/modules/data/2026-q3-terraform-platform-maintenance-window-metrics-tsv-s001359.tsv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p02-full-001359, row:canonical-metric.</a:t>
            </a:r>
          </a:p>
          <a:p xmlns:a="http://schemas.openxmlformats.org/drawingml/2006/main">
            <a:r>
              <a:t>Artifact: p02-full-013145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infrastructure/terraform/modules/data/2026-q3-terraform-platform-maintenance-window-metrics-tsv-s001359.tsv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p02-full-001359, row:canonical-metric.</a:t>
            </a:r>
          </a:p>
          <a:p xmlns:a="http://schemas.openxmlformats.org/drawingml/2006/main">
            <a:r>
              <a:t>Artifact: p02-full-013145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14857829d4c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42217096904837" /><Relationship Type="http://schemas.openxmlformats.org/officeDocument/2006/relationships/slideLayout" Target="/ppt/slideLayouts/slideLayout1.xml" Id="R63cdc052fd864e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cdc052fd864e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d6d1d1546455a" /><Relationship Type="http://schemas.openxmlformats.org/officeDocument/2006/relationships/notesSlide" Target="/ppt/notesSlides/notesSlide1.xml" Id="Re75b50b58cfa40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438ece1344135" /><Relationship Type="http://schemas.openxmlformats.org/officeDocument/2006/relationships/notesSlide" Target="/ppt/notesSlides/notesSlide2.xml" Id="Ra842bcbb3ff74e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12dd824374512" /><Relationship Type="http://schemas.openxmlformats.org/officeDocument/2006/relationships/notesSlide" Target="/ppt/notesSlides/notesSlide3.xml" Id="Rfd977cb8f2e647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f52bfabdd445d" /><Relationship Type="http://schemas.openxmlformats.org/officeDocument/2006/relationships/chart" Target="/ppt/slides/charts/chart1.xml" Id="Rbdbcb69bc302478f" /><Relationship Type="http://schemas.openxmlformats.org/officeDocument/2006/relationships/notesSlide" Target="/ppt/notesSlides/notesSlide4.xml" Id="R32e724976cea471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83331ADA-9390-40B9-91A5-561D16F9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415E3B97-053F-4D2E-83C6-55727811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p02-full-013145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4012EF6B-7E9D-42D1-86B9-B68EDA7E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infrastructure/terraform · Platform Reliability · control p02-full-013145 · 2026 07 15 Terraform Platform Load Balancer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83640C68-70CE-4E41-9EDD-BEF7289A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037683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7845B273-590A-4E3B-BBB0-EB8A1DD5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Terraform Platform Load Balancer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2B35BAD6-5582-467C-B9D9-F287F39C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29434790-6B82-4A64-8900-754C5E67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1254D73-19BA-4C9B-8657-7AC5285B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C8B22FB3-A692-4456-977E-919547AD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terraform platform maintenance window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CB7DF4A4-7357-4B1C-8753-06B4A200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B7468A29-7CD8-4EC3-A9A1-494C5AB1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349D37B-100E-4957-95ED-BD084C05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939A3956-C73E-4AE3-A96C-28E759BA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79EB5C2-FA52-4197-8F89-9B633FF5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79E6262E-7008-4984-B984-81AD93B8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425972E6-BCD2-4EBA-94DE-FA0FB7C6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7B9A722F-AB6E-4474-AF10-36B88746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14E43C11-6028-4E1E-8C0B-986922CA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p02-full-013145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21383E5E-82B0-44C5-BA8A-92AE5A72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8609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14DC5D66-85C8-4132-A762-F596C362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p02-full-013145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DFEA392E-BFC6-47DC-B2E7-3A66DBEE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env.prod · rel.change.260713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16C1436D-6632-42B2-8650-7A03E9C6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9DCC4CEA-A331-4F23-A56C-FF80FBBB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BAD70226-73B7-4835-8A0C-55C60B99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E3FA1FB2-366C-4A11-8B3D-DF3034CB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E1AC0BD3-F8BB-48F8-B344-F8FA4DB5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E58FCA96-2D9C-4D1F-9D19-FDF3582C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B42BCFD2-3B3E-497C-9649-3AC81197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EB43FC4-85CA-4677-B2B0-06A241C0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BF813D50-1CF0-4765-B899-A8B37AD3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72BCDBA5-55B1-436C-927F-373725B1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E0F2B5FC-59D3-4D06-B891-6FFA03E0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6169DDB7-94A2-4B1B-A6D4-210C0770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12CD5593-B4B4-4387-AD51-1876E8FE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858373E2-BF1D-4721-B920-6B388C66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397F9B6D-38CC-42D4-8945-CDDB72F4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1B39CCC1-9809-41E5-8884-DDDE6891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FFDE7883-F1A5-47B0-925D-6F2C6923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p02-full-013145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22B2DC58-08DC-49FB-A6AB-3F07A6C4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6478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9297B5A4-9C71-42C5-9706-70EE9D69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BB824492-E608-4A3F-8DE0-83DFF806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Terraform Platform Load Balancer Operations Briefing Pptx: Q-07 threshold evidence · p02-full-013145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bcb69bc302478f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A5599481-C986-4EA4-B218-C11862F7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EA21C44B-BB63-4B47-9F36-7DCA2965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12A61B80-10C9-48C1-B17E-84CABC81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06EA8D61-C860-4C0E-A105-8B7A6BCC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307AE37-7101-41E7-83F1-17A6292A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66CDDBB5-644D-4813-9852-02B812BE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5D4192DC-738A-4D7E-899D-66EC0259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870565F0-B43C-4121-8BD2-E87945A5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498A20DE-F94C-4ED6-92F7-B1E3E67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8884AE7-CC47-4C54-9CD5-5AD13617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417A302-B873-4D67-9F97-D69BBC60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E2CE1F11-E9C1-4137-B173-D4256A1B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terraform platform maintenance window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A0BAB130-1116-43EE-85DB-B1E29ECE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3248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2026-08-24T12:58:41.9900000Z</dcterms:created>
  <dcterms:modified xsi:type="dcterms:W3CDTF">2026-08-24T12:58:41.9900000Z</dcterms:modified>
</coreProperties>
</file>