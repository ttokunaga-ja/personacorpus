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d1fe987e34999" /><Relationship Type="http://schemas.openxmlformats.org/officeDocument/2006/relationships/extended-properties" Target="/docProps/app.xml" Id="R39968f08cd164c87" /><Relationship Type="http://schemas.openxmlformats.org/officeDocument/2006/relationships/officeDocument" Target="/ppt/presentation.xml" Id="R501fe8aee3f7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d2f8de30f41c0"/>
  </p:sldMasterIdLst>
  <p:notesMasterIdLst>
    <p:notesMasterId xmlns:r="http://schemas.openxmlformats.org/officeDocument/2006/relationships" r:id="R6bb40de9cddd461e"/>
  </p:notesMasterIdLst>
  <p:sldIdLst>
    <p:sldId xmlns:r="http://schemas.openxmlformats.org/officeDocument/2006/relationships" id="256" r:id="R43560092f9234401"/>
    <p:sldId xmlns:r="http://schemas.openxmlformats.org/officeDocument/2006/relationships" id="257" r:id="R6478a68929734ed9"/>
    <p:sldId xmlns:r="http://schemas.openxmlformats.org/officeDocument/2006/relationships" id="258" r:id="R6d21a2cd66d849b8"/>
    <p:sldId xmlns:r="http://schemas.openxmlformats.org/officeDocument/2006/relationships" id="259" r:id="R7d57c550952043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156258db34df1" /><Relationship Type="http://schemas.openxmlformats.org/officeDocument/2006/relationships/slideMaster" Target="/ppt/slideMasters/slideMaster1.xml" Id="Rf8ed2f8de30f41c0" /><Relationship Type="http://schemas.openxmlformats.org/officeDocument/2006/relationships/notesMaster" Target="/ppt/notesMasters/notesMaster1.xml" Id="R6bb40de9cddd461e" /><Relationship Type="http://schemas.openxmlformats.org/officeDocument/2006/relationships/presProps" Target="/ppt/presProps.xml" Id="Rfc8d07f5892c4425" /><Relationship Type="http://schemas.openxmlformats.org/officeDocument/2006/relationships/tableStyles" Target="/ppt/tableStyles.xml" Id="R323a6b559dbf446d" /><Relationship Type="http://schemas.openxmlformats.org/officeDocument/2006/relationships/slide" Target="/ppt/slides/slide1.xml" Id="R43560092f9234401" /><Relationship Type="http://schemas.openxmlformats.org/officeDocument/2006/relationships/slide" Target="/ppt/slides/slide2.xml" Id="R6478a68929734ed9" /><Relationship Type="http://schemas.openxmlformats.org/officeDocument/2006/relationships/slide" Target="/ppt/slides/slide3.xml" Id="R6d21a2cd66d849b8" /><Relationship Type="http://schemas.openxmlformats.org/officeDocument/2006/relationships/slide" Target="/ppt/slides/slide4.xml" Id="R7d57c550952043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127cf9ae3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75312d461421f" /><Relationship Type="http://schemas.openxmlformats.org/officeDocument/2006/relationships/notesMaster" Target="/ppt/notesMasters/notesMaster1.xml" Id="R5f35c374f740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dae38e08e4c0e" /><Relationship Type="http://schemas.openxmlformats.org/officeDocument/2006/relationships/notesMaster" Target="/ppt/notesMasters/notesMaster1.xml" Id="R4024707a3e4a4c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7869c5984d4df9" /><Relationship Type="http://schemas.openxmlformats.org/officeDocument/2006/relationships/notesMaster" Target="/ppt/notesMasters/notesMaster1.xml" Id="R91798d0f58cd4f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b7a683eec487d" /><Relationship Type="http://schemas.openxmlformats.org/officeDocument/2006/relationships/notesMaster" Target="/ppt/notesMasters/notesMaster1.xml" Id="R0a3f20116022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infrastructure/terraform/modules/data/2026-q3-terraform-platform-observability-metrics-tsv-s002099.tsv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p02-full-002099, row:canonical-metric.</a:t>
            </a:r>
          </a:p>
          <a:p xmlns:a="http://schemas.openxmlformats.org/drawingml/2006/main">
            <a:r>
              <a:t>Artifact: p02-full-014745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infrastructure/terraform/modules/data/2026-q3-terraform-platform-observability-metrics-tsv-s002099.tsv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p02-full-002099, row:canonical-metric.</a:t>
            </a:r>
          </a:p>
          <a:p xmlns:a="http://schemas.openxmlformats.org/drawingml/2006/main">
            <a:r>
              <a:t>Artifact: p02-full-014745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infrastructure/terraform/modules/data/2026-q3-terraform-platform-observability-metrics-tsv-s002099.tsv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p02-full-002099, row:canonical-metric.</a:t>
            </a:r>
          </a:p>
          <a:p xmlns:a="http://schemas.openxmlformats.org/drawingml/2006/main">
            <a:r>
              <a:t>Artifact: p02-full-014745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infrastructure/terraform/modules/data/2026-q3-terraform-platform-observability-metrics-tsv-s002099.tsv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p02-full-002099, row:canonical-metric.</a:t>
            </a:r>
          </a:p>
          <a:p xmlns:a="http://schemas.openxmlformats.org/drawingml/2006/main">
            <a:r>
              <a:t>Artifact: p02-full-014745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5a004db214b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d8e4092c545c2" /><Relationship Type="http://schemas.openxmlformats.org/officeDocument/2006/relationships/slideLayout" Target="/ppt/slideLayouts/slideLayout1.xml" Id="R9b4fd55eaa1848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fd55eaa1848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1827b440d4739" /><Relationship Type="http://schemas.openxmlformats.org/officeDocument/2006/relationships/notesSlide" Target="/ppt/notesSlides/notesSlide1.xml" Id="Rd1b6c3d61cef42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92c1e90ff45f9" /><Relationship Type="http://schemas.openxmlformats.org/officeDocument/2006/relationships/notesSlide" Target="/ppt/notesSlides/notesSlide2.xml" Id="Ra72aa89e881f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81118e05d4d6e" /><Relationship Type="http://schemas.openxmlformats.org/officeDocument/2006/relationships/notesSlide" Target="/ppt/notesSlides/notesSlide3.xml" Id="R197a2ec6d28b47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f159e60084a3a" /><Relationship Type="http://schemas.openxmlformats.org/officeDocument/2006/relationships/chart" Target="/ppt/slides/charts/chart1.xml" Id="Ra020ff7d5451401d" /><Relationship Type="http://schemas.openxmlformats.org/officeDocument/2006/relationships/notesSlide" Target="/ppt/notesSlides/notesSlide4.xml" Id="R6d96a7cb401842e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B1D6088-554B-4812-81D7-C9EFC59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4980DCB-384F-4778-BEA8-85AFF696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p02-full-014745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85B6A5F-6208-422E-937D-04F550F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infrastructure/terraform · Platform Reliability · control p02-full-014745 · 2026 07 14 Terraform Platform Load Balancer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37CBDB2-603E-444B-9E8E-0F47EB51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112463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0B1A0B0-3CFF-495C-B422-06AD190D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Load Balancer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DCCC02B-8F88-4E68-B9E2-E143AD45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8FFA331-D38F-45BB-A632-A5084FF2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9D5A320-7DEC-4BDD-991B-D7B2326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3AA1D02-2EBB-40EC-8E58-576FE272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observability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C916B73-AC92-4E2B-8E0D-A55FB487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C8CD9D8-24EC-4AA3-8EDA-BABF720D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0E4914D-1011-4E00-9F76-BCAAB744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1AB733C-144E-41F1-9F1C-FBC87C73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F498DFE-43AC-455A-AFED-44157585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8AE8B69-8423-4501-A639-44012451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1357533-2CCE-48C0-9CDF-CC42CBC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A11E6A3-2CD5-40CE-9226-0D85D036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841214F-081E-4E32-9A2D-054B19F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p02-full-014745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847827D-5E7F-423B-B0B7-F8F69E6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034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F8EAEE85-97C8-43E9-9AD5-27EAAD0D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p02-full-014745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20E7A5B-CA9D-4DA8-9900-5425CD4A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change.chg-260713-042 · rel.change.260713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B82BFD1-F8A4-4629-A66E-6F097956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2ADEA27C-377C-4E20-965D-3CE1CE82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D6706E6-F2EC-4AE3-8EE7-9DDA99A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0CFDDDE-6EBE-4B55-A0A3-6909F8C9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E083254-F7B6-4E78-909B-5E7B967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1F642B5-9B2A-4983-AA4E-048A59FC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0CB049C-57B0-4393-A136-4A2C79A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24EC22A-FD21-4034-8D7F-B37479D4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06A8961-F9A4-4066-8621-F069FB7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769DF5A-7E08-407F-855E-C38F821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1193425-3248-43AA-8869-4063EFBD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F81BB90-4B9D-4C36-9898-4C43BAA8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1FEF61A-C5BE-4E07-BDA6-EE8644D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B5435E7-3A3F-4F5C-9108-F5C2A91C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9C4F38D-185F-42FE-B31B-F962F6B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629C633B-179E-4CF7-8F37-5B3789C0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80F9210F-5FF0-4062-A0ED-4472D54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p02-full-014745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0F5D48D-922F-49E6-817A-D16430C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9794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7FE0F1E-5D43-44AB-BC53-4D26AAC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4944272-9CC0-491E-AC15-86454106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Load Balancer Operations Briefing Pptx: Q-07 threshold evidence · p02-full-014745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20ff7d5451401d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246A6070-9E47-48FA-B1D3-B4C0CC30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3B4D3578-E2A2-4824-B4D5-A3CF6142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C691ACE-34F8-46B1-9986-0DE98BB6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F885B07-D82A-4167-9DD5-FAC33BC4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556E59B1-0487-444A-A673-178B390D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6439039-3A01-4DE3-ACE5-4ECA0D3E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D9A0AB2-6DFC-407C-AA76-89A625E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8538403B-D28E-4083-89B7-6E9D2D6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400AD52-9FD3-4708-A816-5BB11D33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AE6BA07-8464-47A5-8042-495B6FC2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7631846-DE81-4ACE-9580-F0D9C6F1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BB9841C-ADCE-419C-9B2D-4DFE4F2D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observability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893B813-7F3A-4693-90BD-5C57A19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0711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2026-08-24T12:58:43.1530000Z</dcterms:created>
  <dcterms:modified xsi:type="dcterms:W3CDTF">2026-08-24T12:58:43.1530000Z</dcterms:modified>
</coreProperties>
</file>