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93b7f207824279" /><Relationship Type="http://schemas.openxmlformats.org/officeDocument/2006/relationships/extended-properties" Target="/docProps/app.xml" Id="R575066a8f0af4d29" /><Relationship Type="http://schemas.openxmlformats.org/officeDocument/2006/relationships/officeDocument" Target="/ppt/presentation.xml" Id="R7e72c481824c42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132136a8b24c33"/>
  </p:sldMasterIdLst>
  <p:notesMasterIdLst>
    <p:notesMasterId xmlns:r="http://schemas.openxmlformats.org/officeDocument/2006/relationships" r:id="Rd54e197a798c4d72"/>
  </p:notesMasterIdLst>
  <p:sldIdLst>
    <p:sldId xmlns:r="http://schemas.openxmlformats.org/officeDocument/2006/relationships" id="256" r:id="Rae8b4873b296407a"/>
    <p:sldId xmlns:r="http://schemas.openxmlformats.org/officeDocument/2006/relationships" id="257" r:id="Rccb41c97fbe0454b"/>
    <p:sldId xmlns:r="http://schemas.openxmlformats.org/officeDocument/2006/relationships" id="258" r:id="Rff4c921b5ae34f67"/>
    <p:sldId xmlns:r="http://schemas.openxmlformats.org/officeDocument/2006/relationships" id="259" r:id="R4ea312f9ce8045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5833d42e114aeb" /><Relationship Type="http://schemas.openxmlformats.org/officeDocument/2006/relationships/slideMaster" Target="/ppt/slideMasters/slideMaster1.xml" Id="R3c132136a8b24c33" /><Relationship Type="http://schemas.openxmlformats.org/officeDocument/2006/relationships/notesMaster" Target="/ppt/notesMasters/notesMaster1.xml" Id="Rd54e197a798c4d72" /><Relationship Type="http://schemas.openxmlformats.org/officeDocument/2006/relationships/presProps" Target="/ppt/presProps.xml" Id="Rbe80e57415894ad4" /><Relationship Type="http://schemas.openxmlformats.org/officeDocument/2006/relationships/tableStyles" Target="/ppt/tableStyles.xml" Id="Rf4efdc4637c04ef5" /><Relationship Type="http://schemas.openxmlformats.org/officeDocument/2006/relationships/slide" Target="/ppt/slides/slide1.xml" Id="Rae8b4873b296407a" /><Relationship Type="http://schemas.openxmlformats.org/officeDocument/2006/relationships/slide" Target="/ppt/slides/slide2.xml" Id="Rccb41c97fbe0454b" /><Relationship Type="http://schemas.openxmlformats.org/officeDocument/2006/relationships/slide" Target="/ppt/slides/slide3.xml" Id="Rff4c921b5ae34f67" /><Relationship Type="http://schemas.openxmlformats.org/officeDocument/2006/relationships/slide" Target="/ppt/slides/slide4.xml" Id="R4ea312f9ce8045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99371646714f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c1d5e2fb014b45" /><Relationship Type="http://schemas.openxmlformats.org/officeDocument/2006/relationships/notesMaster" Target="/ppt/notesMasters/notesMaster1.xml" Id="R11bcd14b0a254d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4c4b858102422f" /><Relationship Type="http://schemas.openxmlformats.org/officeDocument/2006/relationships/notesMaster" Target="/ppt/notesMasters/notesMaster1.xml" Id="R517f591ada0245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c70f3c7df5469a" /><Relationship Type="http://schemas.openxmlformats.org/officeDocument/2006/relationships/notesMaster" Target="/ppt/notesMasters/notesMaster1.xml" Id="R68332d8f3e8b45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5c5329025c47a8" /><Relationship Type="http://schemas.openxmlformats.org/officeDocument/2006/relationships/notesMaster" Target="/ppt/notesMasters/notesMaster1.xml" Id="Rae2fadbc3b664c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infrastructure/terraform/modules/data/2026-07-20-terraform-platform-dns-failover-metrics-csv-s000586.csv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p02-full-000586, row:canonical-metric.</a:t>
            </a:r>
          </a:p>
          <a:p xmlns:a="http://schemas.openxmlformats.org/drawingml/2006/main">
            <a:r>
              <a:t>Artifact: p02-full-008656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infrastructure/terraform/modules/data/2026-07-20-terraform-platform-dns-failover-metrics-csv-s000586.csv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p02-full-000586, row:canonical-metric.</a:t>
            </a:r>
          </a:p>
          <a:p xmlns:a="http://schemas.openxmlformats.org/drawingml/2006/main">
            <a:r>
              <a:t>Artifact: p02-full-008656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infrastructure/terraform/modules/data/2026-07-20-terraform-platform-dns-failover-metrics-csv-s000586.csv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p02-full-000586, row:canonical-metric.</a:t>
            </a:r>
          </a:p>
          <a:p xmlns:a="http://schemas.openxmlformats.org/drawingml/2006/main">
            <a:r>
              <a:t>Artifact: p02-full-008656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infrastructure/terraform/modules/data/2026-07-20-terraform-platform-dns-failover-metrics-csv-s000586.csv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p02-full-000586, row:canonical-metric.</a:t>
            </a:r>
          </a:p>
          <a:p xmlns:a="http://schemas.openxmlformats.org/drawingml/2006/main">
            <a:r>
              <a:t>Artifact: p02-full-008656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6f86e8cc8946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15dc514bde4369" /><Relationship Type="http://schemas.openxmlformats.org/officeDocument/2006/relationships/slideLayout" Target="/ppt/slideLayouts/slideLayout1.xml" Id="Rc1906640c68f49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906640c68f49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ad64e5df6b4f9e" /><Relationship Type="http://schemas.openxmlformats.org/officeDocument/2006/relationships/notesSlide" Target="/ppt/notesSlides/notesSlide1.xml" Id="R4a3d6ae559a848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384341abbd4787" /><Relationship Type="http://schemas.openxmlformats.org/officeDocument/2006/relationships/notesSlide" Target="/ppt/notesSlides/notesSlide2.xml" Id="R886464a45fb74b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7165cf7ee4a94" /><Relationship Type="http://schemas.openxmlformats.org/officeDocument/2006/relationships/notesSlide" Target="/ppt/notesSlides/notesSlide3.xml" Id="R5d537ecb0a484b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ee3c2a21e24ac4" /><Relationship Type="http://schemas.openxmlformats.org/officeDocument/2006/relationships/chart" Target="/ppt/slides/charts/chart1.xml" Id="Ra572f944f41445d2" /><Relationship Type="http://schemas.openxmlformats.org/officeDocument/2006/relationships/notesSlide" Target="/ppt/notesSlides/notesSlide4.xml" Id="R7693ac7974884f3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492B956F-2065-45D6-9E6C-BAA29945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560D631C-77D3-4EC4-9D07-716191E6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p02-full-008656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8F7984B3-5BEA-4E43-968B-E1736084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· infrastructure/terraform · Platform Reliability · control p02-full-008656 · 2026 07 14 Terraform Platform Service Module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CD2900BE-4BAB-4B4C-AA9A-99B25D87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9873849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6D2A8349-BC2B-4D2E-9F10-D992E12A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Terraform Platform Service Module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570F916C-90AB-477F-A073-824218B9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72340BD3-2DC1-444F-907E-B92B8800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E74901AA-84B1-4FF8-8AF3-CA7C59B7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2FA7DF83-CB06-45E8-8A71-F708EE12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terraform platform dns failover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BBDD96FB-65B4-4A93-AE2B-05093455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FFD7B4A9-4B3C-4371-8575-306DF6FB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56CC542C-2992-4E34-A69D-06C412B8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132DAD10-1280-42B5-8001-5E2881AC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4F6CBD05-6389-4E97-BE24-54E6FDD5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41696636-0215-4622-8B96-12991630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DFA64CFB-4098-4AC8-9757-426C42FA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87EE37FB-57B6-4C65-B348-20174AFD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26DC437C-49C2-4AA1-A57A-4812ABF9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p02-full-008656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F3D953D2-CDDA-4EDC-A99C-ECA71E23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034338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41A3E894-BA64-416C-83F0-F831B5E4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p02-full-008656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117D2B2C-0C16-416C-8633-BF09F9E5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deploy.dep-260713-017 · rel.change.260713 · date.2026-07-14.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65800F15-91CD-439F-B5B1-5466888E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8A092D89-B1FA-4D1E-A032-18F40F81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B11E480E-39E7-4945-8E46-0422246D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19D0AEE1-85DE-4211-8D61-4285E8A2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9CDAA859-D179-4680-8405-42DB29C5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EA51D7A0-4930-4034-B2EA-C1015B89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FC0369CD-419D-4499-AD62-C3892F90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A6A160E6-B748-4E07-BC05-81A8F82D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43EAA693-CE7B-445C-B03F-DD1BB81D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critical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FDFF7ADE-4428-4634-9ABF-0AEC9577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4FCAF3E3-6AB0-4BCB-B086-FDDF4606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0E150A1B-88CF-49DC-9B00-5AA7C599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B0262A76-9D6C-4176-8AE8-7C446AF0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9FF4277D-0349-4718-9545-B214A1BB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5008B201-E8C8-4962-B51A-FA4474CC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maximum</a:t>
            </a:r>
          </a:p>
        </p:txBody>
      </p:sp>
      <p:sp>
        <p:nvSpPr>
          <p:cNvPr id="18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2308CCD9-BCA0-4B50-906E-DF453CC1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9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A5428274-63B0-4449-97DA-541A982A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p02-full-008656</a:t>
            </a:r>
          </a:p>
        </p:txBody>
      </p:sp>
      <p:sp>
        <p:nvSpPr>
          <p:cNvPr id="20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29BD4144-C570-4A55-A5BF-1003B07F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400073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58CB77DB-E4D9-41B7-B333-D1EDBD4B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3FA2932B-67D6-4379-98BD-2D64BB23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Terraform Platform Service Module Operations Briefing Pptx: Q-07 threshold evidence · p02-full-008656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572f944f41445d2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29EC5275-725F-4D27-9D93-6F5DFD71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7020A466-32A8-4587-8958-1DACD3B1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0ACE7A4F-F0FD-4984-A75F-16DC76D1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D999E286-1D73-4AC6-AE2A-D8563C8B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04256E92-7069-421C-87FD-C3DD46CC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F7C957F3-81B4-46D6-8B69-AB0C49EF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7B23B825-E259-45D8-8DA1-31305F83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E1486188-6F03-46CD-A4A4-1FFB46B7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7886AE8F-0D0C-4797-95F4-7D358315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30CE9533-E38C-4D1F-BFEA-9DCCF4F5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56A9549E-F168-4BA6-80D6-53918E70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D79A59CD-8936-49BA-ADC3-D7A2F671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terraform platform dns failover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F4B3F426-1931-4A0F-8AD9-665D4BA8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024131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2026-08-24T12:58:40.6230000Z</dcterms:created>
  <dcterms:modified xsi:type="dcterms:W3CDTF">2026-08-24T12:58:40.6230000Z</dcterms:modified>
</coreProperties>
</file>