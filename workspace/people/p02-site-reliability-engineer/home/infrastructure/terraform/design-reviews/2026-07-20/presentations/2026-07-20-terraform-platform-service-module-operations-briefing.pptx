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0663b0abcf401e" /><Relationship Type="http://schemas.openxmlformats.org/officeDocument/2006/relationships/extended-properties" Target="/docProps/app.xml" Id="R37605e9b6f6c41d0" /><Relationship Type="http://schemas.openxmlformats.org/officeDocument/2006/relationships/officeDocument" Target="/ppt/presentation.xml" Id="Rd9f33270a09349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d3ad8d3e6f4ced"/>
  </p:sldMasterIdLst>
  <p:notesMasterIdLst>
    <p:notesMasterId xmlns:r="http://schemas.openxmlformats.org/officeDocument/2006/relationships" r:id="Ref969fead58d4e3c"/>
  </p:notesMasterIdLst>
  <p:sldIdLst>
    <p:sldId xmlns:r="http://schemas.openxmlformats.org/officeDocument/2006/relationships" id="256" r:id="Rb16a88d1c55c4613"/>
    <p:sldId xmlns:r="http://schemas.openxmlformats.org/officeDocument/2006/relationships" id="257" r:id="R384d64d02c864c4e"/>
    <p:sldId xmlns:r="http://schemas.openxmlformats.org/officeDocument/2006/relationships" id="258" r:id="R37afa70f4b804596"/>
    <p:sldId xmlns:r="http://schemas.openxmlformats.org/officeDocument/2006/relationships" id="259" r:id="R91b67b82ba9045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ab1b4ad84f440e" /><Relationship Type="http://schemas.openxmlformats.org/officeDocument/2006/relationships/slideMaster" Target="/ppt/slideMasters/slideMaster1.xml" Id="R5fd3ad8d3e6f4ced" /><Relationship Type="http://schemas.openxmlformats.org/officeDocument/2006/relationships/notesMaster" Target="/ppt/notesMasters/notesMaster1.xml" Id="Ref969fead58d4e3c" /><Relationship Type="http://schemas.openxmlformats.org/officeDocument/2006/relationships/presProps" Target="/ppt/presProps.xml" Id="R7dd9a8b852f44228" /><Relationship Type="http://schemas.openxmlformats.org/officeDocument/2006/relationships/tableStyles" Target="/ppt/tableStyles.xml" Id="R707378a7e9304719" /><Relationship Type="http://schemas.openxmlformats.org/officeDocument/2006/relationships/slide" Target="/ppt/slides/slide1.xml" Id="Rb16a88d1c55c4613" /><Relationship Type="http://schemas.openxmlformats.org/officeDocument/2006/relationships/slide" Target="/ppt/slides/slide2.xml" Id="R384d64d02c864c4e" /><Relationship Type="http://schemas.openxmlformats.org/officeDocument/2006/relationships/slide" Target="/ppt/slides/slide3.xml" Id="R37afa70f4b804596" /><Relationship Type="http://schemas.openxmlformats.org/officeDocument/2006/relationships/slide" Target="/ppt/slides/slide4.xml" Id="R91b67b82ba9045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074aa4ee4141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8992cf61084a4a" /><Relationship Type="http://schemas.openxmlformats.org/officeDocument/2006/relationships/notesMaster" Target="/ppt/notesMasters/notesMaster1.xml" Id="R0ec132d2550d44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c7c065bd564564" /><Relationship Type="http://schemas.openxmlformats.org/officeDocument/2006/relationships/notesMaster" Target="/ppt/notesMasters/notesMaster1.xml" Id="R80ba5998903c4d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2ade0e8a4a4695" /><Relationship Type="http://schemas.openxmlformats.org/officeDocument/2006/relationships/notesMaster" Target="/ppt/notesMasters/notesMaster1.xml" Id="R4e0dd9a8a57649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db186f71114db5" /><Relationship Type="http://schemas.openxmlformats.org/officeDocument/2006/relationships/notesMaster" Target="/ppt/notesMasters/notesMaster1.xml" Id="Rc3ad928015b342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infrastructure/terraform/modules/data/2026-07-13-terraform-platform-dns-failover-metrics-csv-s000074.csv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p02-full-000074, row:canonical-metric.</a:t>
            </a:r>
          </a:p>
          <a:p xmlns:a="http://schemas.openxmlformats.org/drawingml/2006/main">
            <a:r>
              <a:t>Artifact: p02-full-007656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infrastructure/terraform/modules/data/2026-07-13-terraform-platform-dns-failover-metrics-csv-s000074.csv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p02-full-000074, row:canonical-metric.</a:t>
            </a:r>
          </a:p>
          <a:p xmlns:a="http://schemas.openxmlformats.org/drawingml/2006/main">
            <a:r>
              <a:t>Artifact: p02-full-007656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infrastructure/terraform/modules/data/2026-07-13-terraform-platform-dns-failover-metrics-csv-s000074.csv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p02-full-000074, row:canonical-metric.</a:t>
            </a:r>
          </a:p>
          <a:p xmlns:a="http://schemas.openxmlformats.org/drawingml/2006/main">
            <a:r>
              <a:t>Artifact: p02-full-007656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infrastructure/terraform/modules/data/2026-07-13-terraform-platform-dns-failover-metrics-csv-s000074.csv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p02-full-000074, row:canonical-metric.</a:t>
            </a:r>
          </a:p>
          <a:p xmlns:a="http://schemas.openxmlformats.org/drawingml/2006/main">
            <a:r>
              <a:t>Artifact: p02-full-007656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fe2584b21943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8d80ec3fff4d27" /><Relationship Type="http://schemas.openxmlformats.org/officeDocument/2006/relationships/slideLayout" Target="/ppt/slideLayouts/slideLayout1.xml" Id="R2adca13cdac541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dca13cdac541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f73a448ee4ae2" /><Relationship Type="http://schemas.openxmlformats.org/officeDocument/2006/relationships/notesSlide" Target="/ppt/notesSlides/notesSlide1.xml" Id="R237dd6378dfa48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533c07d8c475b" /><Relationship Type="http://schemas.openxmlformats.org/officeDocument/2006/relationships/notesSlide" Target="/ppt/notesSlides/notesSlide2.xml" Id="R02ae48b8c35b49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2a352653c4496" /><Relationship Type="http://schemas.openxmlformats.org/officeDocument/2006/relationships/notesSlide" Target="/ppt/notesSlides/notesSlide3.xml" Id="R6bbad27fd73640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104879f154b92" /><Relationship Type="http://schemas.openxmlformats.org/officeDocument/2006/relationships/chart" Target="/ppt/slides/charts/chart1.xml" Id="Ree87dc8fd92a412c" /><Relationship Type="http://schemas.openxmlformats.org/officeDocument/2006/relationships/notesSlide" Target="/ppt/notesSlides/notesSlide4.xml" Id="R68bd9933a6cc4e7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E1F75549-7FAF-45F1-B308-397CB937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9EEFFC50-3839-45D4-A353-15EE722E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p02-full-007656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5C3B991C-63E4-4AE0-BD37-2A20118D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· infrastructure/terraform · Platform Reliability · control p02-full-007656 · 2026 07 20 Terraform Platform Service Module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98C38621-99A6-4B3F-B25A-39A4D591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2200008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26EFC079-EAF3-4DF5-B020-7FE20BD8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Terraform Platform Service Module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1D1DBC99-57A8-4DAF-956C-CD2B863B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FE211C8C-1370-4F00-B497-56CD5DAB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C46F6F44-F165-458A-B253-B42BC44D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E2443D30-A3C2-4143-81B1-05019873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terraform platform dns failover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A3F0A41B-BF4F-4670-A4D4-6EDBF384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E5BC081C-6578-47F1-AA2B-3A1EEAA5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59B46D85-8F6F-483D-9C66-569E681B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D158EFB4-34CF-46A4-B933-525E805F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32C82A94-B7F2-47F5-9C7B-9F2A0CB0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2F38C896-81D5-4EDC-B84E-D23A70EF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A4EB8DBC-EE3E-485A-8566-87DBBD7F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D51DD239-336B-4787-A681-2B19E8B7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F227932E-73AC-4747-B286-B2EC94C2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p02-full-007656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D2C9B7F2-D5FB-4819-AD99-741BC321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17634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5997E3D2-F611-4804-9A69-C6CD42C2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p02-full-007656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CF45065E-3054-4563-AC00-636DC3D7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change.chg-260713-042 · rel.change.260713 · date.2026-07-20.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13C116D5-5696-4DA7-ABDA-2407944B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634722D8-806D-4579-B21B-3E0E5620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84508916-F831-4136-9A24-FDE266A3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FD6A7AD2-6FA3-4A91-B87A-9F08FD46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90D6710C-502E-4293-BE48-8D897148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559FFBF3-EF00-485D-88EF-AC9F7631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71F27F71-3ABE-4FE9-8B94-69359834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6D795208-7E17-4106-A53A-A468390A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C1AD2016-B179-4828-BCE1-1F49B5AD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critical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E167FEFE-5DF8-4F4C-9312-C923BBCF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7EED57C0-CB10-46F7-A90A-41642081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A93012C7-249C-418D-A360-02E4D2AC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CDDEDB46-6257-4F46-A8B8-388BFDAF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4FCC3AC7-184E-4E76-AECA-6DE5EDC0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0F0C9B0A-416D-4280-B2A0-537337F5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8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C2B8600D-E541-48EF-889C-88DF983C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9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5E14FC67-999F-4161-A83B-1261B15C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p02-full-007656</a:t>
            </a:r>
          </a:p>
        </p:txBody>
      </p:sp>
      <p:sp>
        <p:nvSpPr>
          <p:cNvPr id="20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81F4898B-CAC0-43E8-9621-C0AF508B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668024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1E8033CB-A2B1-42D1-9004-C23624F1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7DD2A574-AF00-4284-9B44-21F097CE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Terraform Platform Service Module Operations Briefing Pptx: Q-07 threshold evidence · p02-full-007656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87dc8fd92a412c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9D8CE35E-2632-43CA-B71A-6A720B7B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F50BD352-C9C1-4F53-AE85-C29EC1B1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2709DFC8-455C-4DBF-9F4E-34E135D8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A8E425AD-3A9D-4C05-AB32-726BB6B4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BFA53E29-F2E2-4DA4-8068-150C18A5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E5D4386B-755B-4F59-BE0C-E0E712F4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1E7B3DC4-D0AC-4AD3-B76D-F632E3F9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EB59BCD5-1E14-4931-B16A-0E97B9EA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D1E3F8F9-0C2A-4939-891C-EFF318E7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F9D7C875-ADFC-4CCB-A3E8-79DB9A76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B57A5A9C-78FA-4BE4-A066-60BAF119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09D11257-C89E-4BD6-8809-83B6DA5B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terraform platform dns failover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3CCB0A0B-5791-4315-8C5B-916C04FC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405340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2026-08-24T12:58:40.1810000Z</dcterms:created>
  <dcterms:modified xsi:type="dcterms:W3CDTF">2026-08-24T12:58:40.1810000Z</dcterms:modified>
</coreProperties>
</file>