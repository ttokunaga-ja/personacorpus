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dc83fb0037469c" /><Relationship Type="http://schemas.openxmlformats.org/officeDocument/2006/relationships/extended-properties" Target="/docProps/app.xml" Id="R6c50902488694724" /><Relationship Type="http://schemas.openxmlformats.org/officeDocument/2006/relationships/officeDocument" Target="/ppt/presentation.xml" Id="R80dab2f3073145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1e9db28fdb48f5"/>
  </p:sldMasterIdLst>
  <p:notesMasterIdLst>
    <p:notesMasterId xmlns:r="http://schemas.openxmlformats.org/officeDocument/2006/relationships" r:id="Rcfe539ace8964894"/>
  </p:notesMasterIdLst>
  <p:sldIdLst>
    <p:sldId xmlns:r="http://schemas.openxmlformats.org/officeDocument/2006/relationships" id="256" r:id="R2e6d53de57f941c9"/>
    <p:sldId xmlns:r="http://schemas.openxmlformats.org/officeDocument/2006/relationships" id="257" r:id="R106167c1ded74e31"/>
    <p:sldId xmlns:r="http://schemas.openxmlformats.org/officeDocument/2006/relationships" id="258" r:id="R55cf3e3529834500"/>
    <p:sldId xmlns:r="http://schemas.openxmlformats.org/officeDocument/2006/relationships" id="259" r:id="R6c68b075b6b345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686c9b3ffc48d6" /><Relationship Type="http://schemas.openxmlformats.org/officeDocument/2006/relationships/slideMaster" Target="/ppt/slideMasters/slideMaster1.xml" Id="R881e9db28fdb48f5" /><Relationship Type="http://schemas.openxmlformats.org/officeDocument/2006/relationships/notesMaster" Target="/ppt/notesMasters/notesMaster1.xml" Id="Rcfe539ace8964894" /><Relationship Type="http://schemas.openxmlformats.org/officeDocument/2006/relationships/presProps" Target="/ppt/presProps.xml" Id="R6a88ec0abe6d429f" /><Relationship Type="http://schemas.openxmlformats.org/officeDocument/2006/relationships/tableStyles" Target="/ppt/tableStyles.xml" Id="Rb35f9ae4fd04432b" /><Relationship Type="http://schemas.openxmlformats.org/officeDocument/2006/relationships/slide" Target="/ppt/slides/slide1.xml" Id="R2e6d53de57f941c9" /><Relationship Type="http://schemas.openxmlformats.org/officeDocument/2006/relationships/slide" Target="/ppt/slides/slide2.xml" Id="R106167c1ded74e31" /><Relationship Type="http://schemas.openxmlformats.org/officeDocument/2006/relationships/slide" Target="/ppt/slides/slide3.xml" Id="R55cf3e3529834500" /><Relationship Type="http://schemas.openxmlformats.org/officeDocument/2006/relationships/slide" Target="/ppt/slides/slide4.xml" Id="R6c68b075b6b345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3570b89cbc4a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1d5165f7924b32" /><Relationship Type="http://schemas.openxmlformats.org/officeDocument/2006/relationships/notesMaster" Target="/ppt/notesMasters/notesMaster1.xml" Id="R9961ff024cf847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0c9030f5fc42f9" /><Relationship Type="http://schemas.openxmlformats.org/officeDocument/2006/relationships/notesMaster" Target="/ppt/notesMasters/notesMaster1.xml" Id="Rf0acda7a6cd341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420c7ff00e48d6" /><Relationship Type="http://schemas.openxmlformats.org/officeDocument/2006/relationships/notesMaster" Target="/ppt/notesMasters/notesMaster1.xml" Id="R9920eb2271464a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8186c1ca054c61" /><Relationship Type="http://schemas.openxmlformats.org/officeDocument/2006/relationships/notesMaster" Target="/ppt/notesMasters/notesMaster1.xml" Id="R0fce157eb25441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services/checkout/prod/oncall/operations/metrics/2026-07-20-checkout-oncall-database-failover-facts-json-s000266.json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p02-full-000266, measurements.2.metric/value/unit.</a:t>
            </a:r>
          </a:p>
          <a:p xmlns:a="http://schemas.openxmlformats.org/drawingml/2006/main">
            <a:r>
              <a:t>Artifact: p02-full-002145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services/checkout/prod/oncall/operations/metrics/2026-07-20-checkout-oncall-database-failover-facts-json-s000266.json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p02-full-000266, measurements.2.metric/value/unit.</a:t>
            </a:r>
          </a:p>
          <a:p xmlns:a="http://schemas.openxmlformats.org/drawingml/2006/main">
            <a:r>
              <a:t>Artifact: p02-full-002145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services/checkout/prod/oncall/operations/metrics/2026-07-20-checkout-oncall-database-failover-facts-json-s000266.json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p02-full-000266, measurements.2.metric/value/unit.</a:t>
            </a:r>
          </a:p>
          <a:p xmlns:a="http://schemas.openxmlformats.org/drawingml/2006/main">
            <a:r>
              <a:t>Artifact: p02-full-002145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services/checkout/prod/oncall/operations/metrics/2026-07-20-checkout-oncall-database-failover-facts-json-s000266.json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p02-full-000266, measurements.2.metric/value/unit.</a:t>
            </a:r>
          </a:p>
          <a:p xmlns:a="http://schemas.openxmlformats.org/drawingml/2006/main">
            <a:r>
              <a:t>Artifact: p02-full-002145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992302c81941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c7fd957c4f4933" /><Relationship Type="http://schemas.openxmlformats.org/officeDocument/2006/relationships/slideLayout" Target="/ppt/slideLayouts/slideLayout1.xml" Id="R6326e30018854a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26e30018854a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66a8ab2694d90" /><Relationship Type="http://schemas.openxmlformats.org/officeDocument/2006/relationships/notesSlide" Target="/ppt/notesSlides/notesSlide1.xml" Id="R16ccc83a08c440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01507f0c44f00" /><Relationship Type="http://schemas.openxmlformats.org/officeDocument/2006/relationships/notesSlide" Target="/ppt/notesSlides/notesSlide2.xml" Id="R3e27bc66df0d4a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9093b852942fa" /><Relationship Type="http://schemas.openxmlformats.org/officeDocument/2006/relationships/notesSlide" Target="/ppt/notesSlides/notesSlide3.xml" Id="Rff816a43c2354d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a4c5d7753459f" /><Relationship Type="http://schemas.openxmlformats.org/officeDocument/2006/relationships/chart" Target="/ppt/slides/charts/chart1.xml" Id="R6b5e2f464ad1444a" /><Relationship Type="http://schemas.openxmlformats.org/officeDocument/2006/relationships/notesSlide" Target="/ppt/notesSlides/notesSlide4.xml" Id="R452a0abe5a5d430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Checkout SVC-17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8C6D2258-9B71-4E87-993B-5576C9B5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E373235A-57DE-4744-851E-D040A035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p02-full-002145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5EFF49CB-C23C-434B-A405-C0058736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· services/checkout/prod/oncall/operations · Checkout SVC-17 · control p02-full-002145 · 2026 07 14 Checkout Oncall Authorization Retry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3CA09383-71B3-4FF2-9F5E-A559C8F3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0317714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CD887A65-BFB8-4200-BE6D-201B5CCF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Checkout Oncall Authorization Retry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35C7CFCA-CB99-4E86-8F99-B807B7F5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25216392-AC4D-4AE1-82EB-10AA4686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3E661B0A-6CCD-485D-859B-6771CCCC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0A4703C8-B3DD-4A9F-84EA-514E4B2A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checkout oncall database failover facts json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63E74496-33A7-4647-B2AF-5FD74E79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A04FD10C-4A2C-479B-AF02-ABE826D7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4AD94430-57AE-47EA-8002-78538E36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4ED6EA11-E475-4610-8B7B-FD84F676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Checkout SVC-17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2277DD36-5172-4B4F-9348-1ACE5C93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D0B057F3-520C-414D-9F5A-0929953A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81A05116-9BC8-4EAC-B85B-8079684D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0AF04B08-B249-4094-9C62-BEF9C19E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68ED5250-5C61-4DE0-9214-2DBB4C84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p02-full-002145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74A23A40-325C-4D45-A0CF-E1FC17BD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964693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280A0921-F818-46F6-9BE8-8587BAF1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p02-full-002145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ACB16893-EFB8-448C-876D-8BFCAFE7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Checkout SVC-17. org.ntc · svc.checkout.svc17 · rel.oncall.2026-07-13 · date.2026-07-14.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271009C5-2750-4AB2-A1DF-08A8AA8F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E519CFF2-4238-4C93-83E4-39FB9DB0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058634DF-9F9E-4B29-9F99-8966FC28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A7335FE7-04EE-4C69-AC65-7A2EAA94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1D6AF135-48E5-4E19-97E8-50272E15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0BC1565A-BEB1-422B-A80F-9E02D095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5507B69E-8F15-4E07-BA43-D68E79D2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71DA1383-579F-40DD-AE52-DC9AEF67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2,420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82165569-57C7-4E8A-9C5A-F5381E7B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demand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A61E759D-4FD0-40C6-9352-A56EE382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requests/s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0BE9740C-0610-46D2-8B1E-EBB9C30E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9AC706F5-48AE-4FBA-BF33-02190809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5E39DB84-6BA8-405C-BD59-E87998B4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9258E080-3662-42CD-A253-64DB3B5A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1,460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8833BED9-6707-49DD-9106-2AFBE7EB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 drain</a:t>
            </a:r>
          </a:p>
        </p:txBody>
      </p:sp>
      <p:sp>
        <p:nvSpPr>
          <p:cNvPr id="18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A7FE809B-F3AF-4899-B479-932D94F3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jobs/min</a:t>
            </a:r>
          </a:p>
        </p:txBody>
      </p:sp>
      <p:sp>
        <p:nvSpPr>
          <p:cNvPr id="19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AB69BC4C-05CA-4B08-9375-3E55617D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p02-full-002145</a:t>
            </a:r>
          </a:p>
        </p:txBody>
      </p:sp>
      <p:sp>
        <p:nvSpPr>
          <p:cNvPr id="20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0914CAA6-CDB5-4FD4-B2D0-04AF3473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587245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CF75635E-5838-47B2-8391-A844C3D8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BA229673-7E53-4AEE-8ADA-FB5990D8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Checkout Oncall Authorization Retry Operations Briefing Pptx: Q-07 threshold evidence · p02-full-002145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5e2f464ad1444a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9869BCF7-8D4D-4266-A8A8-01035F8A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1FF8BD71-BD02-40A2-A95F-D89714AD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02635FE3-8B62-4B55-BD04-CEFE1B3C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4D1E89E4-C6FE-4F06-AABE-86315DBC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CD07B1B4-C487-4836-9B5C-8170876D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B61571AC-EC3C-4997-BA61-915B6772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BC173A14-005B-4BA3-9957-65A00E19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D10FC1A8-26AF-4903-96DC-994B943C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49161E33-8564-45FB-A4ED-BE14A704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SVC-17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76F9DAE8-EC6C-44E6-8A4C-BED38A46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43384F04-57BD-43C7-B3F7-B481D301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4C904471-68EB-4372-BA1B-45E5D3A6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checkout oncall database failover facts json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4100DCA2-0387-4F30-BD4E-382A8013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36373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2026-08-24T12:58:49.9780000Z</dcterms:created>
  <dcterms:modified xsi:type="dcterms:W3CDTF">2026-08-24T12:58:49.9780000Z</dcterms:modified>
</coreProperties>
</file>