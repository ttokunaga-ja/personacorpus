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87bc52b1fc48a9" /><Relationship Type="http://schemas.openxmlformats.org/officeDocument/2006/relationships/extended-properties" Target="/docProps/app.xml" Id="R8bd60b3d04a04353" /><Relationship Type="http://schemas.openxmlformats.org/officeDocument/2006/relationships/officeDocument" Target="/ppt/presentation.xml" Id="Raff18bd9b15e4c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add0ffe31e4aa1"/>
  </p:sldMasterIdLst>
  <p:notesMasterIdLst>
    <p:notesMasterId xmlns:r="http://schemas.openxmlformats.org/officeDocument/2006/relationships" r:id="R916aea2955ea436e"/>
  </p:notesMasterIdLst>
  <p:sldIdLst>
    <p:sldId xmlns:r="http://schemas.openxmlformats.org/officeDocument/2006/relationships" id="256" r:id="Re94980c1b2964ee5"/>
    <p:sldId xmlns:r="http://schemas.openxmlformats.org/officeDocument/2006/relationships" id="257" r:id="R31a822acde284a16"/>
    <p:sldId xmlns:r="http://schemas.openxmlformats.org/officeDocument/2006/relationships" id="258" r:id="Rcc2beb63ff2b4a74"/>
    <p:sldId xmlns:r="http://schemas.openxmlformats.org/officeDocument/2006/relationships" id="259" r:id="Rcb0f92d1a1ae4d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5bb404ddaa4e50" /><Relationship Type="http://schemas.openxmlformats.org/officeDocument/2006/relationships/slideMaster" Target="/ppt/slideMasters/slideMaster1.xml" Id="Rd5add0ffe31e4aa1" /><Relationship Type="http://schemas.openxmlformats.org/officeDocument/2006/relationships/notesMaster" Target="/ppt/notesMasters/notesMaster1.xml" Id="R916aea2955ea436e" /><Relationship Type="http://schemas.openxmlformats.org/officeDocument/2006/relationships/presProps" Target="/ppt/presProps.xml" Id="R2d8795d27dd94c40" /><Relationship Type="http://schemas.openxmlformats.org/officeDocument/2006/relationships/tableStyles" Target="/ppt/tableStyles.xml" Id="R96151c4e2d9944f7" /><Relationship Type="http://schemas.openxmlformats.org/officeDocument/2006/relationships/slide" Target="/ppt/slides/slide1.xml" Id="Re94980c1b2964ee5" /><Relationship Type="http://schemas.openxmlformats.org/officeDocument/2006/relationships/slide" Target="/ppt/slides/slide2.xml" Id="R31a822acde284a16" /><Relationship Type="http://schemas.openxmlformats.org/officeDocument/2006/relationships/slide" Target="/ppt/slides/slide3.xml" Id="Rcc2beb63ff2b4a74" /><Relationship Type="http://schemas.openxmlformats.org/officeDocument/2006/relationships/slide" Target="/ppt/slides/slide4.xml" Id="Rcb0f92d1a1ae4d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d120a6309c41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c4a48fb223433d" /><Relationship Type="http://schemas.openxmlformats.org/officeDocument/2006/relationships/notesMaster" Target="/ppt/notesMasters/notesMaster1.xml" Id="R88b0509d2be649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8776c1b1e64554" /><Relationship Type="http://schemas.openxmlformats.org/officeDocument/2006/relationships/notesMaster" Target="/ppt/notesMasters/notesMaster1.xml" Id="R856b5ab7fd9c4e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2c3c712a674b78" /><Relationship Type="http://schemas.openxmlformats.org/officeDocument/2006/relationships/notesMaster" Target="/ppt/notesMasters/notesMaster1.xml" Id="R445ec650c21f4b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9d8a752e054299" /><Relationship Type="http://schemas.openxmlformats.org/officeDocument/2006/relationships/notesMaster" Target="/ppt/notesMasters/notesMaster1.xml" Id="Ra17d40fee17641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services/checkout/prod/oncall/operations/metrics/2026-07-14-checkout-oncall-recovery-validation-metrics-tsv-s009567.tsv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p02-full-009567, row:canonical-metric.</a:t>
            </a:r>
          </a:p>
          <a:p xmlns:a="http://schemas.openxmlformats.org/drawingml/2006/main">
            <a:r>
              <a:t>Artifact: p02-full-001745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services/checkout/prod/oncall/operations/metrics/2026-07-14-checkout-oncall-recovery-validation-metrics-tsv-s009567.tsv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p02-full-009567, row:canonical-metric.</a:t>
            </a:r>
          </a:p>
          <a:p xmlns:a="http://schemas.openxmlformats.org/drawingml/2006/main">
            <a:r>
              <a:t>Artifact: p02-full-001745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services/checkout/prod/oncall/operations/metrics/2026-07-14-checkout-oncall-recovery-validation-metrics-tsv-s009567.tsv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p02-full-009567, row:canonical-metric.</a:t>
            </a:r>
          </a:p>
          <a:p xmlns:a="http://schemas.openxmlformats.org/drawingml/2006/main">
            <a:r>
              <a:t>Artifact: p02-full-001745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services/checkout/prod/oncall/operations/metrics/2026-07-14-checkout-oncall-recovery-validation-metrics-tsv-s009567.tsv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p02-full-009567, row:canonical-metric.</a:t>
            </a:r>
          </a:p>
          <a:p xmlns:a="http://schemas.openxmlformats.org/drawingml/2006/main">
            <a:r>
              <a:t>Artifact: p02-full-001745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a51580d63d49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b681a2d29a42c6" /><Relationship Type="http://schemas.openxmlformats.org/officeDocument/2006/relationships/slideLayout" Target="/ppt/slideLayouts/slideLayout1.xml" Id="Rffb5e831e7bd41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b5e831e7bd41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73775706641c2" /><Relationship Type="http://schemas.openxmlformats.org/officeDocument/2006/relationships/notesSlide" Target="/ppt/notesSlides/notesSlide1.xml" Id="Re85b5e0ec61643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2f07537f34a0e" /><Relationship Type="http://schemas.openxmlformats.org/officeDocument/2006/relationships/notesSlide" Target="/ppt/notesSlides/notesSlide2.xml" Id="Rebd2a044103547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121abe8144a80" /><Relationship Type="http://schemas.openxmlformats.org/officeDocument/2006/relationships/notesSlide" Target="/ppt/notesSlides/notesSlide3.xml" Id="R7689d4b7402546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7118bc80d41c1" /><Relationship Type="http://schemas.openxmlformats.org/officeDocument/2006/relationships/chart" Target="/ppt/slides/charts/chart1.xml" Id="R3d982d5b0ba54d30" /><Relationship Type="http://schemas.openxmlformats.org/officeDocument/2006/relationships/notesSlide" Target="/ppt/notesSlides/notesSlide4.xml" Id="Rd1731cbeff17402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Checkout SVC-17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D2CCDB67-1FED-430D-BCCF-AEB6AC83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0FE36C73-BD47-432B-96D4-1865E1AD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p02-full-001745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5570C185-21A5-4EAD-9ADE-F2866AC0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services/checkout/prod/oncall/operations · Checkout SVC-17 · control p02-full-001745 · 2026 Q3 Checkout Oncall Authorization Retry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7BF5C68E-89FC-4965-B53F-314E562B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843721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44499145-37DE-4B05-BB30-F7B6C1F9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Checkout Oncall Authorization Retry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D9E080A8-F4FC-47CF-B531-039F6ED3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98A60610-73BF-45F5-8830-D139D0B9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B251D987-4999-4A7F-A746-C9CF51E6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6A0E707D-2A03-45A5-9DDA-4ADCE331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checkout oncall recovery validation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AEBB5F67-3666-493B-8D5F-A14FA3C5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E5CC86BE-BF08-4F86-8FDC-CED13EA1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17197F57-202B-4614-8FA9-2430CA5C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E670A10C-711D-4424-B58C-205CF5B7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Checkout SVC-17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AFF88568-7DB9-41FA-A10F-C23213D7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6D83E115-BC23-43D2-A2C5-8C8A81AE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B9BB5BE1-0B80-4954-85AB-B74B1909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50D03132-467E-427C-8DEB-E6AFC52E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3EF7C7FF-038E-433A-8A4B-1516AE0A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p02-full-001745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3E8B629D-5C0C-47DC-867D-BDEE7762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725878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59800EF4-1A8C-4B1D-B47A-2FA2C0ED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p02-full-001745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C890E1F6-9258-4F2E-97AB-7EB79170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Checkout SVC-17. org.ntc · dep.payments.q07 · rel.oncall.2026-07-13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0CBE56AF-7355-450D-91F2-8E9CA44B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BDE4D1F3-88C7-471E-864F-7EF13A4E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C2C17168-29AB-423E-A7A4-4FB1A92B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029A1D85-D4F0-4F71-AFE5-B01E85D1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3D1DBCEF-12BD-465D-A0D0-2872E607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6400E4F8-73CE-4850-95A3-1A325FA9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F2F79A51-FEB3-4622-AF5B-AB38DA67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9E0F3B1D-D134-46AC-9D43-94ABE3CD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529D2A33-53D0-4AA2-B484-7675B2B2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359B324B-73C2-4DA2-A2C5-8B3B9073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6A85D156-5651-4F43-82B3-81C49622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CE848453-FAB1-40AD-A555-C38C3D41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B6DCC31C-9FB0-4FA0-A19F-912ED3D0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CC0F2900-232E-44EF-BF4A-1F3DF492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7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21B9FF2E-AE72-423A-AB29-C46583BC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9405114B-3EA5-4E1D-B782-4DE2CD0E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p02-full-001745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305CD7B9-8ADD-4256-A9C0-97A8090C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205387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59DD7A97-EF6E-4F1C-B58D-E366EBCF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825C72B8-9959-47F0-8513-08A41683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Checkout Oncall Authorization Retry Operations Briefing Pptx: Q-07 threshold evidence · p02-full-001745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982d5b0ba54d30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492A70BD-ADA1-4BBC-B84C-86A2E5BB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35373841-8170-4F90-9CCA-18B3DA78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6CAA4A29-7678-4ACC-896F-3FE36B9A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F3EB7B15-EB8F-493E-9D1D-C7CDD869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D2935A62-97E8-4B24-B486-00B587EC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0C1015E2-2864-4841-A181-A9CA215A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2413C099-A5F5-4FB6-916E-2C5CE6F4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FF44AE0F-D962-4401-BDFF-78EBBB6F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71555584-7B79-4DEF-AF84-B2E26066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SVC-17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BB6CDEFD-31B9-4677-AF89-D9E511C5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3AE655D5-0373-42E8-A288-7B3C893A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AB8F07C4-FFD4-47FA-9845-0525B3D7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checkout oncall recovery validation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EF30BCA1-D3B9-4FD1-816B-693D1B12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778429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2026-08-24T12:58:49.3230000Z</dcterms:created>
  <dcterms:modified xsi:type="dcterms:W3CDTF">2026-08-24T12:58:49.3230000Z</dcterms:modified>
</coreProperties>
</file>