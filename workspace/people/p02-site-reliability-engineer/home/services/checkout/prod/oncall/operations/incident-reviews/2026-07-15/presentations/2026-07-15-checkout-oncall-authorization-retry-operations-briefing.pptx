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aa66dadba84c0d" /><Relationship Type="http://schemas.openxmlformats.org/officeDocument/2006/relationships/extended-properties" Target="/docProps/app.xml" Id="Rdeae08cdfebf43f4" /><Relationship Type="http://schemas.openxmlformats.org/officeDocument/2006/relationships/officeDocument" Target="/ppt/presentation.xml" Id="R80e792322812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25be7e8df94411"/>
  </p:sldMasterIdLst>
  <p:notesMasterIdLst>
    <p:notesMasterId xmlns:r="http://schemas.openxmlformats.org/officeDocument/2006/relationships" r:id="R9f6a500e39f04fd7"/>
  </p:notesMasterIdLst>
  <p:sldIdLst>
    <p:sldId xmlns:r="http://schemas.openxmlformats.org/officeDocument/2006/relationships" id="256" r:id="R2eae2ddda5414e48"/>
    <p:sldId xmlns:r="http://schemas.openxmlformats.org/officeDocument/2006/relationships" id="257" r:id="R1c7bb1085cbd40c7"/>
    <p:sldId xmlns:r="http://schemas.openxmlformats.org/officeDocument/2006/relationships" id="258" r:id="R19dec023970740ac"/>
    <p:sldId xmlns:r="http://schemas.openxmlformats.org/officeDocument/2006/relationships" id="259" r:id="R80f06598930445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a52563e7254554" /><Relationship Type="http://schemas.openxmlformats.org/officeDocument/2006/relationships/slideMaster" Target="/ppt/slideMasters/slideMaster1.xml" Id="R5d25be7e8df94411" /><Relationship Type="http://schemas.openxmlformats.org/officeDocument/2006/relationships/notesMaster" Target="/ppt/notesMasters/notesMaster1.xml" Id="R9f6a500e39f04fd7" /><Relationship Type="http://schemas.openxmlformats.org/officeDocument/2006/relationships/presProps" Target="/ppt/presProps.xml" Id="Ra399be442eb34251" /><Relationship Type="http://schemas.openxmlformats.org/officeDocument/2006/relationships/tableStyles" Target="/ppt/tableStyles.xml" Id="Reff12b74043c49fa" /><Relationship Type="http://schemas.openxmlformats.org/officeDocument/2006/relationships/slide" Target="/ppt/slides/slide1.xml" Id="R2eae2ddda5414e48" /><Relationship Type="http://schemas.openxmlformats.org/officeDocument/2006/relationships/slide" Target="/ppt/slides/slide2.xml" Id="R1c7bb1085cbd40c7" /><Relationship Type="http://schemas.openxmlformats.org/officeDocument/2006/relationships/slide" Target="/ppt/slides/slide3.xml" Id="R19dec023970740ac" /><Relationship Type="http://schemas.openxmlformats.org/officeDocument/2006/relationships/slide" Target="/ppt/slides/slide4.xml" Id="R80f06598930445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4363a99d0547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e65aa9795b4761" /><Relationship Type="http://schemas.openxmlformats.org/officeDocument/2006/relationships/notesMaster" Target="/ppt/notesMasters/notesMaster1.xml" Id="R23d22c5085fa41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e0281d20f346e9" /><Relationship Type="http://schemas.openxmlformats.org/officeDocument/2006/relationships/notesMaster" Target="/ppt/notesMasters/notesMaster1.xml" Id="R026e30baec2b4c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251fd25fdf438c" /><Relationship Type="http://schemas.openxmlformats.org/officeDocument/2006/relationships/notesMaster" Target="/ppt/notesMasters/notesMaster1.xml" Id="R88efe4cf0d2b46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cb490772c749a1" /><Relationship Type="http://schemas.openxmlformats.org/officeDocument/2006/relationships/notesMaster" Target="/ppt/notesMasters/notesMaster1.xml" Id="R547315f3f72645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services/checkout/prod/oncall/operations/metrics/2026-q3-checkout-oncall-authorization-retry-metrics-csv-s001329.csv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p02-full-001329, row:canonical-metric.</a:t>
            </a:r>
          </a:p>
          <a:p xmlns:a="http://schemas.openxmlformats.org/drawingml/2006/main">
            <a:r>
              <a:t>Artifact: p02-full-003553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services/checkout/prod/oncall/operations/metrics/2026-q3-checkout-oncall-authorization-retry-metrics-csv-s001329.csv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p02-full-001329, row:canonical-metric.</a:t>
            </a:r>
          </a:p>
          <a:p xmlns:a="http://schemas.openxmlformats.org/drawingml/2006/main">
            <a:r>
              <a:t>Artifact: p02-full-003553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services/checkout/prod/oncall/operations/metrics/2026-q3-checkout-oncall-authorization-retry-metrics-csv-s001329.csv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p02-full-001329, row:canonical-metric.</a:t>
            </a:r>
          </a:p>
          <a:p xmlns:a="http://schemas.openxmlformats.org/drawingml/2006/main">
            <a:r>
              <a:t>Artifact: p02-full-003553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services/checkout/prod/oncall/operations/metrics/2026-q3-checkout-oncall-authorization-retry-metrics-csv-s001329.csv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p02-full-001329, row:canonical-metric.</a:t>
            </a:r>
          </a:p>
          <a:p xmlns:a="http://schemas.openxmlformats.org/drawingml/2006/main">
            <a:r>
              <a:t>Artifact: p02-full-003553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a79be94cf4c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918ce29e984c18" /><Relationship Type="http://schemas.openxmlformats.org/officeDocument/2006/relationships/slideLayout" Target="/ppt/slideLayouts/slideLayout1.xml" Id="R44e6503d6f1f4f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e6503d6f1f4f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01a3ebd3b497d" /><Relationship Type="http://schemas.openxmlformats.org/officeDocument/2006/relationships/notesSlide" Target="/ppt/notesSlides/notesSlide1.xml" Id="R6c997a9ee0a04e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431bb74bc4f9a" /><Relationship Type="http://schemas.openxmlformats.org/officeDocument/2006/relationships/notesSlide" Target="/ppt/notesSlides/notesSlide2.xml" Id="Rf7407fe021da43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bc1df3bdb4f8a" /><Relationship Type="http://schemas.openxmlformats.org/officeDocument/2006/relationships/notesSlide" Target="/ppt/notesSlides/notesSlide3.xml" Id="R3c84bf5d65e1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0575ad9994359" /><Relationship Type="http://schemas.openxmlformats.org/officeDocument/2006/relationships/chart" Target="/ppt/slides/charts/chart1.xml" Id="Rca77418863b04496" /><Relationship Type="http://schemas.openxmlformats.org/officeDocument/2006/relationships/notesSlide" Target="/ppt/notesSlides/notesSlide4.xml" Id="R754838ed3b774bb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43D3B07-02A7-4405-BC57-35B7CDD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C10B17A-D2E9-4DCB-8AF0-BAE1807D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p02-full-003553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9E627CC6-122C-4F6D-8387-40901DD9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services/checkout/prod/oncall/operations · Checkout SVC-17 · control p02-full-003553 · 2026 07 15 Checkout Oncall Authorization Retry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BCBB8CD-68A4-449D-A240-FB932976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20077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B6296D2A-3972-4D62-9A11-9281E345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Checkout Oncall Authorization Retry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28B61E5-4DA0-4E85-9B3D-8A40EAB3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1813AFC9-B4C3-4FF8-8765-81E9755E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C7F4436-43C4-40EE-AAF3-73C91B52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CB45764-9C1E-413D-A304-AA6E9A3F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checkout oncall authorization retry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7FF8C8A-C058-4092-8D6C-AF198880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DD3A820F-7EB0-4AA5-94DA-3E493622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D8B5140B-2B84-4DDA-AF60-A7B0A683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034FF673-ABC0-42A3-BD62-1A455620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313BDAF-EA60-4297-B6B6-77617C39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E4B5FE7B-239A-45E8-A5FA-D2D19D28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F800FBA0-BCDD-4770-A78D-5C2BBF0D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BF036F2-EAA4-468B-BA78-098651FB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707BA8A9-59F4-4491-8FB0-D235A516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p02-full-003553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B14A9A5-2C3B-4A40-9B95-07AD2682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28281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16AE8A63-3505-48C9-BFBE-4D54CB97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p02-full-003553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9457014-26AE-48AA-B340-C325B356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inc.inc-260713 · rel.oncall.2026-07-13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2516A026-874C-47A6-BA60-D9D524A2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75F10D9F-2BF9-4FA7-9F86-03AB2F81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77706807-441E-4469-B7BD-D755EC8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1057112-105A-4199-B1C9-356DE546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C9BF1B9-BDE9-47EC-887D-15702380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1700659-5538-4408-99A9-F9C9170E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E8ADAA6-4AAE-4433-B04A-0C6DA243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C3D09A97-D31B-4F39-8F9C-BA4A2728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3A890433-3F63-4597-88F0-7604F6DC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CE918E90-28BD-46BF-B1B1-F8CA6A34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3C1DC5A-A0CE-4A1D-95A0-ABB200D9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86B15721-E020-4E63-A83A-D094F924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D43A390-76C5-4049-9AC8-DCF98C3A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D18225EE-D382-4231-9998-D72CB896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D299EFE-BF98-46DC-B40F-2457E729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3F564817-CC3B-4004-997D-E9E97EFA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25E4746B-4412-4935-BEB1-834ADD84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p02-full-003553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12E48AF-9357-46F4-989E-3CDF7753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2217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64CCAEA-38A4-46DB-BCDE-8790642A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B4A6C76-25A6-4B88-9782-278D2BEE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Checkout Oncall Authorization Retry Operations Briefing Pptx: Q-07 threshold evidence · p02-full-003553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77418863b04496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6AD977CC-C73B-47FD-9605-A9F06B6F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5353CACA-E246-4D14-95C7-50796EA8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32E855E3-CE17-4F04-9143-D17516AC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F13C573-E507-4930-83C5-FCE25FFD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585342D-DFB4-4877-ADCB-DD5E96E8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99EFD8FA-A36E-4D4F-A111-334D87A5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3CEB623-B410-4D90-ACA9-8761F0AB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5AB38AC9-6D40-4EC8-A57A-4F09A88A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19B0A86E-61A8-48AF-908D-42E65067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D17C80C9-F5BD-41A9-A310-2936D7BF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ACAC6208-69CF-4D60-A743-451D5955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4478BE6-BD49-4F06-913A-1986AC4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checkout oncall authorization retry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12E38A3-E29A-41A4-99B9-6D0A1FCF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86996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2026-08-24T12:58:50.7230000Z</dcterms:created>
  <dcterms:modified xsi:type="dcterms:W3CDTF">2026-08-24T12:58:50.7230000Z</dcterms:modified>
</coreProperties>
</file>