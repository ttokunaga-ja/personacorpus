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1dc5ad67a845ad" /><Relationship Type="http://schemas.openxmlformats.org/officeDocument/2006/relationships/extended-properties" Target="/docProps/app.xml" Id="R98dd446e276b4590" /><Relationship Type="http://schemas.openxmlformats.org/officeDocument/2006/relationships/officeDocument" Target="/ppt/presentation.xml" Id="Ra5a07d9a256c4d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6df3530f904ba5"/>
  </p:sldMasterIdLst>
  <p:notesMasterIdLst>
    <p:notesMasterId xmlns:r="http://schemas.openxmlformats.org/officeDocument/2006/relationships" r:id="R4b478235eb484834"/>
  </p:notesMasterIdLst>
  <p:sldIdLst>
    <p:sldId xmlns:r="http://schemas.openxmlformats.org/officeDocument/2006/relationships" id="256" r:id="R981445ef77824367"/>
    <p:sldId xmlns:r="http://schemas.openxmlformats.org/officeDocument/2006/relationships" id="257" r:id="Ra6b290c708bf4321"/>
    <p:sldId xmlns:r="http://schemas.openxmlformats.org/officeDocument/2006/relationships" id="258" r:id="Rc49d87232d1b4a92"/>
    <p:sldId xmlns:r="http://schemas.openxmlformats.org/officeDocument/2006/relationships" id="259" r:id="Rb83b757282b449b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73b257ffef43d6" /><Relationship Type="http://schemas.openxmlformats.org/officeDocument/2006/relationships/slideMaster" Target="/ppt/slideMasters/slideMaster1.xml" Id="R126df3530f904ba5" /><Relationship Type="http://schemas.openxmlformats.org/officeDocument/2006/relationships/notesMaster" Target="/ppt/notesMasters/notesMaster1.xml" Id="R4b478235eb484834" /><Relationship Type="http://schemas.openxmlformats.org/officeDocument/2006/relationships/presProps" Target="/ppt/presProps.xml" Id="Rd6a9f62d2c5f4790" /><Relationship Type="http://schemas.openxmlformats.org/officeDocument/2006/relationships/tableStyles" Target="/ppt/tableStyles.xml" Id="R87490bd8ef3645f9" /><Relationship Type="http://schemas.openxmlformats.org/officeDocument/2006/relationships/slide" Target="/ppt/slides/slide1.xml" Id="R981445ef77824367" /><Relationship Type="http://schemas.openxmlformats.org/officeDocument/2006/relationships/slide" Target="/ppt/slides/slide2.xml" Id="Ra6b290c708bf4321" /><Relationship Type="http://schemas.openxmlformats.org/officeDocument/2006/relationships/slide" Target="/ppt/slides/slide3.xml" Id="Rc49d87232d1b4a92" /><Relationship Type="http://schemas.openxmlformats.org/officeDocument/2006/relationships/slide" Target="/ppt/slides/slide4.xml" Id="Rb83b757282b449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13592211d44a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8f4fe4eedf41e2" /><Relationship Type="http://schemas.openxmlformats.org/officeDocument/2006/relationships/notesMaster" Target="/ppt/notesMasters/notesMaster1.xml" Id="R2d535ad03ab24b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387023b74c4bfc" /><Relationship Type="http://schemas.openxmlformats.org/officeDocument/2006/relationships/notesMaster" Target="/ppt/notesMasters/notesMaster1.xml" Id="Rd6027266f7b8469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575904d90c4eb7" /><Relationship Type="http://schemas.openxmlformats.org/officeDocument/2006/relationships/notesMaster" Target="/ppt/notesMasters/notesMaster1.xml" Id="R0a82fc09e34c46e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cc85b0df78349a9" /><Relationship Type="http://schemas.openxmlformats.org/officeDocument/2006/relationships/notesMaster" Target="/ppt/notesMasters/notesMaster1.xml" Id="Ref803a0868c24e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services/checkout/prod/oncall/operations/metrics/2026-07-14-checkout-oncall-recovery-validation-metrics-tsv-s009567.tsv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p02-full-009567, row:canonical-metric.</a:t>
            </a:r>
          </a:p>
          <a:p xmlns:a="http://schemas.openxmlformats.org/drawingml/2006/main">
            <a:r>
              <a:t>Artifact: p02-full-000449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services/checkout/prod/oncall/operations/metrics/2026-07-14-checkout-oncall-recovery-validation-metrics-tsv-s009567.tsv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p02-full-009567, row:canonical-metric.</a:t>
            </a:r>
          </a:p>
          <a:p xmlns:a="http://schemas.openxmlformats.org/drawingml/2006/main">
            <a:r>
              <a:t>Artifact: p02-full-000449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services/checkout/prod/oncall/operations/metrics/2026-07-14-checkout-oncall-recovery-validation-metrics-tsv-s009567.tsv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p02-full-009567, row:canonical-metric.</a:t>
            </a:r>
          </a:p>
          <a:p xmlns:a="http://schemas.openxmlformats.org/drawingml/2006/main">
            <a:r>
              <a:t>Artifact: p02-full-000449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services/checkout/prod/oncall/operations/metrics/2026-07-14-checkout-oncall-recovery-validation-metrics-tsv-s009567.tsv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p02-full-009567, row:canonical-metric.</a:t>
            </a:r>
          </a:p>
          <a:p xmlns:a="http://schemas.openxmlformats.org/drawingml/2006/main">
            <a:r>
              <a:t>Artifact: p02-full-000449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26f9e9c50a42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cf3aa99fc6477c" /><Relationship Type="http://schemas.openxmlformats.org/officeDocument/2006/relationships/slideLayout" Target="/ppt/slideLayouts/slideLayout1.xml" Id="R292a18a8b2114e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2a18a8b2114e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0ad47e884843cb" /><Relationship Type="http://schemas.openxmlformats.org/officeDocument/2006/relationships/notesSlide" Target="/ppt/notesSlides/notesSlide1.xml" Id="R716deac618de4f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eeb7cc92654275" /><Relationship Type="http://schemas.openxmlformats.org/officeDocument/2006/relationships/notesSlide" Target="/ppt/notesSlides/notesSlide2.xml" Id="R82b015aeadcd4c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99afb9ffd24233" /><Relationship Type="http://schemas.openxmlformats.org/officeDocument/2006/relationships/notesSlide" Target="/ppt/notesSlides/notesSlide3.xml" Id="Rb96f9e7ffe3e48f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959c4785894e1f" /><Relationship Type="http://schemas.openxmlformats.org/officeDocument/2006/relationships/chart" Target="/ppt/slides/charts/chart1.xml" Id="R08bfafe53fee4365" /><Relationship Type="http://schemas.openxmlformats.org/officeDocument/2006/relationships/notesSlide" Target="/ppt/notesSlides/notesSlide4.xml" Id="R1708cbf46e0e4e23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Checkout SVC-17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702A68E5-5F68-40CC-8E7B-A3D374B67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B2BDC108-EBF8-409A-9B9D-8F83F31E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p02-full-000449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DD2EF770-2C8F-4516-805B-0D20CA57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2026-Q3 · services/checkout/prod/oncall/operations · Checkout SVC-17 · control p02-full-000449 · 2026 Q3 Checkout Oncall Authorization Retry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A5D6EBBE-8DC8-4371-A312-59C43024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19593618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D8003FB3-CA79-4B8B-A37B-7A7F4B94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Checkout Oncall Authorization Retry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3EA3302C-D021-43B2-B127-A922CEDC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52BEC4A6-C2A4-4250-BC38-5D6D49B0A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F056BB7D-29F2-45B7-A891-2534676F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F9AF8BFA-4B05-4A51-AF6B-4A4B7DE6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checkout oncall recovery validation metrics tsv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377AD4FF-FBCA-4EB3-8A7E-398F4CBD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660C40F5-10F2-4560-9478-EA06B211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15A475C3-5DE2-46FE-ACA6-5590D2ED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0A42F722-BEEF-40C0-8AB7-0B1C1E40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Checkout SVC-17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9CAD8B6F-1571-4994-A7F6-7129C247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2BD197D9-24C4-4246-92FE-B6BFAD9A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9CE340CA-4FCD-45A2-AC0C-5E155B17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A2CDBCDA-45E3-434B-8885-E37DF6837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2026-Q3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1959792E-233F-4404-BE0F-4FAB27BB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p02-full-000449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0FD2A0E4-F850-4F9D-86B9-2D4ED9D2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720339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5EC0CFB4-716D-476E-8915-1A11CF216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p02-full-000449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ED41605D-965A-49E7-86AF-0845EDD5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Checkout SVC-17. org.ntc · dep.payments.q07 · rel.oncall.2026-07-13 · period.2026-q3.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0A961899-28B4-4EA8-ADCC-382B120E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8D2CF0AE-2A9E-43A3-9801-20AA15F0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91E671AF-7347-4C5D-98C5-8FD1D0E6B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FD7ABE4B-6313-496B-AEBE-20EFFD4D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95CA80D4-7B08-4A0D-A28C-F5B62C00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ED584D1D-C0DA-4A1A-A784-E3ED0ADCC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38BD36FD-272E-4931-93D4-977A2713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3092F397-8675-4449-BDC2-898F6B054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1.84 s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70F7A486-4E3F-4452-BA1B-37A5804A9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Peak p95</a:t>
            </a:r>
          </a:p>
        </p:txBody>
      </p:sp>
      <p:sp>
        <p:nvSpPr>
          <p:cNvPr id="12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4F353E89-4EF2-4E81-AC64-696C804E5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0B1B1FE6-3483-4330-9263-69C7161E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4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9D47BAFB-AE08-4084-A282-D059D493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5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35D45CC9-B090-4858-8849-A34F9F21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16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E27D6591-1455-4EF7-866B-5C1909E1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maximum</a:t>
            </a:r>
          </a:p>
        </p:txBody>
      </p:sp>
      <p:sp>
        <p:nvSpPr>
          <p:cNvPr id="17" name="grid13-body-2">
            <a:extLst xmlns:a="http://schemas.openxmlformats.org/drawingml/2006/main">
              <a:ext uri="{FF2B5EF4-FFF2-40B4-BE49-F238E27FC236}">
                <a16:creationId xmlns:a16="http://schemas.microsoft.com/office/drawing/2014/main" id="{B4EBF069-2AD3-49DF-B01E-2109B2BA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</a:t>
            </a:r>
          </a:p>
        </p:txBody>
      </p:sp>
      <p:sp>
        <p:nvSpPr>
          <p:cNvPr id="18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A6D0DEB7-21FB-40A8-979A-258CC9D01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p02-full-000449</a:t>
            </a:r>
          </a:p>
        </p:txBody>
      </p:sp>
      <p:sp>
        <p:nvSpPr>
          <p:cNvPr id="19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566543C4-9F57-4651-8FF7-46A5CD8F9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332504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9D8A6B85-C7F4-4F97-B6C1-E7AF8246A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C15A20E8-57BF-4BE4-9AD5-918C668A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Checkout Oncall Authorization Retry Operations Briefing Pptx: Q-07 threshold evidence · p02-full-000449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8bfafe53fee4365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5AAEDFA8-D411-470F-AE8A-07F9CC344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FE7BAED3-7CC9-4CC1-9A9E-6105EABC0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553F651A-34C9-419B-8BAC-AEC15871D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D789ED05-AE15-4F7E-8C4B-A030A491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01965D35-E338-4162-A8F8-D497586B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C984FB88-065A-49D5-A9D1-208C0266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A03150D8-D14C-46A0-BA94-4A3F7A3F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2B163FA3-DE5E-45D0-BECB-3EA939CA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9C5CA4D0-EBB8-48C1-9DB8-087B7CF59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SVC-17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5FFDCF3C-9C2F-4E7E-A8D7-17FF386F5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3295D128-635F-496A-8D00-92C07C5D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AE03437C-E1A3-41A3-B9C5-0F54D288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checkout oncall recovery validation metrics tsv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F39341C4-3286-4676-8888-135AFB8F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983719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2026-08-24T12:58:44.4800000Z</dcterms:created>
  <dcterms:modified xsi:type="dcterms:W3CDTF">2026-08-24T12:58:44.4800000Z</dcterms:modified>
</coreProperties>
</file>