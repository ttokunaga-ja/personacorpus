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9e8a40d2547a3" /><Relationship Type="http://schemas.openxmlformats.org/officeDocument/2006/relationships/extended-properties" Target="/docProps/app.xml" Id="R1e728a497e7e49a5" /><Relationship Type="http://schemas.openxmlformats.org/officeDocument/2006/relationships/officeDocument" Target="/ppt/presentation.xml" Id="R28a7bf166a6942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01f74f072e4d80"/>
  </p:sldMasterIdLst>
  <p:notesMasterIdLst>
    <p:notesMasterId xmlns:r="http://schemas.openxmlformats.org/officeDocument/2006/relationships" r:id="R28e2b4ab6e1547fe"/>
  </p:notesMasterIdLst>
  <p:sldIdLst>
    <p:sldId xmlns:r="http://schemas.openxmlformats.org/officeDocument/2006/relationships" id="256" r:id="R74c217ee3a8342a4"/>
    <p:sldId xmlns:r="http://schemas.openxmlformats.org/officeDocument/2006/relationships" id="257" r:id="Rbf336c24e77a4eef"/>
    <p:sldId xmlns:r="http://schemas.openxmlformats.org/officeDocument/2006/relationships" id="258" r:id="R4159927ecc554b27"/>
    <p:sldId xmlns:r="http://schemas.openxmlformats.org/officeDocument/2006/relationships" id="259" r:id="R836fa9602acb4e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a4d166f154aa6" /><Relationship Type="http://schemas.openxmlformats.org/officeDocument/2006/relationships/slideMaster" Target="/ppt/slideMasters/slideMaster1.xml" Id="R9901f74f072e4d80" /><Relationship Type="http://schemas.openxmlformats.org/officeDocument/2006/relationships/notesMaster" Target="/ppt/notesMasters/notesMaster1.xml" Id="R28e2b4ab6e1547fe" /><Relationship Type="http://schemas.openxmlformats.org/officeDocument/2006/relationships/presProps" Target="/ppt/presProps.xml" Id="R7f6e4f968b774f2c" /><Relationship Type="http://schemas.openxmlformats.org/officeDocument/2006/relationships/tableStyles" Target="/ppt/tableStyles.xml" Id="R41837890b8a04516" /><Relationship Type="http://schemas.openxmlformats.org/officeDocument/2006/relationships/slide" Target="/ppt/slides/slide1.xml" Id="R74c217ee3a8342a4" /><Relationship Type="http://schemas.openxmlformats.org/officeDocument/2006/relationships/slide" Target="/ppt/slides/slide2.xml" Id="Rbf336c24e77a4eef" /><Relationship Type="http://schemas.openxmlformats.org/officeDocument/2006/relationships/slide" Target="/ppt/slides/slide3.xml" Id="R4159927ecc554b27" /><Relationship Type="http://schemas.openxmlformats.org/officeDocument/2006/relationships/slide" Target="/ppt/slides/slide4.xml" Id="R836fa9602acb4e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a165f756a0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13c76c7cc4216" /><Relationship Type="http://schemas.openxmlformats.org/officeDocument/2006/relationships/notesMaster" Target="/ppt/notesMasters/notesMaster1.xml" Id="Rc9a8c3ffc87d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f970c2fb247ea" /><Relationship Type="http://schemas.openxmlformats.org/officeDocument/2006/relationships/notesMaster" Target="/ppt/notesMasters/notesMaster1.xml" Id="R0b1bee56272a47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dccff91f04d1e" /><Relationship Type="http://schemas.openxmlformats.org/officeDocument/2006/relationships/notesMaster" Target="/ppt/notesMasters/notesMaster1.xml" Id="Rbbc42fd51f29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3554d62c6498c" /><Relationship Type="http://schemas.openxmlformats.org/officeDocument/2006/relationships/notesMaster" Target="/ppt/notesMasters/notesMaster1.xml" Id="R63bbdbc89ca9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services/identity/prod/oncall/operations/metrics/2026-q3-identity-oncall-cache-flush-metrics-csv-s002758.csv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p02-full-002758, row:canonical-metric.</a:t>
            </a:r>
          </a:p>
          <a:p xmlns:a="http://schemas.openxmlformats.org/drawingml/2006/main">
            <a:r>
              <a:t>Artifact: p02-full-000346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services/identity/prod/oncall/operations/metrics/2026-q3-identity-oncall-cache-flush-metrics-csv-s002758.csv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p02-full-002758, row:canonical-metric.</a:t>
            </a:r>
          </a:p>
          <a:p xmlns:a="http://schemas.openxmlformats.org/drawingml/2006/main">
            <a:r>
              <a:t>Artifact: p02-full-000346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services/identity/prod/oncall/operations/metrics/2026-q3-identity-oncall-cache-flush-metrics-csv-s002758.csv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p02-full-002758, row:canonical-metric.</a:t>
            </a:r>
          </a:p>
          <a:p xmlns:a="http://schemas.openxmlformats.org/drawingml/2006/main">
            <a:r>
              <a:t>Artifact: p02-full-000346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services/identity/prod/oncall/operations/metrics/2026-q3-identity-oncall-cache-flush-metrics-csv-s002758.csv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p02-full-002758, row:canonical-metric.</a:t>
            </a:r>
          </a:p>
          <a:p xmlns:a="http://schemas.openxmlformats.org/drawingml/2006/main">
            <a:r>
              <a:t>Artifact: p02-full-000346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febb14a31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02fa4dc0d34c54" /><Relationship Type="http://schemas.openxmlformats.org/officeDocument/2006/relationships/slideLayout" Target="/ppt/slideLayouts/slideLayout1.xml" Id="R3990642871c7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0642871c7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e040c0e146c0" /><Relationship Type="http://schemas.openxmlformats.org/officeDocument/2006/relationships/notesSlide" Target="/ppt/notesSlides/notesSlide1.xml" Id="R390e69d316aa44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6b7892d124a12" /><Relationship Type="http://schemas.openxmlformats.org/officeDocument/2006/relationships/notesSlide" Target="/ppt/notesSlides/notesSlide2.xml" Id="R84794d4483d04d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8edc1c2f94e1c" /><Relationship Type="http://schemas.openxmlformats.org/officeDocument/2006/relationships/notesSlide" Target="/ppt/notesSlides/notesSlide3.xml" Id="Rd7ec2b19c557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eec817924036" /><Relationship Type="http://schemas.openxmlformats.org/officeDocument/2006/relationships/chart" Target="/ppt/slides/charts/chart1.xml" Id="Raf07ac44b6234c85" /><Relationship Type="http://schemas.openxmlformats.org/officeDocument/2006/relationships/notesSlide" Target="/ppt/notesSlides/notesSlide4.xml" Id="Ra4ad3f73443e43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466A6EB-48FD-4D7D-B367-7C08ACA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16D907C7-6A58-4C4A-A12A-64B37F5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F95C99B-62D4-45DC-A08E-B02956A0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services/identity/prod/oncall/operations · Identity SVC-23 · control p02-full-000346 · 2026 Q3 Identity Oncall Key Rotation Operations Briefing Pptx · Identity p95: 286 ms (below 350 ms threshold)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6C2F58F-362A-4549-9578-C558C2A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49580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1563BCB-BA76-40D2-8BB4-537D893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Identity Oncall Key Rotation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EE24EF7-24F5-41D1-9DBA-496B937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04B7138-F00A-40E6-8F7B-92F4A13D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5CD56E2-AB1C-4949-85C8-A39EBAB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8C98369-FB9C-4E84-B771-C8639DF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identity oncall cache flush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F599A25-4DD5-4177-AAF7-7B49562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1103D02-A0F2-4D5F-B07A-425561A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81BFCED-7C30-4B0C-A01C-562F9E05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B7DA2AB-32C5-4D9E-8108-4C40981A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20AECAA-5E93-4DD9-975B-62FB2DD3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A05A793-3995-413E-9CFE-C4A8C71B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37FFE5B-B5A5-40F6-BC7B-99BF2E7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680D400-EC03-4A70-897C-5CF9701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4226953-1848-4F46-8AA8-E4EB1248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F09A5C8-62FF-4846-9F42-EFEED9A3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1102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9412070-16FE-4CF1-B50B-1A846783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65DF25B-84A0-4CF7-9D72-C03880E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inc.inc-260713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AE66842-AA39-49C1-9B8D-D52BF86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1446C1B-D66A-47ED-8324-A706BCA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80C08F3-F1C3-4E7B-B531-706708A2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286 ms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38506CA-3D72-4FA2-8A6D-4120CE4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p95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94B7965-E0E6-4BE0-9C72-20FEF38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Below 350 ms threshold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60B326E-84D5-4F40-BF6F-38374280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DCDE99F-0E9A-4A15-B7C4-DDD05B7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B9B4A8D-D244-48CB-A41B-32B400F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722F09C-550E-44FB-A933-AC01E19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137EA70-0A0F-4B22-A153-6853455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F7F22B0-505F-4355-AE38-9AEBE12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E4E92655-92A9-42DF-A77A-5AF33B06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C42C4D0-72E2-462C-9F0B-91DC130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0779C76-C4E8-4809-93D0-B71150E5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5F9B329-9D07-4A2C-A530-39AF946D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1BF7D401-E9E2-4BF0-AA51-64CF5C3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FCD0DDC-7619-49AC-939D-E205B8E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p02-full-000346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711CDCF-6038-4A77-9D9C-0E6D92C8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625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690B765-2C05-4B96-B234-8CD4B5A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DB6D69F-1CD5-4C36-9E21-8F8A40A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Identity Oncall Key Rotation Operations Briefing Pptx: Q-07 threshold evidence · p02-full-000346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07ac44b6234c8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0EC18F6-090A-4DA8-86C7-9975FB77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6B26787-82C2-4571-BCE8-6F1A2D7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4CBE009-08AD-46EE-A77E-A14CFE2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0DBE4C7-EBDF-4315-8990-26D7A24B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B51F549-18F8-49EB-B58F-AE20D7D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C6BB6AE-B31E-44D0-A439-84655B0E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FE3E8A4-73FF-44F7-B157-C8177043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0EF3113-D006-4CF6-9469-D1876ACB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1B5D1F8-4F4B-468D-9DF1-DE20282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4242A9A-3475-4920-9594-6B18F3C6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B2365108-5AFA-4561-9E07-4C2CE41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C044BD5-2FE3-4030-831A-E8058621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identity oncall cache flush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C800508-FF41-441B-8D29-3D29730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2627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2026-08-24T14:15:19.7230000Z</dcterms:created>
  <dcterms:modified xsi:type="dcterms:W3CDTF">2026-08-24T14:15:19.7230000Z</dcterms:modified>
</coreProperties>
</file>