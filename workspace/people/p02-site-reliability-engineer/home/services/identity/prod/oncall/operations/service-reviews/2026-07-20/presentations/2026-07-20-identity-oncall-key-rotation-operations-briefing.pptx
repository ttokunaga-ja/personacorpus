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adf27b62bc4926" /><Relationship Type="http://schemas.openxmlformats.org/officeDocument/2006/relationships/extended-properties" Target="/docProps/app.xml" Id="R6fca98b45dc340bf" /><Relationship Type="http://schemas.openxmlformats.org/officeDocument/2006/relationships/officeDocument" Target="/ppt/presentation.xml" Id="R97c5b4a95925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a1337803194f12"/>
  </p:sldMasterIdLst>
  <p:notesMasterIdLst>
    <p:notesMasterId xmlns:r="http://schemas.openxmlformats.org/officeDocument/2006/relationships" r:id="Ra736bf27b4bc45bd"/>
  </p:notesMasterIdLst>
  <p:sldIdLst>
    <p:sldId xmlns:r="http://schemas.openxmlformats.org/officeDocument/2006/relationships" id="256" r:id="Rcb73e3620bc74811"/>
    <p:sldId xmlns:r="http://schemas.openxmlformats.org/officeDocument/2006/relationships" id="257" r:id="R8715d435c3394f11"/>
    <p:sldId xmlns:r="http://schemas.openxmlformats.org/officeDocument/2006/relationships" id="258" r:id="Rd78c8d81f0454f1a"/>
    <p:sldId xmlns:r="http://schemas.openxmlformats.org/officeDocument/2006/relationships" id="259" r:id="R3e8be5ff37cd4d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4aaecc39f4c67" /><Relationship Type="http://schemas.openxmlformats.org/officeDocument/2006/relationships/slideMaster" Target="/ppt/slideMasters/slideMaster1.xml" Id="R4aa1337803194f12" /><Relationship Type="http://schemas.openxmlformats.org/officeDocument/2006/relationships/notesMaster" Target="/ppt/notesMasters/notesMaster1.xml" Id="Ra736bf27b4bc45bd" /><Relationship Type="http://schemas.openxmlformats.org/officeDocument/2006/relationships/presProps" Target="/ppt/presProps.xml" Id="R4789ed4a21e3450a" /><Relationship Type="http://schemas.openxmlformats.org/officeDocument/2006/relationships/tableStyles" Target="/ppt/tableStyles.xml" Id="R01aba972b55d4826" /><Relationship Type="http://schemas.openxmlformats.org/officeDocument/2006/relationships/slide" Target="/ppt/slides/slide1.xml" Id="Rcb73e3620bc74811" /><Relationship Type="http://schemas.openxmlformats.org/officeDocument/2006/relationships/slide" Target="/ppt/slides/slide2.xml" Id="R8715d435c3394f11" /><Relationship Type="http://schemas.openxmlformats.org/officeDocument/2006/relationships/slide" Target="/ppt/slides/slide3.xml" Id="Rd78c8d81f0454f1a" /><Relationship Type="http://schemas.openxmlformats.org/officeDocument/2006/relationships/slide" Target="/ppt/slides/slide4.xml" Id="R3e8be5ff37cd4d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09895bcdd41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b7f0d82b9f4945" /><Relationship Type="http://schemas.openxmlformats.org/officeDocument/2006/relationships/notesMaster" Target="/ppt/notesMasters/notesMaster1.xml" Id="R86e381221c8f41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84fb2c4b4b4483" /><Relationship Type="http://schemas.openxmlformats.org/officeDocument/2006/relationships/notesMaster" Target="/ppt/notesMasters/notesMaster1.xml" Id="Rfeebdc862ec243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c4c2f3d9c641e5" /><Relationship Type="http://schemas.openxmlformats.org/officeDocument/2006/relationships/notesMaster" Target="/ppt/notesMasters/notesMaster1.xml" Id="R3d7541904a7a4b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bdfc3848bd4109" /><Relationship Type="http://schemas.openxmlformats.org/officeDocument/2006/relationships/notesMaster" Target="/ppt/notesMasters/notesMaster1.xml" Id="R97a633fb378748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services/identity/prod/oncall/operations/metrics/2026-07-15-identity-oncall-session-store-metrics-csv-s000785.csv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p02-full-000785, row:canonical-metric.</a:t>
            </a:r>
          </a:p>
          <a:p xmlns:a="http://schemas.openxmlformats.org/drawingml/2006/main">
            <a:r>
              <a:t>Artifact: p02-full-006746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services/identity/prod/oncall/operations/metrics/2026-07-15-identity-oncall-session-store-metrics-csv-s000785.csv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p02-full-000785, row:canonical-metric.</a:t>
            </a:r>
          </a:p>
          <a:p xmlns:a="http://schemas.openxmlformats.org/drawingml/2006/main">
            <a:r>
              <a:t>Artifact: p02-full-006746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services/identity/prod/oncall/operations/metrics/2026-07-15-identity-oncall-session-store-metrics-csv-s000785.csv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p02-full-000785, row:canonical-metric.</a:t>
            </a:r>
          </a:p>
          <a:p xmlns:a="http://schemas.openxmlformats.org/drawingml/2006/main">
            <a:r>
              <a:t>Artifact: p02-full-006746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services/identity/prod/oncall/operations/metrics/2026-07-15-identity-oncall-session-store-metrics-csv-s000785.csv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p02-full-000785, row:canonical-metric.</a:t>
            </a:r>
          </a:p>
          <a:p xmlns:a="http://schemas.openxmlformats.org/drawingml/2006/main">
            <a:r>
              <a:t>Artifact: p02-full-006746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86a6ae60e4e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ac4fd60c6640ed" /><Relationship Type="http://schemas.openxmlformats.org/officeDocument/2006/relationships/slideLayout" Target="/ppt/slideLayouts/slideLayout1.xml" Id="R27108389aa6347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108389aa6347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0f0c11d024cf9" /><Relationship Type="http://schemas.openxmlformats.org/officeDocument/2006/relationships/notesSlide" Target="/ppt/notesSlides/notesSlide1.xml" Id="R176473ece1e94c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843031e834983" /><Relationship Type="http://schemas.openxmlformats.org/officeDocument/2006/relationships/notesSlide" Target="/ppt/notesSlides/notesSlide2.xml" Id="Rf258fa4bbcec40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9087d4db94d18" /><Relationship Type="http://schemas.openxmlformats.org/officeDocument/2006/relationships/notesSlide" Target="/ppt/notesSlides/notesSlide3.xml" Id="R04c5106e609d47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1a46e622a46b8" /><Relationship Type="http://schemas.openxmlformats.org/officeDocument/2006/relationships/chart" Target="/ppt/slides/charts/chart1.xml" Id="R2f61e45efca64ed9" /><Relationship Type="http://schemas.openxmlformats.org/officeDocument/2006/relationships/notesSlide" Target="/ppt/notesSlides/notesSlide4.xml" Id="R3f9eed77800144d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1832DFA-03C8-4D01-9014-86A839D8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E357D319-8562-448E-BC9F-9AD0183B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F4E73D6-2706-4E73-BBF9-D54A5DEE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services/identity/prod/oncall/operations · Identity SVC-23 · control p02-full-006746 · 2026 07 20 Identity Oncall Key Rotation Operations Briefing Pptx · Identity p95: 286 ms (below 350 ms threshold)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D32D86C-21CC-45FA-BB68-1E19223D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710592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699D357-951F-49FE-9A31-5ED1845E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Identity Oncall Key Rotation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F9F6BCD-C36C-49DB-B3B1-3FD031B7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E4E81D8-F450-4623-9487-A56EADAA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56A781E-2A51-4A6A-9221-8D3DC669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904D496-CE36-4D9F-9F0C-C193FE6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identity oncall session store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96712DA-1436-4D43-885A-FE483891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8A7B85F1-4959-4351-9CA2-626120B3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F700371-7659-447C-8A56-18A17855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F7CD462-67F8-4651-B312-69C658EC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47A78F1-1E85-4479-B00B-D32B1F46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A4BBBB2-2CBC-46EA-A499-440819CE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CBC7940-E942-47D7-9726-B4A94AAA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D6BF367-C87E-43C6-936E-6B88B0F2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E6B9AB9-1BBE-45BB-80D9-B0A334E7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p02-full-006746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08B7994-F236-4CA6-A892-98372F66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0187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8927D38-D1D9-496F-AE7A-1CCB87F2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2D2F073-EE06-4DDC-9846-5D2BB753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measure.identity.p95-high · rel.oncall.2026-07-13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B6EDE8E-8E35-471B-BCC6-72E4A20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1C6E398-552E-4E83-AE88-589C71D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9D72156-9087-4618-ABF5-75E22774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286 ms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3F391A4-D796-47E8-9453-19C2E274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p95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CAA0F309-F8F7-4F93-9542-9B77E97C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Below 350 ms threshold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D44C8B71-7A25-49BA-98CF-98521CE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7C3FACF-66BD-409F-B072-425D59C5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1935E881-DF8A-4A90-9E34-0151846A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CDD3E29-1B80-4BB0-82C5-98709C5C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DC6920ED-DD4A-44FE-A95D-BD9AF198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D6549A5-53A3-4924-B4EA-AF3093BF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305905A-D6A6-441D-8471-D11FC4CC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27098FB-B2EE-4C84-AC27-057BBF25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E2D49BF-95BF-41C7-A659-76E4291F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75CC102C-9F7A-4C51-865A-67BCC4CE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367A66A4-E770-4187-9107-0F39368A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66173EF-4333-4FD8-909F-AE889CB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p02-full-006746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BC3360D-499E-45F9-9531-ECCD78CF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235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FF7723C-4183-4F8F-9D64-486B383D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14A3C7DF-72D3-493E-A662-5A286562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Identity Oncall Key Rotation Operations Briefing Pptx: Q-07 threshold evidence · p02-full-006746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61e45efca64ed9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CB3AA58-C1B4-4AB6-ADDB-6DB11001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46B7FF2A-5FF7-4674-95E8-9ECB81FF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9E9401CD-68F3-4C0D-87C7-4150D66F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73A55783-8D12-4309-A792-A24F38DA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D40F54C7-618B-484B-BB6C-C135A4A4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5F93379-B606-430F-A5DA-35E098F3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D41789D-AF21-49EC-824C-DE7A9A6D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4C56369-3471-43E9-A996-80A0E42F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6595909-3553-47DB-B5F3-6DE69E14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19F55D7-23C7-4D8F-9B65-BEAB8C6B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05B5AC8-B4CE-4F0F-8F7E-144AC598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85C3E09-F9EB-4378-85DD-4A16E077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identity oncall session store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BEF60F9-26A2-4EFC-BE84-937D785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01716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2026-08-24T14:15:24.8110000Z</dcterms:created>
  <dcterms:modified xsi:type="dcterms:W3CDTF">2026-08-24T14:15:24.8110000Z</dcterms:modified>
</coreProperties>
</file>