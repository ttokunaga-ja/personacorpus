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18077ea394423e" /><Relationship Type="http://schemas.openxmlformats.org/officeDocument/2006/relationships/extended-properties" Target="/docProps/app.xml" Id="R779621efb7aa48c4" /><Relationship Type="http://schemas.openxmlformats.org/officeDocument/2006/relationships/officeDocument" Target="/ppt/presentation.xml" Id="R82bc96e7a6074a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aa300a96ce4104"/>
  </p:sldMasterIdLst>
  <p:notesMasterIdLst>
    <p:notesMasterId xmlns:r="http://schemas.openxmlformats.org/officeDocument/2006/relationships" r:id="Rbdf89ae6f3634921"/>
  </p:notesMasterIdLst>
  <p:sldIdLst>
    <p:sldId xmlns:r="http://schemas.openxmlformats.org/officeDocument/2006/relationships" id="256" r:id="Rfbb8b1e3fa304c9e"/>
    <p:sldId xmlns:r="http://schemas.openxmlformats.org/officeDocument/2006/relationships" id="257" r:id="R63cbb513fdc14209"/>
    <p:sldId xmlns:r="http://schemas.openxmlformats.org/officeDocument/2006/relationships" id="258" r:id="R6235efa3d6ed440b"/>
    <p:sldId xmlns:r="http://schemas.openxmlformats.org/officeDocument/2006/relationships" id="259" r:id="R49dcecf5a83f4f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302ba2a4a94c58" /><Relationship Type="http://schemas.openxmlformats.org/officeDocument/2006/relationships/slideMaster" Target="/ppt/slideMasters/slideMaster1.xml" Id="R6faa300a96ce4104" /><Relationship Type="http://schemas.openxmlformats.org/officeDocument/2006/relationships/notesMaster" Target="/ppt/notesMasters/notesMaster1.xml" Id="Rbdf89ae6f3634921" /><Relationship Type="http://schemas.openxmlformats.org/officeDocument/2006/relationships/presProps" Target="/ppt/presProps.xml" Id="R8ae467a275964ab2" /><Relationship Type="http://schemas.openxmlformats.org/officeDocument/2006/relationships/tableStyles" Target="/ppt/tableStyles.xml" Id="R2b964fb6481a4717" /><Relationship Type="http://schemas.openxmlformats.org/officeDocument/2006/relationships/slide" Target="/ppt/slides/slide1.xml" Id="Rfbb8b1e3fa304c9e" /><Relationship Type="http://schemas.openxmlformats.org/officeDocument/2006/relationships/slide" Target="/ppt/slides/slide2.xml" Id="R63cbb513fdc14209" /><Relationship Type="http://schemas.openxmlformats.org/officeDocument/2006/relationships/slide" Target="/ppt/slides/slide3.xml" Id="R6235efa3d6ed440b" /><Relationship Type="http://schemas.openxmlformats.org/officeDocument/2006/relationships/slide" Target="/ppt/slides/slide4.xml" Id="R49dcecf5a83f4f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dae2cc6a8a41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9ff5dc298c432b" /><Relationship Type="http://schemas.openxmlformats.org/officeDocument/2006/relationships/notesMaster" Target="/ppt/notesMasters/notesMaster1.xml" Id="Rc2ea70c9132f4d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26c15dfd2b4d09" /><Relationship Type="http://schemas.openxmlformats.org/officeDocument/2006/relationships/notesMaster" Target="/ppt/notesMasters/notesMaster1.xml" Id="R648257aa37b941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a05e2220b94a20" /><Relationship Type="http://schemas.openxmlformats.org/officeDocument/2006/relationships/notesMaster" Target="/ppt/notesMasters/notesMaster1.xml" Id="Rd4d2d76e30474a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63d9b4f14d45a0" /><Relationship Type="http://schemas.openxmlformats.org/officeDocument/2006/relationships/notesMaster" Target="/ppt/notesMasters/notesMaster1.xml" Id="R27b7319c19cd44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observability/log-exports/2026/07/13/samples/2026-07-15-telemetry-export-export-retry-metrics-csv-s004183.csv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p02-full-004183, row:canonical-metric.</a:t>
            </a:r>
          </a:p>
          <a:p xmlns:a="http://schemas.openxmlformats.org/drawingml/2006/main">
            <a:r>
              <a:t>Artifact: p02-full-011948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observability/log-exports/2026/07/13/samples/2026-07-15-telemetry-export-export-retry-metrics-csv-s004183.csv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p02-full-004183, row:canonical-metric.</a:t>
            </a:r>
          </a:p>
          <a:p xmlns:a="http://schemas.openxmlformats.org/drawingml/2006/main">
            <a:r>
              <a:t>Artifact: p02-full-011948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observability/log-exports/2026/07/13/samples/2026-07-15-telemetry-export-export-retry-metrics-csv-s004183.csv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p02-full-004183, row:canonical-metric.</a:t>
            </a:r>
          </a:p>
          <a:p xmlns:a="http://schemas.openxmlformats.org/drawingml/2006/main">
            <a:r>
              <a:t>Artifact: p02-full-011948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observability/log-exports/2026/07/13/samples/2026-07-15-telemetry-export-export-retry-metrics-csv-s004183.csv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p02-full-004183, row:canonical-metric.</a:t>
            </a:r>
          </a:p>
          <a:p xmlns:a="http://schemas.openxmlformats.org/drawingml/2006/main">
            <a:r>
              <a:t>Artifact: p02-full-011948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5025234b1c4d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99ecb6647f42bc" /><Relationship Type="http://schemas.openxmlformats.org/officeDocument/2006/relationships/slideLayout" Target="/ppt/slideLayouts/slideLayout1.xml" Id="R19d94365d9414c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d94365d9414c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e11f9805a49b0" /><Relationship Type="http://schemas.openxmlformats.org/officeDocument/2006/relationships/notesSlide" Target="/ppt/notesSlides/notesSlide1.xml" Id="R87562168d72e43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31589dc5b4ab0" /><Relationship Type="http://schemas.openxmlformats.org/officeDocument/2006/relationships/notesSlide" Target="/ppt/notesSlides/notesSlide2.xml" Id="Rc0141901be4447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1b1d33c274084" /><Relationship Type="http://schemas.openxmlformats.org/officeDocument/2006/relationships/notesSlide" Target="/ppt/notesSlides/notesSlide3.xml" Id="R76e5dc09341442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f51009ab44a06" /><Relationship Type="http://schemas.openxmlformats.org/officeDocument/2006/relationships/chart" Target="/ppt/slides/charts/chart1.xml" Id="Rc44ceda91bb141f6" /><Relationship Type="http://schemas.openxmlformats.org/officeDocument/2006/relationships/notesSlide" Target="/ppt/notesSlides/notesSlide4.xml" Id="R48aa19429b0c43f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091EA5E3-0664-4B2F-AE17-F4AE9580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FF932F2C-D138-4585-8A34-0CEB706D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p02-full-011948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10C50CFA-8ECA-471C-B3A1-6B1A6FD2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observability/log-exports · Telemetry SVC-31 · control p02-full-011948 · 2026 07 14 Telemetry Export Postgres Performance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B98848C4-2CD1-4562-A761-35C7EF72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0567608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2C3DE1E0-86FB-4EAA-BCD1-42D9AFEA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Postgres Performance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FC423161-B720-42F3-9881-5378E384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98915471-2A6B-4F24-B56D-CBD48776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7A0AEFAE-6948-4444-BBE1-44BBB29B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9CA868E6-AE6C-447B-83F0-D0C11887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telemetry export export retry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73BA2EB9-9AF8-4474-B19A-DBFD0890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35650F1A-B256-42F8-BDB7-7961D116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F25BC092-A5BE-40CA-A3DE-F98DCF2A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A2042B51-75A8-4CF4-91E2-0BFCE829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59896370-ED18-4988-96EA-4FDAA05C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A5D5B006-8753-454F-B233-AC40D326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5425782D-C50F-4704-8F39-6DBAAB48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451909E1-0C10-4783-8F1F-3E74966B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FFBEB919-4F7A-4DF3-A0AA-830B4A6A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p02-full-011948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C5CDD2A3-13E1-4F05-B8F3-772AE4F5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087732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F4C89CD1-FE60-467A-A8B7-91F6DD90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p02-full-011948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1364D9EF-8F52-475F-BB26-6068D13F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Telemetry SVC-31. org.ntc · inc.inc-260713 · rel.inc260713.timeline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3FD715D1-C380-47D1-BF3D-4A321820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13844FCB-49DA-4FD5-8B63-CB206B80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6CBE97A4-0139-449D-8FF3-21C3DE4A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470B1AB6-0418-4F19-9225-42F061B5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0A6A889C-A5D8-41E6-BD08-D15507EF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B13420EC-E934-46AE-A20F-C28FD732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2D3F4388-97B6-4B79-8D22-3A1EB6AB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5E44BF10-5DB0-4544-A071-2C4FCB89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E670B5CB-7F64-4242-A29A-F5674795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86DA9BFA-61ED-44E0-B422-6BC19B82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3C13C985-DB5A-46C0-BEE3-AA9273D8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D46EF3C1-EFC1-4598-B2F8-6FD990D5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2586E247-30AA-4918-8841-84DDE52F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3DC5B64F-FF1E-4DBC-B8EF-40159125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BCFD2182-0D8C-4DF7-AE9A-23E1219B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867B5B0B-8056-44DE-94F0-3A59935B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p02-full-011948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AAD8D264-701F-474C-9088-5A7BF59C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22493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B7088E16-205F-442C-98C7-9D87545C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4449A306-1B82-42F7-8717-BC4DF736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Postgres Performance Operations Briefing Pptx: Q-07 threshold evidence · p02-full-011948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4ceda91bb141f6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77E60517-C97D-4A97-B7AD-25524EE7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25025B58-BCB6-4804-8904-7E9D118A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DC590B0F-80FF-417A-ABED-FCA80893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E4BA9266-674D-49F8-98BD-DF29FE79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966FFE22-4736-4C5A-897E-595EAEA6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EC3C010E-A901-4403-86FB-C20812E7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B592D312-EFD4-4991-B6A7-72A32485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AC59331F-782C-4A50-9E26-F4E0C3B3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477F5454-4975-4626-9373-B311D42D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53EFF8DD-0EA3-45F9-9760-E1DAD77F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662FE7F4-FE4F-49FB-B391-E0B3007C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8334677E-2600-4E99-A75B-FC262153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telemetry export export retry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A3F7DB54-E971-4C1E-A567-0E82A1A9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73006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2026-08-24T13:02:22.6470000Z</dcterms:created>
  <dcterms:modified xsi:type="dcterms:W3CDTF">2026-08-24T13:02:22.6470000Z</dcterms:modified>
</coreProperties>
</file>