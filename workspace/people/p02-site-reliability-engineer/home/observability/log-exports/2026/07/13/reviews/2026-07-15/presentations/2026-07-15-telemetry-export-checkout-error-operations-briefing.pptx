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cef0bb62e04386" /><Relationship Type="http://schemas.openxmlformats.org/officeDocument/2006/relationships/extended-properties" Target="/docProps/app.xml" Id="R9d346f6c22f4420c" /><Relationship Type="http://schemas.openxmlformats.org/officeDocument/2006/relationships/officeDocument" Target="/ppt/presentation.xml" Id="R0e14f13e47de4b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6ee34caf9c466a"/>
  </p:sldMasterIdLst>
  <p:notesMasterIdLst>
    <p:notesMasterId xmlns:r="http://schemas.openxmlformats.org/officeDocument/2006/relationships" r:id="R1690fc927bbc424e"/>
  </p:notesMasterIdLst>
  <p:sldIdLst>
    <p:sldId xmlns:r="http://schemas.openxmlformats.org/officeDocument/2006/relationships" id="256" r:id="Rb46bc5ffa08d420f"/>
    <p:sldId xmlns:r="http://schemas.openxmlformats.org/officeDocument/2006/relationships" id="257" r:id="R14531ff33c474445"/>
    <p:sldId xmlns:r="http://schemas.openxmlformats.org/officeDocument/2006/relationships" id="258" r:id="R654aab970b854e32"/>
    <p:sldId xmlns:r="http://schemas.openxmlformats.org/officeDocument/2006/relationships" id="259" r:id="Rf8b8960ec81942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2513e790644442" /><Relationship Type="http://schemas.openxmlformats.org/officeDocument/2006/relationships/slideMaster" Target="/ppt/slideMasters/slideMaster1.xml" Id="R576ee34caf9c466a" /><Relationship Type="http://schemas.openxmlformats.org/officeDocument/2006/relationships/notesMaster" Target="/ppt/notesMasters/notesMaster1.xml" Id="R1690fc927bbc424e" /><Relationship Type="http://schemas.openxmlformats.org/officeDocument/2006/relationships/presProps" Target="/ppt/presProps.xml" Id="Rc31c4cda55784563" /><Relationship Type="http://schemas.openxmlformats.org/officeDocument/2006/relationships/tableStyles" Target="/ppt/tableStyles.xml" Id="R6fee8d76c0e1489b" /><Relationship Type="http://schemas.openxmlformats.org/officeDocument/2006/relationships/slide" Target="/ppt/slides/slide1.xml" Id="Rb46bc5ffa08d420f" /><Relationship Type="http://schemas.openxmlformats.org/officeDocument/2006/relationships/slide" Target="/ppt/slides/slide2.xml" Id="R14531ff33c474445" /><Relationship Type="http://schemas.openxmlformats.org/officeDocument/2006/relationships/slide" Target="/ppt/slides/slide3.xml" Id="R654aab970b854e32" /><Relationship Type="http://schemas.openxmlformats.org/officeDocument/2006/relationships/slide" Target="/ppt/slides/slide4.xml" Id="Rf8b8960ec81942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3d5165f8934f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13d61e1104956" /><Relationship Type="http://schemas.openxmlformats.org/officeDocument/2006/relationships/notesMaster" Target="/ppt/notesMasters/notesMaster1.xml" Id="R8a631a0a8732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0fc1011d7422e" /><Relationship Type="http://schemas.openxmlformats.org/officeDocument/2006/relationships/notesMaster" Target="/ppt/notesMasters/notesMaster1.xml" Id="R19393cce643c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8ba87b7028475c" /><Relationship Type="http://schemas.openxmlformats.org/officeDocument/2006/relationships/notesMaster" Target="/ppt/notesMasters/notesMaster1.xml" Id="Rf9beb2b2369c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7f6f7872e44a1" /><Relationship Type="http://schemas.openxmlformats.org/officeDocument/2006/relationships/notesMaster" Target="/ppt/notesMasters/notesMaster1.xml" Id="R933e2669bfe3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p02-full-006145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p02-full-006145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p02-full-006145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observability/log-exports/2026/07/13/samples/2026-07-13-telemetry-export-kubernetes-events-metrics-csv-s002701.csv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p02-full-002701, row:canonical-metric.</a:t>
            </a:r>
          </a:p>
          <a:p xmlns:a="http://schemas.openxmlformats.org/drawingml/2006/main">
            <a:r>
              <a:t>Artifact: p02-full-006145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07123b8fb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63f79957fe40fd" /><Relationship Type="http://schemas.openxmlformats.org/officeDocument/2006/relationships/slideLayout" Target="/ppt/slideLayouts/slideLayout1.xml" Id="Raa67c75e3ffe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7c75e3ffe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a4d2a53943d2" /><Relationship Type="http://schemas.openxmlformats.org/officeDocument/2006/relationships/notesSlide" Target="/ppt/notesSlides/notesSlide1.xml" Id="R0a8a85bdf225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a57d22e64d2e" /><Relationship Type="http://schemas.openxmlformats.org/officeDocument/2006/relationships/notesSlide" Target="/ppt/notesSlides/notesSlide2.xml" Id="R49a9a45f5e8e48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99fe8cd264b3f" /><Relationship Type="http://schemas.openxmlformats.org/officeDocument/2006/relationships/notesSlide" Target="/ppt/notesSlides/notesSlide3.xml" Id="Rb961f7638e18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af964f44c4d43" /><Relationship Type="http://schemas.openxmlformats.org/officeDocument/2006/relationships/chart" Target="/ppt/slides/charts/chart1.xml" Id="R9a308351fbb64eb5" /><Relationship Type="http://schemas.openxmlformats.org/officeDocument/2006/relationships/notesSlide" Target="/ppt/notesSlides/notesSlide4.xml" Id="Ra1b1bd64e9b2451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10A80CD-AF9D-4482-AC39-60A2F0B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68BF19F-4537-4B46-83A2-FED6B85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23D3FD3-29A3-4389-8624-FCD574C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observability/log-exports · Telemetry SVC-31 · control p02-full-006145 · 2026 07 15 Telemetry Export Checkout Error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B953D27-C974-41F6-AB21-51CC34A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81026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C5A714B-6D1E-4DAD-AEF3-8E86F2C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Checkout Error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737DE92-49C2-4FFF-AABB-8328EC6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F8CDE73-6748-4398-A64A-6389E511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C916B4A-A81E-47EE-A559-F7B8856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91205AA-84E5-4D3C-AAED-949F425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kubernetes events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BAA1B45-D4C9-4BD0-B363-1959B84F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BE8C160-3BCD-4E73-8115-5C7381C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782F91F-604C-417D-AC4F-A26E6F75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6543569-8C41-4981-B3C5-6291CB2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E65AE6E-430C-4848-9183-54E5607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1277912-33B7-47FB-8AB4-DEBEBF2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75A2EB0-EA4F-4CA3-8B8F-2856A98E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AB0866D-D3A8-4E91-8EB1-2A404FB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E42E5F2-5AAC-4F73-BE25-335179E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53E3CD6-1342-4DDE-96F0-B39842B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7512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51CF345-6C19-4210-8A44-37FFEAB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3A2BF1D-F2AC-4841-BC97-59C4561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788C61E-AED6-468B-A239-08FD8EE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18F1144-82F1-426D-AA2D-46AAE946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C083446-2225-433C-91E8-A9A394D9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9A8E2C3-D39A-4626-A9C8-2FEC934A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5C54638-23F8-49BC-8781-951771F0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6864BFD-367D-46D8-B4D2-2C52028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04161F9-874D-4738-99A2-2346051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DCDA0AD-0E75-4DAA-986D-ACF391AB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A945F0B-E7D2-41A7-B39B-81954520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58E6F7A7-F2AD-48AA-AEBA-6ABD375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683015B-93C4-4C22-8228-9B16D81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98136C6-1236-4829-88BE-F5993657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7BF2CF9-1F70-471D-86D7-2047102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09C11A1-5BA6-49FE-8330-C495E310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FB5CB83-34EA-4423-BCDB-AD9F415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DC0AED4-645C-424B-BBDC-790D833F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p02-full-006145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D33F554-C6D2-4C1E-BC49-9FBA045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007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1C0F9A5-47CE-4C36-AF32-4DA30BE1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5EB9B7A-1845-463F-A833-F009E91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Checkout Error Operations Briefing Pptx: Q-07 threshold evidence · p02-full-006145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308351fbb64eb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7B2B820-5AB4-4AC9-85AA-2DD1262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CB60954-690D-4CF9-BF5C-4082272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ED260F3-218C-40EB-BCC0-A59326C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C85DBA0-DAE3-43ED-99CF-8EC776F0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E22E933-D875-4E24-8A01-948E6087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6DC0E5E-EE7E-4410-A6F8-F5748488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813A46F-DFDB-449A-BBBD-79407C2C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F5E31C8-1DF2-40F7-881D-259D21F1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0247538-0B19-4C75-8F07-B9A97BD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E50E50B-BC1D-4798-934D-A0878CC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1E1BDDB-81DE-4BF9-82F3-B8BB2CC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CAD6CF5-7A53-4DDD-8ECF-B60D8A7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kubernetes events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F1B6A96-B59E-48EF-9436-50E47F0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0415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2026-08-24T13:02:11.5310000Z</dcterms:created>
  <dcterms:modified xsi:type="dcterms:W3CDTF">2026-08-24T13:02:11.5310000Z</dcterms:modified>
</coreProperties>
</file>