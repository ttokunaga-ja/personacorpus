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517b0fd66440c4" /><Relationship Type="http://schemas.openxmlformats.org/officeDocument/2006/relationships/extended-properties" Target="/docProps/app.xml" Id="R092de560617441bb" /><Relationship Type="http://schemas.openxmlformats.org/officeDocument/2006/relationships/officeDocument" Target="/ppt/presentation.xml" Id="Rc21111a105cb41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a97ac1f5aa49b9"/>
  </p:sldMasterIdLst>
  <p:notesMasterIdLst>
    <p:notesMasterId xmlns:r="http://schemas.openxmlformats.org/officeDocument/2006/relationships" r:id="Rfaf5371b7bc442a9"/>
  </p:notesMasterIdLst>
  <p:sldIdLst>
    <p:sldId xmlns:r="http://schemas.openxmlformats.org/officeDocument/2006/relationships" id="256" r:id="R574612581b8044d8"/>
    <p:sldId xmlns:r="http://schemas.openxmlformats.org/officeDocument/2006/relationships" id="257" r:id="Rfabb7889ee784787"/>
    <p:sldId xmlns:r="http://schemas.openxmlformats.org/officeDocument/2006/relationships" id="258" r:id="R85296cf28f3f487f"/>
    <p:sldId xmlns:r="http://schemas.openxmlformats.org/officeDocument/2006/relationships" id="259" r:id="R0351f364fa494f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18a489167249e5" /><Relationship Type="http://schemas.openxmlformats.org/officeDocument/2006/relationships/slideMaster" Target="/ppt/slideMasters/slideMaster1.xml" Id="R3aa97ac1f5aa49b9" /><Relationship Type="http://schemas.openxmlformats.org/officeDocument/2006/relationships/notesMaster" Target="/ppt/notesMasters/notesMaster1.xml" Id="Rfaf5371b7bc442a9" /><Relationship Type="http://schemas.openxmlformats.org/officeDocument/2006/relationships/presProps" Target="/ppt/presProps.xml" Id="R459909d45fbb4ecc" /><Relationship Type="http://schemas.openxmlformats.org/officeDocument/2006/relationships/tableStyles" Target="/ppt/tableStyles.xml" Id="R5ee6abedab554f69" /><Relationship Type="http://schemas.openxmlformats.org/officeDocument/2006/relationships/slide" Target="/ppt/slides/slide1.xml" Id="R574612581b8044d8" /><Relationship Type="http://schemas.openxmlformats.org/officeDocument/2006/relationships/slide" Target="/ppt/slides/slide2.xml" Id="Rfabb7889ee784787" /><Relationship Type="http://schemas.openxmlformats.org/officeDocument/2006/relationships/slide" Target="/ppt/slides/slide3.xml" Id="R85296cf28f3f487f" /><Relationship Type="http://schemas.openxmlformats.org/officeDocument/2006/relationships/slide" Target="/ppt/slides/slide4.xml" Id="R0351f364fa494f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a55be3778847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8ae1cd025144f9" /><Relationship Type="http://schemas.openxmlformats.org/officeDocument/2006/relationships/notesMaster" Target="/ppt/notesMasters/notesMaster1.xml" Id="R6f9dd4f133c34a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06934a8ad34263" /><Relationship Type="http://schemas.openxmlformats.org/officeDocument/2006/relationships/notesMaster" Target="/ppt/notesMasters/notesMaster1.xml" Id="R71cf064a07d64a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25300537724334" /><Relationship Type="http://schemas.openxmlformats.org/officeDocument/2006/relationships/notesMaster" Target="/ppt/notesMasters/notesMaster1.xml" Id="R92030cea1fa548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9586de4990490d" /><Relationship Type="http://schemas.openxmlformats.org/officeDocument/2006/relationships/notesMaster" Target="/ppt/notesMasters/notesMaster1.xml" Id="Rb9ecf9e1c95249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observability/log-exports/2026/07/13/samples/2026-q3-telemetry-export-postgres-performance-metrics-csv-s003844.csv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p02-full-003844, row:canonical-metric.</a:t>
            </a:r>
          </a:p>
          <a:p xmlns:a="http://schemas.openxmlformats.org/drawingml/2006/main">
            <a:r>
              <a:t>Artifact: p02-full-002346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observability/log-exports/2026/07/13/samples/2026-q3-telemetry-export-postgres-performance-metrics-csv-s003844.csv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p02-full-003844, row:canonical-metric.</a:t>
            </a:r>
          </a:p>
          <a:p xmlns:a="http://schemas.openxmlformats.org/drawingml/2006/main">
            <a:r>
              <a:t>Artifact: p02-full-002346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observability/log-exports/2026/07/13/samples/2026-q3-telemetry-export-postgres-performance-metrics-csv-s003844.csv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p02-full-003844, row:canonical-metric.</a:t>
            </a:r>
          </a:p>
          <a:p xmlns:a="http://schemas.openxmlformats.org/drawingml/2006/main">
            <a:r>
              <a:t>Artifact: p02-full-002346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observability/log-exports/2026/07/13/samples/2026-q3-telemetry-export-postgres-performance-metrics-csv-s003844.csv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p02-full-003844, row:canonical-metric.</a:t>
            </a:r>
          </a:p>
          <a:p xmlns:a="http://schemas.openxmlformats.org/drawingml/2006/main">
            <a:r>
              <a:t>Artifact: p02-full-002346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d01b3657ba4b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a92479dd114b24" /><Relationship Type="http://schemas.openxmlformats.org/officeDocument/2006/relationships/slideLayout" Target="/ppt/slideLayouts/slideLayout1.xml" Id="Rdf229e7e59b44e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229e7e59b44e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ffa444a2a4704" /><Relationship Type="http://schemas.openxmlformats.org/officeDocument/2006/relationships/notesSlide" Target="/ppt/notesSlides/notesSlide1.xml" Id="R758d13ccdf2047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c5eb17b044eb7" /><Relationship Type="http://schemas.openxmlformats.org/officeDocument/2006/relationships/notesSlide" Target="/ppt/notesSlides/notesSlide2.xml" Id="R73858c6cd58149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7f495da6b4f56" /><Relationship Type="http://schemas.openxmlformats.org/officeDocument/2006/relationships/notesSlide" Target="/ppt/notesSlides/notesSlide3.xml" Id="R161ded10a56144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bc86536bc4efe" /><Relationship Type="http://schemas.openxmlformats.org/officeDocument/2006/relationships/chart" Target="/ppt/slides/charts/chart1.xml" Id="R4673566c3ae84816" /><Relationship Type="http://schemas.openxmlformats.org/officeDocument/2006/relationships/notesSlide" Target="/ppt/notesSlides/notesSlide4.xml" Id="Rd3ae100a0e3b425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F22C426C-D37D-43F8-9EC3-2DA7BA4A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C56D2848-D77E-4C0F-9E5C-459009BC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p02-full-002346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3B336346-C28B-421E-B5D5-4F347ABC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observability/log-exports · Telemetry SVC-31 · control p02-full-002346 · 2026 07 13 Telemetry Export Identity Auth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DABC42C9-72DA-482D-9059-BBC9395E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630077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C2BD0BB3-ED46-4F66-8799-4B03564D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Telemetry Export Identity Auth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475DB5F8-83FF-4751-9A4F-E72B07AA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719D2648-381A-4890-8683-63C238C7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C990E846-EA4F-498A-A502-3F9942B1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491457A0-6125-4BD5-B81A-2E5B540E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telemetry export postgres performance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3E63A33C-4A9C-46B1-9EAB-424858AF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FCFBABA9-EB0D-4611-8C61-7BFE514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26BBA1D6-1CC8-4760-85F1-5EC73030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41C603E9-9550-4F42-957E-A9A27A93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AC97E7F7-D7F9-4E5E-99D6-049843FA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527952AD-45B4-4EC1-80D6-8D577BF0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F58DC2B2-2EBB-47B3-B071-1C1C4016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475BDA85-83ED-4722-A664-A665983F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A227E97B-8D37-424E-9F90-AA89110F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p02-full-002346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72F6C577-2B23-4A0B-BC0C-9166A308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811268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D04B645A-A703-49BC-8C6A-34B9C8B1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p02-full-002346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6A6A5C8C-A358-4953-916A-0BC13FE6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svc.telemetry.svc31 · rel.inc260713.timeline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E7AE61F2-78B7-46E5-8BF7-C1B060B6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8C6D8A61-B207-4E1B-8385-5D3C6D6D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C60457F6-2CA0-4EA9-A779-2F231562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2E1C2452-7019-48A5-9E5D-DE7F030C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9163A6B1-D662-4267-B98D-1586934E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723B426E-FD53-457F-8D68-3A6DADAA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A1BD7BAF-44F2-4C7A-9DCD-04580F0B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100DDBBB-8DCD-4CA4-B950-8A0E3357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89B4DA3A-9A3B-4233-8C77-AFF280AE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834C2119-7429-41A2-BB8D-1B9D7FD6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71ADBFB6-B7E6-4453-AF46-0DE7648F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6F01EC91-8D9F-4DCD-9001-E2273D26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4972BD52-9DB9-4C41-AB32-B079E1CA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568FA091-877E-4DE9-8BF3-05876A39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9E4A1C99-F86C-4C25-9ED8-4E7B0049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32DDC092-50A4-4835-81BB-F62BA5D6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p02-full-002346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14764D17-591C-4341-B223-5A745CB7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45521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414D14A8-ABE5-48DC-BA0D-A03B7C9B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B75F96B9-2665-4DFA-96D6-B63A30CF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Telemetry Export Identity Auth Operations Briefing Pptx: Q-07 threshold evidence · p02-full-002346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73566c3ae84816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0CF1103C-D597-4C73-A15D-280C797C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F14E685F-95EA-448D-9855-92D04744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0CA69BBC-472D-4C2D-A381-B07E432D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4B94E678-9F12-4648-80D7-CAF2362A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750888EB-42CA-4770-BC8E-E511B8E1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68EA0D6F-986E-4841-814B-96635C13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DEA99516-EA99-4B94-B716-65F4D841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C7E828B0-3820-4A65-A2B5-1774F4B7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74203281-4390-487E-9703-BD519082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0CA7BE69-9B60-45F5-8FFF-2D880EFC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3F0A2F66-6E37-4F8D-91E6-9C6CDA45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0CF45B32-DC16-4210-AE19-F766A89E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telemetry export postgres performance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66BADCC0-4DF4-45B7-930E-764CF054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64608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2026-08-24T13:02:10.5150000Z</dcterms:created>
  <dcterms:modified xsi:type="dcterms:W3CDTF">2026-08-24T13:02:10.5150000Z</dcterms:modified>
</coreProperties>
</file>