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52ef70ad754ef9" /><Relationship Type="http://schemas.openxmlformats.org/officeDocument/2006/relationships/extended-properties" Target="/docProps/app.xml" Id="R07548281db6044cc" /><Relationship Type="http://schemas.openxmlformats.org/officeDocument/2006/relationships/officeDocument" Target="/ppt/presentation.xml" Id="R1c268c4d2b8d47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66a811260945d7"/>
  </p:sldMasterIdLst>
  <p:notesMasterIdLst>
    <p:notesMasterId xmlns:r="http://schemas.openxmlformats.org/officeDocument/2006/relationships" r:id="Rb7790171d41f423d"/>
  </p:notesMasterIdLst>
  <p:sldIdLst>
    <p:sldId xmlns:r="http://schemas.openxmlformats.org/officeDocument/2006/relationships" id="256" r:id="Rf1ba46fb50b24d16"/>
    <p:sldId xmlns:r="http://schemas.openxmlformats.org/officeDocument/2006/relationships" id="257" r:id="R91655dcdea824b63"/>
    <p:sldId xmlns:r="http://schemas.openxmlformats.org/officeDocument/2006/relationships" id="258" r:id="R2f9a1cb0355a4a00"/>
    <p:sldId xmlns:r="http://schemas.openxmlformats.org/officeDocument/2006/relationships" id="259" r:id="R186a080c0cb44b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4ea96ab89e4959" /><Relationship Type="http://schemas.openxmlformats.org/officeDocument/2006/relationships/slideMaster" Target="/ppt/slideMasters/slideMaster1.xml" Id="R8f66a811260945d7" /><Relationship Type="http://schemas.openxmlformats.org/officeDocument/2006/relationships/notesMaster" Target="/ppt/notesMasters/notesMaster1.xml" Id="Rb7790171d41f423d" /><Relationship Type="http://schemas.openxmlformats.org/officeDocument/2006/relationships/presProps" Target="/ppt/presProps.xml" Id="R56e270cd9ef647f7" /><Relationship Type="http://schemas.openxmlformats.org/officeDocument/2006/relationships/tableStyles" Target="/ppt/tableStyles.xml" Id="R9a7a0971ce24411f" /><Relationship Type="http://schemas.openxmlformats.org/officeDocument/2006/relationships/slide" Target="/ppt/slides/slide1.xml" Id="Rf1ba46fb50b24d16" /><Relationship Type="http://schemas.openxmlformats.org/officeDocument/2006/relationships/slide" Target="/ppt/slides/slide2.xml" Id="R91655dcdea824b63" /><Relationship Type="http://schemas.openxmlformats.org/officeDocument/2006/relationships/slide" Target="/ppt/slides/slide3.xml" Id="R2f9a1cb0355a4a00" /><Relationship Type="http://schemas.openxmlformats.org/officeDocument/2006/relationships/slide" Target="/ppt/slides/slide4.xml" Id="R186a080c0cb44b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5a15c1d9204f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c57ac56fd047ae" /><Relationship Type="http://schemas.openxmlformats.org/officeDocument/2006/relationships/notesMaster" Target="/ppt/notesMasters/notesMaster1.xml" Id="R99b38e7efaf54d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a3f37d26204153" /><Relationship Type="http://schemas.openxmlformats.org/officeDocument/2006/relationships/notesMaster" Target="/ppt/notesMasters/notesMaster1.xml" Id="R6090bca897df41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299f8fc6aa4560" /><Relationship Type="http://schemas.openxmlformats.org/officeDocument/2006/relationships/notesMaster" Target="/ppt/notesMasters/notesMaster1.xml" Id="R311058eb6d5a44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56c877289647f9" /><Relationship Type="http://schemas.openxmlformats.org/officeDocument/2006/relationships/notesMaster" Target="/ppt/notesMasters/notesMaster1.xml" Id="R9317faccb1614a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observability/log-exports/2026/07/13/samples/2026-07-15-telemetry-export-export-retry-metrics-csv-s004183.csv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p02-full-004183, row:canonical-metric.</a:t>
            </a:r>
          </a:p>
          <a:p xmlns:a="http://schemas.openxmlformats.org/drawingml/2006/main">
            <a:r>
              <a:t>Artifact: p02-full-009548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observability/log-exports/2026/07/13/samples/2026-07-15-telemetry-export-export-retry-metrics-csv-s004183.csv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p02-full-004183, row:canonical-metric.</a:t>
            </a:r>
          </a:p>
          <a:p xmlns:a="http://schemas.openxmlformats.org/drawingml/2006/main">
            <a:r>
              <a:t>Artifact: p02-full-009548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observability/log-exports/2026/07/13/samples/2026-07-15-telemetry-export-export-retry-metrics-csv-s004183.csv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p02-full-004183, row:canonical-metric.</a:t>
            </a:r>
          </a:p>
          <a:p xmlns:a="http://schemas.openxmlformats.org/drawingml/2006/main">
            <a:r>
              <a:t>Artifact: p02-full-009548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observability/log-exports/2026/07/13/samples/2026-07-15-telemetry-export-export-retry-metrics-csv-s004183.csv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p02-full-004183, row:canonical-metric.</a:t>
            </a:r>
          </a:p>
          <a:p xmlns:a="http://schemas.openxmlformats.org/drawingml/2006/main">
            <a:r>
              <a:t>Artifact: p02-full-009548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5c49d79344c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272fd35e034103" /><Relationship Type="http://schemas.openxmlformats.org/officeDocument/2006/relationships/slideLayout" Target="/ppt/slideLayouts/slideLayout1.xml" Id="Rebfaeb085e2749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faeb085e2749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547feeaba4f8c" /><Relationship Type="http://schemas.openxmlformats.org/officeDocument/2006/relationships/notesSlide" Target="/ppt/notesSlides/notesSlide1.xml" Id="Rebd993b1432a41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1871a8c4948e7" /><Relationship Type="http://schemas.openxmlformats.org/officeDocument/2006/relationships/notesSlide" Target="/ppt/notesSlides/notesSlide2.xml" Id="Rcb8c6aaf017349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830d9d76c481f" /><Relationship Type="http://schemas.openxmlformats.org/officeDocument/2006/relationships/notesSlide" Target="/ppt/notesSlides/notesSlide3.xml" Id="Rf463d76da97e49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d6d98323e47c3" /><Relationship Type="http://schemas.openxmlformats.org/officeDocument/2006/relationships/chart" Target="/ppt/slides/charts/chart1.xml" Id="R8379f609f8494a79" /><Relationship Type="http://schemas.openxmlformats.org/officeDocument/2006/relationships/notesSlide" Target="/ppt/notesSlides/notesSlide4.xml" Id="R591b0b18995d405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B7330C6A-2127-47E2-92F2-C547D9D5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F38B74D7-BAD8-4CF6-8739-A1442EE7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p02-full-009548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DA57555E-481A-4854-A9D0-4D618927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observability/log-exports · Telemetry SVC-31 · control p02-full-009548 · 2026 Q3 Telemetry Export Postgres Performance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3868B373-9152-4598-A86A-07F87C84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97359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5F0CE8C4-4FDC-47BF-82D4-6F96C781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Telemetry Export Postgres Performance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E403C916-D887-4216-8A1A-3F813386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589B0B82-D50D-4D49-A0B8-A800F65C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B85FDB23-4239-40D3-AAB1-5B981E4C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FBA0969F-CE54-42D3-A7E7-8CC00068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telemetry export export retry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1B31434C-7E49-43E2-A170-F50FF4B9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CE431DDC-ED02-44F4-A579-8740401A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49CB7B9D-A287-47AA-9DAB-C7DF8180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DDA4BB5E-EF7E-416E-90CD-1F731CEF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72AAC5AB-C33D-4F2B-B539-36DDB5C2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DEF5FFB0-6C1A-407B-92EE-BA1EB139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113873C9-D25B-45E9-A837-0C5610B7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B7D5B985-7A6E-4B76-91AB-29963034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9C3287C2-5663-4DD4-BC66-4974322B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p02-full-009548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567D1EA2-E1DB-42B0-AD43-232D54A0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393723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83D246DB-1F3F-4B20-BFD3-42F8E556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p02-full-009548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36E288FD-CE35-446D-93FB-8EB53D6C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Telemetry SVC-31. org.ntc · inc.inc-260713 · rel.inc260713.timeline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1C63D73F-3B76-4C7A-8D5D-3E960932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8CFDDF92-D9A6-42E8-8864-9A98ECDB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3F4ABA38-F563-404C-8A05-1AAC1119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A4E55834-3D80-455D-9569-7C23DACE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5728320F-A36D-442B-8E46-8CEAE3CA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BE7B0CE1-80DC-4169-B6DD-96242D0A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757C802A-023D-4AC6-AD0B-F8CE98E0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47D295FD-0184-4F2B-9F79-24CB0265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085B2ED6-C34B-4469-B74C-F66AB021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ECB80FA1-BAB8-4D6B-B2E2-9E2A3C86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68B1A948-A73E-4566-9FD4-C7D18E2B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968429C5-8347-43D6-9BAE-10A3384A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FCCA4C49-046B-45F9-A34B-7E18E67C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8E32C760-1484-4C60-9E7E-922AC54A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1583F1C6-669F-4CEE-9B8D-A5744C6C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B6AB63ED-7230-4AA9-BF53-5001C74C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p02-full-009548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D4325FDE-46FF-4253-A1D5-F079691C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938182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1A1A60F8-5F07-472D-A702-6BB47D24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C8E8799D-258C-45D5-8D40-95EB7F3E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Telemetry Export Postgres Performance Operations Briefing Pptx: Q-07 threshold evidence · p02-full-009548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79f609f8494a79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CB95D94B-AEB6-40B8-B052-1896B573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6D4E6FD6-7FB3-43C3-A047-8673808C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C3690D9D-18B3-4F9F-840C-5D8E75FA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E188885D-DD49-4E03-9C49-E206CFEC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20294CD1-400C-4896-8E91-9942D248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28880C15-D1CF-4906-B4B5-D7EF3C78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90213909-2B89-4696-959F-9D23368A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B24721E7-DF86-4D68-AC02-70BE7200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85AB50E7-9DD9-487B-82DA-5B495A01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F7C87195-F1C3-4235-9CEA-03A007BB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10EF6C6D-7197-4D71-B1DB-5327B756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9002DD42-FCD4-4EAF-B9DA-36ABB11A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telemetry export export retry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E1293053-5CD2-42F3-A610-7E213CC1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966987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2026-08-24T13:02:16.7070000Z</dcterms:created>
  <dcterms:modified xsi:type="dcterms:W3CDTF">2026-08-24T13:02:16.7070000Z</dcterms:modified>
</coreProperties>
</file>