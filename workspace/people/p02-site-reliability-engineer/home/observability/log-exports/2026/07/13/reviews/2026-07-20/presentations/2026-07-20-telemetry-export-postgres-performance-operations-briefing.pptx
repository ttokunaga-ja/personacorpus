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69f14439134801" /><Relationship Type="http://schemas.openxmlformats.org/officeDocument/2006/relationships/extended-properties" Target="/docProps/app.xml" Id="Rc326a4da82ed4931" /><Relationship Type="http://schemas.openxmlformats.org/officeDocument/2006/relationships/officeDocument" Target="/ppt/presentation.xml" Id="R8a01e695558b4b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20f9210d784456"/>
  </p:sldMasterIdLst>
  <p:notesMasterIdLst>
    <p:notesMasterId xmlns:r="http://schemas.openxmlformats.org/officeDocument/2006/relationships" r:id="R44c091d34f914000"/>
  </p:notesMasterIdLst>
  <p:sldIdLst>
    <p:sldId xmlns:r="http://schemas.openxmlformats.org/officeDocument/2006/relationships" id="256" r:id="R134e8e2f8f8e438e"/>
    <p:sldId xmlns:r="http://schemas.openxmlformats.org/officeDocument/2006/relationships" id="257" r:id="R3ab36e9d998d45c1"/>
    <p:sldId xmlns:r="http://schemas.openxmlformats.org/officeDocument/2006/relationships" id="258" r:id="R00ea5dca05f44594"/>
    <p:sldId xmlns:r="http://schemas.openxmlformats.org/officeDocument/2006/relationships" id="259" r:id="R61bc1db6caed4d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031072d5054b72" /><Relationship Type="http://schemas.openxmlformats.org/officeDocument/2006/relationships/slideMaster" Target="/ppt/slideMasters/slideMaster1.xml" Id="R0620f9210d784456" /><Relationship Type="http://schemas.openxmlformats.org/officeDocument/2006/relationships/notesMaster" Target="/ppt/notesMasters/notesMaster1.xml" Id="R44c091d34f914000" /><Relationship Type="http://schemas.openxmlformats.org/officeDocument/2006/relationships/presProps" Target="/ppt/presProps.xml" Id="R0cb748551cca4ed7" /><Relationship Type="http://schemas.openxmlformats.org/officeDocument/2006/relationships/tableStyles" Target="/ppt/tableStyles.xml" Id="Rcc23bc79e25b488a" /><Relationship Type="http://schemas.openxmlformats.org/officeDocument/2006/relationships/slide" Target="/ppt/slides/slide1.xml" Id="R134e8e2f8f8e438e" /><Relationship Type="http://schemas.openxmlformats.org/officeDocument/2006/relationships/slide" Target="/ppt/slides/slide2.xml" Id="R3ab36e9d998d45c1" /><Relationship Type="http://schemas.openxmlformats.org/officeDocument/2006/relationships/slide" Target="/ppt/slides/slide3.xml" Id="R00ea5dca05f44594" /><Relationship Type="http://schemas.openxmlformats.org/officeDocument/2006/relationships/slide" Target="/ppt/slides/slide4.xml" Id="R61bc1db6caed4d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7884d1da1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983b4d55eb4a12" /><Relationship Type="http://schemas.openxmlformats.org/officeDocument/2006/relationships/notesMaster" Target="/ppt/notesMasters/notesMaster1.xml" Id="R888904fde4ae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85963769bc4dcb" /><Relationship Type="http://schemas.openxmlformats.org/officeDocument/2006/relationships/notesMaster" Target="/ppt/notesMasters/notesMaster1.xml" Id="R80cf9ad7c28f45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357f097264d59" /><Relationship Type="http://schemas.openxmlformats.org/officeDocument/2006/relationships/notesMaster" Target="/ppt/notesMasters/notesMaster1.xml" Id="R7ce2aee87008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8567409fb488d" /><Relationship Type="http://schemas.openxmlformats.org/officeDocument/2006/relationships/notesMaster" Target="/ppt/notesMasters/notesMaster1.xml" Id="R6ee0848fe18e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p02-full-008948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p02-full-008948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p02-full-008948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p02-full-008948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2686ff14847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edab2694814fdf" /><Relationship Type="http://schemas.openxmlformats.org/officeDocument/2006/relationships/slideLayout" Target="/ppt/slideLayouts/slideLayout1.xml" Id="Rc4ad2dd84cab4d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ad2dd84cab4d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d8cf9f5794d56" /><Relationship Type="http://schemas.openxmlformats.org/officeDocument/2006/relationships/notesSlide" Target="/ppt/notesSlides/notesSlide1.xml" Id="Rc0d329f277f1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5b60792541ae" /><Relationship Type="http://schemas.openxmlformats.org/officeDocument/2006/relationships/notesSlide" Target="/ppt/notesSlides/notesSlide2.xml" Id="Re0f5e65bff924a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c0524b4f94a15" /><Relationship Type="http://schemas.openxmlformats.org/officeDocument/2006/relationships/notesSlide" Target="/ppt/notesSlides/notesSlide3.xml" Id="Ra7b416dc81e3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6c04a2e3486d" /><Relationship Type="http://schemas.openxmlformats.org/officeDocument/2006/relationships/chart" Target="/ppt/slides/charts/chart1.xml" Id="Rea6168d6b64d4daf" /><Relationship Type="http://schemas.openxmlformats.org/officeDocument/2006/relationships/notesSlide" Target="/ppt/notesSlides/notesSlide4.xml" Id="Rae85e1267d5345b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C4D52FB-FB4B-49C2-9FE4-BC5945E1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E91C158-D39B-49EF-ABB0-5244E75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p02-full-008948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0FCC11F-2BA2-465D-9B0A-999766C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observability/log-exports · Telemetry SVC-31 · control p02-full-008948 · 2026 07 20 Telemetry Export Postgres Performance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296F3C9C-099F-47F2-A6E6-E0009D8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85691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EF69401-9282-43A4-A596-92891060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Postgres Performance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DBDB844-0EC1-40FA-8274-AC268231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E9E805CD-BED9-498D-8B91-DB8FD2BA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1F994AB5-A243-43F4-BC7E-A5EDD302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9FEB4572-3D74-4B7A-910F-9D1EE3AF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FC331828-5200-4733-9823-6F39358C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C017C8B-5173-423B-846E-C6BD114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688B1B96-8BB7-4D4B-BE27-BBC2BE1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C01172E-81CC-4D2D-B7B2-7254FF4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109311C-18F5-40EF-AF95-507B30D6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81E7B98-7C11-4533-A481-41223EAE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D069E9FA-A895-4C08-ACA6-816C62CB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4FABC1E-0F3A-4470-B2C9-37B5178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1031085-3973-4DBE-86BF-26A83682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p02-full-008948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9CD6F52-17F3-4B74-925F-24199BC4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4087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00523CC-E486-48D9-8C89-D67612C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p02-full-008948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4DA22645-BF0D-4EA6-9403-42FE24E6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inc.inc-260713 · rel.inc260713.timeline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7E2ED77-0FE6-4571-BC43-CEB1F9A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83F9D55-219C-4958-B0E6-4F2DDFA5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08F88B2-920C-4C09-9EBD-1EB9E202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2B54039-F049-47DC-BFBD-5E6DA3D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D223352-46CC-4E29-ACFF-5D3F67BB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EF0B090-A6CE-4630-9B94-FCEBFF36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39C1622-7BCD-4477-AE18-3C92AFC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F438009-CEB8-4C7B-A0A0-0FC11A4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6B906AD3-C957-440E-BDA3-1EEC7260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3C01EDB0-9503-4936-A392-A59B89F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9D7D1F3F-DF19-4850-BAB8-4CDC377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FD657D6-E8C2-4FE2-9969-51A039B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FFC0983-3ECE-483F-ACF1-65A09E65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6F71191-99A8-44D1-9E84-FDC934D2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F9BFD23-5752-4028-BD7A-AE2076AF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4DED411-A8BC-4DA2-AC59-EEFB368D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p02-full-008948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D645B77-3844-436D-BA44-7C02A985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045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B5302F6-EA29-4247-B53D-65619E01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8C8DDA23-D87D-41F6-B29B-D8473F7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Telemetry Export Postgres Performance Operations Briefing Pptx: Q-07 threshold evidence · p02-full-008948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6168d6b64d4da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367DD1EF-2867-4C10-806C-1C6F0F31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947FC4C-3DA0-4099-8389-6D62487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4CAD7B0-5D38-4794-8F61-21F10EC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04F0916-497F-4622-95A5-7C1C98A2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39D18DB-B55F-4DF8-91C8-977D5A9E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48CE4BB4-041B-47D1-BA65-098E4766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7DE3726-97A5-4477-9063-1A306BCB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76AEBB7-140D-4CEB-8523-C9945007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89AAA43-CC49-4D8B-9A7E-10536373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A7DA4E1D-06B8-4863-A6B7-C678213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E7B9B06-FD9C-478A-BB08-4860656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1AE080B-CAB9-4369-AAF5-2BF37580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B09AF74-B278-49DF-8F6F-24E0148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2001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2026-08-24T13:02:14.1850000Z</dcterms:created>
  <dcterms:modified xsi:type="dcterms:W3CDTF">2026-08-24T13:02:14.1850000Z</dcterms:modified>
</coreProperties>
</file>