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a3c8657dfd46e3" /><Relationship Type="http://schemas.openxmlformats.org/officeDocument/2006/relationships/extended-properties" Target="/docProps/app.xml" Id="Raf940013f99743ee" /><Relationship Type="http://schemas.openxmlformats.org/officeDocument/2006/relationships/officeDocument" Target="/ppt/presentation.xml" Id="Rbe64f55c294b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13fa76c644fa7"/>
  </p:sldMasterIdLst>
  <p:notesMasterIdLst>
    <p:notesMasterId xmlns:r="http://schemas.openxmlformats.org/officeDocument/2006/relationships" r:id="Rbd89fa67f61b422a"/>
  </p:notesMasterIdLst>
  <p:sldIdLst>
    <p:sldId xmlns:r="http://schemas.openxmlformats.org/officeDocument/2006/relationships" id="256" r:id="R72dccd53be6948c4"/>
    <p:sldId xmlns:r="http://schemas.openxmlformats.org/officeDocument/2006/relationships" id="257" r:id="Rbaaff70d90104d03"/>
    <p:sldId xmlns:r="http://schemas.openxmlformats.org/officeDocument/2006/relationships" id="258" r:id="Rc561102e62b54012"/>
    <p:sldId xmlns:r="http://schemas.openxmlformats.org/officeDocument/2006/relationships" id="259" r:id="R2fca13ed5ea948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ea94eb72e4fcd" /><Relationship Type="http://schemas.openxmlformats.org/officeDocument/2006/relationships/slideMaster" Target="/ppt/slideMasters/slideMaster1.xml" Id="R69e13fa76c644fa7" /><Relationship Type="http://schemas.openxmlformats.org/officeDocument/2006/relationships/notesMaster" Target="/ppt/notesMasters/notesMaster1.xml" Id="Rbd89fa67f61b422a" /><Relationship Type="http://schemas.openxmlformats.org/officeDocument/2006/relationships/presProps" Target="/ppt/presProps.xml" Id="Re10670093bfc4792" /><Relationship Type="http://schemas.openxmlformats.org/officeDocument/2006/relationships/tableStyles" Target="/ppt/tableStyles.xml" Id="R21c6b39e95314303" /><Relationship Type="http://schemas.openxmlformats.org/officeDocument/2006/relationships/slide" Target="/ppt/slides/slide1.xml" Id="R72dccd53be6948c4" /><Relationship Type="http://schemas.openxmlformats.org/officeDocument/2006/relationships/slide" Target="/ppt/slides/slide2.xml" Id="Rbaaff70d90104d03" /><Relationship Type="http://schemas.openxmlformats.org/officeDocument/2006/relationships/slide" Target="/ppt/slides/slide3.xml" Id="Rc561102e62b54012" /><Relationship Type="http://schemas.openxmlformats.org/officeDocument/2006/relationships/slide" Target="/ppt/slides/slide4.xml" Id="R2fca13ed5ea948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e5590b7c93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9023d80364718" /><Relationship Type="http://schemas.openxmlformats.org/officeDocument/2006/relationships/notesMaster" Target="/ppt/notesMasters/notesMaster1.xml" Id="R29ed25da02d6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949cfc3c241d6" /><Relationship Type="http://schemas.openxmlformats.org/officeDocument/2006/relationships/notesMaster" Target="/ppt/notesMasters/notesMaster1.xml" Id="R69f9623cadf64e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bbbd4c5df549d5" /><Relationship Type="http://schemas.openxmlformats.org/officeDocument/2006/relationships/notesMaster" Target="/ppt/notesMasters/notesMaster1.xml" Id="R5798b3fdb751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a0e3c68bf4ce6" /><Relationship Type="http://schemas.openxmlformats.org/officeDocument/2006/relationships/notesMaster" Target="/ppt/notesMasters/notesMaster1.xml" Id="R9174c1e9a712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p02-full-010548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9581942bd40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1f7b6050e475e" /><Relationship Type="http://schemas.openxmlformats.org/officeDocument/2006/relationships/slideLayout" Target="/ppt/slideLayouts/slideLayout1.xml" Id="R337d1907196041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7d1907196041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2bf792f614f71" /><Relationship Type="http://schemas.openxmlformats.org/officeDocument/2006/relationships/notesSlide" Target="/ppt/notesSlides/notesSlide1.xml" Id="R7d0445139b854e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36623af464788" /><Relationship Type="http://schemas.openxmlformats.org/officeDocument/2006/relationships/notesSlide" Target="/ppt/notesSlides/notesSlide2.xml" Id="R05eefbdd010d4e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f4f82e8b464b" /><Relationship Type="http://schemas.openxmlformats.org/officeDocument/2006/relationships/notesSlide" Target="/ppt/notesSlides/notesSlide3.xml" Id="R39c5076120ec4f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b372e0906451a" /><Relationship Type="http://schemas.openxmlformats.org/officeDocument/2006/relationships/chart" Target="/ppt/slides/charts/chart1.xml" Id="R6ad3997d63a54ca7" /><Relationship Type="http://schemas.openxmlformats.org/officeDocument/2006/relationships/notesSlide" Target="/ppt/notesSlides/notesSlide4.xml" Id="Rbbb490745237478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9303EF8-0F2B-4764-9B56-0FCC5DB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869B274-B85F-4825-B7A0-A705718A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3BD0590-9FEA-4983-928A-D2EB54F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p02-full-010548 · 2026 07 14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4333384-8A44-4E27-BB16-106C82F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06021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61744B4-0E57-4CE1-80B2-334802B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B591FDF-ED8E-49A2-8E39-BD8FF9F6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7A9496A-AB52-4304-840F-B5B838A4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AEC71356-D9E6-4032-98AF-3D18CC5B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6736722-4538-4E46-911D-4616B4B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6CBAEA7-B35A-4E50-9F7A-92E83BE4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84B50372-42E4-4C8F-9410-2A1594C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054A7C8-0283-4FEF-8DB8-E8292153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8B83069-1343-4218-9D5D-20834352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AA06563-B573-42EF-A278-9CA7BA75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0D742AE-2A15-4364-8E60-18863880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31F8A1E-7FE4-4C23-B5B1-220F0F2C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F36FB9B-D2B6-49A4-BB04-BD09603D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E4EC44A-87B9-468F-B2D5-0C2FB36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D975E5B-61A9-43D1-9B3A-F4EF527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5836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FBCC280-B18C-4907-8178-C45FAF4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B7DBC54-4250-4022-91DB-E46A0F22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svc.telemetry.svc31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E57A9BB-A790-4513-9FFE-454215C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DFF3433-DA1D-4B0F-A7C2-116C69CE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E5A5D2D-A896-4E17-8D53-A821742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D9EB3D8-A18A-4902-AA4A-38B46BB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7FF34CB-0C22-4311-A459-DA6F078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7DF15CC-0282-4A1E-B2A2-A475D66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87778FD-47F0-4DE8-81BA-1B372751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A3EB6B1-C30F-471C-A846-DA84A9FB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846F28C-5A9D-4706-BBE4-BF68783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9EA9510-ABEA-4A04-9373-59A4EB3D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D45660C-AB34-4EEF-883F-429C3247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31ACA21-1B72-41D6-AD3C-228B3F9C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E38124B-2BAA-44DF-9A73-2ED9606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A8EB422-DC89-41DD-9C7D-2B887B7E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98F46DB-ECEC-4999-B759-84E17F7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6B14E65-209A-46BE-B467-2BB773E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5695021-8B43-4576-AF48-E2F10FB3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5964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6AEF884-3B04-414D-96B2-1EF24C6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3001274-EE15-4395-B719-981FFF08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Q-07 threshold evidence · p02-full-010548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d3997d63a54ca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EB70973-C3B9-43C6-BDE9-26FAE60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509B4B2-B05E-477B-8409-F6790EF0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FD2AB3E-2ADB-4342-ABB1-CC0E9AC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A62D5E6-576B-4CB0-A834-34E57AAB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C7E3EDD-E3D1-4F51-B8D1-506D486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3C9B580-CB1B-4DC9-9699-C19B606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88145DD-2B50-467E-A778-50D5E4DC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8C43EB4-FCC7-466C-945C-03BD1FAE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C9F7E25-F96E-44AC-8651-53CAB035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E8F824AE-3017-4416-ABF6-85D18C4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9E5FFF9-9E4F-4183-B609-6809B4A6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A9E5DF0-86A1-4823-A9D3-6E76BD5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6797B52-2202-46C4-99C5-D69A821D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3946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2026-08-24T13:02:18.7310000Z</dcterms:created>
  <dcterms:modified xsi:type="dcterms:W3CDTF">2026-08-24T13:02:18.7310000Z</dcterms:modified>
</coreProperties>
</file>