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41c3eb6ac747ce" /><Relationship Type="http://schemas.openxmlformats.org/officeDocument/2006/relationships/extended-properties" Target="/docProps/app.xml" Id="R191d7d5b1c24461d" /><Relationship Type="http://schemas.openxmlformats.org/officeDocument/2006/relationships/officeDocument" Target="/ppt/presentation.xml" Id="R752190315aad4d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01f136beb34e91"/>
  </p:sldMasterIdLst>
  <p:notesMasterIdLst>
    <p:notesMasterId xmlns:r="http://schemas.openxmlformats.org/officeDocument/2006/relationships" r:id="R446ea29f2b86473f"/>
  </p:notesMasterIdLst>
  <p:sldIdLst>
    <p:sldId xmlns:r="http://schemas.openxmlformats.org/officeDocument/2006/relationships" id="256" r:id="R1e7d6d2475534dfe"/>
    <p:sldId xmlns:r="http://schemas.openxmlformats.org/officeDocument/2006/relationships" id="257" r:id="Rbea1e06a679e45b9"/>
    <p:sldId xmlns:r="http://schemas.openxmlformats.org/officeDocument/2006/relationships" id="258" r:id="Rfcb8a54e976b4cd9"/>
    <p:sldId xmlns:r="http://schemas.openxmlformats.org/officeDocument/2006/relationships" id="259" r:id="Raa6e8d14338444b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f9068bf0bf408f" /><Relationship Type="http://schemas.openxmlformats.org/officeDocument/2006/relationships/slideMaster" Target="/ppt/slideMasters/slideMaster1.xml" Id="R9701f136beb34e91" /><Relationship Type="http://schemas.openxmlformats.org/officeDocument/2006/relationships/notesMaster" Target="/ppt/notesMasters/notesMaster1.xml" Id="R446ea29f2b86473f" /><Relationship Type="http://schemas.openxmlformats.org/officeDocument/2006/relationships/presProps" Target="/ppt/presProps.xml" Id="R8b448dfb68e94ecb" /><Relationship Type="http://schemas.openxmlformats.org/officeDocument/2006/relationships/tableStyles" Target="/ppt/tableStyles.xml" Id="Raaf8f73551b24840" /><Relationship Type="http://schemas.openxmlformats.org/officeDocument/2006/relationships/slide" Target="/ppt/slides/slide1.xml" Id="R1e7d6d2475534dfe" /><Relationship Type="http://schemas.openxmlformats.org/officeDocument/2006/relationships/slide" Target="/ppt/slides/slide2.xml" Id="Rbea1e06a679e45b9" /><Relationship Type="http://schemas.openxmlformats.org/officeDocument/2006/relationships/slide" Target="/ppt/slides/slide3.xml" Id="Rfcb8a54e976b4cd9" /><Relationship Type="http://schemas.openxmlformats.org/officeDocument/2006/relationships/slide" Target="/ppt/slides/slide4.xml" Id="Raa6e8d14338444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2dc501962a40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f98e86f3694c7e" /><Relationship Type="http://schemas.openxmlformats.org/officeDocument/2006/relationships/notesMaster" Target="/ppt/notesMasters/notesMaster1.xml" Id="Rb517216df0f347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9e71c42186419a" /><Relationship Type="http://schemas.openxmlformats.org/officeDocument/2006/relationships/notesMaster" Target="/ppt/notesMasters/notesMaster1.xml" Id="R13f5cc60654847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12239f8d1c4f3d" /><Relationship Type="http://schemas.openxmlformats.org/officeDocument/2006/relationships/notesMaster" Target="/ppt/notesMasters/notesMaster1.xml" Id="R7e54e091464442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9950d219494eb3" /><Relationship Type="http://schemas.openxmlformats.org/officeDocument/2006/relationships/notesMaster" Target="/ppt/notesMasters/notesMaster1.xml" Id="Rac30fed30bee4d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observability/log-exports/2026/07/13/samples/2026-07-13-telemetry-export-postgres-performance-metrics-csv-s003644.csv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p02-full-003644, row:canonical-metric.</a:t>
            </a:r>
          </a:p>
          <a:p xmlns:a="http://schemas.openxmlformats.org/drawingml/2006/main">
            <a:r>
              <a:t>Artifact: p02-full-011248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observability/log-exports/2026/07/13/samples/2026-07-13-telemetry-export-postgres-performance-metrics-csv-s003644.csv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p02-full-003644, row:canonical-metric.</a:t>
            </a:r>
          </a:p>
          <a:p xmlns:a="http://schemas.openxmlformats.org/drawingml/2006/main">
            <a:r>
              <a:t>Artifact: p02-full-011248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observability/log-exports/2026/07/13/samples/2026-07-13-telemetry-export-postgres-performance-metrics-csv-s003644.csv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p02-full-003644, row:canonical-metric.</a:t>
            </a:r>
          </a:p>
          <a:p xmlns:a="http://schemas.openxmlformats.org/drawingml/2006/main">
            <a:r>
              <a:t>Artifact: p02-full-011248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observability/log-exports/2026/07/13/samples/2026-07-13-telemetry-export-postgres-performance-metrics-csv-s003644.csv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p02-full-003644, row:canonical-metric.</a:t>
            </a:r>
          </a:p>
          <a:p xmlns:a="http://schemas.openxmlformats.org/drawingml/2006/main">
            <a:r>
              <a:t>Artifact: p02-full-011248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38fe4b1ef944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93067056cb409e" /><Relationship Type="http://schemas.openxmlformats.org/officeDocument/2006/relationships/slideLayout" Target="/ppt/slideLayouts/slideLayout1.xml" Id="R760e242e394346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0e242e394346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e3c8319b364f5d" /><Relationship Type="http://schemas.openxmlformats.org/officeDocument/2006/relationships/notesSlide" Target="/ppt/notesSlides/notesSlide1.xml" Id="Re8a50f82f50746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615d839f6e4787" /><Relationship Type="http://schemas.openxmlformats.org/officeDocument/2006/relationships/notesSlide" Target="/ppt/notesSlides/notesSlide2.xml" Id="R24772468096b4e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8cc1023c1145b5" /><Relationship Type="http://schemas.openxmlformats.org/officeDocument/2006/relationships/notesSlide" Target="/ppt/notesSlides/notesSlide3.xml" Id="Raa328ed97ccf43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fd9081834047f4" /><Relationship Type="http://schemas.openxmlformats.org/officeDocument/2006/relationships/chart" Target="/ppt/slides/charts/chart1.xml" Id="R8f214e2ba5b3423b" /><Relationship Type="http://schemas.openxmlformats.org/officeDocument/2006/relationships/notesSlide" Target="/ppt/notesSlides/notesSlide4.xml" Id="R08e7a49b084047f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Telemetry SVC-31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F3422AF2-64FF-49AE-AA9F-28856FAB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B5AB512D-035F-4931-A42B-008808C7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p02-full-011248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FB0287F9-630F-4549-9D7F-3372DCFD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2026-07-14 · observability/log-exports · Telemetry SVC-31 · control p02-full-011248 · 2026 07 14 Telemetry Export Checkout Access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405285D6-A904-43FE-AFEB-3158A964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8113352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0C17EB48-A039-4F7C-B3DB-54E17E57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Telemetry Export Checkout Access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A05DFAEC-8816-4FC3-BF7B-DBFA2F4D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B1E7E23A-7CF9-4AD9-98F7-ED0FEB5C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5B4FBC76-EE2A-4642-9C1C-E1CAD116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2FDCD0FD-29DE-451B-806D-D84F80C19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telemetry export postgres performance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26DC162D-0D34-4D52-8632-7A6292BC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014D03E0-98F8-4B81-A4F1-21889E3A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10E4A14D-A6E8-4B4D-85A2-4D1C61C7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2D566DAD-F935-4E23-ACC2-9D65F0EF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Telemetry SVC-31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CDE31498-2D41-4280-BC9D-F3A8B3F7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0139DDF8-86D5-4B51-BC2E-4AF6AF1F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F0EA3734-E132-4B5F-A862-43C2B617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7D74CFBC-57AD-4D01-BE17-DF300F19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2026-07-14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1A8CC7C7-A7F5-4FD3-89A1-7CE5AA53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p02-full-011248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C8AAFC00-08EB-4935-8219-63C76232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967353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DB3E8212-91F2-4C57-ABFF-7EF48F56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p02-full-011248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79AAF89A-63A1-498F-9670-60837551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Telemetry SVC-31. org.ntc · measure.log-export-gap · rel.inc260713.timeline · date.2026-07-14.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B401CFF4-CE30-4E29-BC72-D5CF2D83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F465F570-E18B-4689-86AA-1BA69C1E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44B6FFCB-C2FF-4BE1-9E4A-E6860EC8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8CCE6207-E492-44EE-98ED-101FB5A7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FA49DD90-DACE-48F2-B8C5-CF487973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FBE7DC2E-EEB7-4969-9D7E-66566468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CBA14ED9-8147-4EB4-80D2-76A14102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AAB54DC0-5DF6-4854-A2F0-9A4F80D7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29250A24-7A94-4174-91AD-7DF32B15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Export gap</a:t>
            </a:r>
          </a:p>
        </p:txBody>
      </p:sp>
      <p:sp>
        <p:nvSpPr>
          <p:cNvPr id="12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A8D8C207-459E-44CA-88F7-DC6914E7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minutes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F168F719-829C-4937-8CFA-960E0092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060D7DDC-BAFC-4CAC-AB35-F97D71D1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C24F107E-AA15-4984-9898-6B5986C8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FA6B4105-3250-4AEA-92CC-5859AFA4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11:06 UTC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599EABD0-78F4-481E-8F9F-61C964FE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Reconciliation</a:t>
            </a:r>
          </a:p>
        </p:txBody>
      </p:sp>
      <p:sp>
        <p:nvSpPr>
          <p:cNvPr id="18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67EF46CC-B57D-4E6F-9EF4-13EB65C3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p02-full-011248</a:t>
            </a:r>
          </a:p>
        </p:txBody>
      </p:sp>
      <p:sp>
        <p:nvSpPr>
          <p:cNvPr id="19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6A3D772C-759C-4E54-B0A5-4D369F8B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380627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D25987ED-C8DC-46AD-8053-0D810CC2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7B8EC78A-3AD9-4A22-95AA-0902B959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Telemetry Export Checkout Access Operations Briefing Pptx: Q-07 threshold evidence · p02-full-011248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f214e2ba5b3423b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F6869C1E-6DCB-48B8-B813-1177BF64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015E6251-4BF9-4B4A-8B47-C186CD33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A6F9F21E-843C-4A41-9024-3F472D36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2CDEF8D4-62A0-45A3-B40D-87C061DA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36988BCD-AEE4-4816-B948-EA23FA04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E63CEBFB-E3C5-4329-8058-B3BA1255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8060BDCE-1F77-4ED0-B7A1-E909FCEB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9070FF7A-C508-444D-A82E-298B8B1E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68028377-8E89-44DE-836E-72264EB5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Telemetry SVC-31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266291A4-E0DA-4393-9140-1CFF374F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147866B7-55F6-495A-ADB7-A67F11C6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2F8E81B2-A126-4CAD-8D14-F32C9246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telemetry export postgres performance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6BA9F133-80EA-454C-B0CF-7A082C4F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213016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2026-08-24T13:02:20.9470000Z</dcterms:created>
  <dcterms:modified xsi:type="dcterms:W3CDTF">2026-08-24T13:02:20.9470000Z</dcterms:modified>
</coreProperties>
</file>