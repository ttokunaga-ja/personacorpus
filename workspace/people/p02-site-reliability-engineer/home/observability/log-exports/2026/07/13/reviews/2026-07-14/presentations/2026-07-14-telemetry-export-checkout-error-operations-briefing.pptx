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d18c63bc144f16" /><Relationship Type="http://schemas.openxmlformats.org/officeDocument/2006/relationships/extended-properties" Target="/docProps/app.xml" Id="R75ed54557bb84f5f" /><Relationship Type="http://schemas.openxmlformats.org/officeDocument/2006/relationships/officeDocument" Target="/ppt/presentation.xml" Id="Rae66a7914aaf46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0c19a1e2f54173"/>
  </p:sldMasterIdLst>
  <p:notesMasterIdLst>
    <p:notesMasterId xmlns:r="http://schemas.openxmlformats.org/officeDocument/2006/relationships" r:id="R7df40a2da0674f3f"/>
  </p:notesMasterIdLst>
  <p:sldIdLst>
    <p:sldId xmlns:r="http://schemas.openxmlformats.org/officeDocument/2006/relationships" id="256" r:id="R1b9312b354d6456f"/>
    <p:sldId xmlns:r="http://schemas.openxmlformats.org/officeDocument/2006/relationships" id="257" r:id="Rfd6f263526dd4cc1"/>
    <p:sldId xmlns:r="http://schemas.openxmlformats.org/officeDocument/2006/relationships" id="258" r:id="R06da1e6ad6d64286"/>
    <p:sldId xmlns:r="http://schemas.openxmlformats.org/officeDocument/2006/relationships" id="259" r:id="R802133e3df3a4a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ce559cf5a34672" /><Relationship Type="http://schemas.openxmlformats.org/officeDocument/2006/relationships/slideMaster" Target="/ppt/slideMasters/slideMaster1.xml" Id="R4f0c19a1e2f54173" /><Relationship Type="http://schemas.openxmlformats.org/officeDocument/2006/relationships/notesMaster" Target="/ppt/notesMasters/notesMaster1.xml" Id="R7df40a2da0674f3f" /><Relationship Type="http://schemas.openxmlformats.org/officeDocument/2006/relationships/presProps" Target="/ppt/presProps.xml" Id="R326dceb78611480a" /><Relationship Type="http://schemas.openxmlformats.org/officeDocument/2006/relationships/tableStyles" Target="/ppt/tableStyles.xml" Id="Rc59c045224cd4428" /><Relationship Type="http://schemas.openxmlformats.org/officeDocument/2006/relationships/slide" Target="/ppt/slides/slide1.xml" Id="R1b9312b354d6456f" /><Relationship Type="http://schemas.openxmlformats.org/officeDocument/2006/relationships/slide" Target="/ppt/slides/slide2.xml" Id="Rfd6f263526dd4cc1" /><Relationship Type="http://schemas.openxmlformats.org/officeDocument/2006/relationships/slide" Target="/ppt/slides/slide3.xml" Id="R06da1e6ad6d64286" /><Relationship Type="http://schemas.openxmlformats.org/officeDocument/2006/relationships/slide" Target="/ppt/slides/slide4.xml" Id="R802133e3df3a4a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39fc92bb624c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de90df3a0c42b5" /><Relationship Type="http://schemas.openxmlformats.org/officeDocument/2006/relationships/notesMaster" Target="/ppt/notesMasters/notesMaster1.xml" Id="Rbbd2b5d6fe5c42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2e6e3f1edf4110" /><Relationship Type="http://schemas.openxmlformats.org/officeDocument/2006/relationships/notesMaster" Target="/ppt/notesMasters/notesMaster1.xml" Id="Rd5ce2f5c7e7940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fcc04349494c1f" /><Relationship Type="http://schemas.openxmlformats.org/officeDocument/2006/relationships/notesMaster" Target="/ppt/notesMasters/notesMaster1.xml" Id="R6345e19ad53741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6404c9c9da428b" /><Relationship Type="http://schemas.openxmlformats.org/officeDocument/2006/relationships/notesMaster" Target="/ppt/notesMasters/notesMaster1.xml" Id="Re9c2fc3fce7747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observability/log-exports/2026/07/13/samples/2026-07-14-telemetry-export-regional-ingress-metrics-tsv-s003827.tsv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p02-full-003827, row:canonical-metric.</a:t>
            </a:r>
          </a:p>
          <a:p xmlns:a="http://schemas.openxmlformats.org/drawingml/2006/main">
            <a:r>
              <a:t>Artifact: p02-full-001553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observability/log-exports/2026/07/13/samples/2026-07-14-telemetry-export-regional-ingress-metrics-tsv-s003827.tsv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p02-full-003827, row:canonical-metric.</a:t>
            </a:r>
          </a:p>
          <a:p xmlns:a="http://schemas.openxmlformats.org/drawingml/2006/main">
            <a:r>
              <a:t>Artifact: p02-full-001553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observability/log-exports/2026/07/13/samples/2026-07-14-telemetry-export-regional-ingress-metrics-tsv-s003827.tsv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p02-full-003827, row:canonical-metric.</a:t>
            </a:r>
          </a:p>
          <a:p xmlns:a="http://schemas.openxmlformats.org/drawingml/2006/main">
            <a:r>
              <a:t>Artifact: p02-full-001553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observability/log-exports/2026/07/13/samples/2026-07-14-telemetry-export-regional-ingress-metrics-tsv-s003827.tsv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p02-full-003827, row:canonical-metric.</a:t>
            </a:r>
          </a:p>
          <a:p xmlns:a="http://schemas.openxmlformats.org/drawingml/2006/main">
            <a:r>
              <a:t>Artifact: p02-full-001553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a36364a6d4f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6cc67383904a91" /><Relationship Type="http://schemas.openxmlformats.org/officeDocument/2006/relationships/slideLayout" Target="/ppt/slideLayouts/slideLayout1.xml" Id="Rfb6946869cf040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6946869cf040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a56b7904e465f" /><Relationship Type="http://schemas.openxmlformats.org/officeDocument/2006/relationships/notesSlide" Target="/ppt/notesSlides/notesSlide1.xml" Id="Rce574a638c2148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b1d7688a9486e" /><Relationship Type="http://schemas.openxmlformats.org/officeDocument/2006/relationships/notesSlide" Target="/ppt/notesSlides/notesSlide2.xml" Id="Re0773ce1ec0e4e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f7b99aeeb421f" /><Relationship Type="http://schemas.openxmlformats.org/officeDocument/2006/relationships/notesSlide" Target="/ppt/notesSlides/notesSlide3.xml" Id="Rf45b2da6c1aa47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b8eae2f954b71" /><Relationship Type="http://schemas.openxmlformats.org/officeDocument/2006/relationships/chart" Target="/ppt/slides/charts/chart1.xml" Id="R25cca927b0694acf" /><Relationship Type="http://schemas.openxmlformats.org/officeDocument/2006/relationships/notesSlide" Target="/ppt/notesSlides/notesSlide4.xml" Id="R2ff667b2af2c43f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234EFC4A-C4B5-46AB-AF2C-81571968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3B49DD0-0589-4EB6-977D-70DDBEDC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p02-full-001553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7DFD63E4-9825-4443-9C78-D6D4D02C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observability/log-exports · Telemetry SVC-31 · control p02-full-001553 · 2026 07 14 Telemetry Export Checkout Error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88CC316E-F3F4-47EF-A31D-87CA6DDC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922908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B92C5152-429B-406A-A0D5-ED4A05FB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Error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14F14D09-8195-4430-9081-88D26EA9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0229E40-7B80-4958-A738-1C20B198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0EDB509-CBD6-4091-B938-AC60E746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4CC81E2B-0820-4ED6-8CAB-6933C6DD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regional ingress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4BCC1AB-FA7D-4D86-8801-4A102A56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4FEA5E34-C228-4DCE-BBE7-2544708E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893648DA-6A75-4922-98D4-315AB432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02F41A3D-B19A-476A-B79A-705600D1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E635CB57-047A-43EF-A977-9D6642A2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81B14C00-78BF-4594-B4B7-9175A99F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6BA59EB-5B0E-44F9-8D13-040E7B61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65774FC-1805-4788-A292-D9B88C50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8F46AA92-EC2C-4AB1-BD72-D6485F5E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p02-full-001553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8ECD55F9-CAC9-45E3-BC87-A5998A92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6669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ABF38EF5-FAD8-497A-A746-EE225C84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p02-full-001553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1580DC21-9C63-4877-AB65-E82E5143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inc.inc-260713 · rel.inc260713.timeline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3B5FF71D-6DBE-46D8-8697-6D72E5C9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0CB9B77E-3492-4FDE-BB70-B0049ECA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369B1772-0324-4E75-954E-84E7FCC9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CD71961-B5C3-44C7-B6DC-2CC47FEA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0AACF2EC-438F-4DEF-9635-A43D58A1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856B49B0-2F65-476A-8395-6EB41077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605FA0E-450E-4BCB-B6B0-17B60D46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174673E3-63C0-40C5-AE60-548DCC71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FB2572DC-BFC1-4C14-A438-2DE3AEE7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E3B11742-9B16-4662-968F-A1299BE4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E9C27384-6310-40D6-8D98-EAB33515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965BE9E1-6F54-4733-BC82-9B0306E9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B1C35D6-49A4-49ED-860E-E592449C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013A2B0C-D637-4366-AF5E-0387914F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619A0AB6-6D4E-4613-A0A7-B2D9D5C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A43F41FC-27E5-4588-9E96-727426EF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p02-full-001553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5FC5B978-84B9-400D-B722-AC19B942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56414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657A20C4-21C2-4899-86E3-ED331B28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5F0F26AE-CAD1-4910-8A3C-8AD59811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Error Operations Briefing Pptx: Q-07 threshold evidence · p02-full-001553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cca927b0694ac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4069EBE0-76F6-4BCA-B87A-FD4800A4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8F5D56EF-40C7-4D80-801A-4700A39B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3B4FE6E-63CE-4C6C-A59F-0C806303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79D7C2F2-F374-40C4-BB80-0FF374BB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C8E4C14-9E63-41C6-8DED-B659A092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80877BE0-937E-4F0C-A4B0-65800201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A215CA48-7E17-4940-B79E-9DBF6A9D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BF4902F7-2DAA-44AF-B367-4D6504C4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57F7FEB4-F273-4619-BE31-86FDE68B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5A94236C-F469-4808-A663-448D8A81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5296FA5A-867C-4397-9E0D-C93119BE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DFAE7431-22A5-4F7A-9EFA-0A50A201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regional ingress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204B4092-504C-4FBB-BB16-40C2FBA6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5130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2026-08-24T13:02:05.6000000Z</dcterms:created>
  <dcterms:modified xsi:type="dcterms:W3CDTF">2026-08-24T13:02:05.6000000Z</dcterms:modified>
</coreProperties>
</file>