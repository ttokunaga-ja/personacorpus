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cc7eb72b51488d" /><Relationship Type="http://schemas.openxmlformats.org/officeDocument/2006/relationships/extended-properties" Target="/docProps/app.xml" Id="R604026c32b9c4257" /><Relationship Type="http://schemas.openxmlformats.org/officeDocument/2006/relationships/officeDocument" Target="/ppt/presentation.xml" Id="Rd685a0a5616140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da53160c2c4251"/>
  </p:sldMasterIdLst>
  <p:notesMasterIdLst>
    <p:notesMasterId xmlns:r="http://schemas.openxmlformats.org/officeDocument/2006/relationships" r:id="Rc13dbfab5b6944c0"/>
  </p:notesMasterIdLst>
  <p:sldIdLst>
    <p:sldId xmlns:r="http://schemas.openxmlformats.org/officeDocument/2006/relationships" id="256" r:id="Rb0ef60a22ec743ee"/>
    <p:sldId xmlns:r="http://schemas.openxmlformats.org/officeDocument/2006/relationships" id="257" r:id="R95ed933f7f21411d"/>
    <p:sldId xmlns:r="http://schemas.openxmlformats.org/officeDocument/2006/relationships" id="258" r:id="R5a5461a7f09f4169"/>
    <p:sldId xmlns:r="http://schemas.openxmlformats.org/officeDocument/2006/relationships" id="259" r:id="Rbe1154a27b684a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c45deb3aa6411e" /><Relationship Type="http://schemas.openxmlformats.org/officeDocument/2006/relationships/slideMaster" Target="/ppt/slideMasters/slideMaster1.xml" Id="R8fda53160c2c4251" /><Relationship Type="http://schemas.openxmlformats.org/officeDocument/2006/relationships/notesMaster" Target="/ppt/notesMasters/notesMaster1.xml" Id="Rc13dbfab5b6944c0" /><Relationship Type="http://schemas.openxmlformats.org/officeDocument/2006/relationships/presProps" Target="/ppt/presProps.xml" Id="R60b227f0e1d64eef" /><Relationship Type="http://schemas.openxmlformats.org/officeDocument/2006/relationships/tableStyles" Target="/ppt/tableStyles.xml" Id="Rc59601072694473a" /><Relationship Type="http://schemas.openxmlformats.org/officeDocument/2006/relationships/slide" Target="/ppt/slides/slide1.xml" Id="Rb0ef60a22ec743ee" /><Relationship Type="http://schemas.openxmlformats.org/officeDocument/2006/relationships/slide" Target="/ppt/slides/slide2.xml" Id="R95ed933f7f21411d" /><Relationship Type="http://schemas.openxmlformats.org/officeDocument/2006/relationships/slide" Target="/ppt/slides/slide3.xml" Id="R5a5461a7f09f4169" /><Relationship Type="http://schemas.openxmlformats.org/officeDocument/2006/relationships/slide" Target="/ppt/slides/slide4.xml" Id="Rbe1154a27b684a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34b0e2a2774e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8a859616574dde" /><Relationship Type="http://schemas.openxmlformats.org/officeDocument/2006/relationships/notesMaster" Target="/ppt/notesMasters/notesMaster1.xml" Id="Ra2b3f38b72cd4f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322df79f9a4a64" /><Relationship Type="http://schemas.openxmlformats.org/officeDocument/2006/relationships/notesMaster" Target="/ppt/notesMasters/notesMaster1.xml" Id="R0c1424aeaea849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145d922b0c4b99" /><Relationship Type="http://schemas.openxmlformats.org/officeDocument/2006/relationships/notesMaster" Target="/ppt/notesMasters/notesMaster1.xml" Id="R30381ead121540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36bbb8cd3e49f5" /><Relationship Type="http://schemas.openxmlformats.org/officeDocument/2006/relationships/notesMaster" Target="/ppt/notesMasters/notesMaster1.xml" Id="Rc89163b6148e40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observability/log-exports/2026/07/13/samples/2026-07-13-telemetry-export-kubernetes-events-metrics-csv-s002701.csv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p02-full-002701, row:canonical-metric.</a:t>
            </a:r>
          </a:p>
          <a:p xmlns:a="http://schemas.openxmlformats.org/drawingml/2006/main">
            <a:r>
              <a:t>Artifact: p02-full-013849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observability/log-exports/2026/07/13/samples/2026-07-13-telemetry-export-kubernetes-events-metrics-csv-s002701.csv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p02-full-002701, row:canonical-metric.</a:t>
            </a:r>
          </a:p>
          <a:p xmlns:a="http://schemas.openxmlformats.org/drawingml/2006/main">
            <a:r>
              <a:t>Artifact: p02-full-013849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observability/log-exports/2026/07/13/samples/2026-07-13-telemetry-export-kubernetes-events-metrics-csv-s002701.csv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p02-full-002701, row:canonical-metric.</a:t>
            </a:r>
          </a:p>
          <a:p xmlns:a="http://schemas.openxmlformats.org/drawingml/2006/main">
            <a:r>
              <a:t>Artifact: p02-full-013849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observability/log-exports/2026/07/13/samples/2026-07-13-telemetry-export-kubernetes-events-metrics-csv-s002701.csv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p02-full-002701, row:canonical-metric.</a:t>
            </a:r>
          </a:p>
          <a:p xmlns:a="http://schemas.openxmlformats.org/drawingml/2006/main">
            <a:r>
              <a:t>Artifact: p02-full-013849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09ab9b34ab4f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d6889727074a2a" /><Relationship Type="http://schemas.openxmlformats.org/officeDocument/2006/relationships/slideLayout" Target="/ppt/slideLayouts/slideLayout1.xml" Id="R500de4e939ac44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0de4e939ac44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304ceb73a4572" /><Relationship Type="http://schemas.openxmlformats.org/officeDocument/2006/relationships/notesSlide" Target="/ppt/notesSlides/notesSlide1.xml" Id="Rc9dd5c28eb6b4a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0f35e12114d21" /><Relationship Type="http://schemas.openxmlformats.org/officeDocument/2006/relationships/notesSlide" Target="/ppt/notesSlides/notesSlide2.xml" Id="Rbc39651ebeff40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7f92577054ec3" /><Relationship Type="http://schemas.openxmlformats.org/officeDocument/2006/relationships/notesSlide" Target="/ppt/notesSlides/notesSlide3.xml" Id="Rd3e19af9af5b42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411b04d43490f" /><Relationship Type="http://schemas.openxmlformats.org/officeDocument/2006/relationships/chart" Target="/ppt/slides/charts/chart1.xml" Id="R4ef37e8a6e404c81" /><Relationship Type="http://schemas.openxmlformats.org/officeDocument/2006/relationships/notesSlide" Target="/ppt/notesSlides/notesSlide4.xml" Id="R6ddd643eb4d54fc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F156348B-9DE0-416C-81DC-4C9A755B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8B20DE9F-F2DD-4BA2-9D43-4B69795A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p02-full-013849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D3C28D0F-A2B7-4EDB-9FE5-61054956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observability/log-exports · Telemetry SVC-31 · control p02-full-013849 · 2026 07 20 Telemetry Export Checkout Error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13A6A84E-F117-41B8-895A-24A620DB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461001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14BE391A-2B60-4873-A76D-6BA6B802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Telemetry Export Checkout Error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6A17779C-1189-47D2-A85A-2FA1EE2B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23FA07A7-8999-4461-94C3-A170B2BC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827BC749-912A-4D21-809E-C7ADE397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EC512AAC-AC02-4C05-A924-BE081FAD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telemetry export kubernetes events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00C4B173-77B9-469C-8A4B-2D443CDB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2B3A081D-7CA3-4213-93A1-7C715AEB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3C33ED9A-B5D8-48F9-88D3-3263226B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75C83A00-954C-4F6A-A14A-70320E04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7419FF05-7197-4734-8DD3-B91B25F0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F41A5014-646B-48A4-832D-374C7353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CFA54A8F-EC2F-4466-9DEF-9141FF71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FEE82C65-A6A6-4422-8786-D8BD3534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A20FB1BB-20D4-4D4A-896D-02924E40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p02-full-013849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EE77A593-C9D3-4A67-A7E4-21E117E4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159314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8A4D8A64-86B0-4007-8727-0B6EC8F1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p02-full-013849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D82C7F72-ED1A-4E6B-BDA6-B0B882A6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Telemetry SVC-31. org.ntc · measure.log-export-gap · rel.inc260713.timeline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1BB5FB61-A0DC-4527-B4ED-448C3D70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A44091D2-6A1A-4859-A8C0-AEDB0D01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823EE9A0-06AC-44E7-BDE3-3C5A4F90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9A841895-01DB-4C88-AEF9-D6843DB4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1F47B526-F1A4-4C3B-96A0-877CC064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B4D7B392-D258-482F-8BD9-2266F16E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B28C2643-4D85-4E88-88EE-771B5BB0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4DBD71BB-7566-4669-BC24-61548D0C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3E05ADF6-F7B8-4498-98D3-7EACCE04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AC562026-1233-49D6-AFDD-DD5EE321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433E5208-54EC-4546-ADA1-7401C8F1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3FD5389E-C4C9-40DB-946F-C592C930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C0395748-0404-4D7E-9817-71E89EB1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8D39E6AF-CB07-4236-9842-D2904DC1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2A9F714F-2C25-45E3-80F1-A50D74F1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5B64E6CC-4AD1-47D1-B169-14D179E1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p02-full-013849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EB0FF1C1-603F-43FE-B2B7-513B4CC5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507878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153BE9D8-A888-4888-B8B3-5538591D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B1EF1379-DA7E-47D5-B15B-272364EA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Telemetry Export Checkout Error Operations Briefing Pptx: Q-07 threshold evidence · p02-full-013849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f37e8a6e404c81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31A41F20-3BA5-4EB9-9806-D7FC5266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DB3B0630-484E-4CB2-8047-C1B54067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7A1162A2-AFCC-45E0-8225-7B9AFEF7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BD51D29A-C704-4255-AD8F-DC298515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4C74E171-622D-46ED-A20B-2AEF1433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584C1798-8B1E-435D-8257-D9C510FA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494DC809-B594-4237-BA38-4942A7DE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54468593-3121-4829-9D81-AB211014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3873CC5B-4CDB-4960-81D5-13926969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1F92B602-1FCA-474C-AA01-B41883D3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2BC2C015-8B60-4B8F-A0AD-8A198A26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9EA57D2D-C383-4260-ABF5-314A777B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telemetry export kubernetes events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3CAC773C-2EE5-4D7B-AC32-F70303B7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0925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2026-08-24T13:02:25.8420000Z</dcterms:created>
  <dcterms:modified xsi:type="dcterms:W3CDTF">2026-08-24T13:02:25.8420000Z</dcterms:modified>
</coreProperties>
</file>