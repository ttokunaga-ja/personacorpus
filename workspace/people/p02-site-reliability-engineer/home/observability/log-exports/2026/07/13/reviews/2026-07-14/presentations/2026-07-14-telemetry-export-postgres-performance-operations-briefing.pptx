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da1a9b705443f" /><Relationship Type="http://schemas.openxmlformats.org/officeDocument/2006/relationships/extended-properties" Target="/docProps/app.xml" Id="Rd2325ed0e9ed49f9" /><Relationship Type="http://schemas.openxmlformats.org/officeDocument/2006/relationships/officeDocument" Target="/ppt/presentation.xml" Id="Rf84f492fa332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f5a07c7f4b90"/>
  </p:sldMasterIdLst>
  <p:notesMasterIdLst>
    <p:notesMasterId xmlns:r="http://schemas.openxmlformats.org/officeDocument/2006/relationships" r:id="R2891960d0f8a4d55"/>
  </p:notesMasterIdLst>
  <p:sldIdLst>
    <p:sldId xmlns:r="http://schemas.openxmlformats.org/officeDocument/2006/relationships" id="256" r:id="R245e50000972421a"/>
    <p:sldId xmlns:r="http://schemas.openxmlformats.org/officeDocument/2006/relationships" id="257" r:id="R519d1754b1794474"/>
    <p:sldId xmlns:r="http://schemas.openxmlformats.org/officeDocument/2006/relationships" id="258" r:id="R6747b3a37a5345da"/>
    <p:sldId xmlns:r="http://schemas.openxmlformats.org/officeDocument/2006/relationships" id="259" r:id="R3ec1cfdd539840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f76e0ea254d87" /><Relationship Type="http://schemas.openxmlformats.org/officeDocument/2006/relationships/slideMaster" Target="/ppt/slideMasters/slideMaster1.xml" Id="R5ab0f5a07c7f4b90" /><Relationship Type="http://schemas.openxmlformats.org/officeDocument/2006/relationships/notesMaster" Target="/ppt/notesMasters/notesMaster1.xml" Id="R2891960d0f8a4d55" /><Relationship Type="http://schemas.openxmlformats.org/officeDocument/2006/relationships/presProps" Target="/ppt/presProps.xml" Id="Rba6316591b4f4c3e" /><Relationship Type="http://schemas.openxmlformats.org/officeDocument/2006/relationships/tableStyles" Target="/ppt/tableStyles.xml" Id="R27ea918ef7154092" /><Relationship Type="http://schemas.openxmlformats.org/officeDocument/2006/relationships/slide" Target="/ppt/slides/slide1.xml" Id="R245e50000972421a" /><Relationship Type="http://schemas.openxmlformats.org/officeDocument/2006/relationships/slide" Target="/ppt/slides/slide2.xml" Id="R519d1754b1794474" /><Relationship Type="http://schemas.openxmlformats.org/officeDocument/2006/relationships/slide" Target="/ppt/slides/slide3.xml" Id="R6747b3a37a5345da" /><Relationship Type="http://schemas.openxmlformats.org/officeDocument/2006/relationships/slide" Target="/ppt/slides/slide4.xml" Id="R3ec1cfdd539840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0e1dbf10ec4f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431a646904434" /><Relationship Type="http://schemas.openxmlformats.org/officeDocument/2006/relationships/notesMaster" Target="/ppt/notesMasters/notesMaster1.xml" Id="R4e04665971fd42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f1471d3e71437b" /><Relationship Type="http://schemas.openxmlformats.org/officeDocument/2006/relationships/notesMaster" Target="/ppt/notesMasters/notesMaster1.xml" Id="R5466286e66d9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5cd9a5bfae44fc" /><Relationship Type="http://schemas.openxmlformats.org/officeDocument/2006/relationships/notesMaster" Target="/ppt/notesMasters/notesMaster1.xml" Id="R0d92deda23b042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5c4f53a6a46eb" /><Relationship Type="http://schemas.openxmlformats.org/officeDocument/2006/relationships/notesMaster" Target="/ppt/notesMasters/notesMaster1.xml" Id="R6bec059e7b85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p02-full-008548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p02-full-008548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p02-full-008548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observability/log-exports/2026/07/13/samples/2026-07-13-telemetry-export-postgres-performance-metrics-csv-s003644.csv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p02-full-003644, row:canonical-metric.</a:t>
            </a:r>
          </a:p>
          <a:p xmlns:a="http://schemas.openxmlformats.org/drawingml/2006/main">
            <a:r>
              <a:t>Artifact: p02-full-008548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83a5fb786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716a5911946f8" /><Relationship Type="http://schemas.openxmlformats.org/officeDocument/2006/relationships/slideLayout" Target="/ppt/slideLayouts/slideLayout1.xml" Id="Rcb361bd74ff8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61bd74ff8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834a0e01b4a42" /><Relationship Type="http://schemas.openxmlformats.org/officeDocument/2006/relationships/notesSlide" Target="/ppt/notesSlides/notesSlide1.xml" Id="Rfc99a03a41d0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582cd9d749d1" /><Relationship Type="http://schemas.openxmlformats.org/officeDocument/2006/relationships/notesSlide" Target="/ppt/notesSlides/notesSlide2.xml" Id="Re7216696b5e8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0aa41d4f14a03" /><Relationship Type="http://schemas.openxmlformats.org/officeDocument/2006/relationships/notesSlide" Target="/ppt/notesSlides/notesSlide3.xml" Id="R95b7a1aab05f4c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12d67d7334a69" /><Relationship Type="http://schemas.openxmlformats.org/officeDocument/2006/relationships/chart" Target="/ppt/slides/charts/chart1.xml" Id="Re40f3ef7212640ab" /><Relationship Type="http://schemas.openxmlformats.org/officeDocument/2006/relationships/notesSlide" Target="/ppt/notesSlides/notesSlide4.xml" Id="R43c0460c07e44f5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3392E11F-0F8C-43AD-90EA-D750E1A3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B972A42-AADB-4D2E-B949-33ED3763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4F40A08-7508-4ED8-BA49-DF22402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p02-full-008548 · 2026 07 14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F387353-2EAF-40FE-B780-3902E200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063542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94651C0-6224-4959-BF6E-D5AD1F60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97574E8-BA20-470A-8BD7-11ED72A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8C6D6BA-4AC9-401E-BEC5-933BACB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14EB826-24BC-4B22-B2A1-6CCB401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3D1AEFD-7A24-45A0-BAA0-8B1B0D3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DB0D3CF-1B36-459B-9CE6-E2C4F30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109BD59-9261-4A02-BBB0-89EAAA1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F4C2FE8-EFB7-4AAE-A1F6-3F072D2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5A9684B-8D88-454B-AE89-604009E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A101E74-DEF6-46B6-9095-95220403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2620C97-52D4-4AB1-80AE-0DABCDD0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A2FBE22-53F9-4171-A644-AD37EFCE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E10FD5B-CC5F-4816-8F7B-20F681B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B47ED8A-5026-4379-B4F1-51CC176A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5340A9E-2C82-4B0D-A83F-6366B80F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521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8F8D67F-878A-4821-9324-D61CB18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34D4C57-BE32-44FF-ADAE-BA35D68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measure.log-export-gap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8696605-5837-4C6D-8441-9D6D04B1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B4F0EFB-1D9D-4C6A-B7BB-F889993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ACEB3AA-EDAC-4960-811C-E741A7D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9216B5C-E9B4-4EE8-82AF-E27CFEC8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B31797F-7679-466B-B382-EDF8B1D1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EDD0697-BDF9-4F0E-B4B2-DB2314A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06B9AE3-B0F2-4800-8B7C-31B2F5B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563A4AC-658F-4528-9B1F-4160B8B9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F4691A6-8D75-49E9-9BF2-572624C4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490E248-B9D9-4779-973D-D260532E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53D9B2E-6AF3-460C-8F40-07B839D8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31666EA-0FAB-489E-B02F-7BF76E66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37B4E01-41A1-49BF-A38D-2F48DC2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5654DDF-F99D-418D-947A-9357E860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8B8160F-4126-46E4-B291-276EE53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F70C6CC-DBB9-4E42-9D5B-6ECE539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p02-full-008548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401854F-522F-409D-A840-733C330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4660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39E8257-35A0-49C6-AABE-10B146A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5388BF1-D891-415B-9EB6-495FB52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Postgres Performance Operations Briefing Pptx: Q-07 threshold evidence · p02-full-008548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0f3ef7212640a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D3F889B-C21F-4994-AD87-08777691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41FC52D-05B1-452A-A1EE-A9AF09FA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C72E21C-3298-467A-B44D-526F7339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00A6B98-377F-4949-B792-DBBE9CDE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AC0EED1-DDFC-40DB-BB11-503CE53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E56542F-113B-4F76-B8EA-A69E36B2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B43DEF3-4C72-431C-973E-4BC6332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3328F8C-341C-4694-AF06-0DE4C08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8869995-28B4-452A-ADAA-25BC5910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1FFC10E-6C4A-4240-8627-E427EF1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BC64533-2FDF-4203-844C-1924E3E2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778BE16-BD88-46AB-9C20-866FB6B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telemetry export postgres performance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1936425-1D26-4C7B-AB5C-2773508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922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2026-08-24T13:02:12.7980000Z</dcterms:created>
  <dcterms:modified xsi:type="dcterms:W3CDTF">2026-08-24T13:02:12.7980000Z</dcterms:modified>
</coreProperties>
</file>