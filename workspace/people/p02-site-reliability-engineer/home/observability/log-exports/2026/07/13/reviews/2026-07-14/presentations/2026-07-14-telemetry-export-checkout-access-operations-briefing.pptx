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e912703e9a4090" /><Relationship Type="http://schemas.openxmlformats.org/officeDocument/2006/relationships/extended-properties" Target="/docProps/app.xml" Id="R5b416aea9ef54138" /><Relationship Type="http://schemas.openxmlformats.org/officeDocument/2006/relationships/officeDocument" Target="/ppt/presentation.xml" Id="R9c178f7a148d4c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ac5fd9f5f24dc5"/>
  </p:sldMasterIdLst>
  <p:notesMasterIdLst>
    <p:notesMasterId xmlns:r="http://schemas.openxmlformats.org/officeDocument/2006/relationships" r:id="Rd5f32a3583714b22"/>
  </p:notesMasterIdLst>
  <p:sldIdLst>
    <p:sldId xmlns:r="http://schemas.openxmlformats.org/officeDocument/2006/relationships" id="256" r:id="Rbf2d6ac5a1664d39"/>
    <p:sldId xmlns:r="http://schemas.openxmlformats.org/officeDocument/2006/relationships" id="257" r:id="R1ef13452f13c4308"/>
    <p:sldId xmlns:r="http://schemas.openxmlformats.org/officeDocument/2006/relationships" id="258" r:id="Rff5694b9ef774cef"/>
    <p:sldId xmlns:r="http://schemas.openxmlformats.org/officeDocument/2006/relationships" id="259" r:id="R2ab9c0c31a554ca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0f15f98d7c4c46" /><Relationship Type="http://schemas.openxmlformats.org/officeDocument/2006/relationships/slideMaster" Target="/ppt/slideMasters/slideMaster1.xml" Id="R03ac5fd9f5f24dc5" /><Relationship Type="http://schemas.openxmlformats.org/officeDocument/2006/relationships/notesMaster" Target="/ppt/notesMasters/notesMaster1.xml" Id="Rd5f32a3583714b22" /><Relationship Type="http://schemas.openxmlformats.org/officeDocument/2006/relationships/presProps" Target="/ppt/presProps.xml" Id="Rb82047d1826a48fa" /><Relationship Type="http://schemas.openxmlformats.org/officeDocument/2006/relationships/tableStyles" Target="/ppt/tableStyles.xml" Id="R6b690988491b49c4" /><Relationship Type="http://schemas.openxmlformats.org/officeDocument/2006/relationships/slide" Target="/ppt/slides/slide1.xml" Id="Rbf2d6ac5a1664d39" /><Relationship Type="http://schemas.openxmlformats.org/officeDocument/2006/relationships/slide" Target="/ppt/slides/slide2.xml" Id="R1ef13452f13c4308" /><Relationship Type="http://schemas.openxmlformats.org/officeDocument/2006/relationships/slide" Target="/ppt/slides/slide3.xml" Id="Rff5694b9ef774cef" /><Relationship Type="http://schemas.openxmlformats.org/officeDocument/2006/relationships/slide" Target="/ppt/slides/slide4.xml" Id="R2ab9c0c31a554ca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adf8281afd740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3ec8c7e5fa4814" /><Relationship Type="http://schemas.openxmlformats.org/officeDocument/2006/relationships/notesMaster" Target="/ppt/notesMasters/notesMaster1.xml" Id="R79adfabdbae746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326c000a81420c" /><Relationship Type="http://schemas.openxmlformats.org/officeDocument/2006/relationships/notesMaster" Target="/ppt/notesMasters/notesMaster1.xml" Id="R573f216e7a9c4e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fe52ed122b04a8f" /><Relationship Type="http://schemas.openxmlformats.org/officeDocument/2006/relationships/notesMaster" Target="/ppt/notesMasters/notesMaster1.xml" Id="Rb880fbd284804f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c478d8b8514678" /><Relationship Type="http://schemas.openxmlformats.org/officeDocument/2006/relationships/notesMaster" Target="/ppt/notesMasters/notesMaster1.xml" Id="Rec2885b30f9542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observability/log-exports/2026/07/13/samples/2026-07-15-telemetry-export-export-retry-metrics-csv-s004183.csv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p02-full-004183, row:canonical-metric.</a:t>
            </a:r>
          </a:p>
          <a:p xmlns:a="http://schemas.openxmlformats.org/drawingml/2006/main">
            <a:r>
              <a:t>Artifact: p02-full-009248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observability/log-exports/2026/07/13/samples/2026-07-15-telemetry-export-export-retry-metrics-csv-s004183.csv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p02-full-004183, row:canonical-metric.</a:t>
            </a:r>
          </a:p>
          <a:p xmlns:a="http://schemas.openxmlformats.org/drawingml/2006/main">
            <a:r>
              <a:t>Artifact: p02-full-009248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observability/log-exports/2026/07/13/samples/2026-07-15-telemetry-export-export-retry-metrics-csv-s004183.csv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p02-full-004183, row:canonical-metric.</a:t>
            </a:r>
          </a:p>
          <a:p xmlns:a="http://schemas.openxmlformats.org/drawingml/2006/main">
            <a:r>
              <a:t>Artifact: p02-full-009248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observability/log-exports/2026/07/13/samples/2026-07-15-telemetry-export-export-retry-metrics-csv-s004183.csv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p02-full-004183, row:canonical-metric.</a:t>
            </a:r>
          </a:p>
          <a:p xmlns:a="http://schemas.openxmlformats.org/drawingml/2006/main">
            <a:r>
              <a:t>Artifact: p02-full-009248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b04039e57049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dd971b58704668" /><Relationship Type="http://schemas.openxmlformats.org/officeDocument/2006/relationships/slideLayout" Target="/ppt/slideLayouts/slideLayout1.xml" Id="Re2aeb21b895041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aeb21b895041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dc56c0d1654db9" /><Relationship Type="http://schemas.openxmlformats.org/officeDocument/2006/relationships/notesSlide" Target="/ppt/notesSlides/notesSlide1.xml" Id="Re7cf0eb0c42042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1859e0a2d4d00" /><Relationship Type="http://schemas.openxmlformats.org/officeDocument/2006/relationships/notesSlide" Target="/ppt/notesSlides/notesSlide2.xml" Id="Radd06bbdf25442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3cfad17024885" /><Relationship Type="http://schemas.openxmlformats.org/officeDocument/2006/relationships/notesSlide" Target="/ppt/notesSlides/notesSlide3.xml" Id="R23fd96d2e68e47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0654bf21342d0" /><Relationship Type="http://schemas.openxmlformats.org/officeDocument/2006/relationships/chart" Target="/ppt/slides/charts/chart1.xml" Id="R4b7f9b8007824635" /><Relationship Type="http://schemas.openxmlformats.org/officeDocument/2006/relationships/notesSlide" Target="/ppt/notesSlides/notesSlide4.xml" Id="Rc33fd0a064a44a5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Telemetry SVC-31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8F9B77EA-6665-4C0D-9AE5-A5E24138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757FF812-BC86-4236-A069-ADCAC99C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p02-full-009248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CD4A7D24-5638-40AA-B73D-46D82F84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observability/log-exports · Telemetry SVC-31 · control p02-full-009248 · 2026 07 14 Telemetry Export Checkout Access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CF416E75-7D87-40B9-9FF4-007DD456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3951688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37C3ABE6-8624-4E40-9D3C-5E7FAC8D8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Telemetry Export Checkout Access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5FE7B43D-D7F4-4A72-94AF-6598803B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788EF871-AFC8-486E-92F8-2A6B38E9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9D1E09CD-32F1-440A-9CDC-E4348478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C7449788-10FA-4827-9395-9ECAC17A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telemetry export export retry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49D58017-EFAE-4DC1-A45E-926D54BA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3CC06371-7E92-423B-8098-A31B7473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E46DD056-B677-425D-97B8-44F4A1C3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4A592444-966D-4B31-8132-216306AD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Telemetry SVC-31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FC70EA86-62FE-424A-B341-9C080183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EB03FDFA-6ABC-40C6-B773-E61EAB29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2BF88C1E-54FF-4E92-9E8C-DE87DE5F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EBC743BB-7E23-48AB-9F15-5979A760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D9A13633-5C0E-451F-A42E-CFC42EB19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p02-full-009248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FAE39676-9F81-4771-92B0-BEE5D4E7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26872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D642AAD1-C635-4DC3-AFA0-5F8D01D6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p02-full-009248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98D223A7-910D-4495-A986-75716F68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Telemetry SVC-31. org.ntc · inc.inc-260713 · rel.inc260713.timeline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AFF3B1C6-2B00-442A-809C-5C862BC3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98F8C7CF-C911-4BCA-96BA-19A0FEC8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F6D6C4BE-142A-4BB2-876F-1F6AB34A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026E7A4F-A9A8-4E47-9B8D-BBC3918A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E0296223-1AFE-4BF9-8282-1CBD4EA1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9E6BF3F7-8477-430B-9FF9-030541582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176F395E-3BF3-4502-B422-36168FD9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2A1C6A37-E012-45FF-AEC4-783B0166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C827856C-E33D-49DF-9B6B-818213E7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58687F65-48A9-4588-BF4F-7C48A621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8B5B5A2F-D311-49DB-983F-AFCA75B5F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78A54C7E-5D25-4190-9900-39DE5AE3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DEB05DBE-B1AD-4220-8392-A76F7DA6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818C4169-5013-40A1-BE87-109F4BD4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75C09585-94F5-4E2C-A65F-E04B1ABE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7E8664BA-A5D8-4C7B-ADAF-DE8998A7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p02-full-009248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84977349-DE75-44DB-B0B4-68DC074A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918911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AF15F5A8-74A5-4389-8D6C-2D7670F5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7C9770E0-7574-4CE0-9D47-D58CD05E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Telemetry Export Checkout Access Operations Briefing Pptx: Q-07 threshold evidence · p02-full-009248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7f9b8007824635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DB09C98E-3480-411E-9C4F-7AFC861D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2CC1922C-DE4F-439A-9538-D1045E60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09EB336B-A6E6-4C0B-8971-CFE8A640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54B0537F-FFDC-454C-906D-08B58FE7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F04C4173-2114-4ECF-9968-A81B15AE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BA7F27A6-E183-427D-B483-E6BE772E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C8D6A128-BF89-4169-84B7-2E056C2C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B4955F0A-48A7-453F-A48C-E6E26688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6DA79010-FB09-4CA4-BD37-123A75EA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Telemetry SVC-31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7C39A3DF-D57E-42D5-AE1C-320EA0AB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842AD900-B0F5-4BF2-8895-78010B60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005631CE-8657-45A1-8F32-AB62A2E2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telemetry export export retry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50A9E0AD-C5F0-42FA-9F8F-EF0CAD6F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35920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2026-08-24T13:02:15.3730000Z</dcterms:created>
  <dcterms:modified xsi:type="dcterms:W3CDTF">2026-08-24T13:02:15.3730000Z</dcterms:modified>
</coreProperties>
</file>