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4dc595bc9844b9" /><Relationship Type="http://schemas.openxmlformats.org/officeDocument/2006/relationships/extended-properties" Target="/docProps/app.xml" Id="R1e24ebdbfffa4c33" /><Relationship Type="http://schemas.openxmlformats.org/officeDocument/2006/relationships/officeDocument" Target="/ppt/presentation.xml" Id="R6440b1cc7af741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41cfae70c64ef9"/>
  </p:sldMasterIdLst>
  <p:notesMasterIdLst>
    <p:notesMasterId xmlns:r="http://schemas.openxmlformats.org/officeDocument/2006/relationships" r:id="R914e3ddfdd7149ec"/>
  </p:notesMasterIdLst>
  <p:sldIdLst>
    <p:sldId xmlns:r="http://schemas.openxmlformats.org/officeDocument/2006/relationships" id="256" r:id="R3e173a0efdc841ab"/>
    <p:sldId xmlns:r="http://schemas.openxmlformats.org/officeDocument/2006/relationships" id="257" r:id="R8522a27ef2e1488c"/>
    <p:sldId xmlns:r="http://schemas.openxmlformats.org/officeDocument/2006/relationships" id="258" r:id="R6b99d8602dfb4cf1"/>
    <p:sldId xmlns:r="http://schemas.openxmlformats.org/officeDocument/2006/relationships" id="259" r:id="Rfc527479a7744e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c483c3d72946a8" /><Relationship Type="http://schemas.openxmlformats.org/officeDocument/2006/relationships/slideMaster" Target="/ppt/slideMasters/slideMaster1.xml" Id="Rc341cfae70c64ef9" /><Relationship Type="http://schemas.openxmlformats.org/officeDocument/2006/relationships/notesMaster" Target="/ppt/notesMasters/notesMaster1.xml" Id="R914e3ddfdd7149ec" /><Relationship Type="http://schemas.openxmlformats.org/officeDocument/2006/relationships/presProps" Target="/ppt/presProps.xml" Id="Ra130d5798bdb429c" /><Relationship Type="http://schemas.openxmlformats.org/officeDocument/2006/relationships/tableStyles" Target="/ppt/tableStyles.xml" Id="R54889720b989426b" /><Relationship Type="http://schemas.openxmlformats.org/officeDocument/2006/relationships/slide" Target="/ppt/slides/slide1.xml" Id="R3e173a0efdc841ab" /><Relationship Type="http://schemas.openxmlformats.org/officeDocument/2006/relationships/slide" Target="/ppt/slides/slide2.xml" Id="R8522a27ef2e1488c" /><Relationship Type="http://schemas.openxmlformats.org/officeDocument/2006/relationships/slide" Target="/ppt/slides/slide3.xml" Id="R6b99d8602dfb4cf1" /><Relationship Type="http://schemas.openxmlformats.org/officeDocument/2006/relationships/slide" Target="/ppt/slides/slide4.xml" Id="Rfc527479a7744e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dd92f9191f4f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34a6ea4a424e12" /><Relationship Type="http://schemas.openxmlformats.org/officeDocument/2006/relationships/notesMaster" Target="/ppt/notesMasters/notesMaster1.xml" Id="R53bbc971f84b43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3e335161bd43e7" /><Relationship Type="http://schemas.openxmlformats.org/officeDocument/2006/relationships/notesMaster" Target="/ppt/notesMasters/notesMaster1.xml" Id="R0e5de888306d4c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07eab79f0d43f2" /><Relationship Type="http://schemas.openxmlformats.org/officeDocument/2006/relationships/notesMaster" Target="/ppt/notesMasters/notesMaster1.xml" Id="R8abf683abb5b49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6357fca094416e" /><Relationship Type="http://schemas.openxmlformats.org/officeDocument/2006/relationships/notesMaster" Target="/ppt/notesMasters/notesMaster1.xml" Id="Rd0cebf4c72fa4c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observability/log-exports/2026/07/13/samples/2026-07-14-telemetry-export-checkout-access-metrics-csv-s002528.csv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p02-full-002528, row:canonical-metric.</a:t>
            </a:r>
          </a:p>
          <a:p xmlns:a="http://schemas.openxmlformats.org/drawingml/2006/main">
            <a:r>
              <a:t>Artifact: p02-full-013248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observability/log-exports/2026/07/13/samples/2026-07-14-telemetry-export-checkout-access-metrics-csv-s002528.csv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p02-full-002528, row:canonical-metric.</a:t>
            </a:r>
          </a:p>
          <a:p xmlns:a="http://schemas.openxmlformats.org/drawingml/2006/main">
            <a:r>
              <a:t>Artifact: p02-full-013248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observability/log-exports/2026/07/13/samples/2026-07-14-telemetry-export-checkout-access-metrics-csv-s002528.csv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p02-full-002528, row:canonical-metric.</a:t>
            </a:r>
          </a:p>
          <a:p xmlns:a="http://schemas.openxmlformats.org/drawingml/2006/main">
            <a:r>
              <a:t>Artifact: p02-full-013248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observability/log-exports/2026/07/13/samples/2026-07-14-telemetry-export-checkout-access-metrics-csv-s002528.csv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p02-full-002528, row:canonical-metric.</a:t>
            </a:r>
          </a:p>
          <a:p xmlns:a="http://schemas.openxmlformats.org/drawingml/2006/main">
            <a:r>
              <a:t>Artifact: p02-full-013248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dfcae2c9024a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844c02ed784d39" /><Relationship Type="http://schemas.openxmlformats.org/officeDocument/2006/relationships/slideLayout" Target="/ppt/slideLayouts/slideLayout1.xml" Id="Rdad387a7ee8143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d387a7ee8143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7765fe367402f" /><Relationship Type="http://schemas.openxmlformats.org/officeDocument/2006/relationships/notesSlide" Target="/ppt/notesSlides/notesSlide1.xml" Id="R49cd084d10b74c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cd543486e45c2" /><Relationship Type="http://schemas.openxmlformats.org/officeDocument/2006/relationships/notesSlide" Target="/ppt/notesSlides/notesSlide2.xml" Id="Re47feb26372541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c65baa7b64062" /><Relationship Type="http://schemas.openxmlformats.org/officeDocument/2006/relationships/notesSlide" Target="/ppt/notesSlides/notesSlide3.xml" Id="R664a93811fe34b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0b70961d84614" /><Relationship Type="http://schemas.openxmlformats.org/officeDocument/2006/relationships/chart" Target="/ppt/slides/charts/chart1.xml" Id="R5e55f0e2aa0d4f13" /><Relationship Type="http://schemas.openxmlformats.org/officeDocument/2006/relationships/notesSlide" Target="/ppt/notesSlides/notesSlide4.xml" Id="R53502c32f4c4453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F9C4AE50-86BB-4031-8ED0-1EDED154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883C3F2F-1BF7-413F-B305-3346017C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p02-full-013248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502DE766-2D4B-4FB5-BBA9-CB1B76F9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· observability/log-exports · Telemetry SVC-31 · control p02-full-013248 · 2026 07 15 Telemetry Export Checkout Access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4FCAF271-88AE-4F86-B45F-C472D356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4217480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4D7DC6C1-8DAB-4020-B6BC-35D0E5C4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Telemetry Export Checkout Access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CF12082A-5089-4AB4-8104-D30995CA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51817602-69B6-4441-A1DB-59849A16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0A4C5A6A-E438-4A7D-A332-C495B405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38B7E24E-3A11-485C-A345-5C37D749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telemetry export checkout access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0CE431F1-9E09-46FA-B455-4A08D302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C95A3014-FF8C-4255-B935-EA51DCC6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1A83F73A-3275-4BCF-A65B-A722C000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6B84FF31-8BA0-4262-A57B-35C28FEC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5159F948-999B-49EC-A343-23734B4F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17DF7458-CF84-4BA5-8B00-3C3B722E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6A19768B-BF9E-4AF7-8EB9-DECAFBF2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F8B298E9-E640-433F-826A-D0F1A94D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52FB7BDE-AC54-466E-AA20-0DB20C9B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p02-full-013248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AA478E62-B114-416E-AAB4-BC600492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555766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B29C2A90-9AA5-447B-B3A8-42EBA831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p02-full-013248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77D9912B-F6A6-4392-A728-B494BCB0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Telemetry SVC-31. org.ntc · svc.telemetry.svc31 · rel.inc260713.timeline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8FB59425-7AA1-49D9-A1F1-4A53C8AF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AA09D1D5-3922-46CB-854A-00E62763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6F2260C0-6B10-4F5B-A860-97642416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F3A4807D-61BB-4AA8-98A2-75F14A8C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5CB11D74-442B-46FF-9E14-7B6BAE7C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EF169594-9D01-4037-A56B-7176A61C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9624ABA5-7409-4ECC-868C-4261F23E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3192BEA3-2E78-427A-8917-74F6A477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9FD05A19-58EE-4AA9-A388-B082A66F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0526123C-A858-46DD-A6CC-B5BC68DB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3E4C28B3-BE9F-4F90-A216-B095DBE2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2CB82C65-90B7-481F-939A-83E113C3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3DF3FF96-74FB-438E-A625-DF31EA70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DE714E78-4593-4AA1-B399-F2CC179D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1CFCEC15-3AFC-46BA-B402-B96CA6E5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696ACA45-78CD-489E-AAF5-A83492CB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p02-full-013248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A2F9E1FC-0D95-4148-88E3-786B12A6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082603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2D407228-661D-482C-853B-82C00BA6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46F5A18D-81B7-4DB5-BFB8-C82399C0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Telemetry Export Checkout Access Operations Briefing Pptx: Q-07 threshold evidence · p02-full-013248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55f0e2aa0d4f13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EA1AF2D3-BE86-4CB7-8850-E2E7F34F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735C0242-2882-4DE0-8A10-5AFC68FF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69864411-12EA-4E65-9D78-B7D48C6D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F7520744-BB69-44FA-B6B2-5745522D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6C86AC14-CC95-43B8-A1C8-5E66F112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5C4940A9-68A9-447C-9D24-A692C5CF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54F8C97C-1E77-4971-B524-E673DD55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43FA2264-19B7-4F01-BCDD-796C40FD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F8B8B3BF-50B8-4331-87DE-C88897E9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6C9A2B23-7206-42F2-BCE4-C6BD814E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6539593A-61B6-470E-AC2A-A7562CF9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C4160F03-19AB-4815-8FC9-75DA46F7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telemetry export checkout access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55159CE6-FED7-44C9-BCD3-E79A18A8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201532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2026-08-24T13:02:24.9030000Z</dcterms:created>
  <dcterms:modified xsi:type="dcterms:W3CDTF">2026-08-24T13:02:24.9030000Z</dcterms:modified>
</coreProperties>
</file>