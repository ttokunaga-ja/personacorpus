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3a722e7c7e47e1" /><Relationship Type="http://schemas.openxmlformats.org/officeDocument/2006/relationships/extended-properties" Target="/docProps/app.xml" Id="Red54fd63b13a48f2" /><Relationship Type="http://schemas.openxmlformats.org/officeDocument/2006/relationships/officeDocument" Target="/ppt/presentation.xml" Id="Rea7b436c545544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951b4bfe7a4b5e"/>
  </p:sldMasterIdLst>
  <p:notesMasterIdLst>
    <p:notesMasterId xmlns:r="http://schemas.openxmlformats.org/officeDocument/2006/relationships" r:id="R096d470de8374b3b"/>
  </p:notesMasterIdLst>
  <p:sldIdLst>
    <p:sldId xmlns:r="http://schemas.openxmlformats.org/officeDocument/2006/relationships" id="256" r:id="R58be20501fa44559"/>
    <p:sldId xmlns:r="http://schemas.openxmlformats.org/officeDocument/2006/relationships" id="257" r:id="R1a1eb1e079af4c69"/>
    <p:sldId xmlns:r="http://schemas.openxmlformats.org/officeDocument/2006/relationships" id="258" r:id="Ra50f5670eee34a81"/>
    <p:sldId xmlns:r="http://schemas.openxmlformats.org/officeDocument/2006/relationships" id="259" r:id="R32293770457a4b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daa21eb1bd41ca" /><Relationship Type="http://schemas.openxmlformats.org/officeDocument/2006/relationships/slideMaster" Target="/ppt/slideMasters/slideMaster1.xml" Id="R76951b4bfe7a4b5e" /><Relationship Type="http://schemas.openxmlformats.org/officeDocument/2006/relationships/notesMaster" Target="/ppt/notesMasters/notesMaster1.xml" Id="R096d470de8374b3b" /><Relationship Type="http://schemas.openxmlformats.org/officeDocument/2006/relationships/presProps" Target="/ppt/presProps.xml" Id="R211fad8cbdcc4b6e" /><Relationship Type="http://schemas.openxmlformats.org/officeDocument/2006/relationships/tableStyles" Target="/ppt/tableStyles.xml" Id="R9427dc3f8eef4f7c" /><Relationship Type="http://schemas.openxmlformats.org/officeDocument/2006/relationships/slide" Target="/ppt/slides/slide1.xml" Id="R58be20501fa44559" /><Relationship Type="http://schemas.openxmlformats.org/officeDocument/2006/relationships/slide" Target="/ppt/slides/slide2.xml" Id="R1a1eb1e079af4c69" /><Relationship Type="http://schemas.openxmlformats.org/officeDocument/2006/relationships/slide" Target="/ppt/slides/slide3.xml" Id="Ra50f5670eee34a81" /><Relationship Type="http://schemas.openxmlformats.org/officeDocument/2006/relationships/slide" Target="/ppt/slides/slide4.xml" Id="R32293770457a4b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0bd719260542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651afe3b324a40" /><Relationship Type="http://schemas.openxmlformats.org/officeDocument/2006/relationships/notesMaster" Target="/ppt/notesMasters/notesMaster1.xml" Id="R8bc185f5529642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22129cc5744773" /><Relationship Type="http://schemas.openxmlformats.org/officeDocument/2006/relationships/notesMaster" Target="/ppt/notesMasters/notesMaster1.xml" Id="Rc45b3376968d47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86163b2cea4088" /><Relationship Type="http://schemas.openxmlformats.org/officeDocument/2006/relationships/notesMaster" Target="/ppt/notesMasters/notesMaster1.xml" Id="Rf5f6516aed7b43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e88ceff55a4c26" /><Relationship Type="http://schemas.openxmlformats.org/officeDocument/2006/relationships/notesMaster" Target="/ppt/notesMasters/notesMaster1.xml" Id="Ra22b68b7ad0849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observability/log-exports/2026/07/13/samples/2026-07-13-telemetry-export-postgres-performance-metrics-csv-s003644.csv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p02-full-003644, row:canonical-metric.</a:t>
            </a:r>
          </a:p>
          <a:p xmlns:a="http://schemas.openxmlformats.org/drawingml/2006/main">
            <a:r>
              <a:t>Artifact: p02-full-011548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observability/log-exports/2026/07/13/samples/2026-07-13-telemetry-export-postgres-performance-metrics-csv-s003644.csv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p02-full-003644, row:canonical-metric.</a:t>
            </a:r>
          </a:p>
          <a:p xmlns:a="http://schemas.openxmlformats.org/drawingml/2006/main">
            <a:r>
              <a:t>Artifact: p02-full-011548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observability/log-exports/2026/07/13/samples/2026-07-13-telemetry-export-postgres-performance-metrics-csv-s003644.csv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p02-full-003644, row:canonical-metric.</a:t>
            </a:r>
          </a:p>
          <a:p xmlns:a="http://schemas.openxmlformats.org/drawingml/2006/main">
            <a:r>
              <a:t>Artifact: p02-full-011548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observability/log-exports/2026/07/13/samples/2026-07-13-telemetry-export-postgres-performance-metrics-csv-s003644.csv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p02-full-003644, row:canonical-metric.</a:t>
            </a:r>
          </a:p>
          <a:p xmlns:a="http://schemas.openxmlformats.org/drawingml/2006/main">
            <a:r>
              <a:t>Artifact: p02-full-011548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a0f51437c441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8c22eceb3a4f9e" /><Relationship Type="http://schemas.openxmlformats.org/officeDocument/2006/relationships/slideLayout" Target="/ppt/slideLayouts/slideLayout1.xml" Id="R3704860f7b1f47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04860f7b1f47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c4e696a2a4cc8" /><Relationship Type="http://schemas.openxmlformats.org/officeDocument/2006/relationships/notesSlide" Target="/ppt/notesSlides/notesSlide1.xml" Id="R29cbd91fab754a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0da9979a449f0" /><Relationship Type="http://schemas.openxmlformats.org/officeDocument/2006/relationships/notesSlide" Target="/ppt/notesSlides/notesSlide2.xml" Id="R8282134dfb6447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5a30479944626" /><Relationship Type="http://schemas.openxmlformats.org/officeDocument/2006/relationships/notesSlide" Target="/ppt/notesSlides/notesSlide3.xml" Id="Reac64a0c52b345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dc402fab146aa" /><Relationship Type="http://schemas.openxmlformats.org/officeDocument/2006/relationships/chart" Target="/ppt/slides/charts/chart1.xml" Id="Rbd14e3195d574a5b" /><Relationship Type="http://schemas.openxmlformats.org/officeDocument/2006/relationships/notesSlide" Target="/ppt/notesSlides/notesSlide4.xml" Id="R4d6fe65ca4f246b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Telemetry SVC-31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8D9F149E-F165-44EC-A868-8E089D85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A44451A7-19F7-472F-AB8C-FD28A268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p02-full-011548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E1D6EF4F-F573-4A05-9DD6-50EF0F64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· observability/log-exports · Telemetry SVC-31 · control p02-full-011548 · 2026 Q3 Telemetry Export Postgres Performance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C46212AF-8FBB-4545-861E-86A3E1C2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6429113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A8B0E201-F65A-42B0-BF48-42030050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Telemetry Export Postgres Performance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913D71FC-5536-4F20-9EC1-487052A4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F0880B04-011D-4D59-A77D-088EB711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7AA97B06-28ED-40FA-B67B-2A03C32E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4E629801-BA62-4577-9A3C-58C4F003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telemetry export postgres performance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8EC99B4F-1634-4D79-8AE2-4D694A21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C83775D8-A1A6-47C8-A2BC-EF902858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93AF2882-CF22-48CA-B05C-342B588D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7D1D3AC1-DA2E-4AD5-BDEC-A8F9626B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Telemetry SVC-31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FBE00D26-FF06-4719-93AA-219D8D61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75D544AA-1A96-4B76-8E7C-875F3A8F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E4CAA918-0D09-43AC-BEA0-394B0F29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8003D64E-32F8-4147-BA4C-8BE6BFA2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1289BF9E-AE83-4129-B5DC-71D52984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p02-full-011548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BD8C9E1B-4EF9-4F9C-9DED-DE1370CB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332353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16C8F153-B012-41A8-9C9F-0B5021CD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p02-full-011548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C7FC0B25-15C3-4F56-A446-B92EB20E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Telemetry SVC-31. org.ntc · measure.log-export-gap · rel.inc260713.timeline · period.2026-q3.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2CB686FD-2531-46C1-A269-621E6510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EC6D4C69-ECFB-48CC-956C-45C4235E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53788805-1A67-42A8-8775-37557C8C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FF624061-00B9-4366-8788-B8BAEA78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7B39CD11-8414-4611-9687-BAD39721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31B42CF6-72B5-46F3-9FFE-E5818282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2A35FBF2-E0C1-4973-8FD4-3F962201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99B7BA29-7176-424B-989D-D3B9F028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E18470D3-7057-49ED-9C3D-0DE1F284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6D5BB39F-998A-47A4-81F6-7BC2DD47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4A4D98A0-9DBC-4768-9E87-ACFB2DBD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868045F8-45A6-4DD5-A081-F02C1791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8BCE7ED1-981F-418E-B479-D8436047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1464561F-CBCD-4894-AEB9-F13B36CA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8295C15B-B530-4C86-8E72-000C7802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6AF15BD4-3E07-46BD-AAEB-B4A1AA00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p02-full-011548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24303763-45EF-4495-9EF9-5B1CEA88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788941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6D3C3EE5-861E-45A5-A8B1-267F5C6C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58075B96-9B72-4869-BFDB-6908F0BA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Telemetry Export Postgres Performance Operations Briefing Pptx: Q-07 threshold evidence · p02-full-011548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14e3195d574a5b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D9F969EF-ACE6-4DA4-91BB-40A6DB50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4ED6CBF1-4D5B-422E-9866-24DB5D2F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3A2905FA-AE1D-496F-A56A-C0896C1D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99E2014E-44D3-48FF-83B7-332054FD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AD41D6AD-A39E-4AF5-803B-BAFC2C9D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5BC0CC90-68C3-458B-BA68-9C20D4E8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E36A0A1D-EA19-426B-AB75-3D03E118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EBF5E963-BA1A-428F-A066-3BF831D0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932B41A9-C8E7-40E5-87A1-8F2BDE61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Telemetry SVC-31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4DE4D22E-DBB8-494D-81C6-309FA245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3084A231-FD69-4409-88AA-C5AC07BF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4AB35954-E217-4801-9F82-7222D079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telemetry export postgres performance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6EAD2C25-DF25-421E-BA95-F1EEDDB7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676080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2026-08-24T13:02:21.8670000Z</dcterms:created>
  <dcterms:modified xsi:type="dcterms:W3CDTF">2026-08-24T13:02:21.8670000Z</dcterms:modified>
</coreProperties>
</file>