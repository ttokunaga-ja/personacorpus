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bf0f705b544211" /><Relationship Type="http://schemas.openxmlformats.org/officeDocument/2006/relationships/extended-properties" Target="/docProps/app.xml" Id="R7d36f9730a2842f0" /><Relationship Type="http://schemas.openxmlformats.org/officeDocument/2006/relationships/officeDocument" Target="/ppt/presentation.xml" Id="R203e9a311dc145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4bbeb9182140ca"/>
  </p:sldMasterIdLst>
  <p:notesMasterIdLst>
    <p:notesMasterId xmlns:r="http://schemas.openxmlformats.org/officeDocument/2006/relationships" r:id="Rba0aa1f2c3a84265"/>
  </p:notesMasterIdLst>
  <p:sldIdLst>
    <p:sldId xmlns:r="http://schemas.openxmlformats.org/officeDocument/2006/relationships" id="256" r:id="Rffff5358944746ab"/>
    <p:sldId xmlns:r="http://schemas.openxmlformats.org/officeDocument/2006/relationships" id="257" r:id="R20f7249bcb8d4bb2"/>
    <p:sldId xmlns:r="http://schemas.openxmlformats.org/officeDocument/2006/relationships" id="258" r:id="R514ad6e2e9cc4be2"/>
    <p:sldId xmlns:r="http://schemas.openxmlformats.org/officeDocument/2006/relationships" id="259" r:id="Rb2160373571449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bc9acba174f0d" /><Relationship Type="http://schemas.openxmlformats.org/officeDocument/2006/relationships/slideMaster" Target="/ppt/slideMasters/slideMaster1.xml" Id="R234bbeb9182140ca" /><Relationship Type="http://schemas.openxmlformats.org/officeDocument/2006/relationships/notesMaster" Target="/ppt/notesMasters/notesMaster1.xml" Id="Rba0aa1f2c3a84265" /><Relationship Type="http://schemas.openxmlformats.org/officeDocument/2006/relationships/presProps" Target="/ppt/presProps.xml" Id="R6ffc23cccc764481" /><Relationship Type="http://schemas.openxmlformats.org/officeDocument/2006/relationships/tableStyles" Target="/ppt/tableStyles.xml" Id="R223f396f17e64225" /><Relationship Type="http://schemas.openxmlformats.org/officeDocument/2006/relationships/slide" Target="/ppt/slides/slide1.xml" Id="Rffff5358944746ab" /><Relationship Type="http://schemas.openxmlformats.org/officeDocument/2006/relationships/slide" Target="/ppt/slides/slide2.xml" Id="R20f7249bcb8d4bb2" /><Relationship Type="http://schemas.openxmlformats.org/officeDocument/2006/relationships/slide" Target="/ppt/slides/slide3.xml" Id="R514ad6e2e9cc4be2" /><Relationship Type="http://schemas.openxmlformats.org/officeDocument/2006/relationships/slide" Target="/ppt/slides/slide4.xml" Id="Rb21603735714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1def547ca4e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5b848a7c7a4ebe" /><Relationship Type="http://schemas.openxmlformats.org/officeDocument/2006/relationships/notesMaster" Target="/ppt/notesMasters/notesMaster1.xml" Id="R2683e91905a44c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bd50515acc4acd" /><Relationship Type="http://schemas.openxmlformats.org/officeDocument/2006/relationships/notesMaster" Target="/ppt/notesMasters/notesMaster1.xml" Id="R0e008fe5e978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424e96fc2d42f7" /><Relationship Type="http://schemas.openxmlformats.org/officeDocument/2006/relationships/notesMaster" Target="/ppt/notesMasters/notesMaster1.xml" Id="R6b3c839b2ce64a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10f8f0827443d" /><Relationship Type="http://schemas.openxmlformats.org/officeDocument/2006/relationships/notesMaster" Target="/ppt/notesMasters/notesMaster1.xml" Id="Re2fe13711c58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p02-full-013048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p02-full-013048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p02-full-013048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p02-full-013048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92de4fd8942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00158b67894619" /><Relationship Type="http://schemas.openxmlformats.org/officeDocument/2006/relationships/slideLayout" Target="/ppt/slideLayouts/slideLayout1.xml" Id="R3da9d258e2324d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a9d258e2324d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b52acb3b44e46" /><Relationship Type="http://schemas.openxmlformats.org/officeDocument/2006/relationships/notesSlide" Target="/ppt/notesSlides/notesSlide1.xml" Id="Ra0eb948ee9eb43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c8988b1a24deb" /><Relationship Type="http://schemas.openxmlformats.org/officeDocument/2006/relationships/notesSlide" Target="/ppt/notesSlides/notesSlide2.xml" Id="R69b439e7c80c43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19e72d25d4e03" /><Relationship Type="http://schemas.openxmlformats.org/officeDocument/2006/relationships/notesSlide" Target="/ppt/notesSlides/notesSlide3.xml" Id="R1e1866785e9e44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9b120517c444f" /><Relationship Type="http://schemas.openxmlformats.org/officeDocument/2006/relationships/chart" Target="/ppt/slides/charts/chart1.xml" Id="R86a8a940560a4f03" /><Relationship Type="http://schemas.openxmlformats.org/officeDocument/2006/relationships/notesSlide" Target="/ppt/notesSlides/notesSlide4.xml" Id="Rdf090a04ee64400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0435CC7-D518-4B59-A6ED-EF3666A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4AB62FD-C5B5-4F22-A092-B2E63D36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p02-full-013048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AB9B075A-1A46-43F4-BE4E-5E0E839F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observability/log-exports · Telemetry SVC-31 · control p02-full-013048 · 2026 Q3 Telemetry Export Checkout Access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243004C4-9BB0-41FD-A5D0-B317A71E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6608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251ED0D1-60A5-4EDC-BFA9-966BAC02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Checkout Access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A797738-A447-4360-82C5-62B06D4C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2F106052-0D0F-4060-8A71-CB74F8ED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38E3BB7-06C2-49D0-B8D8-11313C26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B6F8320-A921-4D4E-B824-9147A076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E9AA214-05A4-4013-BE13-2727BE47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12A73661-F47C-4A38-959B-95888E55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44BA372-B9A5-48FC-830D-51BA1BE5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7E3859E-EB07-444D-A3D1-E2265FB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F8120C0-D1D7-43CC-89AB-653D0DAB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D1019832-5446-42CC-A4F5-1BAC741F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F2C744B4-36E4-45D8-A781-1304AF1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5C8177F-7916-496D-9685-7EE6CF3B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0D7823BE-5C1C-43BF-810C-3CF5FF5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p02-full-013048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15612025-3370-4119-8688-695E1D79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8205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E42ED06-D9BC-4317-8152-134A7C33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p02-full-013048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BC79E94D-8075-44A4-9B29-08B998CE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measure.log-export-gap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7545D7A4-997D-4E8D-B0A1-D7EC0611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27B7E377-00ED-46B1-9E29-F9ED42C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79214FC-4092-444E-9C5D-E8E5696F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B369ED0-6B82-4D6E-9B91-9977E51B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33AC751B-3ED3-4455-ABC7-1C3320B3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1698A79-1430-4BD4-AAD8-E7AB5942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B0F38C2-9F42-4CB1-AA84-2A2AE0F7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7786C8D-D8A1-4A4B-B46D-7132EE90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0BD0643-68DD-4221-B4ED-3ACEC7FF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45BB3D86-7594-4EA5-8464-B3AB0122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0383126-7571-4B8B-9F1B-82DD137D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B50E42D-A81C-42A4-82AE-7260DB6A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31932172-A516-43EB-9257-BC2374B8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783CB672-4736-4270-8533-9F15637E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1C4174E-F05F-4D12-9117-E7284CF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552A5AE-762A-4978-A6A8-F7F342FB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p02-full-013048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0BFE65B-01C9-4C9E-AD96-F625B5CA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3769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1176366-95B3-4F62-98F2-A3372BA7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B3DB228-C702-4907-A1B6-AE117A56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Checkout Access Operations Briefing Pptx: Q-07 threshold evidence · p02-full-013048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a8a940560a4f0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4EFE032-36DD-4D97-9041-A4ED10D1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7314F4F-E62E-4007-820A-931BD7ED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7DAF9B8-E070-473B-8320-1BB70177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7DE47CD0-6101-4568-8E39-53EF7455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71D52A0-8870-4854-BD60-E9FB4719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A5E3E2C-D7E9-415B-ADCF-8CC8ED11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64C4B82-28C2-4881-92F2-CBA3C7F6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4337F56-BE6B-4AF1-B20F-566EDF4F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ACA939F0-ADB8-4B9F-9CB2-EDFAA44D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870B58D-86F8-490F-ACC6-2F45B3F8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9FA129F-4224-48A5-9B17-5DEFFBDA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BB87CF0-C3F0-4AB2-952B-552F4811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6DD1C11-F55B-4503-A61B-4B1DC13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5235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2026-08-24T13:02:23.8650000Z</dcterms:created>
  <dcterms:modified xsi:type="dcterms:W3CDTF">2026-08-24T13:02:23.8650000Z</dcterms:modified>
</coreProperties>
</file>