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927d7d5866411c" /><Relationship Type="http://schemas.openxmlformats.org/officeDocument/2006/relationships/extended-properties" Target="/docProps/app.xml" Id="R7af5f8b9fafa47e7" /><Relationship Type="http://schemas.openxmlformats.org/officeDocument/2006/relationships/officeDocument" Target="/ppt/presentation.xml" Id="R50f4033d3107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1851d27154519"/>
  </p:sldMasterIdLst>
  <p:notesMasterIdLst>
    <p:notesMasterId xmlns:r="http://schemas.openxmlformats.org/officeDocument/2006/relationships" r:id="Rdae8af4f47c940b3"/>
  </p:notesMasterIdLst>
  <p:sldIdLst>
    <p:sldId xmlns:r="http://schemas.openxmlformats.org/officeDocument/2006/relationships" id="256" r:id="Raa6724d3aae04a98"/>
    <p:sldId xmlns:r="http://schemas.openxmlformats.org/officeDocument/2006/relationships" id="257" r:id="Rb60926ef536d4d7c"/>
    <p:sldId xmlns:r="http://schemas.openxmlformats.org/officeDocument/2006/relationships" id="258" r:id="R56c513a085c54de2"/>
    <p:sldId xmlns:r="http://schemas.openxmlformats.org/officeDocument/2006/relationships" id="259" r:id="R87dd2520ae9349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cfaff67184ca2" /><Relationship Type="http://schemas.openxmlformats.org/officeDocument/2006/relationships/slideMaster" Target="/ppt/slideMasters/slideMaster1.xml" Id="R56a1851d27154519" /><Relationship Type="http://schemas.openxmlformats.org/officeDocument/2006/relationships/notesMaster" Target="/ppt/notesMasters/notesMaster1.xml" Id="Rdae8af4f47c940b3" /><Relationship Type="http://schemas.openxmlformats.org/officeDocument/2006/relationships/presProps" Target="/ppt/presProps.xml" Id="Ra125a9e50f394afe" /><Relationship Type="http://schemas.openxmlformats.org/officeDocument/2006/relationships/tableStyles" Target="/ppt/tableStyles.xml" Id="R39ab112ae1a8496e" /><Relationship Type="http://schemas.openxmlformats.org/officeDocument/2006/relationships/slide" Target="/ppt/slides/slide1.xml" Id="Raa6724d3aae04a98" /><Relationship Type="http://schemas.openxmlformats.org/officeDocument/2006/relationships/slide" Target="/ppt/slides/slide2.xml" Id="Rb60926ef536d4d7c" /><Relationship Type="http://schemas.openxmlformats.org/officeDocument/2006/relationships/slide" Target="/ppt/slides/slide3.xml" Id="R56c513a085c54de2" /><Relationship Type="http://schemas.openxmlformats.org/officeDocument/2006/relationships/slide" Target="/ppt/slides/slide4.xml" Id="R87dd2520ae93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4de31f9f8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456482f5d347e4" /><Relationship Type="http://schemas.openxmlformats.org/officeDocument/2006/relationships/notesMaster" Target="/ppt/notesMasters/notesMaster1.xml" Id="R6c087fd2e8f144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d9a4c2d574486" /><Relationship Type="http://schemas.openxmlformats.org/officeDocument/2006/relationships/notesMaster" Target="/ppt/notesMasters/notesMaster1.xml" Id="R6760950e614d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06482145841b2" /><Relationship Type="http://schemas.openxmlformats.org/officeDocument/2006/relationships/notesMaster" Target="/ppt/notesMasters/notesMaster1.xml" Id="Rf595e1b2e6994d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330e9bb2846c8" /><Relationship Type="http://schemas.openxmlformats.org/officeDocument/2006/relationships/notesMaster" Target="/ppt/notesMasters/notesMaster1.xml" Id="Re97a18197dd1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observability/log-exports/2026/07/13/samples/2026-07-20-telemetry-export-export-retry-metrics-csv-s004327.csv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p02-full-004327, row:canonical-metric.</a:t>
            </a:r>
          </a:p>
          <a:p xmlns:a="http://schemas.openxmlformats.org/drawingml/2006/main">
            <a:r>
              <a:t>Artifact: p02-full-014553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observability/log-exports/2026/07/13/samples/2026-07-20-telemetry-export-export-retry-metrics-csv-s004327.csv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p02-full-004327, row:canonical-metric.</a:t>
            </a:r>
          </a:p>
          <a:p xmlns:a="http://schemas.openxmlformats.org/drawingml/2006/main">
            <a:r>
              <a:t>Artifact: p02-full-014553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observability/log-exports/2026/07/13/samples/2026-07-20-telemetry-export-export-retry-metrics-csv-s004327.csv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p02-full-004327, row:canonical-metric.</a:t>
            </a:r>
          </a:p>
          <a:p xmlns:a="http://schemas.openxmlformats.org/drawingml/2006/main">
            <a:r>
              <a:t>Artifact: p02-full-014553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observability/log-exports/2026/07/13/samples/2026-07-20-telemetry-export-export-retry-metrics-csv-s004327.csv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p02-full-004327, row:canonical-metric.</a:t>
            </a:r>
          </a:p>
          <a:p xmlns:a="http://schemas.openxmlformats.org/drawingml/2006/main">
            <a:r>
              <a:t>Artifact: p02-full-014553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34e0ae6d6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c0ce83e274cb7" /><Relationship Type="http://schemas.openxmlformats.org/officeDocument/2006/relationships/slideLayout" Target="/ppt/slideLayouts/slideLayout1.xml" Id="R8b1f9ea20054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f9ea20054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718011d7d42b0" /><Relationship Type="http://schemas.openxmlformats.org/officeDocument/2006/relationships/notesSlide" Target="/ppt/notesSlides/notesSlide1.xml" Id="R15b27dc0af664f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c78de26be4fc3" /><Relationship Type="http://schemas.openxmlformats.org/officeDocument/2006/relationships/notesSlide" Target="/ppt/notesSlides/notesSlide2.xml" Id="Rbce18ed1b72346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05bdbb224b3d" /><Relationship Type="http://schemas.openxmlformats.org/officeDocument/2006/relationships/notesSlide" Target="/ppt/notesSlides/notesSlide3.xml" Id="R46d5a85fd5aa49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523e667e84b33" /><Relationship Type="http://schemas.openxmlformats.org/officeDocument/2006/relationships/chart" Target="/ppt/slides/charts/chart1.xml" Id="R78192b9b18614af1" /><Relationship Type="http://schemas.openxmlformats.org/officeDocument/2006/relationships/notesSlide" Target="/ppt/notesSlides/notesSlide4.xml" Id="R5867857df2d74b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8C5FF10-75A3-438B-9D24-5D1B7F6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F07ECCA-6DA9-4ED7-9F12-A05E26B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p02-full-014553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FCA9E97-2023-4CF6-8937-8E28CBA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observability/log-exports · Telemetry SVC-31 · control p02-full-014553 · 2026 Q3 Telemetry Export Checkout Error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71F1255-EF98-4EB0-A348-692391D0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82441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B104FF9-4AED-4D84-88B2-6077517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Checkout Error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B5F0ADA-E830-4F2C-87FA-C334E34C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7C2DA3A-EBDE-4D8F-B0DB-F392DB9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B61DFEC-0850-4608-9EFB-B6C42F3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B8D9450A-9009-46B8-AF01-E35CF21A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export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A2543A3-1B4D-4BB2-8922-41839ACE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834920DF-FF69-48F3-A69D-D8A7B54E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9CFC81D-43AE-4E1D-879D-E0942C7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AF54132-1AA9-4BF6-97A4-F73578A0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EC5D6A8-4383-42DB-8FC9-DA9A181E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FB8126C-EB9D-4FA9-A2D3-4AEDDB84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A771DA0-E41B-46C2-9FD8-6152451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EA12A41-6792-4B2F-87FB-2EAE56B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25F512F-1288-45BF-B320-C8F7B16A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p02-full-014553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A79D448-FCE9-456A-B37F-10D932DF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4276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60402F3-9E27-4B7F-B06B-8C467266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p02-full-014553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29AF65D-D453-45DA-A480-3B241FF2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svc.telemetry.svc31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0D8916B-893A-4934-85A5-6E138350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71B2E75-4A19-4357-9E79-A5C5AD50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BA5ECA3-21A8-44AD-972B-B3559071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4625D9C-1EA7-4265-A8E7-B2FD250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ACB5048-DD26-49F5-BDFF-B134526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D94BA25-698C-4F65-AC54-1594B34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08EF974-F99A-4C31-A61D-530090C2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915C8EC-B958-42D8-9EFF-178CA8BE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C0C366C-BA66-420A-BC05-05DF4D0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B80F86A5-DBA5-42A0-BA59-3ABDACA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CF75C72-C0A6-4F6C-86E4-52B17A9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3CA5E7E-7A86-4248-A28B-BCA9EA2B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F8AA3A3-42BE-411A-8235-DC02619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3F69CBC-167F-40AF-91F4-4487689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9DB1A70-49D3-4A14-870A-9BEBB5F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DFE1259-D22D-4C0C-8A4C-199115DD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p02-full-014553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839B926-0C80-43D0-A21F-CB315C1C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07228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DBF7C52-2FFB-4336-A394-5AC8A78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5606DF0-0389-4440-841D-3372203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Checkout Error Operations Briefing Pptx: Q-07 threshold evidence · p02-full-014553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92b9b18614af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623516E-AFC8-434A-9BBB-F89384F1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AD7520C-9ECC-4BDF-AE2A-EBAD8BB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8613221-BCA6-4C79-94E3-EE097E4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89DAC87-A55F-484E-AB36-360F79A2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E2D8635-886A-40E2-A253-03DC99D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01CDC64-F800-4D18-A3B8-A3D3BF9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DE2D280-1325-4099-A111-69F4161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D98F39B-658A-46F3-8D3A-E35D80C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6994642-C5AE-405E-BA44-787270C2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700E664-333B-4881-B112-9E95AA4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E430115-ED92-45EB-8C16-18E9D01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5211E24-F755-48AE-B4A8-160B146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export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85CBA3A-CA4E-48F6-8820-AD4ACFD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4918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2026-08-24T13:02:26.8600000Z</dcterms:created>
  <dcterms:modified xsi:type="dcterms:W3CDTF">2026-08-24T13:02:26.8600000Z</dcterms:modified>
</coreProperties>
</file>