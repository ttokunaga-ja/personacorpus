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cde3288e14759" /><Relationship Type="http://schemas.openxmlformats.org/officeDocument/2006/relationships/extended-properties" Target="/docProps/app.xml" Id="R71caeaf285c948e2" /><Relationship Type="http://schemas.openxmlformats.org/officeDocument/2006/relationships/officeDocument" Target="/ppt/presentation.xml" Id="R3918f863e86f43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ba237aea34272"/>
  </p:sldMasterIdLst>
  <p:notesMasterIdLst>
    <p:notesMasterId xmlns:r="http://schemas.openxmlformats.org/officeDocument/2006/relationships" r:id="R2cd6b2abd1ca4bc4"/>
  </p:notesMasterIdLst>
  <p:sldIdLst>
    <p:sldId xmlns:r="http://schemas.openxmlformats.org/officeDocument/2006/relationships" id="256" r:id="R79a99e019b80490f"/>
    <p:sldId xmlns:r="http://schemas.openxmlformats.org/officeDocument/2006/relationships" id="257" r:id="R5d41325cd25b4656"/>
    <p:sldId xmlns:r="http://schemas.openxmlformats.org/officeDocument/2006/relationships" id="258" r:id="Rbbfb93d3a9384578"/>
    <p:sldId xmlns:r="http://schemas.openxmlformats.org/officeDocument/2006/relationships" id="259" r:id="Rb5572ab9c773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bb3d96ee34346" /><Relationship Type="http://schemas.openxmlformats.org/officeDocument/2006/relationships/slideMaster" Target="/ppt/slideMasters/slideMaster1.xml" Id="R5a2ba237aea34272" /><Relationship Type="http://schemas.openxmlformats.org/officeDocument/2006/relationships/notesMaster" Target="/ppt/notesMasters/notesMaster1.xml" Id="R2cd6b2abd1ca4bc4" /><Relationship Type="http://schemas.openxmlformats.org/officeDocument/2006/relationships/presProps" Target="/ppt/presProps.xml" Id="Rdaf729fc3fd54d9d" /><Relationship Type="http://schemas.openxmlformats.org/officeDocument/2006/relationships/tableStyles" Target="/ppt/tableStyles.xml" Id="R5975ef1069054d33" /><Relationship Type="http://schemas.openxmlformats.org/officeDocument/2006/relationships/slide" Target="/ppt/slides/slide1.xml" Id="R79a99e019b80490f" /><Relationship Type="http://schemas.openxmlformats.org/officeDocument/2006/relationships/slide" Target="/ppt/slides/slide2.xml" Id="R5d41325cd25b4656" /><Relationship Type="http://schemas.openxmlformats.org/officeDocument/2006/relationships/slide" Target="/ppt/slides/slide3.xml" Id="Rbbfb93d3a9384578" /><Relationship Type="http://schemas.openxmlformats.org/officeDocument/2006/relationships/slide" Target="/ppt/slides/slide4.xml" Id="Rb5572ab9c773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ac6715126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84e993c1574e1a" /><Relationship Type="http://schemas.openxmlformats.org/officeDocument/2006/relationships/notesMaster" Target="/ppt/notesMasters/notesMaster1.xml" Id="Ra089902a27ae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99ba448cf4cc1" /><Relationship Type="http://schemas.openxmlformats.org/officeDocument/2006/relationships/notesMaster" Target="/ppt/notesMasters/notesMaster1.xml" Id="R94d1d12a9d29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93cc829e644f2" /><Relationship Type="http://schemas.openxmlformats.org/officeDocument/2006/relationships/notesMaster" Target="/ppt/notesMasters/notesMaster1.xml" Id="R31fc297709ec40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fe59218724d12" /><Relationship Type="http://schemas.openxmlformats.org/officeDocument/2006/relationships/notesMaster" Target="/ppt/notesMasters/notesMaster1.xml" Id="R8f2f580d6afb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5b7ea9af94e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36d7908b94e38" /><Relationship Type="http://schemas.openxmlformats.org/officeDocument/2006/relationships/slideLayout" Target="/ppt/slideLayouts/slideLayout1.xml" Id="R0d64d61cc14844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4d61cc14844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71b48e884d0e" /><Relationship Type="http://schemas.openxmlformats.org/officeDocument/2006/relationships/notesSlide" Target="/ppt/notesSlides/notesSlide1.xml" Id="R282ad495993a46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5713b3e14ce1" /><Relationship Type="http://schemas.openxmlformats.org/officeDocument/2006/relationships/notesSlide" Target="/ppt/notesSlides/notesSlide2.xml" Id="Raf2e8884af97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b7ba845d4885" /><Relationship Type="http://schemas.openxmlformats.org/officeDocument/2006/relationships/notesSlide" Target="/ppt/notesSlides/notesSlide3.xml" Id="R2ca3c2ef802949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8e9edc1d4077" /><Relationship Type="http://schemas.openxmlformats.org/officeDocument/2006/relationships/chart" Target="/ppt/slides/charts/chart1.xml" Id="Rf5bb03a81afa4110" /><Relationship Type="http://schemas.openxmlformats.org/officeDocument/2006/relationships/notesSlide" Target="/ppt/notesSlides/notesSlide4.xml" Id="R2cda2a3d5f46497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BA3211D-CD51-4F69-9F83-BCAC0E3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A434DBA-1B97-40BC-9A87-07ABED2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E9F27F0-40D1-4D15-B3AF-B20133C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observability/log-exports · Telemetry SVC-31 · control p02-full-010948 · 2026 Q3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EA1360B-03C2-4193-BA77-643957EB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29581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0FE1A78-1222-416D-8A80-C7A1879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B6CF58B-F6A4-437E-AEDB-FCF4299C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9330E6B-CD94-4F39-BFF0-755839E9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46DF9D5-8164-4EFE-B929-FB0D419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7A1ABCD-EBE1-4B67-B6E0-694B25B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BDB4BC1-F667-4E5B-8D5D-E261AC8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BC1EE67-6DB7-478E-A989-46CB6C7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4A8434A-25C8-4386-9418-F7C0EAC6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59DF081-E2B4-4A1E-8A21-3BFA6B8B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B99757D-6F45-4BE3-8D40-D7A36518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BF22EE6-AC2F-402E-AEDF-D89F680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CAC87BC-F9D4-4C66-BDA4-7CDB2EAD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BD411CC-6C7D-4711-AF25-B771353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2E67757-027A-4B2B-95A2-1018D9F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91A5145-D09E-4F75-A7B6-64BE43E0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6109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B9CDCC5-A27D-4565-9B74-AE358926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8963981-C1A4-43B7-8A5F-868FC130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A653918-B526-4020-8BD1-C67157D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A9A11B6-C25B-48E2-B63B-691E7221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AC9868A-AF21-4564-A590-7B8A2D4A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60AA460-F685-4654-A2A5-881F3D6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4464712-65E1-4679-9822-4229D8FF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E44C0AD-71CE-4FB5-89DA-F08A6FE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DFB8F60C-5A83-4424-9398-713AB014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7EF45D6-5145-4A7D-B9EE-961D6D38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E75541B-F178-4F8F-9552-4F1D73C1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0F9511A6-623A-4C0E-821C-744CF32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9D3DD04-665E-497E-A8F7-82285702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90BFA53-FA58-4A67-A828-826953E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52E1154-EB0C-4679-A787-C7898662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F855602-3749-4B73-9E3E-6519BE6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15C97BB-8404-4493-A8B5-9944304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BFDCA55-7843-4585-9AE8-6C2C680B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5B056A6-E977-46E0-B477-0ED18B12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25903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528CB29-78DD-459C-BC4B-6998640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F7AA7A5-EDC4-4024-8CC5-545C4E4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Q-07 threshold evidence · p02-full-010948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bb03a81afa411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C28DD50-F87B-40A9-93D3-56922620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0AFA4AE-E1FA-4832-9D19-81E7ED3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4658458-BCD3-4303-BCF0-D6E1774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14C44D3-1452-433A-B77A-F37160A2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501707A-4152-45D0-9042-BBAE2D62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353686B-9052-471A-B8B8-F0279680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09E3365-ADFC-4541-A8BD-F4B4C09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C493C29-610B-4D92-BBD1-0356E6F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D439928-EC31-4C09-B7B0-060CA850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4156214-2F57-4CFB-9FB4-377C5BA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928F74F-9F69-4634-B5F6-A2566CB4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4735B45-52E0-4196-99A6-FBAD03D4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E97014A-1157-438B-8DA3-B3450A2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2510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2026-08-24T13:02:19.8940000Z</dcterms:created>
  <dcterms:modified xsi:type="dcterms:W3CDTF">2026-08-24T13:02:19.8940000Z</dcterms:modified>
</coreProperties>
</file>