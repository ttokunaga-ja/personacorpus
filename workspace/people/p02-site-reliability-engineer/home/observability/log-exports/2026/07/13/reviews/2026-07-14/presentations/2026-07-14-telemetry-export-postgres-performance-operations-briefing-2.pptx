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9097f815b246d9" /><Relationship Type="http://schemas.openxmlformats.org/officeDocument/2006/relationships/extended-properties" Target="/docProps/app.xml" Id="R8783dfc326f3411b" /><Relationship Type="http://schemas.openxmlformats.org/officeDocument/2006/relationships/officeDocument" Target="/ppt/presentation.xml" Id="Rc8729de71b9a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5cfe09bb9a4d83"/>
  </p:sldMasterIdLst>
  <p:notesMasterIdLst>
    <p:notesMasterId xmlns:r="http://schemas.openxmlformats.org/officeDocument/2006/relationships" r:id="R3d41a06b29f5473e"/>
  </p:notesMasterIdLst>
  <p:sldIdLst>
    <p:sldId xmlns:r="http://schemas.openxmlformats.org/officeDocument/2006/relationships" id="256" r:id="R9f662860aebc4b25"/>
    <p:sldId xmlns:r="http://schemas.openxmlformats.org/officeDocument/2006/relationships" id="257" r:id="R299341624dc34455"/>
    <p:sldId xmlns:r="http://schemas.openxmlformats.org/officeDocument/2006/relationships" id="258" r:id="Rccf9dda20a114af8"/>
    <p:sldId xmlns:r="http://schemas.openxmlformats.org/officeDocument/2006/relationships" id="259" r:id="R5f328d2fc6c941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f7b5f69aa94fa0" /><Relationship Type="http://schemas.openxmlformats.org/officeDocument/2006/relationships/slideMaster" Target="/ppt/slideMasters/slideMaster1.xml" Id="R1e5cfe09bb9a4d83" /><Relationship Type="http://schemas.openxmlformats.org/officeDocument/2006/relationships/notesMaster" Target="/ppt/notesMasters/notesMaster1.xml" Id="R3d41a06b29f5473e" /><Relationship Type="http://schemas.openxmlformats.org/officeDocument/2006/relationships/presProps" Target="/ppt/presProps.xml" Id="Rd76d73eddc3747e4" /><Relationship Type="http://schemas.openxmlformats.org/officeDocument/2006/relationships/tableStyles" Target="/ppt/tableStyles.xml" Id="Rbe20449afc934d09" /><Relationship Type="http://schemas.openxmlformats.org/officeDocument/2006/relationships/slide" Target="/ppt/slides/slide1.xml" Id="R9f662860aebc4b25" /><Relationship Type="http://schemas.openxmlformats.org/officeDocument/2006/relationships/slide" Target="/ppt/slides/slide2.xml" Id="R299341624dc34455" /><Relationship Type="http://schemas.openxmlformats.org/officeDocument/2006/relationships/slide" Target="/ppt/slides/slide3.xml" Id="Rccf9dda20a114af8" /><Relationship Type="http://schemas.openxmlformats.org/officeDocument/2006/relationships/slide" Target="/ppt/slides/slide4.xml" Id="R5f328d2fc6c941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4914e5df104a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7f3058f15f451a" /><Relationship Type="http://schemas.openxmlformats.org/officeDocument/2006/relationships/notesMaster" Target="/ppt/notesMasters/notesMaster1.xml" Id="Rc0fc1de0462c4f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25ef59cbd64d7d" /><Relationship Type="http://schemas.openxmlformats.org/officeDocument/2006/relationships/notesMaster" Target="/ppt/notesMasters/notesMaster1.xml" Id="R19277c28dd5849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06c4beb21d4465" /><Relationship Type="http://schemas.openxmlformats.org/officeDocument/2006/relationships/notesMaster" Target="/ppt/notesMasters/notesMaster1.xml" Id="R67f400822b2e49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a6cd33b3b64746" /><Relationship Type="http://schemas.openxmlformats.org/officeDocument/2006/relationships/notesMaster" Target="/ppt/notesMasters/notesMaster1.xml" Id="Rcd9118104ad149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p02-full-009948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p02-full-009948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p02-full-009948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p02-full-009948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1b237e7d3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28a19ad3fa469e" /><Relationship Type="http://schemas.openxmlformats.org/officeDocument/2006/relationships/slideLayout" Target="/ppt/slideLayouts/slideLayout1.xml" Id="Rf526f11ee5f2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6f11ee5f2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fdd74c34543d9" /><Relationship Type="http://schemas.openxmlformats.org/officeDocument/2006/relationships/notesSlide" Target="/ppt/notesSlides/notesSlide1.xml" Id="Rb1f665ccf84e40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657682ff34147" /><Relationship Type="http://schemas.openxmlformats.org/officeDocument/2006/relationships/notesSlide" Target="/ppt/notesSlides/notesSlide2.xml" Id="R00bb15e8eb6744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21987779648c0" /><Relationship Type="http://schemas.openxmlformats.org/officeDocument/2006/relationships/notesSlide" Target="/ppt/notesSlides/notesSlide3.xml" Id="Rb3099545811749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6f71ea2db4085" /><Relationship Type="http://schemas.openxmlformats.org/officeDocument/2006/relationships/chart" Target="/ppt/slides/charts/chart1.xml" Id="Ra8ff30fc71524e52" /><Relationship Type="http://schemas.openxmlformats.org/officeDocument/2006/relationships/notesSlide" Target="/ppt/notesSlides/notesSlide4.xml" Id="R985ce172c18d45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DA25738-0965-43D0-A455-C6F425A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CA5975B-7649-4085-A0BD-7017001D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620A7D4-BC7E-4209-B5C0-4BB62CB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observability/log-exports · Telemetry SVC-31 · control p02-full-009948 · 2026 07 14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29C51BE-7CF2-4919-864A-7792D2D1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036433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FD06C11-42AF-4B1B-8CFC-1E49E1D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CBA1035-70EC-43D9-BC56-71704A8A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4D96B3B-E8E4-42C4-B084-643BE95D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9FE50AF-928A-47AD-B549-ECCE216D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07654B3-48F5-4A6A-AE14-4BDA8713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5728F99-8A62-4621-9037-93F5DA3B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F105D36-D63B-4068-9718-09FFC4AF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7B38DD9E-F3ED-4449-B145-6BAC021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D7AD011-B1A3-47BB-B5E2-E1397A1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4ED850C-8152-4502-9AF9-1D0C0DDD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F7CFC54-960D-472D-8A12-0C9EE05B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21E0800-9764-4959-8EF3-D7DC5419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5FF724E0-33B7-424A-9D65-B51B8335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F637638-67EF-49E5-B729-BFC1A10D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548C9DC-13B1-44EC-A684-0740864C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3615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3D328A99-D69A-4F4B-8DEC-01FAAC69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8AE6F7CA-47A8-4B23-82B7-1B726EE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svc.telemetry.svc31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4C92DC7-49FC-4E10-BC2C-F436D5B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CD95BA7-5954-4491-A5FC-814CA20C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67D1078-B2CC-4D0F-8168-9647CC37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611F8FD9-69F1-4BFE-AC2A-BEDF31B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CCE16BC-9306-47D2-93DC-CBA9003F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AD0FEC6-D31A-4E67-BD73-5CC12DA7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72C62AE-CE54-4B4C-AE47-C1F8C3EB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E0460E6-60CB-48F2-8BD4-38FEBE9E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22B9DC5-64E4-4064-9DEF-A632B137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C870ECC3-8334-4CF2-94D9-DBEB3ED8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9F0FFA9-0530-457C-B7D7-4F6946ED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EE42C16-BB46-479C-B674-7116846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10F8D09-AFD2-43D8-B18E-1B25200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962929E-7E68-4916-80D2-7D43278A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FD3F856-8279-468C-B538-76DA1E47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0A850F4-8F6F-4F12-9344-D7879099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p02-full-009948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F281D02-25C7-4616-95CD-6895886C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7289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283D5EF-32E1-49F8-85BE-BB479B16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7741EA1-A57F-4D43-AB5C-D2F61A74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Q-07 threshold evidence · p02-full-009948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ff30fc71524e5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9D29069-4D44-4B1C-B87F-4EDBE1E7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955D142-F27F-4A3A-A85A-7268446C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572683E-47E3-459F-B323-07AC422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E2CF968-5ED0-40CC-9700-75221D50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B81C8020-D2D5-4E50-895C-A3F18E95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A96A865-C32D-422B-9390-AB2EB42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32537B11-CB6B-4A15-99D4-180620EA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DD85D13-421C-4DEA-8BC1-56A9F805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38F4C1C-6202-4CD0-B307-C72353D6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396656A-1A7D-4611-9EB0-994FE25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5E14C73-A694-45CF-B4FF-8C8AA071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C36E5FE-8231-498F-A922-387A772F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47AE638-BEF3-4B84-B86A-9D983AC7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0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2026-08-24T13:02:17.7500000Z</dcterms:created>
  <dcterms:modified xsi:type="dcterms:W3CDTF">2026-08-24T13:02:17.7500000Z</dcterms:modified>
</coreProperties>
</file>