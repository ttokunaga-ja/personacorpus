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cad51618c479b" /><Relationship Type="http://schemas.openxmlformats.org/officeDocument/2006/relationships/extended-properties" Target="/docProps/app.xml" Id="R019556d1b96c4634" /><Relationship Type="http://schemas.openxmlformats.org/officeDocument/2006/relationships/officeDocument" Target="/ppt/presentation.xml" Id="Ra3cd41bc48ae4f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babb9cd52427d"/>
  </p:sldMasterIdLst>
  <p:notesMasterIdLst>
    <p:notesMasterId xmlns:r="http://schemas.openxmlformats.org/officeDocument/2006/relationships" r:id="Ra1dfe1ce350c4148"/>
  </p:notesMasterIdLst>
  <p:sldIdLst>
    <p:sldId xmlns:r="http://schemas.openxmlformats.org/officeDocument/2006/relationships" id="256" r:id="R28432e394af4410c"/>
    <p:sldId xmlns:r="http://schemas.openxmlformats.org/officeDocument/2006/relationships" id="257" r:id="R955a7e087a2f4d2a"/>
    <p:sldId xmlns:r="http://schemas.openxmlformats.org/officeDocument/2006/relationships" id="258" r:id="R2e17f6b160544cbf"/>
    <p:sldId xmlns:r="http://schemas.openxmlformats.org/officeDocument/2006/relationships" id="259" r:id="Rdba23c95e69d43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ef464826341b2" /><Relationship Type="http://schemas.openxmlformats.org/officeDocument/2006/relationships/slideMaster" Target="/ppt/slideMasters/slideMaster1.xml" Id="R964babb9cd52427d" /><Relationship Type="http://schemas.openxmlformats.org/officeDocument/2006/relationships/notesMaster" Target="/ppt/notesMasters/notesMaster1.xml" Id="Ra1dfe1ce350c4148" /><Relationship Type="http://schemas.openxmlformats.org/officeDocument/2006/relationships/presProps" Target="/ppt/presProps.xml" Id="Reb924650b6f344e1" /><Relationship Type="http://schemas.openxmlformats.org/officeDocument/2006/relationships/tableStyles" Target="/ppt/tableStyles.xml" Id="R03c49fef514947cc" /><Relationship Type="http://schemas.openxmlformats.org/officeDocument/2006/relationships/slide" Target="/ppt/slides/slide1.xml" Id="R28432e394af4410c" /><Relationship Type="http://schemas.openxmlformats.org/officeDocument/2006/relationships/slide" Target="/ppt/slides/slide2.xml" Id="R955a7e087a2f4d2a" /><Relationship Type="http://schemas.openxmlformats.org/officeDocument/2006/relationships/slide" Target="/ppt/slides/slide3.xml" Id="R2e17f6b160544cbf" /><Relationship Type="http://schemas.openxmlformats.org/officeDocument/2006/relationships/slide" Target="/ppt/slides/slide4.xml" Id="Rdba23c95e69d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6eb058b974f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cda59e2e948b8" /><Relationship Type="http://schemas.openxmlformats.org/officeDocument/2006/relationships/notesMaster" Target="/ppt/notesMasters/notesMaster1.xml" Id="Rab7d7b4f64004b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0aeb408e64223" /><Relationship Type="http://schemas.openxmlformats.org/officeDocument/2006/relationships/notesMaster" Target="/ppt/notesMasters/notesMaster1.xml" Id="R0c2adba1f3854b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0f202a9a3467c" /><Relationship Type="http://schemas.openxmlformats.org/officeDocument/2006/relationships/notesMaster" Target="/ppt/notesMasters/notesMaster1.xml" Id="Redaac19d188a48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2d716aa7d48f7" /><Relationship Type="http://schemas.openxmlformats.org/officeDocument/2006/relationships/notesMaster" Target="/ppt/notesMasters/notesMaster1.xml" Id="R24eb7363c8b945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observability/dashboards/datasets/2026-q3-operations-dashboard-latency-panels-metrics-tsv-s006369.tsv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p02-full-006369, row:canonical-metric.</a:t>
            </a:r>
          </a:p>
          <a:p xmlns:a="http://schemas.openxmlformats.org/drawingml/2006/main">
            <a:r>
              <a:t>Artifact: p02-full-014249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observability/dashboards/datasets/2026-q3-operations-dashboard-latency-panels-metrics-tsv-s006369.tsv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p02-full-006369, row:canonical-metric.</a:t>
            </a:r>
          </a:p>
          <a:p xmlns:a="http://schemas.openxmlformats.org/drawingml/2006/main">
            <a:r>
              <a:t>Artifact: p02-full-014249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observability/dashboards/datasets/2026-q3-operations-dashboard-latency-panels-metrics-tsv-s006369.tsv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p02-full-006369, row:canonical-metric.</a:t>
            </a:r>
          </a:p>
          <a:p xmlns:a="http://schemas.openxmlformats.org/drawingml/2006/main">
            <a:r>
              <a:t>Artifact: p02-full-014249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observability/dashboards/datasets/2026-q3-operations-dashboard-latency-panels-metrics-tsv-s006369.tsv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p02-full-006369, row:canonical-metric.</a:t>
            </a:r>
          </a:p>
          <a:p xmlns:a="http://schemas.openxmlformats.org/drawingml/2006/main">
            <a:r>
              <a:t>Artifact: p02-full-014249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07f88ea89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b88e2d08243ad" /><Relationship Type="http://schemas.openxmlformats.org/officeDocument/2006/relationships/slideLayout" Target="/ppt/slideLayouts/slideLayout1.xml" Id="R166f46048a09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6f46048a09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5c9978d0947b5" /><Relationship Type="http://schemas.openxmlformats.org/officeDocument/2006/relationships/notesSlide" Target="/ppt/notesSlides/notesSlide1.xml" Id="Rd341dea57e3c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785e1be72449d" /><Relationship Type="http://schemas.openxmlformats.org/officeDocument/2006/relationships/notesSlide" Target="/ppt/notesSlides/notesSlide2.xml" Id="Rf1af04e207524e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6e72020b94395" /><Relationship Type="http://schemas.openxmlformats.org/officeDocument/2006/relationships/notesSlide" Target="/ppt/notesSlides/notesSlide3.xml" Id="R20b48c733545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ef68091974e11" /><Relationship Type="http://schemas.openxmlformats.org/officeDocument/2006/relationships/chart" Target="/ppt/slides/charts/chart1.xml" Id="R411e35fc277f4807" /><Relationship Type="http://schemas.openxmlformats.org/officeDocument/2006/relationships/notesSlide" Target="/ppt/notesSlides/notesSlide4.xml" Id="Rca570b75cbdd4a8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2A28EC6-9D8D-456F-9B6C-7116735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352302E-3BCE-415D-B174-92C353FA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D05BEB6-5259-42AE-90EB-6DFF848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observability/dashboards · Platform Reliability · control p02-full-014249 · 2026 07 13 Operations Dashboard Latency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0B80EF0-7EBA-441F-9D9F-0269D8C8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73147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7913F35-0FD1-4DDA-8D2A-F1A1DC9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Latency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8F7C6DF-DEBC-4F20-B519-C5BB1F4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49AE512-4DB9-42E6-A683-10A339F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62CA196-5C39-4B94-83DF-2AEB92BC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B417D5C-C50F-4F17-9BAC-A56EE73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latency panels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5F7F139-1C76-498C-B196-0B754CF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0C7EE86-BF39-4DFE-955F-15A9C0A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A155941-63FE-4A87-AC7B-F9232EF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1D040C7-33BF-451F-82A7-8B80D31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B1E38AC-37DE-4D8C-BAD2-738C970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472A552-85D5-418C-B440-8B79544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F87758B-3D70-4AD5-ABEF-BAEEB0BB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8D01AE4-49EF-43B7-92A7-6930F53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A38B082-BCD9-4256-8337-D73667A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p02-full-014249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14DE9A5-A36D-4793-B419-B80AA80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0548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534B3CB-AD4A-46D8-B73D-1030E70B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CE17926-0BED-4B44-BC12-1CB716E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slo.telemetry.delivery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EBA0817-FB01-43F9-8FD2-E28CB38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60A9354-BBBE-4ECF-B0DC-2A19091A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A7E587D-A790-47CD-A8BB-0B074D4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DFB94FB-0DBB-446D-B5D9-4BE23813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41AA930-859E-4C67-BC67-8086A48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055747F-9E27-460C-A67E-906C291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0E2535F-1749-4633-9858-15237B1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33D5EB8-3077-4A93-8ECB-F5EF8FE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75A0424-E9B3-471E-85D5-3678A70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C39C1F2D-65A2-4AF3-8905-C855F42A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146CDBD-1CA1-4DAC-A6CF-A384DC7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106E258-4969-4E92-AD41-468470D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19AD193-16FD-497E-B25C-9D1B4E9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E72CC39-FAA7-49D0-A2F4-DEEC44DF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C0265C6-CC19-4F8F-B1ED-34EE75C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E7418DC-10CB-4625-BC17-41B5A44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p02-full-014249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A96B1BE-458B-4DDA-A1E2-5AA7FBDC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0881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B738E55-6A11-48E1-958F-1023750E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0C237EC-EAAF-4808-BF13-2EE16433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Latency Panels Operations Briefing Pptx: Q-07 threshold evidence · p02-full-014249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1e35fc277f480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694521C-FCEF-40D8-B340-6EB6E7DC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844296D-9EFA-4861-9E0B-F3639E5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494F3BE-7AC9-416C-B175-FC6284B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CF46EA8-81CF-40C0-A38F-FEB540C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BDF43C3-10C7-478F-B537-F95BFB8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995ABE1-9DD9-47D0-9CE9-9951A99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C990355-641D-4F80-BB47-E3D57D1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6494DD3-279E-47AD-ABEA-F52A115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9766CC9-54FD-43BD-A3D7-3BD8075A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F255D58-6BE8-40BF-94BF-4AA33E0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37D2518-8D1F-49E6-84E9-8DBABCB9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6DA0763-3352-4542-B10D-88DB8BDD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latency panels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02E6D4A-3BDB-4293-8DE5-D4CA34E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88374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2026-08-24T12:58:40.3240000Z</dcterms:created>
  <dcterms:modified xsi:type="dcterms:W3CDTF">2026-08-24T12:58:40.3240000Z</dcterms:modified>
</coreProperties>
</file>