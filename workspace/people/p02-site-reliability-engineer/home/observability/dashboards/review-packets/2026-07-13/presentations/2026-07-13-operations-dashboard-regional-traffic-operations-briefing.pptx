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da89656dcc4df6" /><Relationship Type="http://schemas.openxmlformats.org/officeDocument/2006/relationships/extended-properties" Target="/docProps/app.xml" Id="R3682e6bdc07b4104" /><Relationship Type="http://schemas.openxmlformats.org/officeDocument/2006/relationships/officeDocument" Target="/ppt/presentation.xml" Id="R31f0c6d9173d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aeba27991e4a8e"/>
  </p:sldMasterIdLst>
  <p:notesMasterIdLst>
    <p:notesMasterId xmlns:r="http://schemas.openxmlformats.org/officeDocument/2006/relationships" r:id="R63ccff87ae924593"/>
  </p:notesMasterIdLst>
  <p:sldIdLst>
    <p:sldId xmlns:r="http://schemas.openxmlformats.org/officeDocument/2006/relationships" id="256" r:id="Rfb0773fb0cdd4f96"/>
    <p:sldId xmlns:r="http://schemas.openxmlformats.org/officeDocument/2006/relationships" id="257" r:id="R1647fe5b11df4a36"/>
    <p:sldId xmlns:r="http://schemas.openxmlformats.org/officeDocument/2006/relationships" id="258" r:id="R5081fbb2e1384377"/>
    <p:sldId xmlns:r="http://schemas.openxmlformats.org/officeDocument/2006/relationships" id="259" r:id="R991a5fa774dc4b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b13d683c3f42a0" /><Relationship Type="http://schemas.openxmlformats.org/officeDocument/2006/relationships/slideMaster" Target="/ppt/slideMasters/slideMaster1.xml" Id="Rc6aeba27991e4a8e" /><Relationship Type="http://schemas.openxmlformats.org/officeDocument/2006/relationships/notesMaster" Target="/ppt/notesMasters/notesMaster1.xml" Id="R63ccff87ae924593" /><Relationship Type="http://schemas.openxmlformats.org/officeDocument/2006/relationships/presProps" Target="/ppt/presProps.xml" Id="Rcb0a245bb98543a8" /><Relationship Type="http://schemas.openxmlformats.org/officeDocument/2006/relationships/tableStyles" Target="/ppt/tableStyles.xml" Id="Re1d33e2f2d514d1c" /><Relationship Type="http://schemas.openxmlformats.org/officeDocument/2006/relationships/slide" Target="/ppt/slides/slide1.xml" Id="Rfb0773fb0cdd4f96" /><Relationship Type="http://schemas.openxmlformats.org/officeDocument/2006/relationships/slide" Target="/ppt/slides/slide2.xml" Id="R1647fe5b11df4a36" /><Relationship Type="http://schemas.openxmlformats.org/officeDocument/2006/relationships/slide" Target="/ppt/slides/slide3.xml" Id="R5081fbb2e1384377" /><Relationship Type="http://schemas.openxmlformats.org/officeDocument/2006/relationships/slide" Target="/ppt/slides/slide4.xml" Id="R991a5fa774dc4b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62698e5a043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dbc5992a64556" /><Relationship Type="http://schemas.openxmlformats.org/officeDocument/2006/relationships/notesMaster" Target="/ppt/notesMasters/notesMaster1.xml" Id="R9d21b08e7bdd48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6fd9642be040a6" /><Relationship Type="http://schemas.openxmlformats.org/officeDocument/2006/relationships/notesMaster" Target="/ppt/notesMasters/notesMaster1.xml" Id="Ra4cde3b0eade44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ae4fd8e4f4e2b" /><Relationship Type="http://schemas.openxmlformats.org/officeDocument/2006/relationships/notesMaster" Target="/ppt/notesMasters/notesMaster1.xml" Id="R152998f6a45940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7a6cefc8c4bab" /><Relationship Type="http://schemas.openxmlformats.org/officeDocument/2006/relationships/notesMaster" Target="/ppt/notesMasters/notesMaster1.xml" Id="R7740b2b23e354b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observability/dashboards/datasets/2026-q3-operations-dashboard-latency-panels-metrics-tsv-s005769.tsv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p02-full-005769, row:canonical-metric.</a:t>
            </a:r>
          </a:p>
          <a:p xmlns:a="http://schemas.openxmlformats.org/drawingml/2006/main">
            <a:r>
              <a:t>Artifact: p02-full-013548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observability/dashboards/datasets/2026-q3-operations-dashboard-latency-panels-metrics-tsv-s005769.tsv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p02-full-005769, row:canonical-metric.</a:t>
            </a:r>
          </a:p>
          <a:p xmlns:a="http://schemas.openxmlformats.org/drawingml/2006/main">
            <a:r>
              <a:t>Artifact: p02-full-013548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observability/dashboards/datasets/2026-q3-operations-dashboard-latency-panels-metrics-tsv-s005769.tsv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p02-full-005769, row:canonical-metric.</a:t>
            </a:r>
          </a:p>
          <a:p xmlns:a="http://schemas.openxmlformats.org/drawingml/2006/main">
            <a:r>
              <a:t>Artifact: p02-full-013548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observability/dashboards/datasets/2026-q3-operations-dashboard-latency-panels-metrics-tsv-s005769.tsv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p02-full-005769, row:canonical-metric.</a:t>
            </a:r>
          </a:p>
          <a:p xmlns:a="http://schemas.openxmlformats.org/drawingml/2006/main">
            <a:r>
              <a:t>Artifact: p02-full-013548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73e22453340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c4c29d29e4faf" /><Relationship Type="http://schemas.openxmlformats.org/officeDocument/2006/relationships/slideLayout" Target="/ppt/slideLayouts/slideLayout1.xml" Id="R54eddd4d909042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ddd4d909042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b840d890c4c13" /><Relationship Type="http://schemas.openxmlformats.org/officeDocument/2006/relationships/notesSlide" Target="/ppt/notesSlides/notesSlide1.xml" Id="Rc32a7024c51842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1c58b3ec94927" /><Relationship Type="http://schemas.openxmlformats.org/officeDocument/2006/relationships/notesSlide" Target="/ppt/notesSlides/notesSlide2.xml" Id="R8392fed7debc4f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e933e368a4a7b" /><Relationship Type="http://schemas.openxmlformats.org/officeDocument/2006/relationships/notesSlide" Target="/ppt/notesSlides/notesSlide3.xml" Id="Rec4259627eba45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22813fdb049f2" /><Relationship Type="http://schemas.openxmlformats.org/officeDocument/2006/relationships/chart" Target="/ppt/slides/charts/chart1.xml" Id="R12cf250e4e2a4d8f" /><Relationship Type="http://schemas.openxmlformats.org/officeDocument/2006/relationships/notesSlide" Target="/ppt/notesSlides/notesSlide4.xml" Id="Rc2c89d4e8bb64ab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562978A-BCF4-4849-965A-AF46E791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BCE4A50-3CDB-4EA5-B95F-6CDCD7C2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E3555E26-3591-4C94-972F-0F5147E4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observability/dashboards · Platform Reliability · control p02-full-013548 · 2026 07 13 Operations Dashboard Regional Traffic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B4D92C8-BF49-4E22-B2A1-1E3ED15F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04961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76F9C5F-3C77-4D8A-BB9C-DB264684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Regional Traffic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985A651-DB1A-40AE-8C9C-405FC8E7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083EB9E-5365-42D6-B51A-342EFEA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4EF97C8-65FC-47B6-BA1B-3D01A714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2916755-8B54-4948-BF01-CD515C59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latency panels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0EF0CBB-E323-4211-B23B-4E0B8B1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31A1559-1C4F-4013-A279-924A53FE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DEC1C959-5213-4B87-AF25-FE7EAEA6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B4B6B3A-3D53-4C0F-B218-EDBBAE0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463EA191-F6B8-44D1-A9B8-37E93AF2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732AADF-0277-4275-911D-37CEC0E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5FB31DFA-0DDC-4329-A76E-370EB60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C5152FA1-C6BD-40F4-98BE-5E1F538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86F1E5F-2BE4-46B5-BF91-BA2B2762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9B31E44B-F6BD-4505-82C7-AB69AD28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4282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5080A53-75E3-4378-BCA6-084E9B9B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53A3F6E-855C-4C28-8CA0-B1A40125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budget.checkout.2026-07 · rel.slo.2026-q3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BCC95F8-6405-42CF-9BE0-A467E55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4A1721C-3597-4691-AC9F-73D3269F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6C9205C-4C79-4449-99DF-52A1831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B51B939-C72D-4D29-95C4-FC939C2D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D1141F5-4867-46C9-AFB9-CED81419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98305D2-C035-4034-A8BC-D21569D0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04FB5244-6848-4C06-9926-FAB999EF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EEC6A3F-56F9-470C-8541-31C13A2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C5850CE-80B3-4206-847C-909DE465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D50D5A8-2792-478D-A1F9-E8583BF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0C7D502-25A3-41C5-BE9A-53E1856D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E68CE35-82F4-4BDA-94EB-EAC5AFA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2F9946CF-F6CD-4473-BE66-8C85DBB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65A6C6D-E55C-40AF-A8F6-F46C35AB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AFC4389-8600-4E81-BAF9-6CB1D64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p02-full-013548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A5EC407-B09E-479F-B1E0-AB78623D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27711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C0DAD8D-6F64-4B8A-A8EA-FC8B71CA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D6DF4E9-C2C5-4F8B-9DB1-EE80C637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Regional Traffic Operations Briefing Pptx: Q-07 threshold evidence · p02-full-013548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cf250e4e2a4d8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4631EB7-822E-4FC0-A7FD-C7A27EB7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B958C51-5238-4767-B625-3744128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F2BB475-FEA8-402B-9DAA-4EDED0C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0E5F3FAD-AACE-449E-AF77-B753CB0F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5ACE153-AC0B-46B1-A464-C415288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B846868-B9F6-4C3E-B7C6-2ACE416C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7D52694-4475-4E12-8411-EFB27AB7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136D292-CFAC-40F2-822D-F6939A98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9C3445D-F6F5-4432-B5E0-C95E1465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5E0F325-448F-407E-92FE-29BBEED5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B68EAF8F-63C8-4D89-B944-0966053C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7E1221F-8D86-4D2F-B868-2D55DBA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latency panels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0E44B243-D9D3-47E9-824C-82DBAAFB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9572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2026-08-24T12:58:39.6050000Z</dcterms:created>
  <dcterms:modified xsi:type="dcterms:W3CDTF">2026-08-24T12:58:39.6050000Z</dcterms:modified>
</coreProperties>
</file>