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594550f5b84ef9" /><Relationship Type="http://schemas.openxmlformats.org/officeDocument/2006/relationships/extended-properties" Target="/docProps/app.xml" Id="R8b04ac9218b347bb" /><Relationship Type="http://schemas.openxmlformats.org/officeDocument/2006/relationships/officeDocument" Target="/ppt/presentation.xml" Id="Rd534c9da63d44d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c53edb38d4044"/>
  </p:sldMasterIdLst>
  <p:notesMasterIdLst>
    <p:notesMasterId xmlns:r="http://schemas.openxmlformats.org/officeDocument/2006/relationships" r:id="R64bdb169c62a4af1"/>
  </p:notesMasterIdLst>
  <p:sldIdLst>
    <p:sldId xmlns:r="http://schemas.openxmlformats.org/officeDocument/2006/relationships" id="256" r:id="R2915a7b7f7264d74"/>
    <p:sldId xmlns:r="http://schemas.openxmlformats.org/officeDocument/2006/relationships" id="257" r:id="R9e95e36f17624fb1"/>
    <p:sldId xmlns:r="http://schemas.openxmlformats.org/officeDocument/2006/relationships" id="258" r:id="R375e34461fa94d4a"/>
    <p:sldId xmlns:r="http://schemas.openxmlformats.org/officeDocument/2006/relationships" id="259" r:id="Rb43cef8c53fc4b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0b1f6a434347fa" /><Relationship Type="http://schemas.openxmlformats.org/officeDocument/2006/relationships/slideMaster" Target="/ppt/slideMasters/slideMaster1.xml" Id="Rbb9c53edb38d4044" /><Relationship Type="http://schemas.openxmlformats.org/officeDocument/2006/relationships/notesMaster" Target="/ppt/notesMasters/notesMaster1.xml" Id="R64bdb169c62a4af1" /><Relationship Type="http://schemas.openxmlformats.org/officeDocument/2006/relationships/presProps" Target="/ppt/presProps.xml" Id="R5b122c731127414a" /><Relationship Type="http://schemas.openxmlformats.org/officeDocument/2006/relationships/tableStyles" Target="/ppt/tableStyles.xml" Id="Rdeb46611cfb74a79" /><Relationship Type="http://schemas.openxmlformats.org/officeDocument/2006/relationships/slide" Target="/ppt/slides/slide1.xml" Id="R2915a7b7f7264d74" /><Relationship Type="http://schemas.openxmlformats.org/officeDocument/2006/relationships/slide" Target="/ppt/slides/slide2.xml" Id="R9e95e36f17624fb1" /><Relationship Type="http://schemas.openxmlformats.org/officeDocument/2006/relationships/slide" Target="/ppt/slides/slide3.xml" Id="R375e34461fa94d4a" /><Relationship Type="http://schemas.openxmlformats.org/officeDocument/2006/relationships/slide" Target="/ppt/slides/slide4.xml" Id="Rb43cef8c53fc4b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8c73750946f44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cb3b68866a40ab" /><Relationship Type="http://schemas.openxmlformats.org/officeDocument/2006/relationships/notesMaster" Target="/ppt/notesMasters/notesMaster1.xml" Id="Ra0c2c63d497748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bdb80830a7452b" /><Relationship Type="http://schemas.openxmlformats.org/officeDocument/2006/relationships/notesMaster" Target="/ppt/notesMasters/notesMaster1.xml" Id="R8a38c6611873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1eaa425d954d73" /><Relationship Type="http://schemas.openxmlformats.org/officeDocument/2006/relationships/notesMaster" Target="/ppt/notesMasters/notesMaster1.xml" Id="Rf71dba8e6ab248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c0662b42f04b3d" /><Relationship Type="http://schemas.openxmlformats.org/officeDocument/2006/relationships/notesMaster" Target="/ppt/notesMasters/notesMaster1.xml" Id="R3e7869c27b504b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p02-full-007746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p02-full-007746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p02-full-007746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observability/dashboards/datasets/2026-07-13-operations-dashboard-regional-traffic-metrics-csv-s006444.csv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p02-full-006444, row:canonical-metric.</a:t>
            </a:r>
          </a:p>
          <a:p xmlns:a="http://schemas.openxmlformats.org/drawingml/2006/main">
            <a:r>
              <a:t>Artifact: p02-full-007746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ae055fa03640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7d8d98afd3407d" /><Relationship Type="http://schemas.openxmlformats.org/officeDocument/2006/relationships/slideLayout" Target="/ppt/slideLayouts/slideLayout1.xml" Id="R7ae80f9086d249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80f9086d249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63e77a2f943be" /><Relationship Type="http://schemas.openxmlformats.org/officeDocument/2006/relationships/notesSlide" Target="/ppt/notesSlides/notesSlide1.xml" Id="R7389964956ec4e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2b23ecf204666" /><Relationship Type="http://schemas.openxmlformats.org/officeDocument/2006/relationships/notesSlide" Target="/ppt/notesSlides/notesSlide2.xml" Id="Rc94697af641e43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74e23b21d942e1" /><Relationship Type="http://schemas.openxmlformats.org/officeDocument/2006/relationships/notesSlide" Target="/ppt/notesSlides/notesSlide3.xml" Id="R150f918f50c345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1b58bb7924ac2" /><Relationship Type="http://schemas.openxmlformats.org/officeDocument/2006/relationships/chart" Target="/ppt/slides/charts/chart1.xml" Id="R2ccf3f7a99244798" /><Relationship Type="http://schemas.openxmlformats.org/officeDocument/2006/relationships/notesSlide" Target="/ppt/notesSlides/notesSlide4.xml" Id="R6b3e97a7c2e5404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3A980E74-81FF-4902-8265-48EE034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9C621F9B-8A3F-4698-8F91-1AD7688AA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p02-full-007746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B63DD26F-C9AF-49C0-87D7-D0CF5F20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observability/dashboards · Platform Reliability · control p02-full-007746 · 2026 07 14 Operations Dashboard Availability Panels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3028C440-B6DF-4866-B54B-7168E6C7D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5190184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F54E9969-F245-46FE-A53B-6623958A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Dashboard Availability Panels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4DBC8B52-C9F5-40BC-A0B8-A2A400D9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CCED4D7C-5BE3-4B22-8902-38CE3BBE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017267A1-92B1-452D-B15C-512CC110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355272F3-DF74-4C4E-861F-94FF380F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8E94A7A-0343-40AD-BA39-849EFFD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790CD8B-7989-4BA4-A9A6-A7E8EFB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CD94F6F0-E69A-4FCE-AFF5-26E8954E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37A92FF8-359C-422D-944F-4DD7805A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B92D83A1-8F83-4F3E-9AB5-616D4B91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D0E3180-81D2-4FB1-9EA7-1067C97E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5E50CCB7-DB5F-4723-9820-93E1DF2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5239BAC8-E809-407F-A9DF-80B681E8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19CC871-C683-413F-9040-24F2733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p02-full-007746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87E46307-13A9-4B4E-9FDA-A14C1E78F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266813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A377CCA3-9268-4870-BF93-BBE4D5F9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p02-full-007746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96C2656-B93E-4968-8390-55AEA77A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budget.checkout.2026-07 · rel.slo.2026-q3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751EF4D-9816-43E6-84BE-EDDBC429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79CFED0-C4D8-45AF-9220-E918A7A6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0F15B649-11E3-41E4-B20F-73083298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9292BB84-CF9C-4226-806E-41E508E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6D4864BC-FDF5-4C75-BE6B-CDA30270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C7A54263-F90A-4D0E-9752-6D2FBDF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4129D6F9-6968-44DE-B2CA-AF0EB0E3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D4EC53F-AE0D-4C93-8E03-32508B1F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99.0% below 400 ms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912696ED-8FD2-4287-B3D0-301E1B74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Latency target</a:t>
            </a:r>
          </a:p>
        </p:txBody>
      </p:sp>
      <p:sp>
        <p:nvSpPr>
          <p:cNvPr id="12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25D8DFEC-4C83-4B2B-AEA1-CA2BEA5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3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41ECFF04-8E04-42F2-9BBD-8F98E3B7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4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B5D23365-689F-427C-9ADE-0399A8A6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5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B41DDD26-736D-493C-AC24-F916E18A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14.6x</a:t>
            </a:r>
          </a:p>
        </p:txBody>
      </p:sp>
      <p:sp>
        <p:nvSpPr>
          <p:cNvPr id="16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C16C5B51-7BCA-47E0-913D-AAF79D4A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Short burn</a:t>
            </a:r>
          </a:p>
        </p:txBody>
      </p:sp>
      <p:sp>
        <p:nvSpPr>
          <p:cNvPr id="17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D1A86F25-76AE-4CF9-8A6E-C48C512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p02-full-007746</a:t>
            </a:r>
          </a:p>
        </p:txBody>
      </p:sp>
      <p:sp>
        <p:nvSpPr>
          <p:cNvPr id="18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7FF21FF0-9285-4ED8-909D-AFA14258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04493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2A4B7168-EFF6-4153-B683-7074B9BC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98DEF68D-76B6-4D68-9BFC-2188D4E6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Dashboard Availability Panels Operations Briefing Pptx: Q-07 threshold evidence · p02-full-007746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cf3f7a99244798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D22B52E-0CB9-4D93-828E-EB516145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B9373CB-8B45-4E79-8490-B6904A1D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D4533EB6-AE79-4B4C-86D1-FB869716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FBC8F3DD-095E-42C5-9EBE-D095D194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7CB87058-B39F-490B-91EB-E7ABF813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DD3CB913-9A92-4191-B94D-BCDCD7B3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B6DA2C03-2EB3-44D7-8899-DA83FD6B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9C13A9D9-CF18-4BE6-AEB9-475457CB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79817DA5-1266-4546-96F6-D03AE5DC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93429C9-0DCB-4F49-8B37-E52C3245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58E7C51B-6806-4B68-9FB0-C8AEE6CF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E585B2EC-3833-4961-BFC5-D8498CD2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13 operations dashboard regional traffic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E767C719-6CD7-42C0-B5C9-57485723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82655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2026-08-24T12:58:38.3390000Z</dcterms:created>
  <dcterms:modified xsi:type="dcterms:W3CDTF">2026-08-24T12:58:38.3390000Z</dcterms:modified>
</coreProperties>
</file>