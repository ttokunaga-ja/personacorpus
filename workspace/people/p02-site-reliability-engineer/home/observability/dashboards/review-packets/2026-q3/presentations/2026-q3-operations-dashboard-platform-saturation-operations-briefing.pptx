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efa947ac4e4d5c" /><Relationship Type="http://schemas.openxmlformats.org/officeDocument/2006/relationships/extended-properties" Target="/docProps/app.xml" Id="R911ca44290884b97" /><Relationship Type="http://schemas.openxmlformats.org/officeDocument/2006/relationships/officeDocument" Target="/ppt/presentation.xml" Id="R30022f1a555d4d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d235e10a12489c"/>
  </p:sldMasterIdLst>
  <p:notesMasterIdLst>
    <p:notesMasterId xmlns:r="http://schemas.openxmlformats.org/officeDocument/2006/relationships" r:id="Rfcf94b25985c459d"/>
  </p:notesMasterIdLst>
  <p:sldIdLst>
    <p:sldId xmlns:r="http://schemas.openxmlformats.org/officeDocument/2006/relationships" id="256" r:id="Rd3fdc7e66bab4ee1"/>
    <p:sldId xmlns:r="http://schemas.openxmlformats.org/officeDocument/2006/relationships" id="257" r:id="Rb729fe8c04714205"/>
    <p:sldId xmlns:r="http://schemas.openxmlformats.org/officeDocument/2006/relationships" id="258" r:id="R82767059f17f4b11"/>
    <p:sldId xmlns:r="http://schemas.openxmlformats.org/officeDocument/2006/relationships" id="259" r:id="R7116ce258e8541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7dfc01cc6b4bd3" /><Relationship Type="http://schemas.openxmlformats.org/officeDocument/2006/relationships/slideMaster" Target="/ppt/slideMasters/slideMaster1.xml" Id="Rc4d235e10a12489c" /><Relationship Type="http://schemas.openxmlformats.org/officeDocument/2006/relationships/notesMaster" Target="/ppt/notesMasters/notesMaster1.xml" Id="Rfcf94b25985c459d" /><Relationship Type="http://schemas.openxmlformats.org/officeDocument/2006/relationships/presProps" Target="/ppt/presProps.xml" Id="R3a4d10ac3b5243b9" /><Relationship Type="http://schemas.openxmlformats.org/officeDocument/2006/relationships/tableStyles" Target="/ppt/tableStyles.xml" Id="R96a44f70eaaa40b6" /><Relationship Type="http://schemas.openxmlformats.org/officeDocument/2006/relationships/slide" Target="/ppt/slides/slide1.xml" Id="Rd3fdc7e66bab4ee1" /><Relationship Type="http://schemas.openxmlformats.org/officeDocument/2006/relationships/slide" Target="/ppt/slides/slide2.xml" Id="Rb729fe8c04714205" /><Relationship Type="http://schemas.openxmlformats.org/officeDocument/2006/relationships/slide" Target="/ppt/slides/slide3.xml" Id="R82767059f17f4b11" /><Relationship Type="http://schemas.openxmlformats.org/officeDocument/2006/relationships/slide" Target="/ppt/slides/slide4.xml" Id="R7116ce258e8541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ac67e09d224c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71ceaebdce43b1" /><Relationship Type="http://schemas.openxmlformats.org/officeDocument/2006/relationships/notesMaster" Target="/ppt/notesMasters/notesMaster1.xml" Id="R63328a58dfb340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7bd211a1eb4644" /><Relationship Type="http://schemas.openxmlformats.org/officeDocument/2006/relationships/notesMaster" Target="/ppt/notesMasters/notesMaster1.xml" Id="R2ea8637b1c3741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0f54930047418f" /><Relationship Type="http://schemas.openxmlformats.org/officeDocument/2006/relationships/notesMaster" Target="/ppt/notesMasters/notesMaster1.xml" Id="Rc8d133d6c4134f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9cce17ef2848ab" /><Relationship Type="http://schemas.openxmlformats.org/officeDocument/2006/relationships/notesMaster" Target="/ppt/notesMasters/notesMaster1.xml" Id="R97e26d9cb2b944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observability/dashboards/datasets/2026-07-20-operations-dashboard-availability-panels-metrics-csv-s007586.csv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p02-full-007586, row:canonical-metric.</a:t>
            </a:r>
          </a:p>
          <a:p xmlns:a="http://schemas.openxmlformats.org/drawingml/2006/main">
            <a:r>
              <a:t>Artifact: p02-full-014349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observability/dashboards/datasets/2026-07-20-operations-dashboard-availability-panels-metrics-csv-s007586.csv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p02-full-007586, row:canonical-metric.</a:t>
            </a:r>
          </a:p>
          <a:p xmlns:a="http://schemas.openxmlformats.org/drawingml/2006/main">
            <a:r>
              <a:t>Artifact: p02-full-014349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observability/dashboards/datasets/2026-07-20-operations-dashboard-availability-panels-metrics-csv-s007586.csv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p02-full-007586, row:canonical-metric.</a:t>
            </a:r>
          </a:p>
          <a:p xmlns:a="http://schemas.openxmlformats.org/drawingml/2006/main">
            <a:r>
              <a:t>Artifact: p02-full-014349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observability/dashboards/datasets/2026-07-20-operations-dashboard-availability-panels-metrics-csv-s007586.csv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p02-full-007586, row:canonical-metric.</a:t>
            </a:r>
          </a:p>
          <a:p xmlns:a="http://schemas.openxmlformats.org/drawingml/2006/main">
            <a:r>
              <a:t>Artifact: p02-full-014349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9018aa0d3a4b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0aacf22f5f4308" /><Relationship Type="http://schemas.openxmlformats.org/officeDocument/2006/relationships/slideLayout" Target="/ppt/slideLayouts/slideLayout1.xml" Id="R7426d449e8374d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26d449e8374d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5039f9eab4d6a" /><Relationship Type="http://schemas.openxmlformats.org/officeDocument/2006/relationships/notesSlide" Target="/ppt/notesSlides/notesSlide1.xml" Id="Rcb5dd43d3c6144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b58f47ee044da" /><Relationship Type="http://schemas.openxmlformats.org/officeDocument/2006/relationships/notesSlide" Target="/ppt/notesSlides/notesSlide2.xml" Id="R4f8a0e92880c44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bc028cd614c1b" /><Relationship Type="http://schemas.openxmlformats.org/officeDocument/2006/relationships/notesSlide" Target="/ppt/notesSlides/notesSlide3.xml" Id="R6b42a662251249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f60a89b23404e" /><Relationship Type="http://schemas.openxmlformats.org/officeDocument/2006/relationships/chart" Target="/ppt/slides/charts/chart1.xml" Id="Re7c0d391f8bd47d7" /><Relationship Type="http://schemas.openxmlformats.org/officeDocument/2006/relationships/notesSlide" Target="/ppt/notesSlides/notesSlide4.xml" Id="R4afcc73718b3416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C8F464C7-0032-4D0C-824B-49007330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4AF5E208-ABE1-42F9-B3C0-40076162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p02-full-014349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089C5A68-398C-4F9E-9320-B270DAFE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observability/dashboards · Platform Reliability · control p02-full-014349 · 2026 Q3 Operations Dashboard Platform Saturation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88F9B128-1D0F-4A66-BF16-31380500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9708963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5EBF35FA-F918-479E-88E1-C22CF842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Operations Dashboard Platform Saturation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8ED7701F-5069-4C47-87E0-983DC20F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C2C91940-3C21-473F-B231-F28F419E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F1F2C8E7-F7EB-4148-907E-3ADD17F8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ED874DB5-CE90-486D-BE47-35DD026C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operations dashboard availability panels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E420B66D-FE9E-4DFC-9BA6-7292CD29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EE0FE8E5-B59A-4D80-86D4-2E9E7E83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A3E8D3F4-FC0B-42A2-9231-CE038417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F177883A-4B79-494A-9800-9D9C87E7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3FBE0CC8-91B8-4AD7-A2BB-92354688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A61E484A-EB9C-4FA5-8A32-6DC13F64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E5D71C9C-DD41-475C-955F-2FEEDDFC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A6B6CFAF-8F5F-4C07-9236-1B903C1C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19A31234-83A8-45B9-A0C4-F30E129F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p02-full-014349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7C6F8831-F3C4-4192-9778-8E92967D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858179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791AF210-8663-4AA7-93D9-A8208AE2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p02-full-014349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E9C45C37-8684-40D2-8D57-D43398E3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budget.checkout.2026-07 · rel.slo.2026-q3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3C2F822A-92B8-41BA-A0DF-EC8146B4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46781A18-5554-4346-A733-76AC0D00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A8F06D61-C1EF-4AA9-A792-609794E6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702A6D05-171F-473E-8DC8-6BDB76C3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6A0A1995-83FE-41D9-AE68-A9BAF62B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85BB095D-391A-493C-9D84-4BF84463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87C06F66-B5CD-4B02-BC15-89466B9C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9D431922-ABE9-4B07-9784-7FD706A3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39DA2E4F-A770-4688-8A94-774D9620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4CF238B3-DD97-42FC-88B8-0CCE1EF2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AC7E9571-E4CB-4049-99A4-BF3874F3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E221C3E2-F1D3-46D0-B460-1D8F2744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BC2BDEE0-48F2-441E-9475-69FADAF2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50246CEA-DBAF-4226-9F6C-1E814085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1BE7F616-C8B3-4747-9A62-063C49B9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p02-full-014349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CC8471C5-ED82-45CB-8FA0-4110497E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07860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411B4FF1-AF85-4CDE-A894-822AF781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5B435951-A1A9-4CEF-8EDF-641BF98C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Operations Dashboard Platform Saturation Operations Briefing Pptx: Q-07 threshold evidence · p02-full-014349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c0d391f8bd47d7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1423A18E-7A75-4ADA-9C11-BD8245AF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BBCDDB25-04B0-45BB-BDF3-2EE4D98F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4617B00D-1FCE-4371-9E5C-B6286D6A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116EF6AF-3C6C-4421-9C1D-9F64B5A9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CF8774A0-D551-4F95-A8D7-CF730778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3C1B6AE0-F9B5-4426-865A-4EBB7048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0AB7FACF-D44E-4DD7-B74F-EFB87286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D9F8BB8D-0168-4410-8523-5F51EA0E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9823589F-61AD-47CD-B3BC-7BA3D53F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5D788B90-B123-4685-9FA6-7B437D28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16722722-5206-4040-B5D0-B34A7DF3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3BDBE682-03F3-443F-AEDA-B098C665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operations dashboard availability panels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A7DC2F3E-3305-4A11-8C56-5B5D597C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924611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2026-08-24T12:58:40.7470000Z</dcterms:created>
  <dcterms:modified xsi:type="dcterms:W3CDTF">2026-08-24T12:58:40.7470000Z</dcterms:modified>
</coreProperties>
</file>