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5b9112f88f4f20" /><Relationship Type="http://schemas.openxmlformats.org/officeDocument/2006/relationships/extended-properties" Target="/docProps/app.xml" Id="Rfdddc770b44c4027" /><Relationship Type="http://schemas.openxmlformats.org/officeDocument/2006/relationships/officeDocument" Target="/ppt/presentation.xml" Id="R9fb94928291c4c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1f5b89ccf44c0d"/>
  </p:sldMasterIdLst>
  <p:notesMasterIdLst>
    <p:notesMasterId xmlns:r="http://schemas.openxmlformats.org/officeDocument/2006/relationships" r:id="Rb62e736356b64011"/>
  </p:notesMasterIdLst>
  <p:sldIdLst>
    <p:sldId xmlns:r="http://schemas.openxmlformats.org/officeDocument/2006/relationships" id="256" r:id="R2ed7e67a1ef841c6"/>
    <p:sldId xmlns:r="http://schemas.openxmlformats.org/officeDocument/2006/relationships" id="257" r:id="R5d85f45ad6ba4c40"/>
    <p:sldId xmlns:r="http://schemas.openxmlformats.org/officeDocument/2006/relationships" id="258" r:id="R428ca0e7d9ab4d2e"/>
    <p:sldId xmlns:r="http://schemas.openxmlformats.org/officeDocument/2006/relationships" id="259" r:id="R81e296fe8a764c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f705c4116441ae" /><Relationship Type="http://schemas.openxmlformats.org/officeDocument/2006/relationships/slideMaster" Target="/ppt/slideMasters/slideMaster1.xml" Id="Rf01f5b89ccf44c0d" /><Relationship Type="http://schemas.openxmlformats.org/officeDocument/2006/relationships/notesMaster" Target="/ppt/notesMasters/notesMaster1.xml" Id="Rb62e736356b64011" /><Relationship Type="http://schemas.openxmlformats.org/officeDocument/2006/relationships/presProps" Target="/ppt/presProps.xml" Id="Re97a0bcae884413a" /><Relationship Type="http://schemas.openxmlformats.org/officeDocument/2006/relationships/tableStyles" Target="/ppt/tableStyles.xml" Id="Rd42b3b844eb94498" /><Relationship Type="http://schemas.openxmlformats.org/officeDocument/2006/relationships/slide" Target="/ppt/slides/slide1.xml" Id="R2ed7e67a1ef841c6" /><Relationship Type="http://schemas.openxmlformats.org/officeDocument/2006/relationships/slide" Target="/ppt/slides/slide2.xml" Id="R5d85f45ad6ba4c40" /><Relationship Type="http://schemas.openxmlformats.org/officeDocument/2006/relationships/slide" Target="/ppt/slides/slide3.xml" Id="R428ca0e7d9ab4d2e" /><Relationship Type="http://schemas.openxmlformats.org/officeDocument/2006/relationships/slide" Target="/ppt/slides/slide4.xml" Id="R81e296fe8a764c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21240cfa244d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e477898b16481d" /><Relationship Type="http://schemas.openxmlformats.org/officeDocument/2006/relationships/notesMaster" Target="/ppt/notesMasters/notesMaster1.xml" Id="R3f3262e68a0b4d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6bc1a235784751" /><Relationship Type="http://schemas.openxmlformats.org/officeDocument/2006/relationships/notesMaster" Target="/ppt/notesMasters/notesMaster1.xml" Id="R2e3d295fdd3940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30200141724f56" /><Relationship Type="http://schemas.openxmlformats.org/officeDocument/2006/relationships/notesMaster" Target="/ppt/notesMasters/notesMaster1.xml" Id="R583109a7720849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d1f3f4c2c84469" /><Relationship Type="http://schemas.openxmlformats.org/officeDocument/2006/relationships/notesMaster" Target="/ppt/notesMasters/notesMaster1.xml" Id="R6f1501e8442d42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observability/dashboards/datasets/2026-07-15-operations-dashboard-latency-panels-metrics-tsv-s005969.tsv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p02-full-005969, row:canonical-metric.</a:t>
            </a:r>
          </a:p>
          <a:p xmlns:a="http://schemas.openxmlformats.org/drawingml/2006/main">
            <a:r>
              <a:t>Artifact: p02-full-007346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observability/dashboards/datasets/2026-07-15-operations-dashboard-latency-panels-metrics-tsv-s005969.tsv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p02-full-005969, row:canonical-metric.</a:t>
            </a:r>
          </a:p>
          <a:p xmlns:a="http://schemas.openxmlformats.org/drawingml/2006/main">
            <a:r>
              <a:t>Artifact: p02-full-007346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observability/dashboards/datasets/2026-07-15-operations-dashboard-latency-panels-metrics-tsv-s005969.tsv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p02-full-005969, row:canonical-metric.</a:t>
            </a:r>
          </a:p>
          <a:p xmlns:a="http://schemas.openxmlformats.org/drawingml/2006/main">
            <a:r>
              <a:t>Artifact: p02-full-007346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observability/dashboards/datasets/2026-07-15-operations-dashboard-latency-panels-metrics-tsv-s005969.tsv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p02-full-005969, row:canonical-metric.</a:t>
            </a:r>
          </a:p>
          <a:p xmlns:a="http://schemas.openxmlformats.org/drawingml/2006/main">
            <a:r>
              <a:t>Artifact: p02-full-007346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9c0d4e8fd144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643eab3b554cb1" /><Relationship Type="http://schemas.openxmlformats.org/officeDocument/2006/relationships/slideLayout" Target="/ppt/slideLayouts/slideLayout1.xml" Id="R362b09fa355d4f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2b09fa355d4f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d19903640480c" /><Relationship Type="http://schemas.openxmlformats.org/officeDocument/2006/relationships/notesSlide" Target="/ppt/notesSlides/notesSlide1.xml" Id="R1c45be84d0fe42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50ba0475a84255" /><Relationship Type="http://schemas.openxmlformats.org/officeDocument/2006/relationships/notesSlide" Target="/ppt/notesSlides/notesSlide2.xml" Id="Rc3756988886641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4ea5f9b614200" /><Relationship Type="http://schemas.openxmlformats.org/officeDocument/2006/relationships/notesSlide" Target="/ppt/notesSlides/notesSlide3.xml" Id="R9412f2ad895f49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ad350a9c34a6d" /><Relationship Type="http://schemas.openxmlformats.org/officeDocument/2006/relationships/chart" Target="/ppt/slides/charts/chart1.xml" Id="R1e20c52d51d24c8b" /><Relationship Type="http://schemas.openxmlformats.org/officeDocument/2006/relationships/notesSlide" Target="/ppt/notesSlides/notesSlide4.xml" Id="Rb8d9eab16c62483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1B39286E-D9D7-435D-83FF-A18AD41C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F5A3D5F9-AB75-4602-9EC7-C0BF122C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p02-full-007346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7B3629DB-4988-4D85-871C-596482CA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· observability/dashboards · Platform Reliability · control p02-full-007346 · 2026 Q3 Operations Dashboard Availability Panels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3B952AE8-F54F-4823-8519-6CDB7060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2318495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E1B51F2E-E343-4A1E-B204-5E15E115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Operations Dashboard Availability Panels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C66A6B85-0C65-4949-B022-4FA8BAFA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265982E9-6085-4683-B767-869F4981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B47D51A5-FA14-41AC-925F-6322708A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56C7C42D-4AEE-4A22-9024-23874A11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operations dashboard latency panels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C601D6CB-B543-4C2B-A01B-BD5E755E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DE5F33F6-0B12-4FD5-BF2D-B32E9EA1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F2C87AC7-BBA1-4933-B2D0-2D550328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16B16233-6D73-4B38-B343-18F58CDA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6CB10BAD-419D-4A65-BBE7-49B7CDF6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F5560ABC-1A4F-4890-8F65-654FAD62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B9072A99-8A64-4485-BE55-2F50AD4E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A6DDB39F-296E-42D8-A17B-5D245DA6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FDC85618-B3AA-4AF3-B06D-4D7E0209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p02-full-007346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F07FF51D-044B-4C9F-A98C-AE77236E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25729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B86EBCDA-F1D1-47BF-96C8-2B1799E4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p02-full-007346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2A654720-D602-460A-850A-1198E1E6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slo.telemetry.delivery · rel.slo.2026-q3 · period.2026-q3.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6C577612-C02D-456A-9251-DF651071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49545924-7378-4AE6-908C-3F748047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6988B271-73B7-4C56-8BF8-C11516DE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2CB1A30D-8056-4B34-953F-A42F9B7F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11B1FF98-84AE-4D1F-9F00-BCF4FE82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F06B2FCC-4785-4EB2-8F1C-473AA1C0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5C45AB9B-FEBC-46BF-A099-19047719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1FA110E1-FDB6-4BF5-BD59-FA69F4C3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0ADF695F-B987-40B8-8BE5-887782A6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4D40D083-0C5A-42B7-8026-B7D3C9F2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5EC15296-A315-4C38-A454-9CC4DFA1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D46A509B-C931-4F25-8A6A-E02DE6A8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83ECC6AC-5C33-432E-9545-2DBE2B3F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629D205B-6FCF-4E62-8D7C-12168558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3D97328D-EE73-4FC2-8B1B-B1907A3E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DC278CD5-66A5-49EF-A2C9-DFFF7EDD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p02-full-007346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FA8D8E32-3994-4356-9F96-6463DC64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23380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A32299BF-0F59-46AC-B510-508ED01F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42B0AEC8-81A9-449F-8008-A45B1F97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Operations Dashboard Availability Panels Operations Briefing Pptx: Q-07 threshold evidence · p02-full-007346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20c52d51d24c8b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4D24CEBB-66F6-4A5D-A64A-139415E1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3BABE1D5-9867-4FAB-B85D-59442B63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DE1C21B8-C388-48B6-90C8-FD3D07B1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D6E47845-B82A-47DE-A45D-07715EEB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7D8359ED-EE11-41BB-B857-80F697E1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1B9443A1-49CC-4269-88A4-EF956DF8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A24ABA1C-DC23-4ECA-927F-3467151F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E91940E8-9F11-4CFC-8417-ED53A99B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D86808ED-292B-4CD2-9EFC-FE12474D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33324A68-D3ED-444C-83EF-451E7582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D0F358E0-332C-4116-A9ED-693E28A2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6F88AF4C-53F0-4DC3-AF78-B0D55E18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operations dashboard latency panels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3196948B-586F-40E6-8FF2-A248EC10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533433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2026-08-24T12:58:37.9380000Z</dcterms:created>
  <dcterms:modified xsi:type="dcterms:W3CDTF">2026-08-24T12:58:37.9380000Z</dcterms:modified>
</coreProperties>
</file>