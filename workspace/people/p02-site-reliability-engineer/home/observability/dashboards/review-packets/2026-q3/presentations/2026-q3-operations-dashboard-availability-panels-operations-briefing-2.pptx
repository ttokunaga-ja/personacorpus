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2ea11d6b054d64" /><Relationship Type="http://schemas.openxmlformats.org/officeDocument/2006/relationships/extended-properties" Target="/docProps/app.xml" Id="R2b3bc0d0da80497f" /><Relationship Type="http://schemas.openxmlformats.org/officeDocument/2006/relationships/officeDocument" Target="/ppt/presentation.xml" Id="R9cc76c7ff45845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13b4e7033543c6"/>
  </p:sldMasterIdLst>
  <p:notesMasterIdLst>
    <p:notesMasterId xmlns:r="http://schemas.openxmlformats.org/officeDocument/2006/relationships" r:id="R881adc3b77e149d6"/>
  </p:notesMasterIdLst>
  <p:sldIdLst>
    <p:sldId xmlns:r="http://schemas.openxmlformats.org/officeDocument/2006/relationships" id="256" r:id="R9e3959b2979d4b75"/>
    <p:sldId xmlns:r="http://schemas.openxmlformats.org/officeDocument/2006/relationships" id="257" r:id="Rf5174cceaa3b4943"/>
    <p:sldId xmlns:r="http://schemas.openxmlformats.org/officeDocument/2006/relationships" id="258" r:id="Rc0bbf70b140349fd"/>
    <p:sldId xmlns:r="http://schemas.openxmlformats.org/officeDocument/2006/relationships" id="259" r:id="R212d7d1d9e2345e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bbececd9bf4bfa" /><Relationship Type="http://schemas.openxmlformats.org/officeDocument/2006/relationships/slideMaster" Target="/ppt/slideMasters/slideMaster1.xml" Id="R9f13b4e7033543c6" /><Relationship Type="http://schemas.openxmlformats.org/officeDocument/2006/relationships/notesMaster" Target="/ppt/notesMasters/notesMaster1.xml" Id="R881adc3b77e149d6" /><Relationship Type="http://schemas.openxmlformats.org/officeDocument/2006/relationships/presProps" Target="/ppt/presProps.xml" Id="R1d85f4c8a3af49fa" /><Relationship Type="http://schemas.openxmlformats.org/officeDocument/2006/relationships/tableStyles" Target="/ppt/tableStyles.xml" Id="R857e7199d7294e8e" /><Relationship Type="http://schemas.openxmlformats.org/officeDocument/2006/relationships/slide" Target="/ppt/slides/slide1.xml" Id="R9e3959b2979d4b75" /><Relationship Type="http://schemas.openxmlformats.org/officeDocument/2006/relationships/slide" Target="/ppt/slides/slide2.xml" Id="Rf5174cceaa3b4943" /><Relationship Type="http://schemas.openxmlformats.org/officeDocument/2006/relationships/slide" Target="/ppt/slides/slide3.xml" Id="Rc0bbf70b140349fd" /><Relationship Type="http://schemas.openxmlformats.org/officeDocument/2006/relationships/slide" Target="/ppt/slides/slide4.xml" Id="R212d7d1d9e2345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e9db6453a946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84f4a29d69454c" /><Relationship Type="http://schemas.openxmlformats.org/officeDocument/2006/relationships/notesMaster" Target="/ppt/notesMasters/notesMaster1.xml" Id="Rcaf42ff0869546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a668e40e5e4679" /><Relationship Type="http://schemas.openxmlformats.org/officeDocument/2006/relationships/notesMaster" Target="/ppt/notesMasters/notesMaster1.xml" Id="R2c7256893fe545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212d241b2248f1" /><Relationship Type="http://schemas.openxmlformats.org/officeDocument/2006/relationships/notesMaster" Target="/ppt/notesMasters/notesMaster1.xml" Id="R279608f1ece845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ae061ea78f4697" /><Relationship Type="http://schemas.openxmlformats.org/officeDocument/2006/relationships/notesMaster" Target="/ppt/notesMasters/notesMaster1.xml" Id="Raaf6ad794bca4a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observability/dashboards/datasets/2026-07-15-operations-dashboard-availability-panels-metrics-tsv-s008170.tsv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p02-full-008170, row:canonical-metric.</a:t>
            </a:r>
          </a:p>
          <a:p xmlns:a="http://schemas.openxmlformats.org/drawingml/2006/main">
            <a:r>
              <a:t>Artifact: p02-full-008746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observability/dashboards/datasets/2026-07-15-operations-dashboard-availability-panels-metrics-tsv-s008170.tsv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p02-full-008170, row:canonical-metric.</a:t>
            </a:r>
          </a:p>
          <a:p xmlns:a="http://schemas.openxmlformats.org/drawingml/2006/main">
            <a:r>
              <a:t>Artifact: p02-full-008746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observability/dashboards/datasets/2026-07-15-operations-dashboard-availability-panels-metrics-tsv-s008170.tsv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p02-full-008170, row:canonical-metric.</a:t>
            </a:r>
          </a:p>
          <a:p xmlns:a="http://schemas.openxmlformats.org/drawingml/2006/main">
            <a:r>
              <a:t>Artifact: p02-full-008746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observability/dashboards/datasets/2026-07-15-operations-dashboard-availability-panels-metrics-tsv-s008170.tsv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p02-full-008170, row:canonical-metric.</a:t>
            </a:r>
          </a:p>
          <a:p xmlns:a="http://schemas.openxmlformats.org/drawingml/2006/main">
            <a:r>
              <a:t>Artifact: p02-full-008746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b83a4e186445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b02ac3f08542c3" /><Relationship Type="http://schemas.openxmlformats.org/officeDocument/2006/relationships/slideLayout" Target="/ppt/slideLayouts/slideLayout1.xml" Id="Rddad1cf234c14f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ad1cf234c14f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c34b4a9bce4eac" /><Relationship Type="http://schemas.openxmlformats.org/officeDocument/2006/relationships/notesSlide" Target="/ppt/notesSlides/notesSlide1.xml" Id="Rc144bb3bef4045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f0a00fa7254797" /><Relationship Type="http://schemas.openxmlformats.org/officeDocument/2006/relationships/notesSlide" Target="/ppt/notesSlides/notesSlide2.xml" Id="R1c9c295750ff45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d50ff0650d476d" /><Relationship Type="http://schemas.openxmlformats.org/officeDocument/2006/relationships/notesSlide" Target="/ppt/notesSlides/notesSlide3.xml" Id="R78630bb3b4b346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74655cb4c247f1" /><Relationship Type="http://schemas.openxmlformats.org/officeDocument/2006/relationships/chart" Target="/ppt/slides/charts/chart1.xml" Id="Rcc2cf4f380ea4af2" /><Relationship Type="http://schemas.openxmlformats.org/officeDocument/2006/relationships/notesSlide" Target="/ppt/notesSlides/notesSlide4.xml" Id="R40204022d064402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C86F4700-AF4C-4BE7-BE2E-2C6C8496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FC9DCE51-4301-4C4C-B05B-86A74BA8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p02-full-008746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D940784D-6210-4C84-9125-FE89AB8D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2026-Q3 · observability/dashboards · Platform Reliability · control p02-full-008746 · 2026 Q3 Operations Dashboard Availability Panels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76C1A717-E68C-4EB9-907D-E06FF047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6057626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BCD8FD1F-1508-4E01-8158-3ECED47E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Operations Dashboard Availability Panels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BC3B68A1-8A16-4B01-BE43-EC5148CC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F4F1C5D2-1178-4B4E-9852-A9A029F9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7A78DD05-6632-48E3-B8B4-4AA05DAA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DD46E2D3-CBC4-4600-A2EA-4DF31C9D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operations dashboard availability panels metrics tsv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B0D48682-BC36-4CB3-A788-2193EFAC2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A5B4632B-22B3-4EC5-8BA4-EB0E20E2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C38D9AB2-AD53-4ABA-B985-E64F887E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37B59FCE-C869-4CF7-81B6-9ACA6129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A6A70B55-8FC4-4233-A6AB-A9A6C00A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56C2B3C8-FDD5-4834-A597-B2970687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C02CF899-CA11-414D-B705-AEDAEFD6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01842573-31CC-4449-8BE1-5A168C22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2026-Q3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929F886E-4DB6-40DB-BF52-D561E519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p02-full-008746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97D250CD-6F65-4E3A-BDD2-191A98C1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229018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EED8D623-E96E-48F6-9BDE-B2A570C4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p02-full-008746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6028DD84-23E0-4ABA-9DAE-690D2C54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measure.queue.depth-high · rel.slo.2026-q3 · period.2026-q3.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BDB88537-E484-4D7E-A569-87EDE592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E47A93DC-9E47-4274-983B-239EC705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FB6DED85-F6A6-44A9-A3E8-44E96134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11C09F81-4CF3-45EA-9328-49DA26BF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8DAFB5CF-22B1-48F6-93A6-934AFF48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257FFDC3-770A-4766-889A-3073BB7D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A3A679F3-FC92-4B24-B44D-70BA5094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344F478F-A9A6-4CDA-A205-76EF1A82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99.0% below 400 ms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58EC8CDF-0C9C-4C61-B714-2BFEF4C8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Latency target</a:t>
            </a:r>
          </a:p>
        </p:txBody>
      </p:sp>
      <p:sp>
        <p:nvSpPr>
          <p:cNvPr id="12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8A3780FE-A6FA-4E56-90DA-A2D55287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42601F9A-074F-4928-A61A-16026D8B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4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F2224A85-CDAA-4859-A1E2-55C356DF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5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4009454F-22AD-428C-ADF2-3E7DDC47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14.6x</a:t>
            </a:r>
          </a:p>
        </p:txBody>
      </p:sp>
      <p:sp>
        <p:nvSpPr>
          <p:cNvPr id="16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F1C5195A-F6C9-4C7A-8205-5391596D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Short burn</a:t>
            </a:r>
          </a:p>
        </p:txBody>
      </p:sp>
      <p:sp>
        <p:nvSpPr>
          <p:cNvPr id="17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A5D6F6BD-6900-46E7-8410-D4F5F087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p02-full-008746</a:t>
            </a:r>
          </a:p>
        </p:txBody>
      </p:sp>
      <p:sp>
        <p:nvSpPr>
          <p:cNvPr id="18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A4AE1A70-A0B0-4A27-8D62-A6DE5884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793623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C8BB6A8E-8C6F-494C-A0A4-6F00B700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70B269B7-345E-49C2-A301-CC870127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Operations Dashboard Availability Panels Operations Briefing Pptx: Q-07 threshold evidence · p02-full-008746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c2cf4f380ea4af2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797001A8-9DD0-42E8-9AAD-0664F80A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AB14CAAA-757E-43F7-818C-B92AEF13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47844B53-706A-4B12-8501-8E3EED9D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762589EB-19E7-4384-A204-03E416C2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1F67C56F-F092-4311-9B6A-07EF3A62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76C4E372-F806-44DA-BE2F-07AC541A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76076354-B7A5-4B19-BA75-A11775A7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3610EC4D-722C-42FA-8978-67258EEC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274E57C7-02D4-4DE3-898F-E3A69D84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BCA07354-B8C6-4EEA-BD1C-0800ED0E6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3775341A-65E4-40F1-BC37-F1A17213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E4CD384E-B826-421B-AF66-ED139F09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operations dashboard availability panels metrics tsv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CBB1A2C3-59BF-422D-974D-B25E653B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585750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2026-08-24T12:58:39.2140000Z</dcterms:created>
  <dcterms:modified xsi:type="dcterms:W3CDTF">2026-08-24T12:58:39.2140000Z</dcterms:modified>
</coreProperties>
</file>