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3015410fdb4497" /><Relationship Type="http://schemas.openxmlformats.org/officeDocument/2006/relationships/extended-properties" Target="/docProps/app.xml" Id="Ra0bb798cb2ac4638" /><Relationship Type="http://schemas.openxmlformats.org/officeDocument/2006/relationships/officeDocument" Target="/ppt/presentation.xml" Id="R90f45765237a40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77fecc62cf4109"/>
  </p:sldMasterIdLst>
  <p:notesMasterIdLst>
    <p:notesMasterId xmlns:r="http://schemas.openxmlformats.org/officeDocument/2006/relationships" r:id="R849f8acf86824cae"/>
  </p:notesMasterIdLst>
  <p:sldIdLst>
    <p:sldId xmlns:r="http://schemas.openxmlformats.org/officeDocument/2006/relationships" id="256" r:id="R36516c9e6a6a4813"/>
    <p:sldId xmlns:r="http://schemas.openxmlformats.org/officeDocument/2006/relationships" id="257" r:id="Rfdb75c4c40b64074"/>
    <p:sldId xmlns:r="http://schemas.openxmlformats.org/officeDocument/2006/relationships" id="258" r:id="R28c890ae8540433b"/>
    <p:sldId xmlns:r="http://schemas.openxmlformats.org/officeDocument/2006/relationships" id="259" r:id="R4e1d0e55d3e343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0d5b8e152d41a3" /><Relationship Type="http://schemas.openxmlformats.org/officeDocument/2006/relationships/slideMaster" Target="/ppt/slideMasters/slideMaster1.xml" Id="Rb677fecc62cf4109" /><Relationship Type="http://schemas.openxmlformats.org/officeDocument/2006/relationships/notesMaster" Target="/ppt/notesMasters/notesMaster1.xml" Id="R849f8acf86824cae" /><Relationship Type="http://schemas.openxmlformats.org/officeDocument/2006/relationships/presProps" Target="/ppt/presProps.xml" Id="R72aefd941e594bd5" /><Relationship Type="http://schemas.openxmlformats.org/officeDocument/2006/relationships/tableStyles" Target="/ppt/tableStyles.xml" Id="Rb34b04430d244081" /><Relationship Type="http://schemas.openxmlformats.org/officeDocument/2006/relationships/slide" Target="/ppt/slides/slide1.xml" Id="R36516c9e6a6a4813" /><Relationship Type="http://schemas.openxmlformats.org/officeDocument/2006/relationships/slide" Target="/ppt/slides/slide2.xml" Id="Rfdb75c4c40b64074" /><Relationship Type="http://schemas.openxmlformats.org/officeDocument/2006/relationships/slide" Target="/ppt/slides/slide3.xml" Id="R28c890ae8540433b" /><Relationship Type="http://schemas.openxmlformats.org/officeDocument/2006/relationships/slide" Target="/ppt/slides/slide4.xml" Id="R4e1d0e55d3e343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ab1be9315643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65ec4707cc4b6e" /><Relationship Type="http://schemas.openxmlformats.org/officeDocument/2006/relationships/notesMaster" Target="/ppt/notesMasters/notesMaster1.xml" Id="R23e5e1274e0f44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d126b418f9425c" /><Relationship Type="http://schemas.openxmlformats.org/officeDocument/2006/relationships/notesMaster" Target="/ppt/notesMasters/notesMaster1.xml" Id="Rb9c97d555bb94e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08a3d16bfe4828" /><Relationship Type="http://schemas.openxmlformats.org/officeDocument/2006/relationships/notesMaster" Target="/ppt/notesMasters/notesMaster1.xml" Id="R1d75bb39e49d40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4d99a02d974bb6" /><Relationship Type="http://schemas.openxmlformats.org/officeDocument/2006/relationships/notesMaster" Target="/ppt/notesMasters/notesMaster1.xml" Id="R326df61704a941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observability/dashboards/datasets/2026-q3-operations-dashboard-regional-traffic-metrics-csv-s005844.csv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p02-full-005844, row:canonical-metric.</a:t>
            </a:r>
          </a:p>
          <a:p xmlns:a="http://schemas.openxmlformats.org/drawingml/2006/main">
            <a:r>
              <a:t>Artifact: p02-full-001249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observability/dashboards/datasets/2026-q3-operations-dashboard-regional-traffic-metrics-csv-s005844.csv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p02-full-005844, row:canonical-metric.</a:t>
            </a:r>
          </a:p>
          <a:p xmlns:a="http://schemas.openxmlformats.org/drawingml/2006/main">
            <a:r>
              <a:t>Artifact: p02-full-001249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observability/dashboards/datasets/2026-q3-operations-dashboard-regional-traffic-metrics-csv-s005844.csv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p02-full-005844, row:canonical-metric.</a:t>
            </a:r>
          </a:p>
          <a:p xmlns:a="http://schemas.openxmlformats.org/drawingml/2006/main">
            <a:r>
              <a:t>Artifact: p02-full-001249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observability/dashboards/datasets/2026-q3-operations-dashboard-regional-traffic-metrics-csv-s005844.csv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p02-full-005844, row:canonical-metric.</a:t>
            </a:r>
          </a:p>
          <a:p xmlns:a="http://schemas.openxmlformats.org/drawingml/2006/main">
            <a:r>
              <a:t>Artifact: p02-full-001249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95ab8b5d74a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89138d4242497d" /><Relationship Type="http://schemas.openxmlformats.org/officeDocument/2006/relationships/slideLayout" Target="/ppt/slideLayouts/slideLayout1.xml" Id="R41d0ceb2d86e48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d0ceb2d86e48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1d73a6197420a" /><Relationship Type="http://schemas.openxmlformats.org/officeDocument/2006/relationships/notesSlide" Target="/ppt/notesSlides/notesSlide1.xml" Id="R0278bef61d354f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6ff8818e34293" /><Relationship Type="http://schemas.openxmlformats.org/officeDocument/2006/relationships/notesSlide" Target="/ppt/notesSlides/notesSlide2.xml" Id="Rd48d960ee9f84c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677bccebc46d8" /><Relationship Type="http://schemas.openxmlformats.org/officeDocument/2006/relationships/notesSlide" Target="/ppt/notesSlides/notesSlide3.xml" Id="R49c377a3c77a48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8f59072a6420b" /><Relationship Type="http://schemas.openxmlformats.org/officeDocument/2006/relationships/chart" Target="/ppt/slides/charts/chart1.xml" Id="Rb310c42f55744ce8" /><Relationship Type="http://schemas.openxmlformats.org/officeDocument/2006/relationships/notesSlide" Target="/ppt/notesSlides/notesSlide4.xml" Id="R902a0b0b3d7f4bc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F6C5CB02-CFC5-4565-A4CC-CDF07ACA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C31DCBCD-2504-4AFA-9B2F-BDD62143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p02-full-001249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70E23060-52B7-422E-90D8-E4862884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observability/dashboards · Platform Reliability · control p02-full-001249 · 2026 07 20 Operations Dashboard Latency Panels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D48ACBC2-3118-475E-ABC9-D867FE7E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4041831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05C2BC10-1620-41E6-B6FB-5460AEAD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Operations Dashboard Latency Panels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56442A2B-1F36-4B32-A3FC-CB5D7372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4921213E-D6A9-470A-AFEE-3F86BD85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158A98C8-51DD-4536-97F5-50383AA5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1253DFF9-0A84-43C7-9CBB-8898C02B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operations dashboard regional traffic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6597A1B2-4FCA-4396-B948-EF5BFDC7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C958CFF5-AA8C-480F-854A-1B092CD7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E6C23C9B-CD64-46F5-A4D1-77C6B6E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24455585-F27B-4D73-821B-9A9887EB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80B8D05B-C695-404C-866E-2B637C1C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EBC49F31-FACC-4D6B-8BF7-364258FA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9AB54732-9B76-434E-9132-0C011C68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061D6042-8CA1-4B4D-A04A-3439FE50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AABBB720-4E68-4D07-8E5F-7ACAFC16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p02-full-001249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D55F294D-3E95-4E31-B793-82AB6093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739044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0A1CFC93-287E-4844-B496-F6DF81DB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p02-full-001249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73A3A411-3E53-4DCB-B130-AFE55AE7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measure.queue.depth-high · rel.slo.2026-q3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AE2136B3-4FB5-45E4-BE5E-BC5E09C6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C2BFD1FC-3D96-48D5-8C6D-15BF2145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1F8EA773-56E0-4A8E-968F-E7567715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76E95927-5E9C-4809-81B2-3257070C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E3722A78-6F13-44E8-8178-A52E9914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EC7317D3-F0A2-4888-AF03-B35A7FB8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80DED08A-071E-4328-A4D7-759D2200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B3A7FA09-41FA-424A-9766-EBFF316E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EDE60B54-1E21-4C92-8B4F-718EA670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D615B486-58D4-41FA-8515-2A190380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DEC2BDB3-DA38-40AC-B9F0-C00FB8EF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E9979843-F4E8-4334-BFB3-3B45772A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48322134-3215-4D96-9B7A-2458D92F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88AD81BC-D7AF-4D85-8844-2F074F78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16C43B88-332B-4986-AE45-17E8B0C0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p02-full-001249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B7EDFD01-ECC7-407D-8145-06A9295A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30139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FDD54E28-F1EB-42AB-9AB5-79AE7CEF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54E4E475-6997-429D-87E7-12C152FF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Operations Dashboard Latency Panels Operations Briefing Pptx: Q-07 threshold evidence · p02-full-001249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10c42f55744ce8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D522005F-5E7F-493A-AC44-E2DB79DD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539E8BDB-8C62-4545-A50D-DBD9C3E9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C60B6C0B-B7A6-4886-8B81-731CF219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BCB0D9D7-E1B7-4D5F-9F8A-E2FB84E7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9216573D-74DD-4E97-82AF-BE6CEF2D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706A18FC-650B-4F27-A722-AA3378EF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BB77978E-4C93-4B0E-9770-07D84B4D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4AC0DA68-8DC6-4DCA-A790-70F6DA52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BE174C3B-A992-40C5-A1C4-E903309F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F5BC6AF9-455D-45C7-8305-28DB85A0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C1C082ED-2F23-47D8-AF65-112DE980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653D9253-E350-4C4B-A15C-A1277A42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operations dashboard regional traffic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F44B4DD6-F8B6-4F7F-89A9-64C1CB86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59150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2026-08-24T12:58:36.4030000Z</dcterms:created>
  <dcterms:modified xsi:type="dcterms:W3CDTF">2026-08-24T12:58:36.4030000Z</dcterms:modified>
</coreProperties>
</file>