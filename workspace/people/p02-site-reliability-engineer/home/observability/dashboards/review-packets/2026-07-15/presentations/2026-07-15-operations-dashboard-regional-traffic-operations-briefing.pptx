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c0969a41e4aaf" /><Relationship Type="http://schemas.openxmlformats.org/officeDocument/2006/relationships/extended-properties" Target="/docProps/app.xml" Id="Rac6da634bb134d98" /><Relationship Type="http://schemas.openxmlformats.org/officeDocument/2006/relationships/officeDocument" Target="/ppt/presentation.xml" Id="Rf1454e99df15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a7c7a7e984e3f"/>
  </p:sldMasterIdLst>
  <p:notesMasterIdLst>
    <p:notesMasterId xmlns:r="http://schemas.openxmlformats.org/officeDocument/2006/relationships" r:id="R4dde0413036f4f63"/>
  </p:notesMasterIdLst>
  <p:sldIdLst>
    <p:sldId xmlns:r="http://schemas.openxmlformats.org/officeDocument/2006/relationships" id="256" r:id="R3e07f70c9877407e"/>
    <p:sldId xmlns:r="http://schemas.openxmlformats.org/officeDocument/2006/relationships" id="257" r:id="R1efc4992df234ad8"/>
    <p:sldId xmlns:r="http://schemas.openxmlformats.org/officeDocument/2006/relationships" id="258" r:id="Ra3c6325275ef4aaf"/>
    <p:sldId xmlns:r="http://schemas.openxmlformats.org/officeDocument/2006/relationships" id="259" r:id="R98512fde4353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19b06824b643cc" /><Relationship Type="http://schemas.openxmlformats.org/officeDocument/2006/relationships/slideMaster" Target="/ppt/slideMasters/slideMaster1.xml" Id="Rbb8a7c7a7e984e3f" /><Relationship Type="http://schemas.openxmlformats.org/officeDocument/2006/relationships/notesMaster" Target="/ppt/notesMasters/notesMaster1.xml" Id="R4dde0413036f4f63" /><Relationship Type="http://schemas.openxmlformats.org/officeDocument/2006/relationships/presProps" Target="/ppt/presProps.xml" Id="R2c4da0575e5140be" /><Relationship Type="http://schemas.openxmlformats.org/officeDocument/2006/relationships/tableStyles" Target="/ppt/tableStyles.xml" Id="R59db630dc7904559" /><Relationship Type="http://schemas.openxmlformats.org/officeDocument/2006/relationships/slide" Target="/ppt/slides/slide1.xml" Id="R3e07f70c9877407e" /><Relationship Type="http://schemas.openxmlformats.org/officeDocument/2006/relationships/slide" Target="/ppt/slides/slide2.xml" Id="R1efc4992df234ad8" /><Relationship Type="http://schemas.openxmlformats.org/officeDocument/2006/relationships/slide" Target="/ppt/slides/slide3.xml" Id="Ra3c6325275ef4aaf" /><Relationship Type="http://schemas.openxmlformats.org/officeDocument/2006/relationships/slide" Target="/ppt/slides/slide4.xml" Id="R98512fde4353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3dfc9bb4144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d93fbd6c64e6d" /><Relationship Type="http://schemas.openxmlformats.org/officeDocument/2006/relationships/notesMaster" Target="/ppt/notesMasters/notesMaster1.xml" Id="R6fecc831794047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216430a2854a89" /><Relationship Type="http://schemas.openxmlformats.org/officeDocument/2006/relationships/notesMaster" Target="/ppt/notesMasters/notesMaster1.xml" Id="Rf0b93e19b2944f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9c8c00fd8341b0" /><Relationship Type="http://schemas.openxmlformats.org/officeDocument/2006/relationships/notesMaster" Target="/ppt/notesMasters/notesMaster1.xml" Id="Rd3c2764cce7a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07dc65b2a944c8" /><Relationship Type="http://schemas.openxmlformats.org/officeDocument/2006/relationships/notesMaster" Target="/ppt/notesMasters/notesMaster1.xml" Id="R3d98629030a144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observability/dashboards/datasets/2026-07-20-operations-dashboard-pipeline-health-metrics-csv-s006183.csv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p02-full-006183, row:canonical-metric.</a:t>
            </a:r>
          </a:p>
          <a:p xmlns:a="http://schemas.openxmlformats.org/drawingml/2006/main">
            <a:r>
              <a:t>Artifact: p02-full-013948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observability/dashboards/datasets/2026-07-20-operations-dashboard-pipeline-health-metrics-csv-s006183.csv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p02-full-006183, row:canonical-metric.</a:t>
            </a:r>
          </a:p>
          <a:p xmlns:a="http://schemas.openxmlformats.org/drawingml/2006/main">
            <a:r>
              <a:t>Artifact: p02-full-013948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observability/dashboards/datasets/2026-07-20-operations-dashboard-pipeline-health-metrics-csv-s006183.csv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p02-full-006183, row:canonical-metric.</a:t>
            </a:r>
          </a:p>
          <a:p xmlns:a="http://schemas.openxmlformats.org/drawingml/2006/main">
            <a:r>
              <a:t>Artifact: p02-full-013948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observability/dashboards/datasets/2026-07-20-operations-dashboard-pipeline-health-metrics-csv-s006183.csv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p02-full-006183, row:canonical-metric.</a:t>
            </a:r>
          </a:p>
          <a:p xmlns:a="http://schemas.openxmlformats.org/drawingml/2006/main">
            <a:r>
              <a:t>Artifact: p02-full-013948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5b56f2b3f4f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9dad55da74d64" /><Relationship Type="http://schemas.openxmlformats.org/officeDocument/2006/relationships/slideLayout" Target="/ppt/slideLayouts/slideLayout1.xml" Id="R808d3c521090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d3c521090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852bbf15b4d27" /><Relationship Type="http://schemas.openxmlformats.org/officeDocument/2006/relationships/notesSlide" Target="/ppt/notesSlides/notesSlide1.xml" Id="Rce7330df5f81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da73f1b104043" /><Relationship Type="http://schemas.openxmlformats.org/officeDocument/2006/relationships/notesSlide" Target="/ppt/notesSlides/notesSlide2.xml" Id="Rda2038c6a273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36bb4f9546db" /><Relationship Type="http://schemas.openxmlformats.org/officeDocument/2006/relationships/notesSlide" Target="/ppt/notesSlides/notesSlide3.xml" Id="R21811d315315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c9b3b2e024835" /><Relationship Type="http://schemas.openxmlformats.org/officeDocument/2006/relationships/chart" Target="/ppt/slides/charts/chart1.xml" Id="R135c3c10a68f4a69" /><Relationship Type="http://schemas.openxmlformats.org/officeDocument/2006/relationships/notesSlide" Target="/ppt/notesSlides/notesSlide4.xml" Id="R3ab15c375abd4bf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09F10A9-7AF4-4529-A890-99B7457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50DF02B7-804B-4D3F-B7E9-0E44943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42CA7EB-CD5E-4C62-B34D-FE103CB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observability/dashboards · Platform Reliability · control p02-full-013948 · 2026 07 15 Operations Dashboard Regional Traffic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7057EBA-506F-4264-9700-0E1EC14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95713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C943215-C256-4CA8-A5D0-E4FF1B2A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Regional Traffic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6670876-DD0E-4DF7-AAF3-54C6170F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485FE64-A4E9-4276-9A25-E85A701D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330BF79-C3A4-4F3F-8524-476BB7D7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99E9E70-D840-49D2-A0DF-D7CE93B0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pipeline health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40870A5-1C7E-49C2-BB07-18FD506A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CA4BD65-BA03-4F32-B2DF-5A4DC0F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5A2F641-6F55-4741-8848-D637DF6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800FF8A-F4CD-4ECA-A1AE-3358B16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1FC629F-521A-442F-84A0-D986DD4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58A7CCA-C4A5-40EE-85D1-B6249FB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7E7FA61B-3222-40D3-BDBB-733F625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3B0E91C-2943-47C7-AD25-37445E2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D3504F7-70A8-4B7A-9F7A-535CFDC0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F3F51FD-2EF0-4F25-87EE-DA2FD9C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2122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0EE0595-19F9-4C89-9202-DE29732D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C7F0AED-63A8-47E8-A6D6-ADD1DAF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rel.slo.2026-q3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08C4661-C60A-49F8-92CA-DF427FB6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9EB45D0-56F2-443A-B196-235DBAB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D57B0BA-A2AC-4925-B7A6-1DA195A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940B2A3-DCB9-461F-9121-8D084D9B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9034515-071D-4EB2-BB63-AC50AE6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D1BE5B4-77C7-444B-AD13-6E786491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CFC5693-D13A-47D2-A77E-CA502C50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8B96049-65D5-4B82-877B-16A4B6AD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A9F2D23-624A-4614-9914-ABD0CD5E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EB962EC-048F-472A-A43C-928699CF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3A4B23D-55BE-4153-B4BF-76FCFB1C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C3F1B71-DF5E-47D7-81DE-D28A6F21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D7C3F92-D9DC-4B1E-A8D3-B7051B9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81EC8A5-2730-4B0E-BA0C-7B05D1AD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954567C-70E1-460C-A323-37D1336A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p02-full-013948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D715236-1CEA-4B6F-A0B9-37E0E25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6997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1C75AC5-2B2D-4E49-A0DB-4053A19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078D142-AE12-4202-9558-F5859E5A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Regional Traffic Operations Briefing Pptx: Q-07 threshold evidence · p02-full-013948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5c3c10a68f4a6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7D0D750-E526-4FFB-9484-6EF3E05B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D0C4AF7-2E71-4A1B-837E-33E829EE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6FD517F-2EB8-4791-B02A-ED0D38E0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772F381-A030-41C9-97E3-C28D314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838BE83-A522-4A00-8D49-94360F1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001E7D8-7CFE-4789-889E-4076731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838049A-6C0B-4398-8D45-5B031877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440C701-88A0-478F-A1D5-7649F78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1BC0DA6-0703-4F5C-BFA3-0F88BAE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B9C14A3E-96D2-4DE4-8D72-583823B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269F31B-2445-4779-A8F7-0321FE42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42C9A26-38F1-4FE3-8AC2-DAB8A17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pipeline health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12A2F17-078D-4CB5-9350-5A07171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0685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2026-08-24T12:58:39.9720000Z</dcterms:created>
  <dcterms:modified xsi:type="dcterms:W3CDTF">2026-08-24T12:58:39.9720000Z</dcterms:modified>
</coreProperties>
</file>