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e8abde1f0454f" /><Relationship Type="http://schemas.openxmlformats.org/officeDocument/2006/relationships/extended-properties" Target="/docProps/app.xml" Id="Rf35942e9a872403e" /><Relationship Type="http://schemas.openxmlformats.org/officeDocument/2006/relationships/officeDocument" Target="/ppt/presentation.xml" Id="R8d27e584e67249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2a34e402a4809"/>
  </p:sldMasterIdLst>
  <p:notesMasterIdLst>
    <p:notesMasterId xmlns:r="http://schemas.openxmlformats.org/officeDocument/2006/relationships" r:id="Rcecd75b485ad49c0"/>
  </p:notesMasterIdLst>
  <p:sldIdLst>
    <p:sldId xmlns:r="http://schemas.openxmlformats.org/officeDocument/2006/relationships" id="256" r:id="Rd22bb29893d0474c"/>
    <p:sldId xmlns:r="http://schemas.openxmlformats.org/officeDocument/2006/relationships" id="257" r:id="Racd12359e35a48cc"/>
    <p:sldId xmlns:r="http://schemas.openxmlformats.org/officeDocument/2006/relationships" id="258" r:id="R51b1bf127fdb4957"/>
    <p:sldId xmlns:r="http://schemas.openxmlformats.org/officeDocument/2006/relationships" id="259" r:id="R1c0619fe53cd48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429b65437c4afc" /><Relationship Type="http://schemas.openxmlformats.org/officeDocument/2006/relationships/slideMaster" Target="/ppt/slideMasters/slideMaster1.xml" Id="R5302a34e402a4809" /><Relationship Type="http://schemas.openxmlformats.org/officeDocument/2006/relationships/notesMaster" Target="/ppt/notesMasters/notesMaster1.xml" Id="Rcecd75b485ad49c0" /><Relationship Type="http://schemas.openxmlformats.org/officeDocument/2006/relationships/presProps" Target="/ppt/presProps.xml" Id="R19cbd1011e324c1c" /><Relationship Type="http://schemas.openxmlformats.org/officeDocument/2006/relationships/tableStyles" Target="/ppt/tableStyles.xml" Id="Ra7c661b0a5ec4b17" /><Relationship Type="http://schemas.openxmlformats.org/officeDocument/2006/relationships/slide" Target="/ppt/slides/slide1.xml" Id="Rd22bb29893d0474c" /><Relationship Type="http://schemas.openxmlformats.org/officeDocument/2006/relationships/slide" Target="/ppt/slides/slide2.xml" Id="Racd12359e35a48cc" /><Relationship Type="http://schemas.openxmlformats.org/officeDocument/2006/relationships/slide" Target="/ppt/slides/slide3.xml" Id="R51b1bf127fdb4957" /><Relationship Type="http://schemas.openxmlformats.org/officeDocument/2006/relationships/slide" Target="/ppt/slides/slide4.xml" Id="R1c0619fe53cd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dfae0b9c004b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081482660144c1" /><Relationship Type="http://schemas.openxmlformats.org/officeDocument/2006/relationships/notesMaster" Target="/ppt/notesMasters/notesMaster1.xml" Id="R3c2295c70785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1bdf95c2a74fad" /><Relationship Type="http://schemas.openxmlformats.org/officeDocument/2006/relationships/notesMaster" Target="/ppt/notesMasters/notesMaster1.xml" Id="R1e39803f4e69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f769ba4be5498a" /><Relationship Type="http://schemas.openxmlformats.org/officeDocument/2006/relationships/notesMaster" Target="/ppt/notesMasters/notesMaster1.xml" Id="R6c4de483be664d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fdd8616674f30" /><Relationship Type="http://schemas.openxmlformats.org/officeDocument/2006/relationships/notesMaster" Target="/ppt/notesMasters/notesMaster1.xml" Id="R94d2e12291fa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p02-full-008346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p02-full-008346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p02-full-008346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p02-full-008346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51eb3aeb145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f62c8d7fa4bf3" /><Relationship Type="http://schemas.openxmlformats.org/officeDocument/2006/relationships/slideLayout" Target="/ppt/slideLayouts/slideLayout1.xml" Id="R5a232b8be37f49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32b8be37f49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62bf15c34a27" /><Relationship Type="http://schemas.openxmlformats.org/officeDocument/2006/relationships/notesSlide" Target="/ppt/notesSlides/notesSlide1.xml" Id="R42b4a5662703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3931ca7034b16" /><Relationship Type="http://schemas.openxmlformats.org/officeDocument/2006/relationships/notesSlide" Target="/ppt/notesSlides/notesSlide2.xml" Id="R2448ce1be759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aca0e2c1f4d23" /><Relationship Type="http://schemas.openxmlformats.org/officeDocument/2006/relationships/notesSlide" Target="/ppt/notesSlides/notesSlide3.xml" Id="R187b4e06dbd343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b3ff2a994bd7" /><Relationship Type="http://schemas.openxmlformats.org/officeDocument/2006/relationships/chart" Target="/ppt/slides/charts/chart1.xml" Id="R6049ed19c8e64495" /><Relationship Type="http://schemas.openxmlformats.org/officeDocument/2006/relationships/notesSlide" Target="/ppt/notesSlides/notesSlide4.xml" Id="Re63d6904120a47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52A89BE1-1ECB-46DD-8D30-FF59659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0CB41EC-DDA1-443A-888F-D4E253E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77D7983-3671-451D-AAF4-C8DE2B9A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observability/dashboards · Platform Reliability · control p02-full-008346 · 2026 07 15 Operations Dashboard Availability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633223E-D553-4E45-9426-4C8161B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07166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0AB57B3-3D0D-419B-9215-C72672AC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F4D996A6-0DDE-4917-8CA7-7490A0A8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140F3D8-7C1D-499C-92A8-BC10BF9C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B91EC58B-0D43-4B12-B75F-B30A966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BFED803-7AB0-44F4-B9B4-57BAA977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F3F91A3-B706-4E50-84B9-E218593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AA4AB05-0BFC-43B1-A4D8-B24FD75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4246AF1-9C0A-4413-8908-EF8E4B3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AC6013C-1A63-4947-B612-B809CC3D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DF830A2-A700-4893-B5F7-E67E742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254216B-ABDA-4185-AB88-62D290D8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46D452C-D7F6-4F61-B916-966A94E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797D16E-FA20-449D-A2ED-6D97932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6564195-B7B0-4232-97F9-A29775B3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6DE323F-96F7-4487-9AF8-A38B0A53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4793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891B8FB-ABEB-49D3-BBC6-FFE30FD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421E515-CABB-4873-91DF-76E237F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budget.checkout.2026-07 · rel.slo.2026-q3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04826FA-3D76-4033-BFA6-91059A0B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FB5E49F-E5F0-492A-A063-6CCD71C1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E9F4DCA4-6465-4BF5-9B6D-C5AC403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BBBEEBA-DA91-49AA-B09C-141BF4D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E013268-F098-43BB-AEAC-CB27CFD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730EB19-E9C6-498A-AA08-8E71002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1E74A17-36CA-4B39-9D40-7151B72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837BF44-203C-4915-B90A-AB3EF942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B77FDB4-F48E-4808-8155-308C57D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5006B18-EDBC-4837-931F-5B62BEA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B814A26-41FA-41A5-A5DE-20CB0FCD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631A1FF9-04D4-4305-AD2F-298EDB5E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5BA1C50-51D8-41BA-9AF5-42BD14CB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34E2BB9-80F3-4BD9-B3E7-13872D0C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88DB433-2467-427F-8FA0-D8B143E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p02-full-008346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7D64D2A-7D76-4E04-B6CA-01AB864B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5470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2AA8DB4-EC33-4837-953A-C85F0725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3BB2FBF-A748-4CDD-B412-09AF4D4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Dashboard Availability Panels Operations Briefing Pptx: Q-07 threshold evidence · p02-full-008346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49ed19c8e6449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8454DC6-2A7C-46CC-8658-D5B70751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43FF8F57-8B0A-4B64-A220-02CF96F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BA1A589-0F00-4396-AF5A-B08BDFB5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2317D3D-DF66-4294-8DDF-882A7940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33E8C65-9863-4935-8A98-28FDDB6E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A0CBA9D2-AA0B-41C7-949C-95BFB20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9AB08644-1EF3-4EDA-9062-E0DA4C17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6709AA0-82E0-4171-8DE4-BA27A73B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9BE147C-20FB-4A37-9A6F-87D4BCE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BB18C11-2CFB-4DF7-889D-9918CFD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1B07A5F-FBCF-4C1A-BFB5-C5E35053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C25A10F-B54D-4185-82C9-F4808A5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F07B71E-B5E4-455D-8BAB-9F32DE93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6588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2026-08-24T12:58:38.8280000Z</dcterms:created>
  <dcterms:modified xsi:type="dcterms:W3CDTF">2026-08-24T12:58:38.8280000Z</dcterms:modified>
</coreProperties>
</file>