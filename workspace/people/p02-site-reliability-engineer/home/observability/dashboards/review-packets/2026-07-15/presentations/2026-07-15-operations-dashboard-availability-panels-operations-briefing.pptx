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635623dfa54879" /><Relationship Type="http://schemas.openxmlformats.org/officeDocument/2006/relationships/extended-properties" Target="/docProps/app.xml" Id="R3866c57f5ed24036" /><Relationship Type="http://schemas.openxmlformats.org/officeDocument/2006/relationships/officeDocument" Target="/ppt/presentation.xml" Id="R0ea9fbc4aca445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7f277979194b92"/>
  </p:sldMasterIdLst>
  <p:notesMasterIdLst>
    <p:notesMasterId xmlns:r="http://schemas.openxmlformats.org/officeDocument/2006/relationships" r:id="R0f36817ddfe84862"/>
  </p:notesMasterIdLst>
  <p:sldIdLst>
    <p:sldId xmlns:r="http://schemas.openxmlformats.org/officeDocument/2006/relationships" id="256" r:id="Rdc5a23819e9244f7"/>
    <p:sldId xmlns:r="http://schemas.openxmlformats.org/officeDocument/2006/relationships" id="257" r:id="Rd36204a26fc94d8c"/>
    <p:sldId xmlns:r="http://schemas.openxmlformats.org/officeDocument/2006/relationships" id="258" r:id="R371685b50d554f43"/>
    <p:sldId xmlns:r="http://schemas.openxmlformats.org/officeDocument/2006/relationships" id="259" r:id="Rf64c932ebb5344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906266b4264451" /><Relationship Type="http://schemas.openxmlformats.org/officeDocument/2006/relationships/slideMaster" Target="/ppt/slideMasters/slideMaster1.xml" Id="Rb57f277979194b92" /><Relationship Type="http://schemas.openxmlformats.org/officeDocument/2006/relationships/notesMaster" Target="/ppt/notesMasters/notesMaster1.xml" Id="R0f36817ddfe84862" /><Relationship Type="http://schemas.openxmlformats.org/officeDocument/2006/relationships/presProps" Target="/ppt/presProps.xml" Id="R6698d92c85034556" /><Relationship Type="http://schemas.openxmlformats.org/officeDocument/2006/relationships/tableStyles" Target="/ppt/tableStyles.xml" Id="Re0d9c935724d4979" /><Relationship Type="http://schemas.openxmlformats.org/officeDocument/2006/relationships/slide" Target="/ppt/slides/slide1.xml" Id="Rdc5a23819e9244f7" /><Relationship Type="http://schemas.openxmlformats.org/officeDocument/2006/relationships/slide" Target="/ppt/slides/slide2.xml" Id="Rd36204a26fc94d8c" /><Relationship Type="http://schemas.openxmlformats.org/officeDocument/2006/relationships/slide" Target="/ppt/slides/slide3.xml" Id="R371685b50d554f43" /><Relationship Type="http://schemas.openxmlformats.org/officeDocument/2006/relationships/slide" Target="/ppt/slides/slide4.xml" Id="Rf64c932ebb5344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19f599faa740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9c5a6429464d56" /><Relationship Type="http://schemas.openxmlformats.org/officeDocument/2006/relationships/notesMaster" Target="/ppt/notesMasters/notesMaster1.xml" Id="R68e2493b683646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44e8c761ba4205" /><Relationship Type="http://schemas.openxmlformats.org/officeDocument/2006/relationships/notesMaster" Target="/ppt/notesMasters/notesMaster1.xml" Id="R8fc0090d62e64e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0a95d360ee4008" /><Relationship Type="http://schemas.openxmlformats.org/officeDocument/2006/relationships/notesMaster" Target="/ppt/notesMasters/notesMaster1.xml" Id="Rbdd73b59cfc240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ceeeaa06ac4380" /><Relationship Type="http://schemas.openxmlformats.org/officeDocument/2006/relationships/notesMaster" Target="/ppt/notesMasters/notesMaster1.xml" Id="Rf497084a035a48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observability/dashboards/datasets/2026-07-15-operations-dashboard-availability-panels-metrics-tsv-s008170.tsv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p02-full-008170, row:canonical-metric.</a:t>
            </a:r>
          </a:p>
          <a:p xmlns:a="http://schemas.openxmlformats.org/drawingml/2006/main">
            <a:r>
              <a:t>Artifact: p02-full-002746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observability/dashboards/datasets/2026-07-15-operations-dashboard-availability-panels-metrics-tsv-s008170.tsv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p02-full-008170, row:canonical-metric.</a:t>
            </a:r>
          </a:p>
          <a:p xmlns:a="http://schemas.openxmlformats.org/drawingml/2006/main">
            <a:r>
              <a:t>Artifact: p02-full-002746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observability/dashboards/datasets/2026-07-15-operations-dashboard-availability-panels-metrics-tsv-s008170.tsv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p02-full-008170, row:canonical-metric.</a:t>
            </a:r>
          </a:p>
          <a:p xmlns:a="http://schemas.openxmlformats.org/drawingml/2006/main">
            <a:r>
              <a:t>Artifact: p02-full-002746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observability/dashboards/datasets/2026-07-15-operations-dashboard-availability-panels-metrics-tsv-s008170.tsv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p02-full-008170, row:canonical-metric.</a:t>
            </a:r>
          </a:p>
          <a:p xmlns:a="http://schemas.openxmlformats.org/drawingml/2006/main">
            <a:r>
              <a:t>Artifact: p02-full-002746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4b84b155614f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456c4f571d4b6e" /><Relationship Type="http://schemas.openxmlformats.org/officeDocument/2006/relationships/slideLayout" Target="/ppt/slideLayouts/slideLayout1.xml" Id="Rd23f961abea043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3f961abea043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339d6ed434a4f" /><Relationship Type="http://schemas.openxmlformats.org/officeDocument/2006/relationships/notesSlide" Target="/ppt/notesSlides/notesSlide1.xml" Id="Re759f6be2fd745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92b9d089045a3" /><Relationship Type="http://schemas.openxmlformats.org/officeDocument/2006/relationships/notesSlide" Target="/ppt/notesSlides/notesSlide2.xml" Id="Rae08157cf65e4a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444b73c5e4195" /><Relationship Type="http://schemas.openxmlformats.org/officeDocument/2006/relationships/notesSlide" Target="/ppt/notesSlides/notesSlide3.xml" Id="R9f531edfb6c64d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9aab1ceee4cdd" /><Relationship Type="http://schemas.openxmlformats.org/officeDocument/2006/relationships/chart" Target="/ppt/slides/charts/chart1.xml" Id="R0193a226c495427f" /><Relationship Type="http://schemas.openxmlformats.org/officeDocument/2006/relationships/notesSlide" Target="/ppt/notesSlides/notesSlide4.xml" Id="R9dbf65323300482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5FC90F1A-5C86-448D-801B-932D7EA6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09CFD5B3-E169-488D-8DA9-7CD88271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p02-full-002746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FF720E9A-1701-4158-9A90-D32C418C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· observability/dashboards · Platform Reliability · control p02-full-002746 · 2026 07 15 Operations Dashboard Availability Panels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2116A168-E141-40F5-B17D-62DAE578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4820367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50CBD7F5-3C13-4FC4-9BD1-DA64CCFF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Operations Dashboard Availability Panels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B9F5A324-6BE2-4016-B161-160813C2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41D5AFA9-0C27-42E9-9FE5-A350636B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0DF73008-5717-4004-91AE-CB1C4EB1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30D82B1B-1DF2-4CF8-A902-931301EF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operations dashboard availability panels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8AA9D1F7-B470-4340-A707-574714D0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3772F6B0-57E1-4AC6-AEED-323A7272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6595DCC7-D0B0-45CC-8E44-9BC05737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AD981D6D-7ABD-49DB-AB69-0402841E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BA5DD879-1080-436C-B039-F2CA3E7B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1CC15C91-477C-4E60-A08E-EC6CB580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81D0129D-1888-4208-A715-6414D26E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7E7B9D75-6EC0-4FDC-887B-9C0BB76D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25A3E0FE-2869-461D-B66D-45388915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p02-full-002746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2E0DA53C-7859-4BE7-83F7-8B77F93B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400077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5BB88B0C-986A-468F-AF11-B2BA65FB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p02-full-002746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6A83DDF6-FFCE-4063-BA80-C4819FFD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measure.queue.depth-high · rel.slo.2026-q3 · date.2026-07-15.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3DBC1C7B-4F46-4F72-8F2B-5497252B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1065D3D6-8FE6-4DF0-A0FC-80596AE5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F40060C6-BD9E-4B80-9AB2-C7E5C9FD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2D21692B-C715-44EA-9EF0-EDA39B1E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7AA61F23-4CDE-41F4-A020-962E697E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624CBF8D-DBB6-4550-884D-43D4101A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56EFFCC8-08EE-4215-A57C-345676ED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68AAB1BA-8C99-41BA-89CE-F21AF4C9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99.0% below 400 ms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FAE26511-305D-4A47-A39F-78CDAF18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Latency target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7561B784-3CA8-43DE-B1F7-00222760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8BE7FFA9-E10D-43F2-A17F-10F9A82D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CAAAC957-7EF9-40C9-8655-E2C93BFC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D8AB6D1F-EE65-4A49-BA81-CA1F02E4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14.6x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89CC72B4-C58C-400F-9270-3B37C0DA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 burn</a:t>
            </a:r>
          </a:p>
        </p:txBody>
      </p:sp>
      <p:sp>
        <p:nvSpPr>
          <p:cNvPr id="17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68EE3F89-E44B-47DA-A494-44228ED2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p02-full-002746</a:t>
            </a:r>
          </a:p>
        </p:txBody>
      </p:sp>
      <p:sp>
        <p:nvSpPr>
          <p:cNvPr id="18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30ABC10B-0043-4A41-9B2A-AE766CC9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795982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A5219E17-98D1-4D1F-B085-EB808C5D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C21B4B19-1EC6-41A6-8E1C-1E96A377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Operations Dashboard Availability Panels Operations Briefing Pptx: Q-07 threshold evidence · p02-full-002746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193a226c495427f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324FC33E-2583-485C-9D71-5BB91BDD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835A052B-7E27-46EE-AA45-9C9E54BF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807145B3-4A22-463C-ADFE-A97646C2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84860C1E-693C-411E-9141-F03C8B19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C24C055E-F778-466B-93B5-B4853276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55E37BE9-AAD8-45FD-8A9A-3CD1F187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440E883B-12DA-47C1-B191-5C639F7C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29B32EC8-07D6-4850-96BE-CBD6BFB2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6073BEC9-E70A-441C-9AE1-32D15FE6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0082AD3A-ACD4-4D1E-A06A-A1F8D8AA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9041746C-D433-49D8-BADE-C17C761D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90C1CF64-FC78-4CE2-BE9E-BA865BFD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operations dashboard availability panels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7965AFDB-D180-49C9-9CB9-23D74474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097771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2026-08-24T12:58:37.5200000Z</dcterms:created>
  <dcterms:modified xsi:type="dcterms:W3CDTF">2026-08-24T12:58:37.5200000Z</dcterms:modified>
</coreProperties>
</file>