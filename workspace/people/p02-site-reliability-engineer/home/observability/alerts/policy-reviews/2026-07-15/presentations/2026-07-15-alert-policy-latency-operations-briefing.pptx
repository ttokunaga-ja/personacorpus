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5362bdb9ef45ec" /><Relationship Type="http://schemas.openxmlformats.org/officeDocument/2006/relationships/extended-properties" Target="/docProps/app.xml" Id="R0ceb97a1a9114f54" /><Relationship Type="http://schemas.openxmlformats.org/officeDocument/2006/relationships/officeDocument" Target="/ppt/presentation.xml" Id="Reca8ebedc36a4c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521ae59aca4909"/>
  </p:sldMasterIdLst>
  <p:notesMasterIdLst>
    <p:notesMasterId xmlns:r="http://schemas.openxmlformats.org/officeDocument/2006/relationships" r:id="R31daaca132fe498e"/>
  </p:notesMasterIdLst>
  <p:sldIdLst>
    <p:sldId xmlns:r="http://schemas.openxmlformats.org/officeDocument/2006/relationships" id="256" r:id="Rb50d53c93f14424a"/>
    <p:sldId xmlns:r="http://schemas.openxmlformats.org/officeDocument/2006/relationships" id="257" r:id="R1a4f8d4054a6485c"/>
    <p:sldId xmlns:r="http://schemas.openxmlformats.org/officeDocument/2006/relationships" id="258" r:id="R8079c2b2a1fa4898"/>
    <p:sldId xmlns:r="http://schemas.openxmlformats.org/officeDocument/2006/relationships" id="259" r:id="R3b47d15cc5a644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f8fb44c8174d89" /><Relationship Type="http://schemas.openxmlformats.org/officeDocument/2006/relationships/slideMaster" Target="/ppt/slideMasters/slideMaster1.xml" Id="Rf6521ae59aca4909" /><Relationship Type="http://schemas.openxmlformats.org/officeDocument/2006/relationships/notesMaster" Target="/ppt/notesMasters/notesMaster1.xml" Id="R31daaca132fe498e" /><Relationship Type="http://schemas.openxmlformats.org/officeDocument/2006/relationships/presProps" Target="/ppt/presProps.xml" Id="R86cd38eb7a5546a4" /><Relationship Type="http://schemas.openxmlformats.org/officeDocument/2006/relationships/tableStyles" Target="/ppt/tableStyles.xml" Id="Ra03315e331694548" /><Relationship Type="http://schemas.openxmlformats.org/officeDocument/2006/relationships/slide" Target="/ppt/slides/slide1.xml" Id="Rb50d53c93f14424a" /><Relationship Type="http://schemas.openxmlformats.org/officeDocument/2006/relationships/slide" Target="/ppt/slides/slide2.xml" Id="R1a4f8d4054a6485c" /><Relationship Type="http://schemas.openxmlformats.org/officeDocument/2006/relationships/slide" Target="/ppt/slides/slide3.xml" Id="R8079c2b2a1fa4898" /><Relationship Type="http://schemas.openxmlformats.org/officeDocument/2006/relationships/slide" Target="/ppt/slides/slide4.xml" Id="R3b47d15cc5a644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4691f7b7304f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0a500597a343e4" /><Relationship Type="http://schemas.openxmlformats.org/officeDocument/2006/relationships/notesMaster" Target="/ppt/notesMasters/notesMaster1.xml" Id="Rccd5631cf84844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5b46be7d444165" /><Relationship Type="http://schemas.openxmlformats.org/officeDocument/2006/relationships/notesMaster" Target="/ppt/notesMasters/notesMaster1.xml" Id="Rdaafcb506e414a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81c975c6404044" /><Relationship Type="http://schemas.openxmlformats.org/officeDocument/2006/relationships/notesMaster" Target="/ppt/notesMasters/notesMaster1.xml" Id="Rdeb2cd4353284f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739686876a49ba" /><Relationship Type="http://schemas.openxmlformats.org/officeDocument/2006/relationships/notesMaster" Target="/ppt/notesMasters/notesMaster1.xml" Id="R5f9ae9514bc240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observability/alerts/rules/data/2026-07-14-alert-policy-ingress-errors-metrics-csv-s002357.csv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p02-full-002357, row:canonical-metric.</a:t>
            </a:r>
          </a:p>
          <a:p xmlns:a="http://schemas.openxmlformats.org/drawingml/2006/main">
            <a:r>
              <a:t>Artifact: p02-full-011145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observability/alerts/rules/data/2026-07-14-alert-policy-ingress-errors-metrics-csv-s002357.csv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p02-full-002357, row:canonical-metric.</a:t>
            </a:r>
          </a:p>
          <a:p xmlns:a="http://schemas.openxmlformats.org/drawingml/2006/main">
            <a:r>
              <a:t>Artifact: p02-full-011145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observability/alerts/rules/data/2026-07-14-alert-policy-ingress-errors-metrics-csv-s002357.csv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p02-full-002357, row:canonical-metric.</a:t>
            </a:r>
          </a:p>
          <a:p xmlns:a="http://schemas.openxmlformats.org/drawingml/2006/main">
            <a:r>
              <a:t>Artifact: p02-full-011145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observability/alerts/rules/data/2026-07-14-alert-policy-ingress-errors-metrics-csv-s002357.csv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p02-full-002357, row:canonical-metric.</a:t>
            </a:r>
          </a:p>
          <a:p xmlns:a="http://schemas.openxmlformats.org/drawingml/2006/main">
            <a:r>
              <a:t>Artifact: p02-full-011145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fde29c85c47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ec0543779f4677" /><Relationship Type="http://schemas.openxmlformats.org/officeDocument/2006/relationships/slideLayout" Target="/ppt/slideLayouts/slideLayout1.xml" Id="R289aaa65611e44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9aaa65611e44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531034f65458f" /><Relationship Type="http://schemas.openxmlformats.org/officeDocument/2006/relationships/notesSlide" Target="/ppt/notesSlides/notesSlide1.xml" Id="R403da843c4d14b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113c29aae4b1d" /><Relationship Type="http://schemas.openxmlformats.org/officeDocument/2006/relationships/notesSlide" Target="/ppt/notesSlides/notesSlide2.xml" Id="Rbd3086ff622545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e814fd5de47f8" /><Relationship Type="http://schemas.openxmlformats.org/officeDocument/2006/relationships/notesSlide" Target="/ppt/notesSlides/notesSlide3.xml" Id="Rb5ddace226784d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abbd39f3944e0" /><Relationship Type="http://schemas.openxmlformats.org/officeDocument/2006/relationships/chart" Target="/ppt/slides/charts/chart1.xml" Id="R7d87e14a314243f8" /><Relationship Type="http://schemas.openxmlformats.org/officeDocument/2006/relationships/notesSlide" Target="/ppt/notesSlides/notesSlide4.xml" Id="R9a0d0302afc84a4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A30C3FB1-1EC5-4B4E-9670-20C93E0E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9ACA45D8-FE62-4DBB-AD17-E193485E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p02-full-011145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931A2F4D-4B7D-4D80-82D5-C8912298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observability/alerts · Platform Reliability · control p02-full-011145 · 2026 07 15 Alert Policy Latency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03A7ED49-08E1-4A14-A253-291FACC8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959634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80C6A02B-BEEE-43F8-AEF6-007C8925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Alert Policy Latency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CC365E0-0F18-4D17-85D2-C4B52E6C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764EFEC-ABEB-4B5D-8D77-856124A2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D3267B7-81A7-4FF0-9D3C-58F1451E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5D80A73C-5F40-41D0-8986-5678FDEA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ingress errors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9B0653FD-2352-46C2-A206-B866EEDC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D66EDC18-76E2-4480-9A47-9888904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3F3D5D7-50A8-4E54-8E27-C7649119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69CF33A2-4F31-4A29-9718-59B7C052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D445224D-76D3-48D9-8F4F-9D1DCC14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5B725BBA-0BD1-4C00-A968-27952417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54717DA-7F00-49ED-9549-DC306330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C4C21BED-468B-4367-A6FE-B6E4F927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887D70C0-17D7-4B5E-B84D-659EFA29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p02-full-011145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257E78C4-5379-4C60-B01E-6BF01B70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22741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59B33F4-7C9B-4E2C-B189-0AC82883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p02-full-011145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4965B10B-211E-4AAA-B047-7B995559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slo.checkout.availability · rel.slo.2026-q3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3448C36-A3D1-469D-8C3A-9C1FE42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B96E3013-3BA9-4FEC-8DAE-1BF66A47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6914A00-EFEF-442E-81E1-847D93A3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C21805B0-D993-4CFA-B19D-037E10FE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36C2935-2E98-44BF-8444-EB86DCB2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F771809B-55C7-491B-9078-C0BFB80A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FCF068E3-BEC0-4322-AA66-7E42B564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3276585F-93E7-47A9-AD9C-B9D1CCA8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48788078-6635-4DE8-BB9A-A2252D91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7952ABC7-A724-48FB-AE4D-A04F057A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6E77C76F-56BF-4318-B8A3-E7FEBEFA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BE3B4564-393F-49AD-9B16-01695342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7D5770F2-59AE-4F93-B1B7-66506811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E9443E10-9603-44D8-B358-8B243F82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47000AEF-511A-4C16-AE29-048B7C68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p02-full-011145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6B22908-1F11-4C23-B619-03BC4E66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32892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6E6AF067-4320-4328-A84E-6C4FB8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6D4B7670-C35C-4F5B-84C8-A8B63291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Alert Policy Latency Operations Briefing Pptx: Q-07 threshold evidence · p02-full-011145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87e14a314243f8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4BE62DC1-89E2-4549-B2B1-2A8137B3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AC823409-C3BC-4D93-8763-1137F2A4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F1783982-BB24-4443-A037-2DE3EBD1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04A2C94E-B3DB-4135-9879-426E8C21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D27CAAA8-C851-433A-B57C-5CAC409A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44FBC6E1-6CBA-4C63-979B-5D2EFBCE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71AE0368-B07D-41BB-BB89-526B31CE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7CF0EE0-4E2A-4137-9B8F-E80F94BB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9EBF7ABF-5B90-41E8-B01A-70206EFB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FC82F720-4454-4DFB-A7B4-EDBAA6C8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F6E599A6-913F-47D8-B4BC-73745D5A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67D9434F-B519-4442-8825-12A6D18B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ingress errors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2DAAC547-32A5-466E-A776-E350AA83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359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2026-08-24T13:01:05.1690000Z</dcterms:created>
  <dcterms:modified xsi:type="dcterms:W3CDTF">2026-08-24T13:01:05.1690000Z</dcterms:modified>
</coreProperties>
</file>