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ec6f5cf4b54cbf" /><Relationship Type="http://schemas.openxmlformats.org/officeDocument/2006/relationships/extended-properties" Target="/docProps/app.xml" Id="R481b3aa89d414404" /><Relationship Type="http://schemas.openxmlformats.org/officeDocument/2006/relationships/officeDocument" Target="/ppt/presentation.xml" Id="R903da6438abf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00af3acef4ec9"/>
  </p:sldMasterIdLst>
  <p:notesMasterIdLst>
    <p:notesMasterId xmlns:r="http://schemas.openxmlformats.org/officeDocument/2006/relationships" r:id="Rdbf0f47cfc63444a"/>
  </p:notesMasterIdLst>
  <p:sldIdLst>
    <p:sldId xmlns:r="http://schemas.openxmlformats.org/officeDocument/2006/relationships" id="256" r:id="R76fb95fe11284ed6"/>
    <p:sldId xmlns:r="http://schemas.openxmlformats.org/officeDocument/2006/relationships" id="257" r:id="Red5428ecf6e14859"/>
    <p:sldId xmlns:r="http://schemas.openxmlformats.org/officeDocument/2006/relationships" id="258" r:id="R6b5d0e7f5da1491b"/>
    <p:sldId xmlns:r="http://schemas.openxmlformats.org/officeDocument/2006/relationships" id="259" r:id="R8bd121ee87874c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853d6578544ead" /><Relationship Type="http://schemas.openxmlformats.org/officeDocument/2006/relationships/slideMaster" Target="/ppt/slideMasters/slideMaster1.xml" Id="Rf2b00af3acef4ec9" /><Relationship Type="http://schemas.openxmlformats.org/officeDocument/2006/relationships/notesMaster" Target="/ppt/notesMasters/notesMaster1.xml" Id="Rdbf0f47cfc63444a" /><Relationship Type="http://schemas.openxmlformats.org/officeDocument/2006/relationships/presProps" Target="/ppt/presProps.xml" Id="R93fffb5530cc4b9a" /><Relationship Type="http://schemas.openxmlformats.org/officeDocument/2006/relationships/tableStyles" Target="/ppt/tableStyles.xml" Id="Red3048aaf1d24635" /><Relationship Type="http://schemas.openxmlformats.org/officeDocument/2006/relationships/slide" Target="/ppt/slides/slide1.xml" Id="R76fb95fe11284ed6" /><Relationship Type="http://schemas.openxmlformats.org/officeDocument/2006/relationships/slide" Target="/ppt/slides/slide2.xml" Id="Red5428ecf6e14859" /><Relationship Type="http://schemas.openxmlformats.org/officeDocument/2006/relationships/slide" Target="/ppt/slides/slide3.xml" Id="R6b5d0e7f5da1491b" /><Relationship Type="http://schemas.openxmlformats.org/officeDocument/2006/relationships/slide" Target="/ppt/slides/slide4.xml" Id="R8bd121ee8787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a933e440a040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2fc6997a94ed4" /><Relationship Type="http://schemas.openxmlformats.org/officeDocument/2006/relationships/notesMaster" Target="/ppt/notesMasters/notesMaster1.xml" Id="R4af8f4330bdf48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4570cc3b94fe6" /><Relationship Type="http://schemas.openxmlformats.org/officeDocument/2006/relationships/notesMaster" Target="/ppt/notesMasters/notesMaster1.xml" Id="R732282945eff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b13090b984e39" /><Relationship Type="http://schemas.openxmlformats.org/officeDocument/2006/relationships/notesMaster" Target="/ppt/notesMasters/notesMaster1.xml" Id="Re39c0a40d88e4b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6dc96108c44707" /><Relationship Type="http://schemas.openxmlformats.org/officeDocument/2006/relationships/notesMaster" Target="/ppt/notesMasters/notesMaster1.xml" Id="R9eb1caa41f64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p02-full-005548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p02-full-005548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p02-full-005548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p02-full-005548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5e2890931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78eed79f6c437f" /><Relationship Type="http://schemas.openxmlformats.org/officeDocument/2006/relationships/slideLayout" Target="/ppt/slideLayouts/slideLayout1.xml" Id="R318884e3101541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884e3101541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9a620117d44a8" /><Relationship Type="http://schemas.openxmlformats.org/officeDocument/2006/relationships/notesSlide" Target="/ppt/notesSlides/notesSlide1.xml" Id="Rfee1b333e1d6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d54891fca4746" /><Relationship Type="http://schemas.openxmlformats.org/officeDocument/2006/relationships/notesSlide" Target="/ppt/notesSlides/notesSlide2.xml" Id="R23efec1eb23149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d6978f2df4f75" /><Relationship Type="http://schemas.openxmlformats.org/officeDocument/2006/relationships/notesSlide" Target="/ppt/notesSlides/notesSlide3.xml" Id="R5d2193b905c942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2c6fbfd804faa" /><Relationship Type="http://schemas.openxmlformats.org/officeDocument/2006/relationships/chart" Target="/ppt/slides/charts/chart1.xml" Id="Rdea731f7708840de" /><Relationship Type="http://schemas.openxmlformats.org/officeDocument/2006/relationships/notesSlide" Target="/ppt/notesSlides/notesSlide4.xml" Id="Rafcb37b5266846f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7B84BA3-8A91-4C97-BF23-78D3FAA7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94FA027-346D-4770-9E28-08FC4BE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25084DF-B608-4A47-87BB-6B97885B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observability/alerts · Platform Reliability · control p02-full-005548 · 2026 07 15 Alert Policy Authentication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34C2FF5-3E6C-4F19-995E-1A584C9E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792588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43DD80C-AC3C-434F-B6BE-6E21AF89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Authentication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2934334-A148-4FF2-81B1-AEE4CD7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A3222DDC-F30B-44A2-A565-90BA0DEF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60BE59B-D99C-441B-89FC-5C458C1B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EA6B69F-C3CE-4A52-A145-FD7C942E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AC62395-A6AE-44AA-B6D3-2C4169E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2DC5BD4-0FA1-4D98-8D2E-570BD41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FA9ED72-65C1-4BDA-8F83-05BFEFC3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3850DB6-AC9E-4738-85A2-F74378E1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29CD0343-A10C-47DE-B7A8-CAAA3E7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BCD6124-6C5B-45B6-BB48-3D53833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290D4BF-FEB9-43EF-821A-376E3F6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17D051B-149D-46C9-88AC-F261F97E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BD447EF-616A-4370-86BA-3A5899F8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29A8C00-E23F-4FC3-BA97-51F29AC2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2512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9FEB540-D9DB-4F8E-A3D3-A1A0FD2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4FF1008-CBB8-48CE-95E5-85B3A13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slo.checkout.latency · rel.slo.2026-q3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B8DDD358-D305-47CB-85B1-7E297C71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9B57073-6895-425B-8EE4-BA995D79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BA59377-7F0F-4039-A3C3-AA56DC12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2D48129-B865-4032-AC10-590A191C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430D4B5-EB7B-4F4F-BB0D-E48AA2F2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0425D38-7CBD-4D31-B673-C8D92BF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44B7EA7-859B-43C8-B992-C73ACE3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589D45D-FE09-4AA3-A132-ACC246C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31F1112-4013-4C38-980A-F1967749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5B2911B4-10EB-4B6B-A124-587A4F58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1E5CDB2F-D88E-4617-B035-18E67FE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9A416C3-67D7-4E78-A30B-13765050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66DB47BC-89B2-4389-888C-62515D05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FC71C32-1A69-4276-8BC7-BB15499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CD70EAA-E7FD-48E1-92DD-F3F3367B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p02-full-005548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7A98D29-4EFF-4F98-94AE-048AF53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949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A2BE132-803E-437D-A46F-75BECDD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3F964D2-A39A-4676-A60B-38745D4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Authentication Operations Briefing Pptx: Q-07 threshold evidence · p02-full-005548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a731f7708840d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A7C6E2A-8BD7-4418-A157-D929571D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6DB8B6C-3E92-4BFD-9E39-8B279B54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70FF7CF-2E28-4F67-A678-CA86A352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38F3882-8146-4E86-B980-001BE9ED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9CA44F5-4465-442F-88F3-AFFCB26E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C9350A7-BF8A-4FC5-B55D-4923FBF3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378C9D2-1323-4A08-83BB-EB0543A2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AEBCAA7-B87D-4264-8671-AF43994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60387B7-CBEC-414B-B111-3528A49D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4DC8D43-09D7-495C-91E9-9A7E09E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5F91ECA-CD28-4B47-B5A5-D2197E5F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5E226F9-38AF-42B1-94F9-F318F5D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88948CD-BA16-4048-A486-65DD027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95159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2026-08-24T13:00:58.9970000Z</dcterms:created>
  <dcterms:modified xsi:type="dcterms:W3CDTF">2026-08-24T13:00:58.9970000Z</dcterms:modified>
</coreProperties>
</file>