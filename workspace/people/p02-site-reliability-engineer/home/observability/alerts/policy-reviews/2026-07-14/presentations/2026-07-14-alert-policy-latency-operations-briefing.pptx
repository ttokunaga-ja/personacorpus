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582b21313344a5" /><Relationship Type="http://schemas.openxmlformats.org/officeDocument/2006/relationships/extended-properties" Target="/docProps/app.xml" Id="R525fb3a59e1f440c" /><Relationship Type="http://schemas.openxmlformats.org/officeDocument/2006/relationships/officeDocument" Target="/ppt/presentation.xml" Id="Rd70b396383fa41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371ba3a0b48dd"/>
  </p:sldMasterIdLst>
  <p:notesMasterIdLst>
    <p:notesMasterId xmlns:r="http://schemas.openxmlformats.org/officeDocument/2006/relationships" r:id="Rd06c13004e864aec"/>
  </p:notesMasterIdLst>
  <p:sldIdLst>
    <p:sldId xmlns:r="http://schemas.openxmlformats.org/officeDocument/2006/relationships" id="256" r:id="R966e3a82fa5b4b30"/>
    <p:sldId xmlns:r="http://schemas.openxmlformats.org/officeDocument/2006/relationships" id="257" r:id="R8272d67365144e62"/>
    <p:sldId xmlns:r="http://schemas.openxmlformats.org/officeDocument/2006/relationships" id="258" r:id="R5805b6410479488a"/>
    <p:sldId xmlns:r="http://schemas.openxmlformats.org/officeDocument/2006/relationships" id="259" r:id="R16d593f05e6344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722946deb4864" /><Relationship Type="http://schemas.openxmlformats.org/officeDocument/2006/relationships/slideMaster" Target="/ppt/slideMasters/slideMaster1.xml" Id="Ra4c371ba3a0b48dd" /><Relationship Type="http://schemas.openxmlformats.org/officeDocument/2006/relationships/notesMaster" Target="/ppt/notesMasters/notesMaster1.xml" Id="Rd06c13004e864aec" /><Relationship Type="http://schemas.openxmlformats.org/officeDocument/2006/relationships/presProps" Target="/ppt/presProps.xml" Id="R617bae7076c04971" /><Relationship Type="http://schemas.openxmlformats.org/officeDocument/2006/relationships/tableStyles" Target="/ppt/tableStyles.xml" Id="Rd3daf645db67440f" /><Relationship Type="http://schemas.openxmlformats.org/officeDocument/2006/relationships/slide" Target="/ppt/slides/slide1.xml" Id="R966e3a82fa5b4b30" /><Relationship Type="http://schemas.openxmlformats.org/officeDocument/2006/relationships/slide" Target="/ppt/slides/slide2.xml" Id="R8272d67365144e62" /><Relationship Type="http://schemas.openxmlformats.org/officeDocument/2006/relationships/slide" Target="/ppt/slides/slide3.xml" Id="R5805b6410479488a" /><Relationship Type="http://schemas.openxmlformats.org/officeDocument/2006/relationships/slide" Target="/ppt/slides/slide4.xml" Id="R16d593f05e6344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1fe148ac98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d50ac8b92442e" /><Relationship Type="http://schemas.openxmlformats.org/officeDocument/2006/relationships/notesMaster" Target="/ppt/notesMasters/notesMaster1.xml" Id="Rda913e8bbaf94f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abddf06364f9d" /><Relationship Type="http://schemas.openxmlformats.org/officeDocument/2006/relationships/notesMaster" Target="/ppt/notesMasters/notesMaster1.xml" Id="Re88d83c8b7d6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a4afe2426f4f55" /><Relationship Type="http://schemas.openxmlformats.org/officeDocument/2006/relationships/notesMaster" Target="/ppt/notesMasters/notesMaster1.xml" Id="Rf80a715b32e34a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71df6a1e7b429e" /><Relationship Type="http://schemas.openxmlformats.org/officeDocument/2006/relationships/notesMaster" Target="/ppt/notesMasters/notesMaster1.xml" Id="R2ba7cfdd1b60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observability/alerts/rules/data/2026-07-20-alert-policy-latency-metrics-csv-s000129.csv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p02-full-000129, row:canonical-metric.</a:t>
            </a:r>
          </a:p>
          <a:p xmlns:a="http://schemas.openxmlformats.org/drawingml/2006/main">
            <a:r>
              <a:t>Artifact: p02-full-009145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observability/alerts/rules/data/2026-07-20-alert-policy-latency-metrics-csv-s000129.csv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p02-full-000129, row:canonical-metric.</a:t>
            </a:r>
          </a:p>
          <a:p xmlns:a="http://schemas.openxmlformats.org/drawingml/2006/main">
            <a:r>
              <a:t>Artifact: p02-full-009145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observability/alerts/rules/data/2026-07-20-alert-policy-latency-metrics-csv-s000129.csv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p02-full-000129, row:canonical-metric.</a:t>
            </a:r>
          </a:p>
          <a:p xmlns:a="http://schemas.openxmlformats.org/drawingml/2006/main">
            <a:r>
              <a:t>Artifact: p02-full-009145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observability/alerts/rules/data/2026-07-20-alert-policy-latency-metrics-csv-s000129.csv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p02-full-000129, row:canonical-metric.</a:t>
            </a:r>
          </a:p>
          <a:p xmlns:a="http://schemas.openxmlformats.org/drawingml/2006/main">
            <a:r>
              <a:t>Artifact: p02-full-009145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0a7d0039941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7fb57f510f42f4" /><Relationship Type="http://schemas.openxmlformats.org/officeDocument/2006/relationships/slideLayout" Target="/ppt/slideLayouts/slideLayout1.xml" Id="R427b9081f286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b9081f286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91a9918e84426" /><Relationship Type="http://schemas.openxmlformats.org/officeDocument/2006/relationships/notesSlide" Target="/ppt/notesSlides/notesSlide1.xml" Id="R3ce18e77305444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9391c59584a16" /><Relationship Type="http://schemas.openxmlformats.org/officeDocument/2006/relationships/notesSlide" Target="/ppt/notesSlides/notesSlide2.xml" Id="R529e96d9f437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c65a35f494f37" /><Relationship Type="http://schemas.openxmlformats.org/officeDocument/2006/relationships/notesSlide" Target="/ppt/notesSlides/notesSlide3.xml" Id="R751ba12eedfa4e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3b65da9a74e68" /><Relationship Type="http://schemas.openxmlformats.org/officeDocument/2006/relationships/chart" Target="/ppt/slides/charts/chart1.xml" Id="R9b95daac85764035" /><Relationship Type="http://schemas.openxmlformats.org/officeDocument/2006/relationships/notesSlide" Target="/ppt/notesSlides/notesSlide4.xml" Id="R7eb3c2ecadaf4e4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9748422-1BFF-4253-9BF5-151D6A1A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B080607-8682-48C4-B960-A03D99D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p02-full-009145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98D443D-29AC-4CEF-8966-EBF2BD8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observability/alerts · Platform Reliability · control p02-full-009145 · 2026 07 14 Alert Policy Latency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ED03C00-F8B3-47F5-9FFF-64AE4AE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792532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D3460DA0-2BAC-41B7-8DDD-1524EF97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Latency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3B4DC6D-DC66-4FD0-93B5-0EE99892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6E87852B-7B0A-4B6C-9FBE-D254E312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419698D-DB96-42DA-BA59-CE9A9B80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A51ABC3-8B6B-45CD-9E48-1A794F8D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latency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5113071A-7465-4750-BE6D-B22ED7F5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FF5B272-AEA0-4248-9AC5-3D468624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0DF4040-9B75-4A40-898C-AC94D1C6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11FBF6D-534D-403C-A820-C74A3F6B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1E0B68F-B296-4ADC-984C-8EE0FD4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874DC9F-877F-4632-8D1F-5EB78674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F153B3A-3A4F-4357-B086-7C838CC1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17ED0DD-B576-46F3-9A4D-FB0728A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7A888A9-643C-44C9-8E1E-0688851E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p02-full-009145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4D71709-029D-45F2-BBAA-8FC71683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0586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DA7D893-7B42-4DFD-AAED-BC837643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p02-full-009145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3D73870-D341-478C-9FBB-B87B042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slo.checkout.latency · rel.slo.2026-q3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99081C7-43A3-4E2D-9DD7-F2ABAE8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110D93F-B958-4958-892F-240A0493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BDFEC95-13BF-4CBB-B6ED-FBA0E74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7ACBE37-49F2-4BBC-96A3-2C5624A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C210C17-7E19-4019-93F7-2FB3FB70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218F797-6005-46C7-A9E1-E24A8A4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EE05192-0F78-4F26-A9DA-838A510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C2B33FD-6DBE-47A7-8A58-9A054715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897C24B9-F90C-4FFA-BDB7-60C25651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431FD21-50A0-45B1-B492-D13FAD58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E0C1321-88D6-4F92-A93C-28BFCC8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CE8BE13-081C-4690-91D6-F6E67AA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A139151-3F27-4805-8546-19F3273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7E5FE03-6F8E-40D1-B3ED-C70F0E9C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04639BB-845C-405C-8730-2BDFD18E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p02-full-009145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D56D72D-CA44-4A2F-8E5F-E07908A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4997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B9A6346-6D34-4629-8B4B-B75AB924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C9EE6D7-3BA4-49B4-A1E1-3DEB49F9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Latency Operations Briefing Pptx: Q-07 threshold evidence · p02-full-009145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95daac8576403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1AC7A337-4B2E-4068-B545-D057981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B8F6752-EFAB-4DFD-BB25-356C1E7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221C2C52-F0FA-4663-B39B-DDDE3AC8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AC57D18-6F21-4C2F-B6D3-A5C1D0D6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5097CD3-BE7E-4D43-A2E2-14AE4810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CECBB12-6B68-4AA1-B323-D376EDA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636FD93E-21C6-4BBA-A985-E50C2745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68A11FB-F80D-4043-A655-ADE74A8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C7133DC-5D53-4D91-BC77-FFCA51F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A698EEC-9CF2-4CEA-8D56-67BFC7AF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DD9DB02-F3A6-460A-8FA5-64D6D77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30B3E96-B08B-4109-9D1E-EF794CCF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alert policy latency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9532034-0A63-43B4-9E36-B1CEB70D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1752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2026-08-24T13:01:04.1450000Z</dcterms:created>
  <dcterms:modified xsi:type="dcterms:W3CDTF">2026-08-24T13:01:04.1450000Z</dcterms:modified>
</coreProperties>
</file>