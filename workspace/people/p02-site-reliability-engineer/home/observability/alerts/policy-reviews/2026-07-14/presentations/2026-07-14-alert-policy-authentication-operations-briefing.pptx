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efb263fc743bb" /><Relationship Type="http://schemas.openxmlformats.org/officeDocument/2006/relationships/extended-properties" Target="/docProps/app.xml" Id="R29937f7384174b20" /><Relationship Type="http://schemas.openxmlformats.org/officeDocument/2006/relationships/officeDocument" Target="/ppt/presentation.xml" Id="R6c57bb460d3d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738d063634af0"/>
  </p:sldMasterIdLst>
  <p:notesMasterIdLst>
    <p:notesMasterId xmlns:r="http://schemas.openxmlformats.org/officeDocument/2006/relationships" r:id="R586ffc0b6c894583"/>
  </p:notesMasterIdLst>
  <p:sldIdLst>
    <p:sldId xmlns:r="http://schemas.openxmlformats.org/officeDocument/2006/relationships" id="256" r:id="R0fb800a7b90c4060"/>
    <p:sldId xmlns:r="http://schemas.openxmlformats.org/officeDocument/2006/relationships" id="257" r:id="R27e201e806354cd0"/>
    <p:sldId xmlns:r="http://schemas.openxmlformats.org/officeDocument/2006/relationships" id="258" r:id="R5f2a55315c2a423c"/>
    <p:sldId xmlns:r="http://schemas.openxmlformats.org/officeDocument/2006/relationships" id="259" r:id="R33c0cad0c625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63e8dfc354fad" /><Relationship Type="http://schemas.openxmlformats.org/officeDocument/2006/relationships/slideMaster" Target="/ppt/slideMasters/slideMaster1.xml" Id="R38f738d063634af0" /><Relationship Type="http://schemas.openxmlformats.org/officeDocument/2006/relationships/notesMaster" Target="/ppt/notesMasters/notesMaster1.xml" Id="R586ffc0b6c894583" /><Relationship Type="http://schemas.openxmlformats.org/officeDocument/2006/relationships/presProps" Target="/ppt/presProps.xml" Id="Rbefabce885fd4ac4" /><Relationship Type="http://schemas.openxmlformats.org/officeDocument/2006/relationships/tableStyles" Target="/ppt/tableStyles.xml" Id="R9e08a8777aeb4005" /><Relationship Type="http://schemas.openxmlformats.org/officeDocument/2006/relationships/slide" Target="/ppt/slides/slide1.xml" Id="R0fb800a7b90c4060" /><Relationship Type="http://schemas.openxmlformats.org/officeDocument/2006/relationships/slide" Target="/ppt/slides/slide2.xml" Id="R27e201e806354cd0" /><Relationship Type="http://schemas.openxmlformats.org/officeDocument/2006/relationships/slide" Target="/ppt/slides/slide3.xml" Id="R5f2a55315c2a423c" /><Relationship Type="http://schemas.openxmlformats.org/officeDocument/2006/relationships/slide" Target="/ppt/slides/slide4.xml" Id="R33c0cad0c625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2923c89ed2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8e509e2bb643ae" /><Relationship Type="http://schemas.openxmlformats.org/officeDocument/2006/relationships/notesMaster" Target="/ppt/notesMasters/notesMaster1.xml" Id="R2429a7c876db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69a08e3e047fe" /><Relationship Type="http://schemas.openxmlformats.org/officeDocument/2006/relationships/notesMaster" Target="/ppt/notesMasters/notesMaster1.xml" Id="Rc83ca82368a7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b45f1fe224517" /><Relationship Type="http://schemas.openxmlformats.org/officeDocument/2006/relationships/notesMaster" Target="/ppt/notesMasters/notesMaster1.xml" Id="Re28667b12ad2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6d280a66a141d1" /><Relationship Type="http://schemas.openxmlformats.org/officeDocument/2006/relationships/notesMaster" Target="/ppt/notesMasters/notesMaster1.xml" Id="Rd0f3cec62343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p02-full-004948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p02-full-004948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p02-full-004948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observability/alerts/rules/data/2026-07-14-alert-policy-export-gap-metrics-tsv-s000567.tsv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p02-full-000567, row:canonical-metric.</a:t>
            </a:r>
          </a:p>
          <a:p xmlns:a="http://schemas.openxmlformats.org/drawingml/2006/main">
            <a:r>
              <a:t>Artifact: p02-full-004948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2c4f2af8f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c19c2d18e415d" /><Relationship Type="http://schemas.openxmlformats.org/officeDocument/2006/relationships/slideLayout" Target="/ppt/slideLayouts/slideLayout1.xml" Id="Rb2c50d7f0628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50d7f0628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ac924cefb4dac" /><Relationship Type="http://schemas.openxmlformats.org/officeDocument/2006/relationships/notesSlide" Target="/ppt/notesSlides/notesSlide1.xml" Id="Readfd4a68f49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85997e8b54dfc" /><Relationship Type="http://schemas.openxmlformats.org/officeDocument/2006/relationships/notesSlide" Target="/ppt/notesSlides/notesSlide2.xml" Id="Rc7c26bed6505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689d97bbe4c57" /><Relationship Type="http://schemas.openxmlformats.org/officeDocument/2006/relationships/notesSlide" Target="/ppt/notesSlides/notesSlide3.xml" Id="R2bead1b4ba8c48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bd2d0371442c0" /><Relationship Type="http://schemas.openxmlformats.org/officeDocument/2006/relationships/chart" Target="/ppt/slides/charts/chart1.xml" Id="R4d6e628f0c6b4ccc" /><Relationship Type="http://schemas.openxmlformats.org/officeDocument/2006/relationships/notesSlide" Target="/ppt/notesSlides/notesSlide4.xml" Id="Rd4710ad2475240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A899915-BBE7-45E0-AB82-A9347C0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7D3205E-A6D8-492B-A689-2C6E2E5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92FF5E9-8262-4630-BC29-9B7EA05F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observability/alerts · Platform Reliability · control p02-full-004948 · 2026 07 14 Alert Policy Authentication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425CCC2-D882-4DAC-8899-84B8A98E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63847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417244A-9BA7-42B7-ABC8-E88892B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757D787-B740-4873-84AC-543FC72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EC76CE4-9726-407E-B2B3-15C45CE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29C8C260-8827-4DBF-93D9-E6564E5A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48BB86C-F0A2-4FA0-9A52-DD0232EA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18D987E-58AF-458B-BBC4-63DC66F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FF03142-2399-417F-8E19-340F0CD8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0F18AD8-1A32-4E57-BFAF-09241E71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FF692FA-6FC7-468C-A275-40C0B932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025D783-980C-4F82-8C1C-95AE19A9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EBD92CD-E9F3-4734-8584-3A16B5C9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33108ED-BDC1-452B-9C82-5B76CB4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757ADC9-6FC7-4326-88EA-0C5BD16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85AB5B1-1E84-4A6E-9DAA-62E3D99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6881BED-F360-4724-85BF-3900385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5853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5D8C371-5826-4901-8AB0-930CF51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EC4CDEC-09FA-49A3-A7A8-FC88FDA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AC698A2-2EF4-4F0F-8BD0-D5C3C43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EE1160F-046D-4C07-9034-1200B19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CF1B55B-8C4F-4FF1-971D-CC19506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29341BD-137F-4836-A483-4E3AA35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42FC8E8-8BC8-46B4-927E-495965D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4CDF5D64-ED8A-41F1-9263-D299B83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CA160A3-AB19-48BC-BE2F-320FA68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4B351FF-F379-455A-845D-FC50DCE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F23134B-002E-4EFB-868E-17C19049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9E7D212-D948-41FB-A232-310469D3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470B878-EEAE-43D9-B06B-F587C86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BB209C2-54D0-4E75-9E99-813DFFE7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7198244-283B-48D1-B958-2461341D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E7838E1-5762-4A7B-8CAE-FCB370A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88A4647-F0D3-4715-B0C0-EA493E0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p02-full-004948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71AE85F-6170-41C3-852D-5800C98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76069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B55FA90-B7D4-4398-8874-63DD59F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6D2A6CE-8D13-4CE7-8117-44A262E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Authentication Operations Briefing Pptx: Q-07 threshold evidence · p02-full-004948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6e628f0c6b4cc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4DC8F7D-EF57-463A-966B-22906E90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7DD892D-F5A7-4759-9F52-29C69A92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F0A2429-E109-4610-98EF-CADA67E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118ED31-7C8B-4EFA-97FC-058267C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0A945AF-EFA9-472E-80A7-35CFA07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AEED2060-9142-423B-8FD2-65E4F24D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BB4FCFB-53F4-4087-BEC3-44AFA25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414ED88-A340-41FF-8BB0-749F7C32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289BB16-A3CA-4AA1-8F80-411CFAD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8F21BCF-5C4E-465A-9C05-5AD03CD1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80F647D-C4C4-49A3-9FEE-B2549CF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30981FA-36CB-47D4-88FE-04CBB38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3E00C0E-1748-4E62-9714-76919D2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2631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2026-08-24T13:00:57.8400000Z</dcterms:created>
  <dcterms:modified xsi:type="dcterms:W3CDTF">2026-08-24T13:00:57.8400000Z</dcterms:modified>
</coreProperties>
</file>