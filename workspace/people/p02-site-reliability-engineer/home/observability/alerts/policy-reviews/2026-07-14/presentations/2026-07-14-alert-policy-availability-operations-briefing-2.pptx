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bd68b773934816" /><Relationship Type="http://schemas.openxmlformats.org/officeDocument/2006/relationships/extended-properties" Target="/docProps/app.xml" Id="R2d24939f77c049da" /><Relationship Type="http://schemas.openxmlformats.org/officeDocument/2006/relationships/officeDocument" Target="/ppt/presentation.xml" Id="Rd6ea5f57f3de47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c6b9238c3f4e84"/>
  </p:sldMasterIdLst>
  <p:notesMasterIdLst>
    <p:notesMasterId xmlns:r="http://schemas.openxmlformats.org/officeDocument/2006/relationships" r:id="Re40a7df4bea44b98"/>
  </p:notesMasterIdLst>
  <p:sldIdLst>
    <p:sldId xmlns:r="http://schemas.openxmlformats.org/officeDocument/2006/relationships" id="256" r:id="R67cd8193718346c2"/>
    <p:sldId xmlns:r="http://schemas.openxmlformats.org/officeDocument/2006/relationships" id="257" r:id="Re972f5903eff4b51"/>
    <p:sldId xmlns:r="http://schemas.openxmlformats.org/officeDocument/2006/relationships" id="258" r:id="R1b1c77af81cf4f23"/>
    <p:sldId xmlns:r="http://schemas.openxmlformats.org/officeDocument/2006/relationships" id="259" r:id="R6965e4dee58547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7b34fd51c3471c" /><Relationship Type="http://schemas.openxmlformats.org/officeDocument/2006/relationships/slideMaster" Target="/ppt/slideMasters/slideMaster1.xml" Id="R0fc6b9238c3f4e84" /><Relationship Type="http://schemas.openxmlformats.org/officeDocument/2006/relationships/notesMaster" Target="/ppt/notesMasters/notesMaster1.xml" Id="Re40a7df4bea44b98" /><Relationship Type="http://schemas.openxmlformats.org/officeDocument/2006/relationships/presProps" Target="/ppt/presProps.xml" Id="R4904987b0c364abd" /><Relationship Type="http://schemas.openxmlformats.org/officeDocument/2006/relationships/tableStyles" Target="/ppt/tableStyles.xml" Id="R67a3daf17c7d4b77" /><Relationship Type="http://schemas.openxmlformats.org/officeDocument/2006/relationships/slide" Target="/ppt/slides/slide1.xml" Id="R67cd8193718346c2" /><Relationship Type="http://schemas.openxmlformats.org/officeDocument/2006/relationships/slide" Target="/ppt/slides/slide2.xml" Id="Re972f5903eff4b51" /><Relationship Type="http://schemas.openxmlformats.org/officeDocument/2006/relationships/slide" Target="/ppt/slides/slide3.xml" Id="R1b1c77af81cf4f23" /><Relationship Type="http://schemas.openxmlformats.org/officeDocument/2006/relationships/slide" Target="/ppt/slides/slide4.xml" Id="R6965e4dee58547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9ea96661cb41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a97f7ef457417e" /><Relationship Type="http://schemas.openxmlformats.org/officeDocument/2006/relationships/notesMaster" Target="/ppt/notesMasters/notesMaster1.xml" Id="R1ae60f224ac147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51960a93da4f2f" /><Relationship Type="http://schemas.openxmlformats.org/officeDocument/2006/relationships/notesMaster" Target="/ppt/notesMasters/notesMaster1.xml" Id="R70003d67964a4a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23f4b6d3b64210" /><Relationship Type="http://schemas.openxmlformats.org/officeDocument/2006/relationships/notesMaster" Target="/ppt/notesMasters/notesMaster1.xml" Id="Rb95ec9ecb37649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8bdf5b63b44558" /><Relationship Type="http://schemas.openxmlformats.org/officeDocument/2006/relationships/notesMaster" Target="/ppt/notesMasters/notesMaster1.xml" Id="R3c26be6406cc4a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observability/alerts/rules/data/2026-07-15-alert-policy-availability-metrics-csv-s000016.csv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p02-full-000016, row:canonical-metric.</a:t>
            </a:r>
          </a:p>
          <a:p xmlns:a="http://schemas.openxmlformats.org/drawingml/2006/main">
            <a:r>
              <a:t>Artifact: p02-full-004248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observability/alerts/rules/data/2026-07-15-alert-policy-availability-metrics-csv-s000016.csv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p02-full-000016, row:canonical-metric.</a:t>
            </a:r>
          </a:p>
          <a:p xmlns:a="http://schemas.openxmlformats.org/drawingml/2006/main">
            <a:r>
              <a:t>Artifact: p02-full-004248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observability/alerts/rules/data/2026-07-15-alert-policy-availability-metrics-csv-s000016.csv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p02-full-000016, row:canonical-metric.</a:t>
            </a:r>
          </a:p>
          <a:p xmlns:a="http://schemas.openxmlformats.org/drawingml/2006/main">
            <a:r>
              <a:t>Artifact: p02-full-004248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observability/alerts/rules/data/2026-07-15-alert-policy-availability-metrics-csv-s000016.csv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p02-full-000016, row:canonical-metric.</a:t>
            </a:r>
          </a:p>
          <a:p xmlns:a="http://schemas.openxmlformats.org/drawingml/2006/main">
            <a:r>
              <a:t>Artifact: p02-full-004248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86deef6f847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6a088c6a6545b7" /><Relationship Type="http://schemas.openxmlformats.org/officeDocument/2006/relationships/slideLayout" Target="/ppt/slideLayouts/slideLayout1.xml" Id="Rb460c29153d34d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60c29153d34d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c47cd75aa44eb" /><Relationship Type="http://schemas.openxmlformats.org/officeDocument/2006/relationships/notesSlide" Target="/ppt/notesSlides/notesSlide1.xml" Id="R063902faa01b4b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60e05f8804ed5" /><Relationship Type="http://schemas.openxmlformats.org/officeDocument/2006/relationships/notesSlide" Target="/ppt/notesSlides/notesSlide2.xml" Id="Rb4eb8c66f2904e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9e47ea83242e9" /><Relationship Type="http://schemas.openxmlformats.org/officeDocument/2006/relationships/notesSlide" Target="/ppt/notesSlides/notesSlide3.xml" Id="R7eb1bb617cee49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87436294c4a49" /><Relationship Type="http://schemas.openxmlformats.org/officeDocument/2006/relationships/chart" Target="/ppt/slides/charts/chart1.xml" Id="R04e6e6ab3478460a" /><Relationship Type="http://schemas.openxmlformats.org/officeDocument/2006/relationships/notesSlide" Target="/ppt/notesSlides/notesSlide4.xml" Id="R10c6a81a19654e0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ABE4548C-3100-4EB3-8057-764AA7E6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84AE1778-F6DB-48EE-9F97-30A3CAE0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p02-full-004248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746D5A4E-A9A8-42FA-AD13-1E4AC610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observability/alerts · Platform Reliability · control p02-full-004248 · 2026 07 14 Alert Policy Availability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034136C4-ADC7-402A-92FC-A380CE3A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930663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427E2E25-1F8C-4817-A339-96336361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Availability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5ADF39C2-76B7-4A90-9A99-849D7A65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3382FA99-B2E7-41EB-B0E1-4AA044F5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516C0A7A-0C70-4E8D-B7B2-FDD48D7A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1B39C760-EFED-4647-90E7-58296F2E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alert policy availability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378F9FA3-62D4-4280-9C5D-05EF3186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4F224E5B-37CE-4298-905C-EE50FF92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8D431873-C3EE-4458-84D8-43B455BA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2326F695-BC68-4C84-86A8-A9CE0809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F7705B4F-36F1-443E-BBB3-5A8C4DD7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C7136789-7DD3-4C77-BA85-1E439E03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7136A76B-BADD-424D-A0DC-A3863978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2F50E5E2-A297-480B-9920-EA808772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006C8EA0-753E-4820-A56C-08D5CF0B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p02-full-004248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C2721FA1-A685-45B4-9E25-7B001A01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19349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1E801F33-0B2C-4F3D-A5A6-E03DD4C9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p02-full-004248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162A0E48-BBB8-44E8-90D4-2B5BA522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slo.checkout.availability · rel.slo.2026-q3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9B6E620B-8D53-4B8C-B0AF-084C44A0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C0F958B0-278B-45C1-B3BB-711631A4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2F8A682C-F4C3-4459-8D69-01008D10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9718BDB3-C146-4386-BB03-D577C91D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7B442E86-BAF3-4F8A-B0DD-AA399AFE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C0451ED7-FFB5-4526-8E3A-624E586C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69EF411B-5A41-47C2-944E-3E47C70A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53726E19-76B5-498A-BBD2-BC192D16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337A3FFC-DA6C-4338-AAA3-59496CA0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4D6350FE-BBEB-43AB-BFE2-D773D55F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4C52A9A6-924F-4E82-BE79-88F8370E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D96C918A-AE87-4BF2-B101-5EF1B701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1C8263D1-DB84-4B3B-BF65-CF6F8557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E68D094B-E0D3-4AE0-B49C-542297ED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9B623D23-D0BA-430B-AF2F-2296006F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p02-full-004248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0CABD51F-8F03-4337-AE24-85E051AA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54238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D3C368FE-1ECD-474F-AA44-5F7D60CB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A0436CF1-F4B2-4795-B464-E65E3210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Availability Operations Briefing Pptx: Q-07 threshold evidence · p02-full-004248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e6e6ab3478460a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D956CC6F-6A44-4A11-9BF8-4312356B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523BA45B-A061-426F-B539-825221B9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D3424CC4-4507-4B64-BBD3-78F1002C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CE57F0CA-D4CE-4DAF-8866-65832060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7CD381DC-5EC1-4404-9FC2-15F95B08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1D0FE694-6AFB-49E7-802C-CC544433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3EEA81E4-2AC5-4673-A829-C3254977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7B709E30-C5A1-43FB-963E-0F4304F0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227025B3-3B00-45ED-A735-3D21A72A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771BCC07-B3F5-485A-96D6-FD9F9510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3BF7E67D-6109-4EDE-9B7A-D45BBFC9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714D8671-D2F1-4542-9AE0-8B42F380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alert policy availability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0AC27F8C-0CAE-4538-A4F2-F79DA104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73926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2026-08-24T13:00:54.8860000Z</dcterms:created>
  <dcterms:modified xsi:type="dcterms:W3CDTF">2026-08-24T13:00:54.8860000Z</dcterms:modified>
</coreProperties>
</file>