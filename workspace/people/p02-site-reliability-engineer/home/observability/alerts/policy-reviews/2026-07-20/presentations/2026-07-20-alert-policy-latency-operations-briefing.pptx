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1b59e214064745" /><Relationship Type="http://schemas.openxmlformats.org/officeDocument/2006/relationships/extended-properties" Target="/docProps/app.xml" Id="R7105b7bae0694415" /><Relationship Type="http://schemas.openxmlformats.org/officeDocument/2006/relationships/officeDocument" Target="/ppt/presentation.xml" Id="R43eacff2ab504d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d97a9fa4e45fb"/>
  </p:sldMasterIdLst>
  <p:notesMasterIdLst>
    <p:notesMasterId xmlns:r="http://schemas.openxmlformats.org/officeDocument/2006/relationships" r:id="R409e18ffeb6b4874"/>
  </p:notesMasterIdLst>
  <p:sldIdLst>
    <p:sldId xmlns:r="http://schemas.openxmlformats.org/officeDocument/2006/relationships" id="256" r:id="R4fefce2632aa42a0"/>
    <p:sldId xmlns:r="http://schemas.openxmlformats.org/officeDocument/2006/relationships" id="257" r:id="R06a3ebd27fe84cfc"/>
    <p:sldId xmlns:r="http://schemas.openxmlformats.org/officeDocument/2006/relationships" id="258" r:id="Ra23adaf9d9b44e2c"/>
    <p:sldId xmlns:r="http://schemas.openxmlformats.org/officeDocument/2006/relationships" id="259" r:id="R1dc91cb9a00848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740bfd20fa4587" /><Relationship Type="http://schemas.openxmlformats.org/officeDocument/2006/relationships/slideMaster" Target="/ppt/slideMasters/slideMaster1.xml" Id="R2b4d97a9fa4e45fb" /><Relationship Type="http://schemas.openxmlformats.org/officeDocument/2006/relationships/notesMaster" Target="/ppt/notesMasters/notesMaster1.xml" Id="R409e18ffeb6b4874" /><Relationship Type="http://schemas.openxmlformats.org/officeDocument/2006/relationships/presProps" Target="/ppt/presProps.xml" Id="Ra3e60acb4d6c4ff1" /><Relationship Type="http://schemas.openxmlformats.org/officeDocument/2006/relationships/tableStyles" Target="/ppt/tableStyles.xml" Id="Rad9e4f3aa6b9480e" /><Relationship Type="http://schemas.openxmlformats.org/officeDocument/2006/relationships/slide" Target="/ppt/slides/slide1.xml" Id="R4fefce2632aa42a0" /><Relationship Type="http://schemas.openxmlformats.org/officeDocument/2006/relationships/slide" Target="/ppt/slides/slide2.xml" Id="R06a3ebd27fe84cfc" /><Relationship Type="http://schemas.openxmlformats.org/officeDocument/2006/relationships/slide" Target="/ppt/slides/slide3.xml" Id="Ra23adaf9d9b44e2c" /><Relationship Type="http://schemas.openxmlformats.org/officeDocument/2006/relationships/slide" Target="/ppt/slides/slide4.xml" Id="R1dc91cb9a00848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61ead619bc42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a5802efde4ae1" /><Relationship Type="http://schemas.openxmlformats.org/officeDocument/2006/relationships/notesMaster" Target="/ppt/notesMasters/notesMaster1.xml" Id="Ra6eb192fe5c14e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f98cac61a6494e" /><Relationship Type="http://schemas.openxmlformats.org/officeDocument/2006/relationships/notesMaster" Target="/ppt/notesMasters/notesMaster1.xml" Id="R6e7c0e7620ec40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5f7e365598466c" /><Relationship Type="http://schemas.openxmlformats.org/officeDocument/2006/relationships/notesMaster" Target="/ppt/notesMasters/notesMaster1.xml" Id="R7dffba0f507c4a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daffa59a3d4a3d" /><Relationship Type="http://schemas.openxmlformats.org/officeDocument/2006/relationships/notesMaster" Target="/ppt/notesMasters/notesMaster1.xml" Id="R5083b90db9364a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observability/alerts/rules/data/2026-07-14-alert-policy-ingress-errors-metrics-csv-s002357.csv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p02-full-002357, row:canonical-metric.</a:t>
            </a:r>
          </a:p>
          <a:p xmlns:a="http://schemas.openxmlformats.org/drawingml/2006/main">
            <a:r>
              <a:t>Artifact: p02-full-008145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observability/alerts/rules/data/2026-07-14-alert-policy-ingress-errors-metrics-csv-s002357.csv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p02-full-002357, row:canonical-metric.</a:t>
            </a:r>
          </a:p>
          <a:p xmlns:a="http://schemas.openxmlformats.org/drawingml/2006/main">
            <a:r>
              <a:t>Artifact: p02-full-008145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observability/alerts/rules/data/2026-07-14-alert-policy-ingress-errors-metrics-csv-s002357.csv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p02-full-002357, row:canonical-metric.</a:t>
            </a:r>
          </a:p>
          <a:p xmlns:a="http://schemas.openxmlformats.org/drawingml/2006/main">
            <a:r>
              <a:t>Artifact: p02-full-008145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observability/alerts/rules/data/2026-07-14-alert-policy-ingress-errors-metrics-csv-s002357.csv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p02-full-002357, row:canonical-metric.</a:t>
            </a:r>
          </a:p>
          <a:p xmlns:a="http://schemas.openxmlformats.org/drawingml/2006/main">
            <a:r>
              <a:t>Artifact: p02-full-008145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9deb8b4484a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4dab3d9abd4daa" /><Relationship Type="http://schemas.openxmlformats.org/officeDocument/2006/relationships/slideLayout" Target="/ppt/slideLayouts/slideLayout1.xml" Id="Rf24fe226e49649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4fe226e49649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7af261bfa440f" /><Relationship Type="http://schemas.openxmlformats.org/officeDocument/2006/relationships/notesSlide" Target="/ppt/notesSlides/notesSlide1.xml" Id="Rc1293252a13e42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b308fe1754641" /><Relationship Type="http://schemas.openxmlformats.org/officeDocument/2006/relationships/notesSlide" Target="/ppt/notesSlides/notesSlide2.xml" Id="R25db93f716084b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153e8ad6f44fc" /><Relationship Type="http://schemas.openxmlformats.org/officeDocument/2006/relationships/notesSlide" Target="/ppt/notesSlides/notesSlide3.xml" Id="R1381ef6507cf47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7ffa2c1e34a9d" /><Relationship Type="http://schemas.openxmlformats.org/officeDocument/2006/relationships/chart" Target="/ppt/slides/charts/chart1.xml" Id="R0c29b24291c142c8" /><Relationship Type="http://schemas.openxmlformats.org/officeDocument/2006/relationships/notesSlide" Target="/ppt/notesSlides/notesSlide4.xml" Id="Rfb6275b5420048f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03A42C3-C401-44F1-9C3C-7C68C6C5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3DA7EE2-2968-4BC6-9CED-CCC365E1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p02-full-008145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849A11D-8FF4-4A96-9721-E36ADDC3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observability/alerts · Platform Reliability · control p02-full-008145 · 2026 07 20 Alert Policy Latency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6B7B553-85AC-476C-8870-FA8CD899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273890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D5F29E5-2304-4447-811B-C23B8CE9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Alert Policy Latency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D54121ED-1515-4CCD-8CB1-3313F437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1126475-1864-49B0-AD74-0149A674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49F85E9-E300-4D7A-9D63-3F49A378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A43274FB-8D31-464C-A733-D992371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ingress errors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F6DB122-A67A-4234-B8EF-5B07606F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0A76534-F792-4C58-9068-8F94E3C6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D5DCB4E7-96FA-4C2B-9A82-52A0F892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F4DFFBB-547D-4F62-8702-CB2B29B9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688F2EE-4970-4F4A-A127-58F90DFC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7338EE66-BF76-498C-BEBD-7F3D88D5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6A7067D3-67DB-4E6F-94A0-9CE93370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4369EEC-12E2-4291-BE72-5610A3B9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03F6874-6009-47F0-8C2B-697FA927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p02-full-008145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63FFA54A-3CF0-4888-B2C4-9BDCF84A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1625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E1E0958C-03F0-4658-87C0-FD5815E3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p02-full-008145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1812874-03DA-4FA9-AF34-809ECF2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slo.checkout.availability · rel.slo.2026-q3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710D2271-3A89-42E5-AB69-F3DA8954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A9BE8B8-BC5B-42E8-9DCE-6F4BCE60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46495A5-C3C4-46C0-AEB9-45532931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5A04AF4-BEAA-44CB-BFAF-88F65306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4E232B0C-7D50-4D6F-957B-5ED6CA66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A50BB8EB-35D6-42FE-9FAB-63067B34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0EA077C-F194-42CB-ADEA-CE791856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D747F32B-7C75-423C-8822-2736792F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2E1F49A4-E9A3-42F4-9E37-C956CD7D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7FAD3AD5-C4E5-4EEB-996E-21A51DB1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390B1E3-B433-4D31-A681-E9286AA0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F490892-0B2D-4B90-9389-32FFBB2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A1910CE-7E4A-43EC-8643-E3A423F5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48D2DB7-C262-4253-B09D-1CBD0A76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A53937A-2777-4638-952B-C2C049D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p02-full-008145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B9EE652-4850-414C-B3B9-BE5ADCB3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234483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FA246A8-74BF-4DA3-9D26-A16F31F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9B407111-0346-4B2E-A2C3-83B8B346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Alert Policy Latency Operations Briefing Pptx: Q-07 threshold evidence · p02-full-008145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29b24291c142c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1792885A-1AA5-4872-ACD7-8395FBCD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2684B80-3038-434E-A82C-4A2D6A2F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97C8A24D-038E-45FE-A31A-5EFF65F3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8537856-E1E2-402C-8D36-EA50164C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E7766F87-4113-410A-9EC7-A7606828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3EB11FFB-2185-4D0A-BAF8-DA2454F6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39F386D-8292-4980-81DD-2ABA7FC4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DEE2F30-5DD4-4254-BE2D-18396711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929253BE-0E62-40E2-BFFA-D805E153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9D7DDAC-0CF1-46E4-B241-99A3D409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8CDCDE8-EB9D-4D34-B1AC-BC005C1B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2F0B4E0-5DF1-4BE2-9CF3-50D181E9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ingress errors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DCBFDC98-6B90-4B86-8BFC-CC04412A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78680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2026-08-24T13:01:03.2320000Z</dcterms:created>
  <dcterms:modified xsi:type="dcterms:W3CDTF">2026-08-24T13:01:03.2320000Z</dcterms:modified>
</coreProperties>
</file>