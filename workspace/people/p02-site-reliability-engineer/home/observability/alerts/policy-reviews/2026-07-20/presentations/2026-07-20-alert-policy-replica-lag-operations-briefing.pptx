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df7e8bc154f34" /><Relationship Type="http://schemas.openxmlformats.org/officeDocument/2006/relationships/extended-properties" Target="/docProps/app.xml" Id="R5eafbbd9972b4411" /><Relationship Type="http://schemas.openxmlformats.org/officeDocument/2006/relationships/officeDocument" Target="/ppt/presentation.xml" Id="Red128685c7c5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a2ea55c05143cd"/>
  </p:sldMasterIdLst>
  <p:notesMasterIdLst>
    <p:notesMasterId xmlns:r="http://schemas.openxmlformats.org/officeDocument/2006/relationships" r:id="R8058bdf882f64014"/>
  </p:notesMasterIdLst>
  <p:sldIdLst>
    <p:sldId xmlns:r="http://schemas.openxmlformats.org/officeDocument/2006/relationships" id="256" r:id="Raaeb021da42a42d4"/>
    <p:sldId xmlns:r="http://schemas.openxmlformats.org/officeDocument/2006/relationships" id="257" r:id="R6b28bf32674c4ed2"/>
    <p:sldId xmlns:r="http://schemas.openxmlformats.org/officeDocument/2006/relationships" id="258" r:id="R75331d5fd9374104"/>
    <p:sldId xmlns:r="http://schemas.openxmlformats.org/officeDocument/2006/relationships" id="259" r:id="R4b7a005772e948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7e5d43737d486d" /><Relationship Type="http://schemas.openxmlformats.org/officeDocument/2006/relationships/slideMaster" Target="/ppt/slideMasters/slideMaster1.xml" Id="Rf3a2ea55c05143cd" /><Relationship Type="http://schemas.openxmlformats.org/officeDocument/2006/relationships/notesMaster" Target="/ppt/notesMasters/notesMaster1.xml" Id="R8058bdf882f64014" /><Relationship Type="http://schemas.openxmlformats.org/officeDocument/2006/relationships/presProps" Target="/ppt/presProps.xml" Id="Rcef6bd351a424f16" /><Relationship Type="http://schemas.openxmlformats.org/officeDocument/2006/relationships/tableStyles" Target="/ppt/tableStyles.xml" Id="R3fdd12dc7e864691" /><Relationship Type="http://schemas.openxmlformats.org/officeDocument/2006/relationships/slide" Target="/ppt/slides/slide1.xml" Id="Raaeb021da42a42d4" /><Relationship Type="http://schemas.openxmlformats.org/officeDocument/2006/relationships/slide" Target="/ppt/slides/slide2.xml" Id="R6b28bf32674c4ed2" /><Relationship Type="http://schemas.openxmlformats.org/officeDocument/2006/relationships/slide" Target="/ppt/slides/slide3.xml" Id="R75331d5fd9374104" /><Relationship Type="http://schemas.openxmlformats.org/officeDocument/2006/relationships/slide" Target="/ppt/slides/slide4.xml" Id="R4b7a005772e9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5839d56db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734e86a60c460a" /><Relationship Type="http://schemas.openxmlformats.org/officeDocument/2006/relationships/notesMaster" Target="/ppt/notesMasters/notesMaster1.xml" Id="Re5e409ffbffc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80c1ef2b12451a" /><Relationship Type="http://schemas.openxmlformats.org/officeDocument/2006/relationships/notesMaster" Target="/ppt/notesMasters/notesMaster1.xml" Id="R7e9a58064c9f4f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b5fa046c9d4523" /><Relationship Type="http://schemas.openxmlformats.org/officeDocument/2006/relationships/notesMaster" Target="/ppt/notesMasters/notesMaster1.xml" Id="R8cb14385677b4d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e88c0836984d3f" /><Relationship Type="http://schemas.openxmlformats.org/officeDocument/2006/relationships/notesMaster" Target="/ppt/notesMasters/notesMaster1.xml" Id="Re1eeb9a27f1343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observability/alerts/rules/data/2026-07-14-alert-policy-authentication-metrics-tsv-s002428.tsv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p02-full-002428, row:canonical-metric.</a:t>
            </a:r>
          </a:p>
          <a:p xmlns:a="http://schemas.openxmlformats.org/drawingml/2006/main">
            <a:r>
              <a:t>Artifact: p02-full-001846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observability/alerts/rules/data/2026-07-14-alert-policy-authentication-metrics-tsv-s002428.tsv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p02-full-002428, row:canonical-metric.</a:t>
            </a:r>
          </a:p>
          <a:p xmlns:a="http://schemas.openxmlformats.org/drawingml/2006/main">
            <a:r>
              <a:t>Artifact: p02-full-001846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observability/alerts/rules/data/2026-07-14-alert-policy-authentication-metrics-tsv-s002428.tsv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p02-full-002428, row:canonical-metric.</a:t>
            </a:r>
          </a:p>
          <a:p xmlns:a="http://schemas.openxmlformats.org/drawingml/2006/main">
            <a:r>
              <a:t>Artifact: p02-full-001846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observability/alerts/rules/data/2026-07-14-alert-policy-authentication-metrics-tsv-s002428.tsv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p02-full-002428, row:canonical-metric.</a:t>
            </a:r>
          </a:p>
          <a:p xmlns:a="http://schemas.openxmlformats.org/drawingml/2006/main">
            <a:r>
              <a:t>Artifact: p02-full-001846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79090ce99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52c7a3bf14853" /><Relationship Type="http://schemas.openxmlformats.org/officeDocument/2006/relationships/slideLayout" Target="/ppt/slideLayouts/slideLayout1.xml" Id="Rc1e86ced0ee14c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e86ced0ee14c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b5e02ed1a45bc" /><Relationship Type="http://schemas.openxmlformats.org/officeDocument/2006/relationships/notesSlide" Target="/ppt/notesSlides/notesSlide1.xml" Id="R78f1bf2f618c44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2d18967844b2b" /><Relationship Type="http://schemas.openxmlformats.org/officeDocument/2006/relationships/notesSlide" Target="/ppt/notesSlides/notesSlide2.xml" Id="R7014e3b4c8a8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a9c4f98d14605" /><Relationship Type="http://schemas.openxmlformats.org/officeDocument/2006/relationships/notesSlide" Target="/ppt/notesSlides/notesSlide3.xml" Id="R3b8434311cc448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7fa66b6594a96" /><Relationship Type="http://schemas.openxmlformats.org/officeDocument/2006/relationships/chart" Target="/ppt/slides/charts/chart1.xml" Id="R02ed5c6da45b4fd7" /><Relationship Type="http://schemas.openxmlformats.org/officeDocument/2006/relationships/notesSlide" Target="/ppt/notesSlides/notesSlide4.xml" Id="Re619013291a6442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6958827-74A6-4194-8983-DE86E706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5CF92F82-542A-46B0-A7D9-A4D6839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p02-full-001846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F1FEDFC-0F79-44F3-8C97-72C1E0C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observability/alerts · Platform Reliability · control p02-full-001846 · 2026 07 20 Alert Policy Replica Lag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776C36A-B6FD-434D-BBDB-47155BDE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39134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B669926-B66B-4E0B-8A65-99241806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Replica Lag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DC2A8A40-AA09-4BC4-9F16-0D1A0018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9B1F124-D1C5-4757-8499-97964D28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8F6C60A-FA11-4FCA-AF23-C3E97B3D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53DBE47-A2CE-4AE6-95DA-799B6A57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authentication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96EE601-DC1A-4BAF-A5F7-F862B32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6FDBDE2-4AAF-433D-96B0-827C787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7F8B2A3-D58D-41B7-9262-EBE15F4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DC02928-3676-47A5-920D-ECE2414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A888C78-F654-4BE5-9BAD-68E2009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83A0197-06FE-4F61-96DA-255703DD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7953D49-F937-4191-BB78-D96042D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6E250A5-7C2B-4FCA-AEA1-283A648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DAD0750-582C-4F9A-AD77-A5D2A2E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p02-full-001846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39BE340-C551-40DB-8D4E-C037655D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1070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8CE8BE8-4861-4E86-8120-21549B15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p02-full-001846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1F17EC2-4460-4FB7-BA3F-231046B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slo.checkout.latency · rel.slo.2026-q3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3300DDA-5898-469C-96DD-0FF2D7D8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73115FF-119C-4FDB-BE50-A1E8CAC7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FD4C41B-AEA0-490D-81CD-44AB798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AC2E529-2FBF-423B-B912-5F04CAA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51E0556-5B98-4E6A-B090-CA5C1FF4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520C552-B0DA-4734-AB4B-A7EF0FA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49E311F-4722-4296-A121-DD999707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FB13A41E-ADA2-4875-9072-E40859C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A50706B-72DE-43F2-B8ED-86340D81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91F65A7-BBAB-4EE8-BDEE-7402E0FB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CBAD285-DA53-48CE-AAE8-293EBACA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727E679-9887-480F-B1CF-D6ABB56C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B8111E7-D54E-4BE1-A921-C3DB55DD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1BA19F3-0648-4F30-B430-8F1F87B9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2CAAEEE-2834-4FBD-AFBE-F0C9ABB4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p02-full-001846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274CD03-34DF-4F29-B920-296458D4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5740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4BCE1FC-9210-4B7D-A5E8-7880936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CD41F6D-755E-4945-B05D-4DD50BA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Replica Lag Operations Briefing Pptx: Q-07 threshold evidence · p02-full-001846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ed5c6da45b4fd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3951D7A-D1F6-412A-90F3-DF8758FB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1B9522E-6B5E-4FDE-8882-E980C61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25ECE6C2-1718-416F-B608-81E0274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7D83A8D-5620-4F86-9D0B-CCFAEDC3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D52149E-863D-4337-A5B0-814B7D10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A272363-401D-48B1-A54A-8B1B011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8C6EA15D-5345-49DE-B7FE-FF9B3801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677336B9-FDC0-4EB0-974D-87B9890F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5B9EC73-88EC-47AB-9BB1-8DB360A2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33CCFD1-4D8D-4B36-9E60-45E175A5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14EA221-51A6-41C4-B2CB-5D74E48C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B3E2743-9AA8-4DF8-BEAE-654DA58F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authentication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6E635F9-DF7A-43E4-AF2A-21C0B1E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742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2026-08-24T13:00:48.4850000Z</dcterms:created>
  <dcterms:modified xsi:type="dcterms:W3CDTF">2026-08-24T13:00:48.4850000Z</dcterms:modified>
</coreProperties>
</file>