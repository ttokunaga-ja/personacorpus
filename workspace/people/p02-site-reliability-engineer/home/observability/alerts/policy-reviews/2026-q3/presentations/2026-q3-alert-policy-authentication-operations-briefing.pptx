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b3c6240154049" /><Relationship Type="http://schemas.openxmlformats.org/officeDocument/2006/relationships/extended-properties" Target="/docProps/app.xml" Id="R771bcd4dd2984a18" /><Relationship Type="http://schemas.openxmlformats.org/officeDocument/2006/relationships/officeDocument" Target="/ppt/presentation.xml" Id="R9c33d238d97a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44c5e2be0547e5"/>
  </p:sldMasterIdLst>
  <p:notesMasterIdLst>
    <p:notesMasterId xmlns:r="http://schemas.openxmlformats.org/officeDocument/2006/relationships" r:id="Rbe1867c2c9a747cd"/>
  </p:notesMasterIdLst>
  <p:sldIdLst>
    <p:sldId xmlns:r="http://schemas.openxmlformats.org/officeDocument/2006/relationships" id="256" r:id="R14f20a9187814c05"/>
    <p:sldId xmlns:r="http://schemas.openxmlformats.org/officeDocument/2006/relationships" id="257" r:id="R33ac902932424c10"/>
    <p:sldId xmlns:r="http://schemas.openxmlformats.org/officeDocument/2006/relationships" id="258" r:id="Rc73436e1796d4534"/>
    <p:sldId xmlns:r="http://schemas.openxmlformats.org/officeDocument/2006/relationships" id="259" r:id="Rc12d2dfa87b7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b6b6d2673b4f43" /><Relationship Type="http://schemas.openxmlformats.org/officeDocument/2006/relationships/slideMaster" Target="/ppt/slideMasters/slideMaster1.xml" Id="Rf444c5e2be0547e5" /><Relationship Type="http://schemas.openxmlformats.org/officeDocument/2006/relationships/notesMaster" Target="/ppt/notesMasters/notesMaster1.xml" Id="Rbe1867c2c9a747cd" /><Relationship Type="http://schemas.openxmlformats.org/officeDocument/2006/relationships/presProps" Target="/ppt/presProps.xml" Id="R7d31b98fe2084633" /><Relationship Type="http://schemas.openxmlformats.org/officeDocument/2006/relationships/tableStyles" Target="/ppt/tableStyles.xml" Id="R7ca343bd17c543ff" /><Relationship Type="http://schemas.openxmlformats.org/officeDocument/2006/relationships/slide" Target="/ppt/slides/slide1.xml" Id="R14f20a9187814c05" /><Relationship Type="http://schemas.openxmlformats.org/officeDocument/2006/relationships/slide" Target="/ppt/slides/slide2.xml" Id="R33ac902932424c10" /><Relationship Type="http://schemas.openxmlformats.org/officeDocument/2006/relationships/slide" Target="/ppt/slides/slide3.xml" Id="Rc73436e1796d4534" /><Relationship Type="http://schemas.openxmlformats.org/officeDocument/2006/relationships/slide" Target="/ppt/slides/slide4.xml" Id="Rc12d2dfa87b7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499367bf3e4c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3c4585acf34625" /><Relationship Type="http://schemas.openxmlformats.org/officeDocument/2006/relationships/notesMaster" Target="/ppt/notesMasters/notesMaster1.xml" Id="R3cd7b277feda41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464295b5e4b4c" /><Relationship Type="http://schemas.openxmlformats.org/officeDocument/2006/relationships/notesMaster" Target="/ppt/notesMasters/notesMaster1.xml" Id="Rcc83f0cbdb984c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e4c4199d0444e4" /><Relationship Type="http://schemas.openxmlformats.org/officeDocument/2006/relationships/notesMaster" Target="/ppt/notesMasters/notesMaster1.xml" Id="R5f005af544af4f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e0e20a8cc94ed3" /><Relationship Type="http://schemas.openxmlformats.org/officeDocument/2006/relationships/notesMaster" Target="/ppt/notesMasters/notesMaster1.xml" Id="R8f0c6bcccb3d47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observability/alerts/rules/data/2026-07-15-alert-policy-availability-metrics-csv-s000016.csv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p02-full-000016, row:canonical-metric.</a:t>
            </a:r>
          </a:p>
          <a:p xmlns:a="http://schemas.openxmlformats.org/drawingml/2006/main">
            <a:r>
              <a:t>Artifact: p02-full-004548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5ef1e1c7e4c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11c83f9ae049d9" /><Relationship Type="http://schemas.openxmlformats.org/officeDocument/2006/relationships/slideLayout" Target="/ppt/slideLayouts/slideLayout1.xml" Id="Rb217c6a2e9c0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7c6a2e9c0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d2a373054496c" /><Relationship Type="http://schemas.openxmlformats.org/officeDocument/2006/relationships/notesSlide" Target="/ppt/notesSlides/notesSlide1.xml" Id="R6ffca3ecda334a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3791ca3cb458e" /><Relationship Type="http://schemas.openxmlformats.org/officeDocument/2006/relationships/notesSlide" Target="/ppt/notesSlides/notesSlide2.xml" Id="R289b88e7155149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be786ece64831" /><Relationship Type="http://schemas.openxmlformats.org/officeDocument/2006/relationships/notesSlide" Target="/ppt/notesSlides/notesSlide3.xml" Id="Redfbf9329c3046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bb70ac5c94693" /><Relationship Type="http://schemas.openxmlformats.org/officeDocument/2006/relationships/chart" Target="/ppt/slides/charts/chart1.xml" Id="R49f43a4939314c7c" /><Relationship Type="http://schemas.openxmlformats.org/officeDocument/2006/relationships/notesSlide" Target="/ppt/notesSlides/notesSlide4.xml" Id="Rfdb4018f19f24a8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A388E52-7D9D-4402-AF14-40CBBE57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EA6B1D6-53BF-49E0-B5C3-62656E88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p02-full-004548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2F4324F-3ADE-4134-A7F8-3A91833B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observability/alerts · Platform Reliability · control p02-full-004548 · 2026 Q3 Alert Policy Authentication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52A4547-066A-4B44-98EB-C59BD519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708273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E53F736-CFA2-4DF5-B388-10929084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Authentication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0D36F3D9-3ECC-4954-9047-2933AA30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81B3F32C-3346-45C6-9D55-926839DC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23EE0A1-F746-40E5-83A2-C75DA6B0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58E1192-6A64-463D-8ABB-891F6FBF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availability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2B34FFF-E21C-461E-9D91-66D7580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8843CB09-265F-44DC-9871-D838C67F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2C4099D-36C1-4DC2-8365-8C36BEF2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E627BD6-43F7-4860-B05F-89F3600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FAF8629-A233-4ECB-9262-EA78DF2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96427FA-79ED-4C73-AE21-394C5A41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3FA75A4F-37DA-4427-A260-00AAB88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F851596-1A98-49C0-868A-AFDAEBDB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5624D5A-81F3-4407-92E9-A28D29F1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p02-full-004548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DD55D15-5253-49C4-B22C-500F3BEE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5817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CB23B5F-68CA-4975-A06B-DFDBFA3B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p02-full-004548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8D66507-9139-488C-8B13-34C2B9B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slo.checkout.availability · rel.slo.2026-q3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39C1379-B21E-4CF6-B494-9DC70874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B205F57-FD7B-4075-B489-55987EB2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921CA7D-E3D7-46F3-A910-E82E24AC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747A51A-5690-47CA-B0F5-C5BBD04F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4FA85B8-1C02-4917-9543-EE56364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1B65B22-8C94-4AFB-9D5F-95440774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B198D41-D8D9-46A2-9F3B-4CA9445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C12505E-979E-444F-9AB1-F87D04F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BEA3932-B2FE-43A2-8A3E-171B3CAE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0274F08-DF3E-4812-87FA-F77B14E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31353B2-C1D9-4BC7-AAD7-B267B470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946FB4A-13A5-4694-8EE0-DDC7420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C69F35B-AC74-4891-A0D2-B82EC878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4E30B48-43C4-4658-939F-97546EB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CA62F12-5B8D-43B6-9288-EE64D7CB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p02-full-004548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AF915D9-2F98-4A07-985E-328A1B99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3743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2CCB1BB-AC31-4377-A34C-60A8D043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7E56D79-3234-4D61-83CE-6364B01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Alert Policy Authentication Operations Briefing Pptx: Q-07 threshold evidence · p02-full-004548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f43a4939314c7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EBB615D-B106-49DC-A3F4-BC83DF1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B591C2E-E2A6-4B6F-B760-E7323B0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21965C1-533E-4072-BFBF-BB84F8CA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EF45BEC-47D0-4CB0-B12D-AF922EB0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AD3262A-9B5C-4104-BBC5-2ADB6531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578AB01-CAFE-4676-889E-B51901C0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FD4FE47-F8CC-46B9-A74B-EAFB937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57DCE0EA-A449-4321-A538-197CD1E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9F082094-03C2-4FC4-A05E-249ED7AB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B94E299-94F3-4288-A6C9-861698D1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6C0DB07-3837-4CC3-B439-4269FDD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2CC35475-0673-46F3-B50C-B8C722AD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alert policy availability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15EE8B66-34AE-4097-9C2A-344A87D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1846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2026-08-24T13:00:56.5230000Z</dcterms:created>
  <dcterms:modified xsi:type="dcterms:W3CDTF">2026-08-24T13:00:56.5230000Z</dcterms:modified>
</coreProperties>
</file>