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283cf2decd41c4" /><Relationship Type="http://schemas.openxmlformats.org/officeDocument/2006/relationships/extended-properties" Target="/docProps/app.xml" Id="Re2f142ec64ff44dc" /><Relationship Type="http://schemas.openxmlformats.org/officeDocument/2006/relationships/officeDocument" Target="/ppt/presentation.xml" Id="Rdfadd8d8a2e44b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8a5d19b1b04dd1"/>
  </p:sldMasterIdLst>
  <p:notesMasterIdLst>
    <p:notesMasterId xmlns:r="http://schemas.openxmlformats.org/officeDocument/2006/relationships" r:id="Rdf6612f6ebff49c6"/>
  </p:notesMasterIdLst>
  <p:sldIdLst>
    <p:sldId xmlns:r="http://schemas.openxmlformats.org/officeDocument/2006/relationships" id="256" r:id="R2a69ec0963d74342"/>
    <p:sldId xmlns:r="http://schemas.openxmlformats.org/officeDocument/2006/relationships" id="257" r:id="R6dbd17ce7f764dd7"/>
    <p:sldId xmlns:r="http://schemas.openxmlformats.org/officeDocument/2006/relationships" id="258" r:id="R443b0a0c22c34a70"/>
    <p:sldId xmlns:r="http://schemas.openxmlformats.org/officeDocument/2006/relationships" id="259" r:id="R55a9c341fb4c44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9ac4c5e1e04e88" /><Relationship Type="http://schemas.openxmlformats.org/officeDocument/2006/relationships/slideMaster" Target="/ppt/slideMasters/slideMaster1.xml" Id="R288a5d19b1b04dd1" /><Relationship Type="http://schemas.openxmlformats.org/officeDocument/2006/relationships/notesMaster" Target="/ppt/notesMasters/notesMaster1.xml" Id="Rdf6612f6ebff49c6" /><Relationship Type="http://schemas.openxmlformats.org/officeDocument/2006/relationships/presProps" Target="/ppt/presProps.xml" Id="Rba71abd7a92c4cca" /><Relationship Type="http://schemas.openxmlformats.org/officeDocument/2006/relationships/tableStyles" Target="/ppt/tableStyles.xml" Id="Re5bd7bd35ab04407" /><Relationship Type="http://schemas.openxmlformats.org/officeDocument/2006/relationships/slide" Target="/ppt/slides/slide1.xml" Id="R2a69ec0963d74342" /><Relationship Type="http://schemas.openxmlformats.org/officeDocument/2006/relationships/slide" Target="/ppt/slides/slide2.xml" Id="R6dbd17ce7f764dd7" /><Relationship Type="http://schemas.openxmlformats.org/officeDocument/2006/relationships/slide" Target="/ppt/slides/slide3.xml" Id="R443b0a0c22c34a70" /><Relationship Type="http://schemas.openxmlformats.org/officeDocument/2006/relationships/slide" Target="/ppt/slides/slide4.xml" Id="R55a9c341fb4c44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31827fcdf448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fe79d30de9417c" /><Relationship Type="http://schemas.openxmlformats.org/officeDocument/2006/relationships/notesMaster" Target="/ppt/notesMasters/notesMaster1.xml" Id="Ra98d1a93cbd443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f875b1c3c74471" /><Relationship Type="http://schemas.openxmlformats.org/officeDocument/2006/relationships/notesMaster" Target="/ppt/notesMasters/notesMaster1.xml" Id="R67ab4c6762bd45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e19159260d40f7" /><Relationship Type="http://schemas.openxmlformats.org/officeDocument/2006/relationships/notesMaster" Target="/ppt/notesMasters/notesMaster1.xml" Id="Re539cfa1f54b4a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8ee63d2b674db6" /><Relationship Type="http://schemas.openxmlformats.org/officeDocument/2006/relationships/notesMaster" Target="/ppt/notesMasters/notesMaster1.xml" Id="Rcfd6884a56bd46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observability/alerts/rules/data/2026-q3-alert-policy-payment-errors-metrics-tsv-s002027.tsv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p02-full-002027, row:canonical-metric.</a:t>
            </a:r>
          </a:p>
          <a:p xmlns:a="http://schemas.openxmlformats.org/drawingml/2006/main">
            <a:r>
              <a:t>Artifact: p02-full-005948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observability/alerts/rules/data/2026-q3-alert-policy-payment-errors-metrics-tsv-s002027.tsv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p02-full-002027, row:canonical-metric.</a:t>
            </a:r>
          </a:p>
          <a:p xmlns:a="http://schemas.openxmlformats.org/drawingml/2006/main">
            <a:r>
              <a:t>Artifact: p02-full-005948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observability/alerts/rules/data/2026-q3-alert-policy-payment-errors-metrics-tsv-s002027.tsv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p02-full-002027, row:canonical-metric.</a:t>
            </a:r>
          </a:p>
          <a:p xmlns:a="http://schemas.openxmlformats.org/drawingml/2006/main">
            <a:r>
              <a:t>Artifact: p02-full-005948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observability/alerts/rules/data/2026-q3-alert-policy-payment-errors-metrics-tsv-s002027.tsv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p02-full-002027, row:canonical-metric.</a:t>
            </a:r>
          </a:p>
          <a:p xmlns:a="http://schemas.openxmlformats.org/drawingml/2006/main">
            <a:r>
              <a:t>Artifact: p02-full-005948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41b5caab04d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4af1ee731246dd" /><Relationship Type="http://schemas.openxmlformats.org/officeDocument/2006/relationships/slideLayout" Target="/ppt/slideLayouts/slideLayout1.xml" Id="Rd00323fb94cf4f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0323fb94cf4f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2060b61e04e15" /><Relationship Type="http://schemas.openxmlformats.org/officeDocument/2006/relationships/notesSlide" Target="/ppt/notesSlides/notesSlide1.xml" Id="R568ab1b2222940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58cfd16dd46fa" /><Relationship Type="http://schemas.openxmlformats.org/officeDocument/2006/relationships/notesSlide" Target="/ppt/notesSlides/notesSlide2.xml" Id="Rf39ff11ef85444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d0bc944054bff" /><Relationship Type="http://schemas.openxmlformats.org/officeDocument/2006/relationships/notesSlide" Target="/ppt/notesSlides/notesSlide3.xml" Id="R4d8182690f874a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fb6f01c404cb8" /><Relationship Type="http://schemas.openxmlformats.org/officeDocument/2006/relationships/chart" Target="/ppt/slides/charts/chart1.xml" Id="R890ec4150da74fcc" /><Relationship Type="http://schemas.openxmlformats.org/officeDocument/2006/relationships/notesSlide" Target="/ppt/notesSlides/notesSlide4.xml" Id="Ree9a9639a8dd49e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F872ECB7-1370-454C-B120-4B10AA75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30B6F17-F783-4644-9AA6-0DC718F5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p02-full-005948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90EE15D4-B261-4479-92E6-1E179AE1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observability/alerts · Platform Reliability · control p02-full-005948 · 2026 Q3 Alert Policy Authentication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47D2A3DF-BEEE-4E94-B32F-00B5A00F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98916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B3A751D-336F-49AA-8F34-E55CDA9A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Alert Policy Authentication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0863AF70-6E0D-4982-830B-87B3C9B3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69BC1F1-C125-464B-BC1E-C6E5641E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21C3954A-2CB1-47D7-AE15-D3FE02B5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41F2CC78-BC60-457A-B363-159C7D23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alert policy payment errors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19DBBE6F-BD15-491C-8FE1-A794E7C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57454884-49B5-408B-B9B7-70D01093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92D42239-77E7-4AFC-A12C-E3656F4F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55D5C80-947F-4EBD-9982-9DE68FD6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B58F55B1-34B6-4439-BEF4-1DFC984A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2551CCE0-5333-44B5-945D-7454D345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55E67C81-7F85-43BA-944D-4B9209E7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94B478E-1BE9-4D3D-93F9-E7925B2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9B22C4AD-003A-46E9-A6B1-D21C4CBD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p02-full-005948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EEAD40A7-8E8A-4933-B9D2-17295053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9743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72E7B2C3-D5D4-4A29-886C-21A997DB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p02-full-005948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20DBF1EC-A7C5-4FC5-883E-DFFC0D5E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measure.burn-rate-short · rel.slo.2026-q3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9A5234F4-978D-4C43-AFE7-E442D6A4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6068D10F-448F-4F9E-83C7-21AC1E92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3961826-BD39-4CA3-ADED-7CECCCA3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C7482CB8-9EB3-42C8-8828-C2BCA9AE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F20851D-A7E7-45FE-9589-C105CBAF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F9A48379-7EEC-4102-935E-97525C94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27C515B-77B9-4D2A-9D14-F64FE441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A4F3FB2D-848F-4F7F-BB34-7798DA21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4CBAE2B6-384C-44B3-BD41-5D92E21D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695BCCA5-7FEA-4151-9EB7-93619602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8D82D580-7BBA-46EC-9C24-5EE11428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6D8121AF-34CD-4D0E-9B11-B3CB0831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E02AE3A7-ECD7-4D41-A672-CD06A90B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79F066C-7C6C-497E-8BD5-9DC1A118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9C4D29C-3832-4860-A47D-31C91784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p02-full-005948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F668C1F5-B2BB-423C-81DB-E96EB9D9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2488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E89B437E-74E4-4A06-B003-AF00A74D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4F3EC040-E1E1-4A12-AC5B-809BB4C9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Alert Policy Authentication Operations Briefing Pptx: Q-07 threshold evidence · p02-full-005948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0ec4150da74fc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AFEF526D-6064-46EC-B418-24014AF8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95F2C76-71C7-4F64-B801-46ACA15F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B26F9BF7-931C-4443-B395-9690BA33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3EE7363-6901-4348-A0C7-FF879EC9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A0AC9350-EC3C-4A12-9882-77E2BCE0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23C2077-A24C-46E5-9C82-8C5885C7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0BB22289-4602-4C50-AC3E-F642EDA2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CAA0EBB2-66B9-4731-A3DC-B788CBEC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8F9A9FE-5DE5-4BA5-B365-FAE87188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1326214D-0A90-4D9E-89DA-37ED49B6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6FA9847A-128E-44F0-ADE6-8E003AA9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337C7003-D54E-4099-BFA4-C52C3161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alert policy payment errors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CD8EEBA-88EA-41F2-8490-E7968C67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8681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2026-08-24T13:01:00.1020000Z</dcterms:created>
  <dcterms:modified xsi:type="dcterms:W3CDTF">2026-08-24T13:01:00.1020000Z</dcterms:modified>
</coreProperties>
</file>