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fba2fe6a0f4d50" /><Relationship Type="http://schemas.openxmlformats.org/officeDocument/2006/relationships/extended-properties" Target="/docProps/app.xml" Id="R61242148f22346e8" /><Relationship Type="http://schemas.openxmlformats.org/officeDocument/2006/relationships/officeDocument" Target="/ppt/presentation.xml" Id="R047d188a79d140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43bfdc6fba4854"/>
  </p:sldMasterIdLst>
  <p:notesMasterIdLst>
    <p:notesMasterId xmlns:r="http://schemas.openxmlformats.org/officeDocument/2006/relationships" r:id="Rbdf5434eb1624789"/>
  </p:notesMasterIdLst>
  <p:sldIdLst>
    <p:sldId xmlns:r="http://schemas.openxmlformats.org/officeDocument/2006/relationships" id="256" r:id="R31b3e8de97254818"/>
    <p:sldId xmlns:r="http://schemas.openxmlformats.org/officeDocument/2006/relationships" id="257" r:id="Re7529a383ce947fe"/>
    <p:sldId xmlns:r="http://schemas.openxmlformats.org/officeDocument/2006/relationships" id="258" r:id="R07cd070795104265"/>
    <p:sldId xmlns:r="http://schemas.openxmlformats.org/officeDocument/2006/relationships" id="259" r:id="R660844bc14914a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9752e94feb40e9" /><Relationship Type="http://schemas.openxmlformats.org/officeDocument/2006/relationships/slideMaster" Target="/ppt/slideMasters/slideMaster1.xml" Id="Red43bfdc6fba4854" /><Relationship Type="http://schemas.openxmlformats.org/officeDocument/2006/relationships/notesMaster" Target="/ppt/notesMasters/notesMaster1.xml" Id="Rbdf5434eb1624789" /><Relationship Type="http://schemas.openxmlformats.org/officeDocument/2006/relationships/presProps" Target="/ppt/presProps.xml" Id="Rab8b3961409445fd" /><Relationship Type="http://schemas.openxmlformats.org/officeDocument/2006/relationships/tableStyles" Target="/ppt/tableStyles.xml" Id="Rda3312daa8314f7c" /><Relationship Type="http://schemas.openxmlformats.org/officeDocument/2006/relationships/slide" Target="/ppt/slides/slide1.xml" Id="R31b3e8de97254818" /><Relationship Type="http://schemas.openxmlformats.org/officeDocument/2006/relationships/slide" Target="/ppt/slides/slide2.xml" Id="Re7529a383ce947fe" /><Relationship Type="http://schemas.openxmlformats.org/officeDocument/2006/relationships/slide" Target="/ppt/slides/slide3.xml" Id="R07cd070795104265" /><Relationship Type="http://schemas.openxmlformats.org/officeDocument/2006/relationships/slide" Target="/ppt/slides/slide4.xml" Id="R660844bc14914a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1cb34b498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77740b59c4279" /><Relationship Type="http://schemas.openxmlformats.org/officeDocument/2006/relationships/notesMaster" Target="/ppt/notesMasters/notesMaster1.xml" Id="Re71a0bef652f46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63f98548424d63" /><Relationship Type="http://schemas.openxmlformats.org/officeDocument/2006/relationships/notesMaster" Target="/ppt/notesMasters/notesMaster1.xml" Id="R52af83a370be4f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dea6d2f294c86" /><Relationship Type="http://schemas.openxmlformats.org/officeDocument/2006/relationships/notesMaster" Target="/ppt/notesMasters/notesMaster1.xml" Id="Refdde513587b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fb3de77d2481d" /><Relationship Type="http://schemas.openxmlformats.org/officeDocument/2006/relationships/notesMaster" Target="/ppt/notesMasters/notesMaster1.xml" Id="R97e4960b833b46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observability/alerts/rules/data/2026-07-20-alert-policy-payment-errors-metrics-tsv-s000827.tsv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p02-full-000827, row:canonical-metric.</a:t>
            </a:r>
          </a:p>
          <a:p xmlns:a="http://schemas.openxmlformats.org/drawingml/2006/main">
            <a:r>
              <a:t>Artifact: p02-full-007145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observability/alerts/rules/data/2026-07-20-alert-policy-payment-errors-metrics-tsv-s000827.tsv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p02-full-000827, row:canonical-metric.</a:t>
            </a:r>
          </a:p>
          <a:p xmlns:a="http://schemas.openxmlformats.org/drawingml/2006/main">
            <a:r>
              <a:t>Artifact: p02-full-007145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observability/alerts/rules/data/2026-07-20-alert-policy-payment-errors-metrics-tsv-s000827.tsv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p02-full-000827, row:canonical-metric.</a:t>
            </a:r>
          </a:p>
          <a:p xmlns:a="http://schemas.openxmlformats.org/drawingml/2006/main">
            <a:r>
              <a:t>Artifact: p02-full-007145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observability/alerts/rules/data/2026-07-20-alert-policy-payment-errors-metrics-tsv-s000827.tsv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p02-full-000827, row:canonical-metric.</a:t>
            </a:r>
          </a:p>
          <a:p xmlns:a="http://schemas.openxmlformats.org/drawingml/2006/main">
            <a:r>
              <a:t>Artifact: p02-full-007145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029f550fa41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a668cf2454260" /><Relationship Type="http://schemas.openxmlformats.org/officeDocument/2006/relationships/slideLayout" Target="/ppt/slideLayouts/slideLayout1.xml" Id="Rac2be76753224d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be76753224d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780594314c42" /><Relationship Type="http://schemas.openxmlformats.org/officeDocument/2006/relationships/notesSlide" Target="/ppt/notesSlides/notesSlide1.xml" Id="Rd2a35906e54147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275b555f54a5f" /><Relationship Type="http://schemas.openxmlformats.org/officeDocument/2006/relationships/notesSlide" Target="/ppt/notesSlides/notesSlide2.xml" Id="Re452fc778a3a44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9db92898b448d" /><Relationship Type="http://schemas.openxmlformats.org/officeDocument/2006/relationships/notesSlide" Target="/ppt/notesSlides/notesSlide3.xml" Id="R3a546dc387ca42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b1dbf39a4239" /><Relationship Type="http://schemas.openxmlformats.org/officeDocument/2006/relationships/chart" Target="/ppt/slides/charts/chart1.xml" Id="R76fea1c5c1f8465c" /><Relationship Type="http://schemas.openxmlformats.org/officeDocument/2006/relationships/notesSlide" Target="/ppt/notesSlides/notesSlide4.xml" Id="R11f5f9e5b911490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1068FC2-7ECB-4817-8E0E-F8EEF89D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9E19D8E-A308-4EB4-9DE4-12D99164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5B07FF3-28EE-4875-8F60-53A8239B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observability/alerts · Platform Reliability · control p02-full-007145 · 2026 07 13 Alert Policy Latency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AA3D6EF-2D81-465E-8956-D21DFF4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126118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E782458-DBEB-430E-BFFC-0A441669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Alert Policy Latency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3172D96-2960-40E3-BE2F-509A84BE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9F62C1B5-A239-4FA9-9B05-D8C923F4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870D8ED-69D1-4952-941B-16811F44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2D4D60E-85F0-4A20-9E22-7EB27B8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payment errors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AD82F71-CF5D-4ECC-9357-F459E78F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2B9A3C3-6B57-4727-9B44-E22E6AD3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B9801D1-103C-4FD8-A576-193C7D2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E4489D5-4DD5-46B3-A2EB-DA2C494C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3D20F00-E76E-45E1-BA65-9550508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BF1CB1B-4918-4261-A4E1-81B57842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F45D119-8D97-43B7-99BF-5290889C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2F08455-6FA1-440D-8B66-293986C1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4062A20-961A-473F-A279-8868474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8E69EDE-C4CA-4C4F-9D61-B60FF1D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8486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FAB8A2BB-CC06-42C1-94CE-AAA7AE5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7D6F7C1-B8A7-4106-9DFA-51F315C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measure.burn-rate-short · rel.slo.2026-q3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FAA3FC8-DEF8-48BB-B20A-DBA688E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41F5F70-A8DD-4447-B43F-81C716D1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4E2954D-5DC3-4752-8209-022FEFAE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7E6FD96-6E32-4E7D-9C66-F280B8B5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41240A6-8927-4492-83EB-4A37687A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0B220AE-5EF7-4F66-8F9B-4E2E3F8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47E2C19-F225-42CD-87EB-B08945B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B82EAB9-5D59-418F-ABB2-0F49A88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39ACB86-8695-4CEA-B99E-CBEB6D8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E22B0B2-2336-4123-A634-5E0C2AFB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ADA55FE-FF4E-485A-9CF4-DB02CEC6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8BE0C91-9E76-4D88-AFBA-FFB61712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46BB278-AE05-4849-BC6D-E839C7FB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CE9A46B-C5D4-4166-BB2E-9E2BA891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B56F1F0-835F-419E-A8F3-E8BA5154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p02-full-007145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D58D54C-07F4-479A-A244-15BD4116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4148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C922D35-6629-4431-9FBA-D0244A90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F51B72B-3840-4310-8DC0-91BF1015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Alert Policy Latency Operations Briefing Pptx: Q-07 threshold evidence · p02-full-007145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ea1c5c1f8465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487AED1-E02E-4A57-BAE3-3540140C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48CC7841-2913-4FC7-9212-1D5457CC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DE76371-2B03-4CFA-8C47-AD6EBB8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CEBF552-8016-4E04-AEAA-EBAA8B13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4261408-0B4E-4691-B211-8B882BC3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3B1371D-A06B-4F35-8EAC-6A940DD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F3F2D05-8BB4-4E70-8ED8-7127B18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891E6BA-63C1-4BDF-A93E-4B3EFF0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E81F8D74-EC41-4504-BBDE-81770D35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B63D93EC-B478-4E2F-AA38-960E024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7087501-759F-4C58-948D-313FA38E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D2BD976-AD43-477B-94AD-697C9DE7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payment errors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020653D-7846-43CA-80B3-47C99614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9537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2026-08-24T13:01:02.2700000Z</dcterms:created>
  <dcterms:modified xsi:type="dcterms:W3CDTF">2026-08-24T13:01:02.2700000Z</dcterms:modified>
</coreProperties>
</file>