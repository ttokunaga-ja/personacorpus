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80d311185b40bd" /><Relationship Type="http://schemas.openxmlformats.org/officeDocument/2006/relationships/extended-properties" Target="/docProps/app.xml" Id="R212da500e600469a" /><Relationship Type="http://schemas.openxmlformats.org/officeDocument/2006/relationships/officeDocument" Target="/ppt/presentation.xml" Id="R2fb707350a28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ae0655fbb149b1"/>
  </p:sldMasterIdLst>
  <p:notesMasterIdLst>
    <p:notesMasterId xmlns:r="http://schemas.openxmlformats.org/officeDocument/2006/relationships" r:id="R4ed6bbed271542a6"/>
  </p:notesMasterIdLst>
  <p:sldIdLst>
    <p:sldId xmlns:r="http://schemas.openxmlformats.org/officeDocument/2006/relationships" id="256" r:id="R86aad3dc9fc445e0"/>
    <p:sldId xmlns:r="http://schemas.openxmlformats.org/officeDocument/2006/relationships" id="257" r:id="Re18a3282a4a44217"/>
    <p:sldId xmlns:r="http://schemas.openxmlformats.org/officeDocument/2006/relationships" id="258" r:id="Rab080bf7c8a249a9"/>
    <p:sldId xmlns:r="http://schemas.openxmlformats.org/officeDocument/2006/relationships" id="259" r:id="R16a79955c0b1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594ba4a98c433e" /><Relationship Type="http://schemas.openxmlformats.org/officeDocument/2006/relationships/slideMaster" Target="/ppt/slideMasters/slideMaster1.xml" Id="Ra6ae0655fbb149b1" /><Relationship Type="http://schemas.openxmlformats.org/officeDocument/2006/relationships/notesMaster" Target="/ppt/notesMasters/notesMaster1.xml" Id="R4ed6bbed271542a6" /><Relationship Type="http://schemas.openxmlformats.org/officeDocument/2006/relationships/presProps" Target="/ppt/presProps.xml" Id="R057aa5ba96944016" /><Relationship Type="http://schemas.openxmlformats.org/officeDocument/2006/relationships/tableStyles" Target="/ppt/tableStyles.xml" Id="R7269270a8f084f16" /><Relationship Type="http://schemas.openxmlformats.org/officeDocument/2006/relationships/slide" Target="/ppt/slides/slide1.xml" Id="R86aad3dc9fc445e0" /><Relationship Type="http://schemas.openxmlformats.org/officeDocument/2006/relationships/slide" Target="/ppt/slides/slide2.xml" Id="Re18a3282a4a44217" /><Relationship Type="http://schemas.openxmlformats.org/officeDocument/2006/relationships/slide" Target="/ppt/slides/slide3.xml" Id="Rab080bf7c8a249a9" /><Relationship Type="http://schemas.openxmlformats.org/officeDocument/2006/relationships/slide" Target="/ppt/slides/slide4.xml" Id="R16a79955c0b1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ce74be13f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a43b3e812d4ae4" /><Relationship Type="http://schemas.openxmlformats.org/officeDocument/2006/relationships/notesMaster" Target="/ppt/notesMasters/notesMaster1.xml" Id="Rf5d95646395f4d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db9513e8c44e81" /><Relationship Type="http://schemas.openxmlformats.org/officeDocument/2006/relationships/notesMaster" Target="/ppt/notesMasters/notesMaster1.xml" Id="R075c9dbb9c8c40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5f78a440444df" /><Relationship Type="http://schemas.openxmlformats.org/officeDocument/2006/relationships/notesMaster" Target="/ppt/notesMasters/notesMaster1.xml" Id="R83a0e4f6ae6b47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6e5822e684f22" /><Relationship Type="http://schemas.openxmlformats.org/officeDocument/2006/relationships/notesMaster" Target="/ppt/notesMasters/notesMaster1.xml" Id="Raeff579921854b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observability/alerts/rules/data/2026-07-14-alert-policy-authentication-metrics-tsv-s000428.tsv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p02-full-000428, row:canonical-metric.</a:t>
            </a:r>
          </a:p>
          <a:p xmlns:a="http://schemas.openxmlformats.org/drawingml/2006/main">
            <a:r>
              <a:t>Artifact: p02-full-001155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observability/alerts/rules/data/2026-07-14-alert-policy-authentication-metrics-tsv-s000428.tsv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p02-full-000428, row:canonical-metric.</a:t>
            </a:r>
          </a:p>
          <a:p xmlns:a="http://schemas.openxmlformats.org/drawingml/2006/main">
            <a:r>
              <a:t>Artifact: p02-full-001155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observability/alerts/rules/data/2026-07-14-alert-policy-authentication-metrics-tsv-s000428.tsv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p02-full-000428, row:canonical-metric.</a:t>
            </a:r>
          </a:p>
          <a:p xmlns:a="http://schemas.openxmlformats.org/drawingml/2006/main">
            <a:r>
              <a:t>Artifact: p02-full-001155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observability/alerts/rules/data/2026-07-14-alert-policy-authentication-metrics-tsv-s000428.tsv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p02-full-000428, row:canonical-metric.</a:t>
            </a:r>
          </a:p>
          <a:p xmlns:a="http://schemas.openxmlformats.org/drawingml/2006/main">
            <a:r>
              <a:t>Artifact: p02-full-001155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a67fca44f4f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d0d8c68434c11" /><Relationship Type="http://schemas.openxmlformats.org/officeDocument/2006/relationships/slideLayout" Target="/ppt/slideLayouts/slideLayout1.xml" Id="R592197395ab048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2197395ab048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c2d76526f4b53" /><Relationship Type="http://schemas.openxmlformats.org/officeDocument/2006/relationships/notesSlide" Target="/ppt/notesSlides/notesSlide1.xml" Id="R4a9bf7964e7f47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eae50775a44d4" /><Relationship Type="http://schemas.openxmlformats.org/officeDocument/2006/relationships/notesSlide" Target="/ppt/notesSlides/notesSlide2.xml" Id="R4782000ecb26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0da36217e4955" /><Relationship Type="http://schemas.openxmlformats.org/officeDocument/2006/relationships/notesSlide" Target="/ppt/notesSlides/notesSlide3.xml" Id="R3ded832708c8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ca4c38dad4340" /><Relationship Type="http://schemas.openxmlformats.org/officeDocument/2006/relationships/chart" Target="/ppt/slides/charts/chart1.xml" Id="R16ff00a781204f1b" /><Relationship Type="http://schemas.openxmlformats.org/officeDocument/2006/relationships/notesSlide" Target="/ppt/notesSlides/notesSlide4.xml" Id="R6a5dfc93525c40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0ED17D4-F14B-4952-BCA6-6E070989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AF32A5A-D6E7-4B70-BB1E-A218D1EF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p02-full-001155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9C0A9EE-3D34-4CA1-9073-4180953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observability/alerts · Platform Reliability · control p02-full-001155 · 2026 07 13 Alert Policy Payment Errors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AC5E6C4-E9D9-46B1-8ABD-8EE7C5DA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48502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D6A94150-7C3E-47DB-8CC1-101E494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Alert Policy Payment Errors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B384B59-A7C9-4F30-8B55-12785DD4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29928E6-0CCB-4D36-B7B5-97682C66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7BE2BA3-58A4-4C5B-80FD-CE899B34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F1D01B69-49A9-4079-8910-6663D59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authentication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3E38E6C-E6A4-4FD8-AF8E-EB30741A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B7FBE16-BAA8-4ECD-AF9C-14C1E62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A04214A-D2DF-4571-8ACA-314ABDD4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D02203F-DFC8-4EAF-A928-266A1E3A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C3B7151-6986-46B5-A127-C0264E3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407FAB1-7FDB-438E-A3CB-8E365A33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D30E68E-6B83-4D36-AA08-A94538DC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9F9B16A-77E0-415A-83BF-A7095D0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ABA55AF-6F99-478F-ABBD-8B446BF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p02-full-001155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0C838C3-9F7A-4A0D-B2C3-8A24172A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65419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9696C87D-FC86-4021-AC35-1CBFFB4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p02-full-001155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6709DCB-CEA1-4A4D-A6F3-C868328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slo.checkout.availability · rel.slo.2026-q3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CD1E979C-2072-4B88-B59E-4895C3E8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8934760-6F12-4309-917E-1EC53FC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CEDDB4F-0614-42A2-AC56-73E6D78A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16E283A-266F-4FAB-AD76-77682FF3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44960E5-018B-453B-A642-8B8CCE9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D99F50E-BA51-4B8D-A288-8034484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2C462C6-92CB-4DB7-B212-5C1799BA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355B8E1-97C8-47A2-88D9-5B5D28C6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5B2DEAF-8E39-4FFF-946C-32737DC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DBE0CEF-9B66-49FC-BDAC-6D3860D3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01195B3-E195-406C-BF93-6034FBB8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7CAB3A7-D96E-4F8F-AFFF-A53DF5DD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19B067F-8C68-4413-B502-CD7B4D01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86E18A5-94B9-424A-82A0-988FF428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850CEE0-4E5B-4F12-89CD-F32EB6BD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p02-full-001155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1AA7CE9-0FCF-41F8-A839-A4F2FCF7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77073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D4A08E4-678A-4CF9-969C-9F9318C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C151E82-1667-453E-9FAB-B247084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Alert Policy Payment Errors Operations Briefing Pptx: Q-07 threshold evidence · p02-full-001155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ff00a781204f1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3C3D672-41EC-4EF7-B521-83CE909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81151E8-4788-47D8-963C-1F38164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B2280EE-48A9-496C-9337-3434AA1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EC908D1-D016-45B5-B7D2-B189957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C0BA368-D34B-417B-948D-3FBB0418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053BBFB-0388-43C2-9EFB-48BB05A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1C24FD0-1764-44E9-8E54-007DB99C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C069E5B-B6B7-4936-BBF3-4221E144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B65234C-F8CF-488B-B28D-957C919D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978A8C9-7776-4295-8C99-3F2A7D7B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332F0E0-5144-4511-94C2-01ACF512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B110BB3C-FC57-4C46-B56A-9311659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authentication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CC16C0F-CA50-4654-A72D-9EAC304C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8404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2026-08-24T13:00:44.1580000Z</dcterms:created>
  <dcterms:modified xsi:type="dcterms:W3CDTF">2026-08-24T13:00:44.1580000Z</dcterms:modified>
</coreProperties>
</file>