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c3931b986548d7" /><Relationship Type="http://schemas.openxmlformats.org/officeDocument/2006/relationships/extended-properties" Target="/docProps/app.xml" Id="R94e81a8af8dd46ac" /><Relationship Type="http://schemas.openxmlformats.org/officeDocument/2006/relationships/officeDocument" Target="/ppt/presentation.xml" Id="R6056b079be6346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f76b57b1904eb8"/>
  </p:sldMasterIdLst>
  <p:notesMasterIdLst>
    <p:notesMasterId xmlns:r="http://schemas.openxmlformats.org/officeDocument/2006/relationships" r:id="R4c690482be184492"/>
  </p:notesMasterIdLst>
  <p:sldIdLst>
    <p:sldId xmlns:r="http://schemas.openxmlformats.org/officeDocument/2006/relationships" id="256" r:id="Rb5e325be54314fba"/>
    <p:sldId xmlns:r="http://schemas.openxmlformats.org/officeDocument/2006/relationships" id="257" r:id="R6711022a4cf4435e"/>
    <p:sldId xmlns:r="http://schemas.openxmlformats.org/officeDocument/2006/relationships" id="258" r:id="R53546aa5964448cd"/>
    <p:sldId xmlns:r="http://schemas.openxmlformats.org/officeDocument/2006/relationships" id="259" r:id="R620e3019bac146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40cf0a3af9426a" /><Relationship Type="http://schemas.openxmlformats.org/officeDocument/2006/relationships/slideMaster" Target="/ppt/slideMasters/slideMaster1.xml" Id="R0df76b57b1904eb8" /><Relationship Type="http://schemas.openxmlformats.org/officeDocument/2006/relationships/notesMaster" Target="/ppt/notesMasters/notesMaster1.xml" Id="R4c690482be184492" /><Relationship Type="http://schemas.openxmlformats.org/officeDocument/2006/relationships/presProps" Target="/ppt/presProps.xml" Id="R3d4dc7fa7746443e" /><Relationship Type="http://schemas.openxmlformats.org/officeDocument/2006/relationships/tableStyles" Target="/ppt/tableStyles.xml" Id="Rd1155379270b4344" /><Relationship Type="http://schemas.openxmlformats.org/officeDocument/2006/relationships/slide" Target="/ppt/slides/slide1.xml" Id="Rb5e325be54314fba" /><Relationship Type="http://schemas.openxmlformats.org/officeDocument/2006/relationships/slide" Target="/ppt/slides/slide2.xml" Id="R6711022a4cf4435e" /><Relationship Type="http://schemas.openxmlformats.org/officeDocument/2006/relationships/slide" Target="/ppt/slides/slide3.xml" Id="R53546aa5964448cd" /><Relationship Type="http://schemas.openxmlformats.org/officeDocument/2006/relationships/slide" Target="/ppt/slides/slide4.xml" Id="R620e3019bac1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98348de13e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2db8134ce2490d" /><Relationship Type="http://schemas.openxmlformats.org/officeDocument/2006/relationships/notesMaster" Target="/ppt/notesMasters/notesMaster1.xml" Id="R47f4d624465342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eb88558a344cb" /><Relationship Type="http://schemas.openxmlformats.org/officeDocument/2006/relationships/notesMaster" Target="/ppt/notesMasters/notesMaster1.xml" Id="Re7172736f5ed43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2eb47802aa4cb9" /><Relationship Type="http://schemas.openxmlformats.org/officeDocument/2006/relationships/notesMaster" Target="/ppt/notesMasters/notesMaster1.xml" Id="R904c2cd1fe4f4d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c58c275377455f" /><Relationship Type="http://schemas.openxmlformats.org/officeDocument/2006/relationships/notesMaster" Target="/ppt/notesMasters/notesMaster1.xml" Id="Rdd621e4cf4584e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observability/alerts/rules/data/2026-q3-alert-policy-payment-errors-metrics-tsv-s002027.tsv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p02-full-002027, row:canonical-metric.</a:t>
            </a:r>
          </a:p>
          <a:p xmlns:a="http://schemas.openxmlformats.org/drawingml/2006/main">
            <a:r>
              <a:t>Artifact: p02-full-006548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observability/alerts/rules/data/2026-q3-alert-policy-payment-errors-metrics-tsv-s002027.tsv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p02-full-002027, row:canonical-metric.</a:t>
            </a:r>
          </a:p>
          <a:p xmlns:a="http://schemas.openxmlformats.org/drawingml/2006/main">
            <a:r>
              <a:t>Artifact: p02-full-006548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observability/alerts/rules/data/2026-q3-alert-policy-payment-errors-metrics-tsv-s002027.tsv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p02-full-002027, row:canonical-metric.</a:t>
            </a:r>
          </a:p>
          <a:p xmlns:a="http://schemas.openxmlformats.org/drawingml/2006/main">
            <a:r>
              <a:t>Artifact: p02-full-006548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observability/alerts/rules/data/2026-q3-alert-policy-payment-errors-metrics-tsv-s002027.tsv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p02-full-002027, row:canonical-metric.</a:t>
            </a:r>
          </a:p>
          <a:p xmlns:a="http://schemas.openxmlformats.org/drawingml/2006/main">
            <a:r>
              <a:t>Artifact: p02-full-006548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9be84c48e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5e7832aff848dc" /><Relationship Type="http://schemas.openxmlformats.org/officeDocument/2006/relationships/slideLayout" Target="/ppt/slideLayouts/slideLayout1.xml" Id="Rf46652108d9f45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6652108d9f45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fe2b031044e68" /><Relationship Type="http://schemas.openxmlformats.org/officeDocument/2006/relationships/notesSlide" Target="/ppt/notesSlides/notesSlide1.xml" Id="R3d23c54996084e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2048957914008" /><Relationship Type="http://schemas.openxmlformats.org/officeDocument/2006/relationships/notesSlide" Target="/ppt/notesSlides/notesSlide2.xml" Id="R884af2d52d904c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c480f1ad54ec0" /><Relationship Type="http://schemas.openxmlformats.org/officeDocument/2006/relationships/notesSlide" Target="/ppt/notesSlides/notesSlide3.xml" Id="R102bd2582b484f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b6760d9e545e8" /><Relationship Type="http://schemas.openxmlformats.org/officeDocument/2006/relationships/chart" Target="/ppt/slides/charts/chart1.xml" Id="R83861f3aa2be4b55" /><Relationship Type="http://schemas.openxmlformats.org/officeDocument/2006/relationships/notesSlide" Target="/ppt/notesSlides/notesSlide4.xml" Id="R53115aae4c46450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9F66C9C4-9C99-435B-A86D-0CDA43EE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E32886BD-AEA5-45D7-B5D9-1F6CCB8E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D80B9DD-8F99-475F-B771-E03B9047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observability/alerts · Platform Reliability · control p02-full-006548 · 2026 07 13 Alert Policy Authentication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7B139E9-431E-448F-93F2-EB94949C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45902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F67380D7-4745-456C-B23A-199D8CD9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Alert Policy Authentication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E8125E9-AA34-4FE7-9C06-5A6BE7A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29D72D3-8800-48B5-926A-F2C7B786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FB82E2E-C63B-4F9A-B686-8E99508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877AF55-D90E-42E9-970B-1A0AD12C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alert policy payment errors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98C410A-2A5D-4DB0-869E-C10051A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B93E53E-ECA2-46B9-892A-539EAC46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C749DE1-3A86-4825-B23D-A5CED7C0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FC9DF79-3931-48C7-A728-49B2A043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9055C5C5-C5AD-4628-937C-F1F39E4A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098705F-6C53-4328-B686-3CAB0BA5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DB3F200-756A-4008-A5AD-089D3BF6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0C4C612-4E4C-4E7B-B6B4-AE6AAD40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B9BA931-78AF-4375-8425-E49C27C4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4A816088-6D9E-4C4B-951C-A280A882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7219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27187D7-9124-485F-9CC0-F1341688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0E6F2D38-CF37-4B11-B052-00F25909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measure.burn-rate-short · rel.slo.2026-q3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6E75C4A-AFA5-49D5-8427-C0904380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D7FE24C-5296-4A5C-A6A1-15BFE46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B883516-E127-4D69-ABBC-F85CABC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0242089-2E40-4640-9977-403AE307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2EF6EE09-6A21-4C25-9B8C-D9867B86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06AEC84-72F9-474C-873E-8691BEFD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0961D91B-B30F-4D68-9A83-3EC60B11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EF00579A-C1E4-4D9E-988B-4B2C4110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FC9B39C-7A27-470A-BDC6-7BA173B4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128C183-CF1C-4421-9293-0BD57A91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D1DD927-C610-42E2-AD5E-8EA311C7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3D00E29-8FD7-4E1D-8AB4-F3D6959F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12F7195-573C-4ED3-AB6E-89516D21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9B358978-36A8-40E1-9F55-BED6F7DE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2B77739-6C17-4665-8C76-97B8D46F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p02-full-006548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3B85055-8EF3-420A-97CF-7CCFFDE9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40954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73ED171-42A5-48F0-A088-30DC9340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39B3CA9-B9DA-4154-BA50-C5FFDCC3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Alert Policy Authentication Operations Briefing Pptx: Q-07 threshold evidence · p02-full-006548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861f3aa2be4b5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325B260-A86E-46D8-BF53-BD2BC2A1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1AEC5777-F317-4C65-936D-5D0D0D56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1E65874-AF81-4D6A-8B60-9C985DAB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95D11D33-43CF-4865-839F-A31E4DD9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2B752459-5B33-47E5-8B6C-EC7980E7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6E4458A-D52F-4211-B56D-CFFAAD92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E279EF99-DB13-4DBE-B6F5-3FC53600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BADBE98-A18B-4FE1-A20F-11A520E1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833E51C-F236-45A6-B454-4578B880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E8A81520-6289-4F07-A53A-AE86A55A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45B96E5-9355-441F-A76C-5394809A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CBD79DF-56C6-4B4B-A2E9-A92137E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alert policy payment errors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7EF47D3-3CDA-4933-B16E-AAADFCB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4241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2026-08-24T13:01:01.6040000Z</dcterms:created>
  <dcterms:modified xsi:type="dcterms:W3CDTF">2026-08-24T13:01:01.6040000Z</dcterms:modified>
</coreProperties>
</file>