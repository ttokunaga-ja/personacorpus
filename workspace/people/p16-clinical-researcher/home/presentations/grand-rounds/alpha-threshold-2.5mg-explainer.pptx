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3ad46bc027442e" /><Relationship Type="http://schemas.openxmlformats.org/officeDocument/2006/relationships/extended-properties" Target="/docProps/app.xml" Id="R35b42cddeca54603" /><Relationship Type="http://schemas.openxmlformats.org/officeDocument/2006/relationships/officeDocument" Target="/ppt/presentation.xml" Id="R63b3fe32e26440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e45f1e7e4c4302"/>
  </p:sldMasterIdLst>
  <p:notesMasterIdLst>
    <p:notesMasterId xmlns:r="http://schemas.openxmlformats.org/officeDocument/2006/relationships" r:id="R4c84dc1841f446ed"/>
  </p:notesMasterIdLst>
  <p:sldIdLst>
    <p:sldId xmlns:r="http://schemas.openxmlformats.org/officeDocument/2006/relationships" id="256" r:id="R412b6462bace4bd9"/>
    <p:sldId xmlns:r="http://schemas.openxmlformats.org/officeDocument/2006/relationships" id="257" r:id="Rc58cae5384fa496a"/>
    <p:sldId xmlns:r="http://schemas.openxmlformats.org/officeDocument/2006/relationships" id="258" r:id="Re4bb8332d7dc4e22"/>
    <p:sldId xmlns:r="http://schemas.openxmlformats.org/officeDocument/2006/relationships" id="259" r:id="R2baa8b11442945b4"/>
    <p:sldId xmlns:r="http://schemas.openxmlformats.org/officeDocument/2006/relationships" id="260" r:id="Re365f1e9d3594d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55db3934f24a5e" /><Relationship Type="http://schemas.openxmlformats.org/officeDocument/2006/relationships/slideMaster" Target="/ppt/slideMasters/slideMaster1.xml" Id="Rcfe45f1e7e4c4302" /><Relationship Type="http://schemas.openxmlformats.org/officeDocument/2006/relationships/notesMaster" Target="/ppt/notesMasters/notesMaster1.xml" Id="R4c84dc1841f446ed" /><Relationship Type="http://schemas.openxmlformats.org/officeDocument/2006/relationships/presProps" Target="/ppt/presProps.xml" Id="Re2b8ee18f25e4272" /><Relationship Type="http://schemas.openxmlformats.org/officeDocument/2006/relationships/tableStyles" Target="/ppt/tableStyles.xml" Id="R5d30c75b38ef40c2" /><Relationship Type="http://schemas.openxmlformats.org/officeDocument/2006/relationships/slide" Target="/ppt/slides/slide1.xml" Id="R412b6462bace4bd9" /><Relationship Type="http://schemas.openxmlformats.org/officeDocument/2006/relationships/slide" Target="/ppt/slides/slide2.xml" Id="Rc58cae5384fa496a" /><Relationship Type="http://schemas.openxmlformats.org/officeDocument/2006/relationships/slide" Target="/ppt/slides/slide3.xml" Id="Re4bb8332d7dc4e22" /><Relationship Type="http://schemas.openxmlformats.org/officeDocument/2006/relationships/slide" Target="/ppt/slides/slide4.xml" Id="R2baa8b11442945b4" /><Relationship Type="http://schemas.openxmlformats.org/officeDocument/2006/relationships/slide" Target="/ppt/slides/slide5.xml" Id="Re365f1e9d3594d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d733c22c00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3ab507e97e4be0" /><Relationship Type="http://schemas.openxmlformats.org/officeDocument/2006/relationships/notesMaster" Target="/ppt/notesMasters/notesMaster1.xml" Id="R1d4c928725aa46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4123e139b44cda" /><Relationship Type="http://schemas.openxmlformats.org/officeDocument/2006/relationships/notesMaster" Target="/ppt/notesMasters/notesMaster1.xml" Id="R59e223c37e484c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ae16bd3680460e" /><Relationship Type="http://schemas.openxmlformats.org/officeDocument/2006/relationships/notesMaster" Target="/ppt/notesMasters/notesMaster1.xml" Id="Raf708a6fb99d4e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36d500d8694656" /><Relationship Type="http://schemas.openxmlformats.org/officeDocument/2006/relationships/notesMaster" Target="/ppt/notesMasters/notesMaster1.xml" Id="Rd608be7f59b348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62c09c3fdf4b15" /><Relationship Type="http://schemas.openxmlformats.org/officeDocument/2006/relationships/notesMaster" Target="/ppt/notesMasters/notesMaster1.xml" Id="R44322f13b52049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Opening framing and study-identification slide.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Timeline derived from the synthetic internal scenario timeline.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Table contains synthetic, internally generated study values.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Chart is based entirely on the synthetic Sakura Clinical internal scenario dataset.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Closing synthesis and discussion prompts. No clinical decision or treatment recommendation is implied.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d8c6d320243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0c286cb9e46f3" /><Relationship Type="http://schemas.openxmlformats.org/officeDocument/2006/relationships/slideLayout" Target="/ppt/slideLayouts/slideLayout1.xml" Id="R2ec87d1c29d348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c87d1c29d348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8a689a7594c22" /><Relationship Type="http://schemas.openxmlformats.org/officeDocument/2006/relationships/notesSlide" Target="/ppt/notesSlides/notesSlide1.xml" Id="R3c90a948f2f745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4d65a2609490b" /><Relationship Type="http://schemas.openxmlformats.org/officeDocument/2006/relationships/notesSlide" Target="/ppt/notesSlides/notesSlide2.xml" Id="Rb2c0adaf7f72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fe09eb7c64d61" /><Relationship Type="http://schemas.openxmlformats.org/officeDocument/2006/relationships/notesSlide" Target="/ppt/notesSlides/notesSlide3.xml" Id="R71010fc982794f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bde3f3c734782" /><Relationship Type="http://schemas.openxmlformats.org/officeDocument/2006/relationships/chart" Target="/ppt/slides/charts/chart1.xml" Id="Rb1046df9a17b4e4e" /><Relationship Type="http://schemas.openxmlformats.org/officeDocument/2006/relationships/notesSlide" Target="/ppt/notesSlides/notesSlide4.xml" Id="R6e5d359552714a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ed7bd92504ed4" /><Relationship Type="http://schemas.openxmlformats.org/officeDocument/2006/relationships/notesSlide" Target="/ppt/notesSlides/notesSlide5.xml" Id="R34d47a75c5f14a9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Protocol label (mg)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2"/>
              <c:pt idx="0">
                <c:v>SC-A arm</c:v>
              </c:pt>
              <c:pt idx="1">
                <c:v>Control arm</c:v>
              </c:pt>
            </c:strLit>
          </c:cat>
          <c:val>
            <c:numLit>
              <c:formatCode>General</c:formatCode>
              <c:ptCount val="2"/>
              <c:pt idx="0">
                <c:v>2.5</c:v>
              </c:pt>
              <c:pt idx="1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02B3B-D177-44D1-ADDB-BD7105DE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B85A1-FABE-4D40-B403-863FF555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2.5 mg Threshold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33E63-7AFB-45DF-BFD2-55F609A4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protocol review threshold, not clinical advice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A3FD9-546B-4495-BCB5-3650F0F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"/>
            <a:ext cx="5334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A263B-1923-4710-BBFC-2C2264C5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5725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817D3-39B4-4C3B-B194-171EBF3B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57250"/>
            <a:ext cx="2495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A5B68-8CF5-48AB-8E62-4E52456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457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D852C-D83E-4026-A516-91123AD5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572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2731C-F288-482B-AAC6-D7C02E05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04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 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5C1D4-9326-4036-9A6F-B85799DE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CE990-8E02-441D-B55C-073C595E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04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17A65-3422-4FFF-9183-49B164A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02 Sep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37887-3FF7-4E7F-826D-58686A1B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Synthetic clinical-research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ED90D-FF11-4539-B4D4-213CBE0D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Audience-facing review deck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real participants or patient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9A52A-75CF-4865-89DD-635AAA8C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FC585-0F83-42CA-A540-D66AFEBB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992F0-1258-4682-858F-AC2B604E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04628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0DEF9-7A94-463F-B06F-0EF88B75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C9A6A-AB10-4488-A96C-A4C55431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2.5 mg value belongs to protocol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DED46-89FD-4BE1-9CE2-6FB363B8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B1F0A-69D6-4BDB-BD64-C29B328B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866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92874-5C9E-47CD-9C3D-F34AFC60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38E00-FA62-4D2C-9871-A9606E6A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D6B42-5273-4D75-A887-A2C83FDD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E3254-C0BA-4E82-80E5-436E0CEB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Threshold named in study materials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BD984-3B84-4DC7-8A4C-50C57B68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20D98-CBF1-497F-A4EA-DDCDFD66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9A1B2-4BD9-4695-AF04-7FE53DCF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8F106-AEBB-42D4-83AA-11333BBA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Use in synthetic review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0D5A4-A0FD-4FB0-896E-7642C943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333B9-7EAF-42A9-8352-88DEA4F4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Readout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95C01-6712-49D3-8DC0-AC008966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04959-32AB-4782-A55B-91E2DD30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SC-A 2.5 mg arm is labelled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67DEC-86D0-4E7F-BCE5-9C9861C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8021B-3DBB-423B-A80A-050D9896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4F22B-F0FB-4C12-9CA4-BE308B92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Discuss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EA5FD-D2A5-48AF-9A58-9D32ECB7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Confirm documentation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30731-1020-45C5-ADC7-B31CA80F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Review sequence is a synthetic study-operating narrative, not a treatment pathway.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668C0-3E7C-461E-B1C3-6D071E7F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62A79-63BD-411D-ABD5-F45B967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3EFD5-3CEB-449B-B822-8C37539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7431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156EE-A9E7-4AAE-A3FD-395D3845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AA23B-B5FE-4E69-8B66-28902E6C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protocol threshold is not a treatment instruction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9DF23-B951-4079-BEF6-93F63A28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08400"/>
                <a:gridCol w="3708400"/>
                <a:gridCol w="3708400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Study Alpha answer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What is 2.5 mg?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Protocol review threshold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Not patient-specific advice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Where shown?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SC-A arm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Synthetic study context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Who uses it?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Research governance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Not care delivery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What follows?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Document and reconcile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No dosing recommendation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293C6-4386-423A-84FC-CA1F2974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term is deliberately contextualized for internal research-governance discussion.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312F1-254C-44B3-B7EB-391EFC2B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5DE3D-A489-4244-A423-F4E524D0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47ABD-702C-4035-827A-861A5326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47128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EEDC6-991C-4142-9D33-5BAC0321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9B277-D148-4EC5-9DCA-557CC9A7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threshold is a study label within a two-arm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B7375-615E-4B7D-BF81-B25BFCF0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581025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046df9a17b4e4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A8243-FD8C-4615-8DE7-71346A88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6E814-2BD1-4D00-BD87-88CF60A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2.5 mg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7F1A3-0451-4A7C-86E9-28D43CC3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Protocol review 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54CA5-438F-402F-ADF4-971B11FF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EC8D0-4A2A-4CF1-9A60-3E4FA72E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F23A9-EB19-4637-B5D3-E3F2C080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participants in SC-A arm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CBEC7-6A34-417D-8334-2C18D38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D4FFB-31A1-48AA-9509-8D9A12D6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Not advice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0FA3C-BF1F-4218-9274-6390BF4D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clinical dosing implication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0F51D-F752-467B-8A6D-ED11F9DD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11773-2211-45B7-B0C1-53CC573B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1F382-FF14-46E2-9A92-2B0AAFBE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22370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3C9D8-25F5-45A7-8001-5BB9862F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62FAC-4237-4E38-BFE4-A8DE2269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the threshold as a governance anchor, not a clinical instruction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5C0E3-39C2-415D-9C4E-9ECA47E5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AF993-8E61-4130-9152-A3202947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6F295-2212-4DB4-A40E-2BF2BD98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the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5AB2A-AAD8-450A-822E-DEC1DD5C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protocol-review material only.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210E2-BE31-43B1-B393-D33A3ACA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F1C30-DB49-45C9-A588-1AC35777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Avoid translation to care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7FD48-D10A-4E37-89A4-F5ACE9F3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patient-specific recommendation can be inferred.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870D5-E076-4CBB-8B7D-616FC4AB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D7A5D-0E9E-4BBF-92B4-36BADBC8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Preserve the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4CDA8-514F-4165-8795-BFD1ADB7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Keep the threshold aligned with cohort and results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CEC10-24A3-46C5-A1E7-81C65EE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10007-694F-4878-84A7-8A658D6F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3A3B8-2A1E-4AC9-A22F-C400A000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12050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2026-08-23T18:58:57.9850000Z</dcterms:created>
  <dcterms:modified xsi:type="dcterms:W3CDTF">2026-08-23T18:58:57.9850000Z</dcterms:modified>
</coreProperties>
</file>