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857f4f5774ff3" /><Relationship Type="http://schemas.openxmlformats.org/officeDocument/2006/relationships/extended-properties" Target="/docProps/app.xml" Id="R93986012975b4ef2" /><Relationship Type="http://schemas.openxmlformats.org/officeDocument/2006/relationships/officeDocument" Target="/ppt/presentation.xml" Id="R9ac706fedd5d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a4708cfd824d3b"/>
  </p:sldMasterIdLst>
  <p:notesMasterIdLst>
    <p:notesMasterId xmlns:r="http://schemas.openxmlformats.org/officeDocument/2006/relationships" r:id="Ra43e320823c7462f"/>
  </p:notesMasterIdLst>
  <p:sldIdLst>
    <p:sldId xmlns:r="http://schemas.openxmlformats.org/officeDocument/2006/relationships" id="256" r:id="Ra89f5a6e4bc049d3"/>
    <p:sldId xmlns:r="http://schemas.openxmlformats.org/officeDocument/2006/relationships" id="257" r:id="Rc417c0da41554baf"/>
    <p:sldId xmlns:r="http://schemas.openxmlformats.org/officeDocument/2006/relationships" id="258" r:id="Rce473c5fb5b44a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77adc90d3462b" /><Relationship Type="http://schemas.openxmlformats.org/officeDocument/2006/relationships/slideMaster" Target="/ppt/slideMasters/slideMaster1.xml" Id="Ra0a4708cfd824d3b" /><Relationship Type="http://schemas.openxmlformats.org/officeDocument/2006/relationships/notesMaster" Target="/ppt/notesMasters/notesMaster1.xml" Id="Ra43e320823c7462f" /><Relationship Type="http://schemas.openxmlformats.org/officeDocument/2006/relationships/presProps" Target="/ppt/presProps.xml" Id="Recd0e462539f4eb4" /><Relationship Type="http://schemas.openxmlformats.org/officeDocument/2006/relationships/tableStyles" Target="/ppt/tableStyles.xml" Id="R487e43e1368946b4" /><Relationship Type="http://schemas.openxmlformats.org/officeDocument/2006/relationships/slide" Target="/ppt/slides/slide1.xml" Id="Ra89f5a6e4bc049d3" /><Relationship Type="http://schemas.openxmlformats.org/officeDocument/2006/relationships/slide" Target="/ppt/slides/slide2.xml" Id="Rc417c0da41554baf" /><Relationship Type="http://schemas.openxmlformats.org/officeDocument/2006/relationships/slide" Target="/ppt/slides/slide3.xml" Id="Rce473c5fb5b4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2043e9e5647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6167b2e19c4c18" /><Relationship Type="http://schemas.openxmlformats.org/officeDocument/2006/relationships/notesMaster" Target="/ppt/notesMasters/notesMaster1.xml" Id="R9cb77a154b49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bc140be304aa0" /><Relationship Type="http://schemas.openxmlformats.org/officeDocument/2006/relationships/notesMaster" Target="/ppt/notesMasters/notesMaster1.xml" Id="R5806d34b2e1f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39bde0853a48cf" /><Relationship Type="http://schemas.openxmlformats.org/officeDocument/2006/relationships/notesMaster" Target="/ppt/notesMasters/notesMaster1.xml" Id="Rd4194c8decd64c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8102d3dce40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54b02490140b9" /><Relationship Type="http://schemas.openxmlformats.org/officeDocument/2006/relationships/slideLayout" Target="/ppt/slideLayouts/slideLayout1.xml" Id="R3460e8b46e80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0e8b46e80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85705ba04014" /><Relationship Type="http://schemas.openxmlformats.org/officeDocument/2006/relationships/notesSlide" Target="/ppt/notesSlides/notesSlide1.xml" Id="Rcca4b78bd6b04f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94a6085934f84" /><Relationship Type="http://schemas.openxmlformats.org/officeDocument/2006/relationships/notesSlide" Target="/ppt/notesSlides/notesSlide2.xml" Id="Rae115f679e52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faab0dfb64e05" /><Relationship Type="http://schemas.openxmlformats.org/officeDocument/2006/relationships/notesSlide" Target="/ppt/notesSlides/notesSlide3.xml" Id="Ra58c5bcdd61d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4FBA4-2349-4E2D-AC0A-485D99C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5A0C2-7C0A-49F5-9306-93A34598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M-27 milestone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5A6C2-FA9F-422E-9B22-3FD8FCB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Gate readiness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76476-19DA-42C7-91CC-279235F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2E420-7C52-42A2-8AB5-5C45B91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F2A50-042A-49A3-98F4-DDDB2646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670982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E40E0-2105-4080-B4D5-51A0C45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243E6-562D-4789-9AD0-C1DA03E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M-27 milestone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F0D12-AC06-4E61-B2BF-B9D0724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800BA-E9D7-464A-A0D8-4E21151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13443-495B-48CF-9BEC-5FF9F661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8FB5-B8FE-46FA-A219-5C70D0C6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44D5F-315E-4752-87BF-431478A0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3B0CB-8059-431B-9E84-ED69A3F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D54F0-36BC-4CC2-A26D-02C09F03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31183-8371-4329-8C2B-0E4C775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10B6D-180F-4DDF-B682-9A5A86A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A133D-F729-486C-837E-8ECC440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2F86E-1DC6-4773-A768-5698D00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55567-33F5-44B3-9F09-02BDEFC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2D659-21D5-48A0-84DA-75860BB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39FD5-EC30-422A-B117-E038C7B6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3797A-E58F-49D4-B7F8-1984DC3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030911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0CE92-8BB3-4474-8AA7-7C8C57DF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11106-15F4-4C7E-B56C-D199D462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421BB-7E52-405B-96CC-140FF323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B1DE9-F07F-4522-B429-0727581D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E681D-9F49-4C5C-921F-B498485A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354CF-D520-44E8-A065-19259F2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1579A-2EFC-4B2D-AFF1-C096112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65783-216E-4DD6-8FD0-33F348A3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06D47-D7A3-4C70-B566-D69BC58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3B908-9A23-4773-A89E-1110B7A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D5EA8-C3F7-49A4-A371-270A874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5BEBA-C3D5-4E82-864C-F0D3666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1CE18-5F8C-4E21-B9D1-0908B385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F96D8-515E-4F96-A2FF-642F4619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11239-5CB6-4AC8-BCFC-E0BB9B2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104F4-FA77-41CF-BC19-128FC240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73E05-ECE2-4E8D-BE4F-980EBBD2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233786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2026-08-23T15:03:53.0560000Z</dcterms:created>
  <dcterms:modified xsi:type="dcterms:W3CDTF">2026-08-23T15:03:53.0560000Z</dcterms:modified>
</coreProperties>
</file>