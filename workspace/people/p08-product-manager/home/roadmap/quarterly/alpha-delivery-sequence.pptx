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72374207634ec3" /><Relationship Type="http://schemas.openxmlformats.org/officeDocument/2006/relationships/extended-properties" Target="/docProps/app.xml" Id="Rcc5cb94dc178494c" /><Relationship Type="http://schemas.openxmlformats.org/officeDocument/2006/relationships/officeDocument" Target="/ppt/presentation.xml" Id="R03e97816155c4c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ffefca5ed24fc9"/>
  </p:sldMasterIdLst>
  <p:notesMasterIdLst>
    <p:notesMasterId xmlns:r="http://schemas.openxmlformats.org/officeDocument/2006/relationships" r:id="R8c5c62e89a6b4bfa"/>
  </p:notesMasterIdLst>
  <p:sldIdLst>
    <p:sldId xmlns:r="http://schemas.openxmlformats.org/officeDocument/2006/relationships" id="256" r:id="Rfe2fd7fd5cbb4ec2"/>
    <p:sldId xmlns:r="http://schemas.openxmlformats.org/officeDocument/2006/relationships" id="257" r:id="R8a13097e2340462b"/>
    <p:sldId xmlns:r="http://schemas.openxmlformats.org/officeDocument/2006/relationships" id="258" r:id="Rce2b08157643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f1ee39ff6e43af" /><Relationship Type="http://schemas.openxmlformats.org/officeDocument/2006/relationships/slideMaster" Target="/ppt/slideMasters/slideMaster1.xml" Id="R24ffefca5ed24fc9" /><Relationship Type="http://schemas.openxmlformats.org/officeDocument/2006/relationships/notesMaster" Target="/ppt/notesMasters/notesMaster1.xml" Id="R8c5c62e89a6b4bfa" /><Relationship Type="http://schemas.openxmlformats.org/officeDocument/2006/relationships/presProps" Target="/ppt/presProps.xml" Id="Ra06029d836bb44b5" /><Relationship Type="http://schemas.openxmlformats.org/officeDocument/2006/relationships/tableStyles" Target="/ppt/tableStyles.xml" Id="R5a30dea60e8444ce" /><Relationship Type="http://schemas.openxmlformats.org/officeDocument/2006/relationships/slide" Target="/ppt/slides/slide1.xml" Id="Rfe2fd7fd5cbb4ec2" /><Relationship Type="http://schemas.openxmlformats.org/officeDocument/2006/relationships/slide" Target="/ppt/slides/slide2.xml" Id="R8a13097e2340462b" /><Relationship Type="http://schemas.openxmlformats.org/officeDocument/2006/relationships/slide" Target="/ppt/slides/slide3.xml" Id="Rce2b08157643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5b4e691d0e4a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95d36795bf47ff" /><Relationship Type="http://schemas.openxmlformats.org/officeDocument/2006/relationships/notesMaster" Target="/ppt/notesMasters/notesMaster1.xml" Id="R74632624b36541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05ed929b848af" /><Relationship Type="http://schemas.openxmlformats.org/officeDocument/2006/relationships/notesMaster" Target="/ppt/notesMasters/notesMaster1.xml" Id="R1c9ef843bb534a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e59b43c5604234" /><Relationship Type="http://schemas.openxmlformats.org/officeDocument/2006/relationships/notesMaster" Target="/ppt/notesMasters/notesMaster1.xml" Id="R11840ef91f964d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7e80e77da4c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ea6d7c33084f1c" /><Relationship Type="http://schemas.openxmlformats.org/officeDocument/2006/relationships/slideLayout" Target="/ppt/slideLayouts/slideLayout1.xml" Id="Re89cf6e4a35b43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9cf6e4a35b43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7eee23e3b495a" /><Relationship Type="http://schemas.openxmlformats.org/officeDocument/2006/relationships/notesSlide" Target="/ppt/notesSlides/notesSlide1.xml" Id="R606cee7dd10e45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2b7b320e548ba" /><Relationship Type="http://schemas.openxmlformats.org/officeDocument/2006/relationships/notesSlide" Target="/ppt/notesSlides/notesSlide2.xml" Id="R00c2cd0842e5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0a550a0024356" /><Relationship Type="http://schemas.openxmlformats.org/officeDocument/2006/relationships/notesSlide" Target="/ppt/notesSlides/notesSlide3.xml" Id="R89c461e0d9c949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E56EB-40BE-4CD5-9CB0-B5B9047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1426C-5E5F-4D34-BC11-78E7888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Product Alpha delivery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DC63C-97E0-44B6-AD09-64FD433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Delivery choreography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A2C78-5C77-4213-99FC-29507D51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6A27B-7DEC-4AF8-A4A3-9068D3B1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55E77-B309-4D42-A246-AB455134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1435341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D66ED-3BCD-445C-81C3-E69F93EA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7F87A-893F-4B0E-9369-665AA608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Product Alpha delivery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5B8A8-A3A3-430A-8BFF-98FEC276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DD4BB-F57D-4965-ACC7-1B2B5A10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41AC2-965E-4E00-9235-0B53C6FD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5F4B5-866B-4F77-A9DF-CAAC9F4F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527FD-0533-4A6F-AADB-5B0C7404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E1FE0-5755-47A3-802D-B82D11C7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B8F89-31D8-4783-9039-C63D023D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DE55D-F9C0-416D-855A-F0D0531F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70C5D-8A85-40CC-93F8-04D76963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1A871-4AAC-4FFA-B156-4EEB0941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EA8D9-F7BF-4044-A905-B9ADCE3A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1DFA1-6C6D-4172-9427-47393DE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1F0B7-1F0D-4AD4-91AB-D0A8B64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72E73-E61B-4F83-9F98-28C1EC9C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634E1-758F-4539-B7FA-3503B08E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2144051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5D267-7B9E-4CB0-ABFF-A8D75FA9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462AF-4EA8-453D-9FFB-767DB4A9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8637F-69AA-41D1-BE2A-5A5999B0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FA7C4-D3F9-49A1-B0FF-C2BC207E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6529A-B699-4A55-9850-A71BF9DA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FEBF2-C5EA-43E6-9159-9AF0211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C9615-2FB2-4A4C-A0CA-9D2DCED2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165B2-0283-4682-A1FC-F0F89A07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BF206-8445-4561-B9B3-AB46FA9C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C0E97-7F9B-42B6-B238-3BBE0364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E31C8-8C79-4C82-A154-B9B85557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0C944-70C9-42B3-83EB-567CFF3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69086-B56E-4CCC-A386-10CD0FA1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E9BA5-3765-48E2-8523-D8BB8BF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11B1A-583B-4C3E-8993-40DC2C14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81B57-4673-43D4-9827-6A66AF3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3DBBD-FBC3-4F97-AB5D-760411FA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373495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2026-08-23T15:03:52.6570000Z</dcterms:created>
  <dcterms:modified xsi:type="dcterms:W3CDTF">2026-08-23T15:03:52.6570000Z</dcterms:modified>
</coreProperties>
</file>