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d33a4a8794e63" /><Relationship Type="http://schemas.openxmlformats.org/officeDocument/2006/relationships/extended-properties" Target="/docProps/app.xml" Id="R5d115c9a31d1498f" /><Relationship Type="http://schemas.openxmlformats.org/officeDocument/2006/relationships/officeDocument" Target="/ppt/presentation.xml" Id="Rc6ebe5a622a3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66ba2e8224dbf"/>
  </p:sldMasterIdLst>
  <p:notesMasterIdLst>
    <p:notesMasterId xmlns:r="http://schemas.openxmlformats.org/officeDocument/2006/relationships" r:id="R8295b98f786d4efd"/>
  </p:notesMasterIdLst>
  <p:sldIdLst>
    <p:sldId xmlns:r="http://schemas.openxmlformats.org/officeDocument/2006/relationships" id="256" r:id="Rcd8bcddbac214202"/>
    <p:sldId xmlns:r="http://schemas.openxmlformats.org/officeDocument/2006/relationships" id="257" r:id="R3c17097a6d2944ee"/>
    <p:sldId xmlns:r="http://schemas.openxmlformats.org/officeDocument/2006/relationships" id="258" r:id="Ra7946ec1c5c84e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dfc96332fe4ad2" /><Relationship Type="http://schemas.openxmlformats.org/officeDocument/2006/relationships/slideMaster" Target="/ppt/slideMasters/slideMaster1.xml" Id="R28d66ba2e8224dbf" /><Relationship Type="http://schemas.openxmlformats.org/officeDocument/2006/relationships/notesMaster" Target="/ppt/notesMasters/notesMaster1.xml" Id="R8295b98f786d4efd" /><Relationship Type="http://schemas.openxmlformats.org/officeDocument/2006/relationships/presProps" Target="/ppt/presProps.xml" Id="R0a254b85f9f848cb" /><Relationship Type="http://schemas.openxmlformats.org/officeDocument/2006/relationships/tableStyles" Target="/ppt/tableStyles.xml" Id="R2ba48cbcdfd94bf4" /><Relationship Type="http://schemas.openxmlformats.org/officeDocument/2006/relationships/slide" Target="/ppt/slides/slide1.xml" Id="Rcd8bcddbac214202" /><Relationship Type="http://schemas.openxmlformats.org/officeDocument/2006/relationships/slide" Target="/ppt/slides/slide2.xml" Id="R3c17097a6d2944ee" /><Relationship Type="http://schemas.openxmlformats.org/officeDocument/2006/relationships/slide" Target="/ppt/slides/slide3.xml" Id="Ra7946ec1c5c84e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1135d2fb2141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e03cb660e4d1b" /><Relationship Type="http://schemas.openxmlformats.org/officeDocument/2006/relationships/notesMaster" Target="/ppt/notesMasters/notesMaster1.xml" Id="Rd42a232345b94f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a1555c64d043e5" /><Relationship Type="http://schemas.openxmlformats.org/officeDocument/2006/relationships/notesMaster" Target="/ppt/notesMasters/notesMaster1.xml" Id="Re79157cb03c0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50dd23dd84bb9" /><Relationship Type="http://schemas.openxmlformats.org/officeDocument/2006/relationships/notesMaster" Target="/ppt/notesMasters/notesMaster1.xml" Id="Rba518cff0562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0fece4df74e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e873df2704fa4" /><Relationship Type="http://schemas.openxmlformats.org/officeDocument/2006/relationships/slideLayout" Target="/ppt/slideLayouts/slideLayout1.xml" Id="R3661bc7a904f49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61bc7a904f49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12942f1fa4c21" /><Relationship Type="http://schemas.openxmlformats.org/officeDocument/2006/relationships/notesSlide" Target="/ppt/notesSlides/notesSlide1.xml" Id="R5d70ee430565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6989e0b2341c0" /><Relationship Type="http://schemas.openxmlformats.org/officeDocument/2006/relationships/notesSlide" Target="/ppt/notesSlides/notesSlide2.xml" Id="Rf241d5c80e3b42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f86a22a8b4d7b" /><Relationship Type="http://schemas.openxmlformats.org/officeDocument/2006/relationships/notesSlide" Target="/ppt/notesSlides/notesSlide3.xml" Id="R1dec2cb74ed24c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01C28-E7D0-4141-AA28-A7B7026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CF7F1-CC7B-4BD0-A87F-9F5BD32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Cross-product capacity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91A5D-C141-44EB-B1CE-6DF00D7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Portfolio allocation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904B8-89F6-4531-9824-5D4F24B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DDB9C-2091-4D7D-B868-31063313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C1AEC-7DB1-467D-9932-DB23FFAB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1634036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14F3F-F2E3-4CEE-8027-C8FB701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C4F63-D019-46EE-AE38-528F4DB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Cross-product capacity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3064F-FE7B-451C-87C8-A21F235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Portfolio allocation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B6EAB-8F39-4F01-A194-E22A8DA8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3431-0821-4575-9973-FC1A2B8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12B"/>
                </a:solidFill>
              </a:defRPr>
            </a:pPr>
            <a:r>
              <a:rPr sz="1800" b="1">
                <a:solidFill>
                  <a:srgbClr val="10212B"/>
                </a:solidFill>
              </a:rPr>
              <a:t>Adoption trajectory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82650-3269-44A9-8162-541A52A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553CA-980F-4A0A-AE11-8422E1E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238250" cy="17526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570B7-61C6-4944-B9C2-23C21E3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529EE-128F-4904-9E85-BAF8D4F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Aug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1FE38-3F73-4949-8EFB-125CD0B3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95625"/>
            <a:ext cx="1238250" cy="19526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D9EA6-2D46-4097-B22C-40B2868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64D08-FDCC-44BF-A3A4-7CCA854F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Sep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EB20C-412A-43A1-98A1-822D092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28925"/>
            <a:ext cx="1238250" cy="22193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EF28E-1CA8-49CD-BF04-5C98C1D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95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B682F-DC5D-411B-96B0-F70417CF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31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7080"/>
                </a:solidFill>
              </a:defRPr>
            </a:pPr>
            <a:r>
              <a:rPr sz="1275" b="0">
                <a:solidFill>
                  <a:srgbClr val="587080"/>
                </a:solidFill>
              </a:rPr>
              <a:t>Q3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C9C8C-A2DF-44B7-B2DE-8A6FB7FF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71750"/>
            <a:ext cx="1238250" cy="24765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B26FD-C3F4-40EB-8F10-B645221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383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26.0%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B23B9-2886-4A42-BF77-DDFC9B3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7080"/>
                </a:solidFill>
              </a:defRPr>
            </a:pPr>
            <a:r>
              <a:rPr sz="1425" b="0">
                <a:solidFill>
                  <a:srgbClr val="587080"/>
                </a:solidFill>
              </a:rPr>
              <a:t>Target is contingent on guided rollout approval at M-27.</a:t>
            </a:r>
          </a:p>
        </p:txBody>
      </p:sp>
    </p:spTree>
    <p:extLst>
      <p:ext uri="{BB962C8B-B14F-4D97-AF65-F5344CB8AC3E}">
        <p14:creationId xmlns:p14="http://schemas.microsoft.com/office/powerpoint/2010/main" val="59953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BA3CB-5D9A-41E1-9FFA-B6EAD8EE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A6EAB-A812-4DBA-ABD8-4173C8D1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89614-8222-4B89-A5FA-8F04DE1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822E8-2E45-4C1C-945F-862B9F7D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58A0A-8F11-4D65-B5F9-732CA5F4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8DA8B-FE42-4E98-A906-D47AB67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60EF1-33F3-44C7-89A2-7C71D00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9CE5-9BA2-4628-9DCF-B600A10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EBD9-7352-409C-81EB-31D17EC9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82045-A38F-49CD-9912-FC89BCD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1454B-3B05-4BAE-9945-58AFFB7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69180-FAD1-4B6B-A09C-12729467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DAE66-0D28-4379-8D2E-4B3AFAD0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41B5A-3C19-497C-8FBC-8D4B4920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D0F21-ED79-420E-9126-D8F84D9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66C19-58E8-4BC1-B005-0F5557BA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BBB7F-0A0C-4934-A31D-187F3EA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040462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2026-08-23T15:03:52.8010000Z</dcterms:created>
  <dcterms:modified xsi:type="dcterms:W3CDTF">2026-08-23T15:03:52.8010000Z</dcterms:modified>
</coreProperties>
</file>