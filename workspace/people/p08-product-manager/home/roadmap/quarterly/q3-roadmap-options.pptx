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3f0883dcd14870" /><Relationship Type="http://schemas.openxmlformats.org/officeDocument/2006/relationships/extended-properties" Target="/docProps/app.xml" Id="R3122ffada6784711" /><Relationship Type="http://schemas.openxmlformats.org/officeDocument/2006/relationships/officeDocument" Target="/ppt/presentation.xml" Id="R2e793d4f20184a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98618de2294bbb"/>
  </p:sldMasterIdLst>
  <p:notesMasterIdLst>
    <p:notesMasterId xmlns:r="http://schemas.openxmlformats.org/officeDocument/2006/relationships" r:id="R628ab9de0dce403c"/>
  </p:notesMasterIdLst>
  <p:sldIdLst>
    <p:sldId xmlns:r="http://schemas.openxmlformats.org/officeDocument/2006/relationships" id="256" r:id="R3da7a01fc02845fb"/>
    <p:sldId xmlns:r="http://schemas.openxmlformats.org/officeDocument/2006/relationships" id="257" r:id="Rda3f8c2600294e8c"/>
    <p:sldId xmlns:r="http://schemas.openxmlformats.org/officeDocument/2006/relationships" id="258" r:id="R4b6b78aa2dda4f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98e59c2ef84e61" /><Relationship Type="http://schemas.openxmlformats.org/officeDocument/2006/relationships/slideMaster" Target="/ppt/slideMasters/slideMaster1.xml" Id="R4598618de2294bbb" /><Relationship Type="http://schemas.openxmlformats.org/officeDocument/2006/relationships/notesMaster" Target="/ppt/notesMasters/notesMaster1.xml" Id="R628ab9de0dce403c" /><Relationship Type="http://schemas.openxmlformats.org/officeDocument/2006/relationships/presProps" Target="/ppt/presProps.xml" Id="Ra5c81b6f1ae74477" /><Relationship Type="http://schemas.openxmlformats.org/officeDocument/2006/relationships/tableStyles" Target="/ppt/tableStyles.xml" Id="R35713341cea5417f" /><Relationship Type="http://schemas.openxmlformats.org/officeDocument/2006/relationships/slide" Target="/ppt/slides/slide1.xml" Id="R3da7a01fc02845fb" /><Relationship Type="http://schemas.openxmlformats.org/officeDocument/2006/relationships/slide" Target="/ppt/slides/slide2.xml" Id="Rda3f8c2600294e8c" /><Relationship Type="http://schemas.openxmlformats.org/officeDocument/2006/relationships/slide" Target="/ppt/slides/slide3.xml" Id="R4b6b78aa2dda4f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4888ad836040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5329724a524ac3" /><Relationship Type="http://schemas.openxmlformats.org/officeDocument/2006/relationships/notesMaster" Target="/ppt/notesMasters/notesMaster1.xml" Id="R62d7fb278de241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372b503392482f" /><Relationship Type="http://schemas.openxmlformats.org/officeDocument/2006/relationships/notesMaster" Target="/ppt/notesMasters/notesMaster1.xml" Id="R91726623edc14d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3ce40fa36f4a63" /><Relationship Type="http://schemas.openxmlformats.org/officeDocument/2006/relationships/notesMaster" Target="/ppt/notesMasters/notesMaster1.xml" Id="R73bed9d1264646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b640cc3b04c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eef545783d4f21" /><Relationship Type="http://schemas.openxmlformats.org/officeDocument/2006/relationships/slideLayout" Target="/ppt/slideLayouts/slideLayout1.xml" Id="R9f416d42c6f64e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416d42c6f64e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c4caaa9db4b1f" /><Relationship Type="http://schemas.openxmlformats.org/officeDocument/2006/relationships/notesSlide" Target="/ppt/notesSlides/notesSlide1.xml" Id="R4767a81873f84a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f290c52ad4b85" /><Relationship Type="http://schemas.openxmlformats.org/officeDocument/2006/relationships/notesSlide" Target="/ppt/notesSlides/notesSlide2.xml" Id="Rbfc207efd2554e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83c3d92824bd7" /><Relationship Type="http://schemas.openxmlformats.org/officeDocument/2006/relationships/notesSlide" Target="/ppt/notesSlides/notesSlide3.xml" Id="R42d4429d26c549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F24D6-2585-47CB-BD2D-4F6E5C72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0C7B3"/>
                </a:solidFill>
              </a:defRPr>
            </a:pPr>
            <a:r>
              <a:rPr sz="1200" b="1">
                <a:solidFill>
                  <a:srgbClr val="50C7B3"/>
                </a:solidFill>
              </a:rPr>
              <a:t>JUNIPER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F49E1-6384-4A61-A648-6586D781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23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Q3 roadmap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9D26E-FE06-4AE8-BDC9-E8176303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Decision options</a:t>
            </a:r>
          </a:p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13 July 2026 · Portfolio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8D3AD-EAFA-4C0F-930D-F7EEEEBA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276225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2B3BB-C1E4-4183-A94F-BE0F29A2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18.4%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9EEE0-AD9B-40F1-8825-F4D4F43B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adoption baseline</a:t>
            </a:r>
          </a:p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1,240 synthetic workspaces</a:t>
            </a:r>
          </a:p>
        </p:txBody>
      </p:sp>
    </p:spTree>
    <p:extLst>
      <p:ext uri="{BB962C8B-B14F-4D97-AF65-F5344CB8AC3E}">
        <p14:creationId xmlns:p14="http://schemas.microsoft.com/office/powerpoint/2010/main" val="11411786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DDE42-78AA-4E56-A37B-A49D09C8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886B7-D15E-48F7-94C9-88309AF0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Q3 roadmap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0DE14-698B-415C-ABC8-A7F26FF9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Decision options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FCD8C-5297-4BCB-8F22-B6D8A140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AA4B0-DE51-48D3-92D7-361ADB4C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ADA03-E3F5-458E-A62E-5876B5B3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12B"/>
                </a:solidFill>
              </a:defRPr>
            </a:pPr>
            <a:r>
              <a:rPr sz="1950" b="1">
                <a:solidFill>
                  <a:srgbClr val="10212B"/>
                </a:solidFill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04569-FD89-4883-B1DB-9B3F8180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52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12B"/>
                </a:solidFill>
              </a:defRPr>
            </a:pPr>
            <a:r>
              <a:rPr sz="1650" b="0">
                <a:solidFill>
                  <a:srgbClr val="10212B"/>
                </a:solidFill>
              </a:rPr>
              <a:t>Close discovery / fix evidence gaps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0B5EE-4F6C-40DF-8ECD-E6CA989D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9550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191A7-7B0B-4D87-90EB-9E6ED168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12B"/>
                </a:solidFill>
              </a:defRPr>
            </a:pPr>
            <a:r>
              <a:rPr sz="1950" b="1">
                <a:solidFill>
                  <a:srgbClr val="10212B"/>
                </a:solidFill>
              </a:rPr>
              <a:t>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B0282-81BA-4CB7-9032-58BF288A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12B"/>
                </a:solidFill>
              </a:defRPr>
            </a:pPr>
            <a:r>
              <a:rPr sz="1650" b="0">
                <a:solidFill>
                  <a:srgbClr val="10212B"/>
                </a:solidFill>
              </a:rPr>
              <a:t>Enable pilot teams / validate onboarding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307A4-6D64-4459-8629-4C1548B6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3143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0E767-91E5-446F-A573-53A40DCF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81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12B"/>
                </a:solidFill>
              </a:defRPr>
            </a:pPr>
            <a:r>
              <a:rPr sz="1950" b="1">
                <a:solidFill>
                  <a:srgbClr val="10212B"/>
                </a:solidFill>
              </a:rPr>
              <a:t>LATER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CCB97-275B-4811-8B34-0F88861E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527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212B"/>
                </a:solidFill>
              </a:defRPr>
            </a:pPr>
            <a:r>
              <a:rPr sz="1650" b="0">
                <a:solidFill>
                  <a:srgbClr val="10212B"/>
                </a:solidFill>
              </a:rPr>
              <a:t>Guided rollout / begin Beta Q4 discovery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89BA6-3B57-4EFB-9915-7D49DAB3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12B"/>
                </a:solidFill>
              </a:defRPr>
            </a:pPr>
            <a:r>
              <a:rPr sz="1650" b="1">
                <a:solidFill>
                  <a:srgbClr val="10212B"/>
                </a:solidFill>
              </a:rPr>
              <a:t>Capacity rule: Product Beta discovery starts only after Alpha M-27 gate clears.</a:t>
            </a:r>
          </a:p>
        </p:txBody>
      </p:sp>
    </p:spTree>
    <p:extLst>
      <p:ext uri="{BB962C8B-B14F-4D97-AF65-F5344CB8AC3E}">
        <p14:creationId xmlns:p14="http://schemas.microsoft.com/office/powerpoint/2010/main" val="2056293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3EF2D-5230-4360-BF48-B533FE7E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CFACD-D794-426E-8415-61AA8228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Shared execution spine through 18 September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D5273-0AEF-4BFB-9B43-6A58ECB8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July discovery closure → August enablement/pilot → September guided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3E6CB-DABD-439F-BD03-FD09189E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F59E7-1CF3-4C2F-8451-B0DBE7C7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Jul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B6CBC-EE65-45B2-851D-1049A834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Aug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92F85-190E-4B4B-96EB-838E0EE0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Sep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7582A-D4CD-4C1B-AAD5-7D26381F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3498B-2BE6-4F0F-996C-1960AF1A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251460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F693E-6EEB-4F36-952A-39EA2824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232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PM /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A6FC8-CCB4-4DAF-AE3B-226FC680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Enablement +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222B0-18B7-41F2-834A-C5F959B3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5125"/>
            <a:ext cx="284988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A021E-B735-4BBA-A8A0-A33CD630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26593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2188C-ACAE-41E4-98B0-EBD58AA6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Guided rollout + M-27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6E2D4-6310-460A-B756-AC603C6C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3810000"/>
            <a:ext cx="301752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8977C-BE06-4F3B-AA82-FA95BD34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810000"/>
            <a:ext cx="282702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E05CB-8653-4795-8F29-28A6E379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Decision gate · M-27 guided rollout · 18 Sep 2026</a:t>
            </a:r>
          </a:p>
        </p:txBody>
      </p:sp>
    </p:spTree>
    <p:extLst>
      <p:ext uri="{BB962C8B-B14F-4D97-AF65-F5344CB8AC3E}">
        <p14:creationId xmlns:p14="http://schemas.microsoft.com/office/powerpoint/2010/main" val="18449977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2026-08-23T15:03:53.5040000Z</dcterms:created>
  <dcterms:modified xsi:type="dcterms:W3CDTF">2026-08-23T15:03:53.5040000Z</dcterms:modified>
</coreProperties>
</file>