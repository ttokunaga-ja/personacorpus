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d69218e0d34a42" /><Relationship Type="http://schemas.openxmlformats.org/officeDocument/2006/relationships/extended-properties" Target="/docProps/app.xml" Id="R08d5926074d04719" /><Relationship Type="http://schemas.openxmlformats.org/officeDocument/2006/relationships/officeDocument" Target="/ppt/presentation.xml" Id="Rbdee3acc57a849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ae4251aea841c2"/>
  </p:sldMasterIdLst>
  <p:notesMasterIdLst>
    <p:notesMasterId xmlns:r="http://schemas.openxmlformats.org/officeDocument/2006/relationships" r:id="Radd4b2f8de9e4811"/>
  </p:notesMasterIdLst>
  <p:sldIdLst>
    <p:sldId xmlns:r="http://schemas.openxmlformats.org/officeDocument/2006/relationships" id="256" r:id="R770d9cb489ee483d"/>
    <p:sldId xmlns:r="http://schemas.openxmlformats.org/officeDocument/2006/relationships" id="257" r:id="R5a2793d450f44344"/>
    <p:sldId xmlns:r="http://schemas.openxmlformats.org/officeDocument/2006/relationships" id="258" r:id="R3d98324b77a141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2b05811a41446f" /><Relationship Type="http://schemas.openxmlformats.org/officeDocument/2006/relationships/slideMaster" Target="/ppt/slideMasters/slideMaster1.xml" Id="Rd0ae4251aea841c2" /><Relationship Type="http://schemas.openxmlformats.org/officeDocument/2006/relationships/notesMaster" Target="/ppt/notesMasters/notesMaster1.xml" Id="Radd4b2f8de9e4811" /><Relationship Type="http://schemas.openxmlformats.org/officeDocument/2006/relationships/presProps" Target="/ppt/presProps.xml" Id="Ra6a616ad42ef44b6" /><Relationship Type="http://schemas.openxmlformats.org/officeDocument/2006/relationships/tableStyles" Target="/ppt/tableStyles.xml" Id="R3b0a4a1f9fe248c3" /><Relationship Type="http://schemas.openxmlformats.org/officeDocument/2006/relationships/slide" Target="/ppt/slides/slide1.xml" Id="R770d9cb489ee483d" /><Relationship Type="http://schemas.openxmlformats.org/officeDocument/2006/relationships/slide" Target="/ppt/slides/slide2.xml" Id="R5a2793d450f44344" /><Relationship Type="http://schemas.openxmlformats.org/officeDocument/2006/relationships/slide" Target="/ppt/slides/slide3.xml" Id="R3d98324b77a141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1ea585965d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0f9359d774990" /><Relationship Type="http://schemas.openxmlformats.org/officeDocument/2006/relationships/notesMaster" Target="/ppt/notesMasters/notesMaster1.xml" Id="R5cd9f93daee644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4d996f4dbd4e5b" /><Relationship Type="http://schemas.openxmlformats.org/officeDocument/2006/relationships/notesMaster" Target="/ppt/notesMasters/notesMaster1.xml" Id="R089f308253264a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3dcbe15ae24b8f" /><Relationship Type="http://schemas.openxmlformats.org/officeDocument/2006/relationships/notesMaster" Target="/ppt/notesMasters/notesMaster1.xml" Id="R30bf9dfe25fd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79259c7d14d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7c6c19517b4c14" /><Relationship Type="http://schemas.openxmlformats.org/officeDocument/2006/relationships/slideLayout" Target="/ppt/slideLayouts/slideLayout1.xml" Id="Rd81d779e57c947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1d779e57c947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57154151b4605" /><Relationship Type="http://schemas.openxmlformats.org/officeDocument/2006/relationships/notesSlide" Target="/ppt/notesSlides/notesSlide1.xml" Id="Rcbd97ddb2eb147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c036060ea4c99" /><Relationship Type="http://schemas.openxmlformats.org/officeDocument/2006/relationships/notesSlide" Target="/ppt/notesSlides/notesSlide2.xml" Id="R127e906fd7ea4a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d9a03b22a483c" /><Relationship Type="http://schemas.openxmlformats.org/officeDocument/2006/relationships/notesSlide" Target="/ppt/notesSlides/notesSlide3.xml" Id="R931bccad81f24e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AB14A-5D81-45BB-9B29-29F7E8EE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6C716-4CA4-4DE0-A23D-3F56847C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Q3 dependency hotspots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A4B4-6B3D-4C1D-9CC6-4205C283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Risk and dependency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18289-F6AA-482B-98DD-B3496F1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7DD82-7726-4987-B987-11D1CD98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B06DF-75DE-4252-9348-3D70B086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1774019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EE94FC-D729-4ADC-B742-285D5384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8D9BC-A1D0-40A5-8B56-A7070D73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Q3 dependency hotspots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868D3-6A4B-493D-8A6B-E22105A4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Risk and dependency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97CBD-273B-4D1A-971E-731A7BF1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84E53-BAB2-48A2-856C-2D33C1E4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AC3C7-9A16-41C1-963F-D6C705D8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Workstream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D8039-0D06-475F-9E03-9D144816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1809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5EC40-0FD5-46F5-9BD0-0C014BF4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764F0-D33A-4439-B089-240FE18D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31432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3FEC4-4275-4863-A3CA-97E6F957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52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Dependency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83701-BB1D-4F47-BCAD-13856892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09550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11C0D-4EFD-4C16-89A4-9571A82D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526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7532C-16E6-42F0-9B71-611E22B3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C7F2A-81D2-4483-8D26-C9506FEC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62EFF-A2A4-4F0A-96B0-A9737BFB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431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41DCE-AC92-467F-9C17-90E31390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431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1EB9B-85CD-4D4F-957E-995D4229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431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93115-4526-4979-8FF0-1817AFCC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431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Research synthesis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EF69D-1CD5-4B49-8908-A0075336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90CDE-FE9E-4324-BC26-B5334BA0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431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9B0E1-F9BF-4C99-BA33-8E34291A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37D90-2E60-4607-A22D-CD2EB712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Pilot enablement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3DFDE-65F7-4B28-A096-6FAF9460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337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4F2C7-3962-4151-840E-0BBA2951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337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01A46C-F2DE-4898-9AAE-1DA881BC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337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6AE38-B219-497C-BF47-F5C2BD86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Support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DE3BF-C4E5-4045-8765-30C91E74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8055BF-C44C-4B3B-815A-553784BC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337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9007FD-F22F-44E0-9F0B-E0AAF9A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68D30-D0C0-4BE3-B5FB-D19BA3EC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Guided rollout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F99451-3469-43F6-9055-E56891AE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242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89E2EE-9C61-41F4-B5F9-1F0D41FD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242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E5BBE4-2F40-48B1-B737-8746AA4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112061-EC6D-4EF3-821E-7436E5DE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24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M-27 go/no-go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DEB2EF-DE67-4C0B-86DB-8EBAE4DA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242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EDE273-5812-42E3-B2C4-0CF0E30A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242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872BAD-D58B-47D2-A61A-1528DDB1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9A87D1-25C5-43EB-970C-94BC7839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Q4 discovery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1B9DCB-E04E-47C7-B54A-6C8F1894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148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594A77-C8E4-4DB9-BAE0-E85A86FB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14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PM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0DD29A-225D-49EC-95D7-6307FA5B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280C49-7A78-40B4-B776-B76CD849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14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Capacity release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ED4DCD-753E-481C-AB0A-FF2CE16E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148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AF6A94-ABBB-4E18-93BD-92FA3F84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148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110511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EB669-CEBC-4915-BF65-F6D99D3F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917CB-8900-4A98-8E8B-DAC0CB3E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Shared execution spine through 18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059C6-F7B8-4608-824A-78A5895B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48D3B-8547-4642-84ED-864C1A26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980B1-4DC1-41D1-AFBE-B7AE7A3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B019F-DADF-4D30-9AC2-FD8213ED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52F28-74D6-46AA-AE95-A8045471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F8037-E2BD-464A-88E0-3BB4F3DB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90DFD-C498-4012-9480-57F51873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207AC-7401-4C88-B581-0094F29C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FB750-4AD9-42A1-A075-3EDB1160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6D4EA-7101-496D-AD5A-47BDD7F7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6C35A-4384-4C06-81B1-0298281B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5DBEA-B039-421F-83B4-353392A9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23E5C-FC74-4950-A519-EC9DCB7B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78614-FD3A-4E09-9C5A-05F6E2D8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20829-7C6E-4562-BB16-72062D45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1593826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2026-08-23T15:03:53.2800000Z</dcterms:created>
  <dcterms:modified xsi:type="dcterms:W3CDTF">2026-08-23T15:03:53.2800000Z</dcterms:modified>
</coreProperties>
</file>