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ceecc4c2b4b89" /><Relationship Type="http://schemas.openxmlformats.org/officeDocument/2006/relationships/extended-properties" Target="/docProps/app.xml" Id="R9728eebf88a6489a" /><Relationship Type="http://schemas.openxmlformats.org/officeDocument/2006/relationships/officeDocument" Target="/ppt/presentation.xml" Id="R23895c72ef684a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c9daf0b15b4784"/>
  </p:sldMasterIdLst>
  <p:notesMasterIdLst>
    <p:notesMasterId xmlns:r="http://schemas.openxmlformats.org/officeDocument/2006/relationships" r:id="Re53b28be683b476a"/>
  </p:notesMasterIdLst>
  <p:sldIdLst>
    <p:sldId xmlns:r="http://schemas.openxmlformats.org/officeDocument/2006/relationships" id="256" r:id="R697a3464a38e4dec"/>
    <p:sldId xmlns:r="http://schemas.openxmlformats.org/officeDocument/2006/relationships" id="257" r:id="Rddc4278f8ae34f57"/>
    <p:sldId xmlns:r="http://schemas.openxmlformats.org/officeDocument/2006/relationships" id="258" r:id="R393857bd6b7541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b2b1b666c42ec" /><Relationship Type="http://schemas.openxmlformats.org/officeDocument/2006/relationships/slideMaster" Target="/ppt/slideMasters/slideMaster1.xml" Id="R4ec9daf0b15b4784" /><Relationship Type="http://schemas.openxmlformats.org/officeDocument/2006/relationships/notesMaster" Target="/ppt/notesMasters/notesMaster1.xml" Id="Re53b28be683b476a" /><Relationship Type="http://schemas.openxmlformats.org/officeDocument/2006/relationships/presProps" Target="/ppt/presProps.xml" Id="Rfc46a46e005641e8" /><Relationship Type="http://schemas.openxmlformats.org/officeDocument/2006/relationships/tableStyles" Target="/ppt/tableStyles.xml" Id="Rac39d3a4ff654518" /><Relationship Type="http://schemas.openxmlformats.org/officeDocument/2006/relationships/slide" Target="/ppt/slides/slide1.xml" Id="R697a3464a38e4dec" /><Relationship Type="http://schemas.openxmlformats.org/officeDocument/2006/relationships/slide" Target="/ppt/slides/slide2.xml" Id="Rddc4278f8ae34f57" /><Relationship Type="http://schemas.openxmlformats.org/officeDocument/2006/relationships/slide" Target="/ppt/slides/slide3.xml" Id="R393857bd6b75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44f24d252b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dec396540b4fe9" /><Relationship Type="http://schemas.openxmlformats.org/officeDocument/2006/relationships/notesMaster" Target="/ppt/notesMasters/notesMaster1.xml" Id="R19678d7832e3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e37c36f1040ab" /><Relationship Type="http://schemas.openxmlformats.org/officeDocument/2006/relationships/notesMaster" Target="/ppt/notesMasters/notesMaster1.xml" Id="Re69f04cedd834d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e318c092f4738" /><Relationship Type="http://schemas.openxmlformats.org/officeDocument/2006/relationships/notesMaster" Target="/ppt/notesMasters/notesMaster1.xml" Id="R4497fd109734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330874faa47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9ffb62fbe84281" /><Relationship Type="http://schemas.openxmlformats.org/officeDocument/2006/relationships/slideLayout" Target="/ppt/slideLayouts/slideLayout1.xml" Id="R9694bb3bad01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4bb3bad01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b2dbba337433b" /><Relationship Type="http://schemas.openxmlformats.org/officeDocument/2006/relationships/notesSlide" Target="/ppt/notesSlides/notesSlide1.xml" Id="R19af98daffcb4d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4dc87cbb34fb6" /><Relationship Type="http://schemas.openxmlformats.org/officeDocument/2006/relationships/notesSlide" Target="/ppt/notesSlides/notesSlide2.xml" Id="Redcac155e7bb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e30b12794b95" /><Relationship Type="http://schemas.openxmlformats.org/officeDocument/2006/relationships/notesSlide" Target="/ppt/notesSlides/notesSlide3.xml" Id="R599f6e9bd007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5C7DF-A8C1-48FC-AD6A-A46270C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17FA2-4A6B-4F63-B844-53DC1016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Portfolio outcomes: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30C34-D0C9-47F5-88C7-F98195BC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Outcome tracking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AAFA5-FE77-4411-B3D5-800629A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55023-4FD5-4F96-B657-17F4656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81CCE-C2B9-4ECE-BFFE-37C3033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379933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C4B4B-0FA7-47F1-9849-6CBBD52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07C93-BCBA-42F5-BA55-772A61B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Portfolio outcomes: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EE172-F748-4DFD-9A91-082A2B90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Outcome tracking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2D30-DB0D-4AD4-94A0-EE19C893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86CAD-4585-4F5A-B858-727FF8B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2B"/>
                </a:solidFill>
              </a:defRPr>
            </a:pPr>
            <a:r>
              <a:rPr sz="1800" b="1">
                <a:solidFill>
                  <a:srgbClr val="10212B"/>
                </a:solidFill>
              </a:rPr>
              <a:t>Adoption trajectory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13D34-3D53-4DB4-9AFC-8352E7B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819FF-E460-48BC-8020-F22F8A27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238250" cy="17526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1652A-B324-467A-ACD1-0ABE6515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148CC-8837-4B1C-8851-30328495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Aug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8E03C-6776-4FB0-B64B-D7B9AD2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95625"/>
            <a:ext cx="1238250" cy="19526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CEF66-04DF-4402-B44A-8F49AE47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E5C36-9E0D-4F44-8C0D-B893CFF4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Sep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7B32D-7473-4372-BE82-F9BC1DD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28925"/>
            <a:ext cx="1238250" cy="22193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D7935-4143-4FAE-B7A4-5CCB553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95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84D49-C4F1-4CD9-8728-028296E3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Q3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D2968-C6C7-4C4B-9323-2B9FB1C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71750"/>
            <a:ext cx="1238250" cy="24765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306EC-95DC-4417-AB54-C17F8AEE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383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ED817-CB75-4BD9-80C0-8A3117D4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7080"/>
                </a:solidFill>
              </a:defRPr>
            </a:pPr>
            <a:r>
              <a:rPr sz="1425" b="0">
                <a:solidFill>
                  <a:srgbClr val="587080"/>
                </a:solidFill>
              </a:rPr>
              <a:t>Target is contingent on guided rollout approval at M-27.</a:t>
            </a:r>
          </a:p>
        </p:txBody>
      </p:sp>
    </p:spTree>
    <p:extLst>
      <p:ext uri="{BB962C8B-B14F-4D97-AF65-F5344CB8AC3E}">
        <p14:creationId xmlns:p14="http://schemas.microsoft.com/office/powerpoint/2010/main" val="250513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77CE0-01A1-4478-9EAE-72A2B28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5093E-1A8C-4707-BF7B-2D387E4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3D6B8-AFAB-45D2-834B-EE1AD5AB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13854-2418-4416-A55C-0FD8FA86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F495C-E182-457F-8E4A-29E3D91A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A4DDB-98CF-40E5-86F7-2D27622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0A755-43CA-4D74-AA26-D855CAE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0DE28-7801-4265-943D-75D793B1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DA27D-BE09-42E7-9230-38EBFBA8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C1F9E-E690-4B6E-8A4D-373C7D0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AD5A6-67DE-4876-AB0A-3867DA1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B8C1D-6600-4D5C-8CAD-B21979DB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62679-2D6C-43F0-BC0C-DA188D42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BFBEB-EF0E-473F-92FB-AF7C1C4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3EDC9-23F7-4984-B69C-E9B1FA60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DEA5F-DF54-42D2-8529-7EDC43B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B09B5-75FF-4461-801F-6FF89FC9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343092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2026-08-23T15:03:53.1620000Z</dcterms:created>
  <dcterms:modified xsi:type="dcterms:W3CDTF">2026-08-23T15:03:53.1620000Z</dcterms:modified>
</coreProperties>
</file>