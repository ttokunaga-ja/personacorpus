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ba9fdc1034758" /><Relationship Type="http://schemas.openxmlformats.org/officeDocument/2006/relationships/extended-properties" Target="/docProps/app.xml" Id="R37c4a7541cf34228" /><Relationship Type="http://schemas.openxmlformats.org/officeDocument/2006/relationships/officeDocument" Target="/ppt/presentation.xml" Id="Rfceee4be0b70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dd5fa906e4156"/>
  </p:sldMasterIdLst>
  <p:notesMasterIdLst>
    <p:notesMasterId xmlns:r="http://schemas.openxmlformats.org/officeDocument/2006/relationships" r:id="Rfeb9227af70746a6"/>
  </p:notesMasterIdLst>
  <p:sldIdLst>
    <p:sldId xmlns:r="http://schemas.openxmlformats.org/officeDocument/2006/relationships" id="256" r:id="R443347eb4af94a12"/>
    <p:sldId xmlns:r="http://schemas.openxmlformats.org/officeDocument/2006/relationships" id="257" r:id="Rb50123b1305a4d05"/>
    <p:sldId xmlns:r="http://schemas.openxmlformats.org/officeDocument/2006/relationships" id="258" r:id="R8058d87b1ef94d5c"/>
    <p:sldId xmlns:r="http://schemas.openxmlformats.org/officeDocument/2006/relationships" id="259" r:id="R13daa99eb8134f08"/>
    <p:sldId xmlns:r="http://schemas.openxmlformats.org/officeDocument/2006/relationships" id="260" r:id="Rdddbae299f0545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cb48f8720742bb" /><Relationship Type="http://schemas.openxmlformats.org/officeDocument/2006/relationships/slideMaster" Target="/ppt/slideMasters/slideMaster1.xml" Id="Rdd6dd5fa906e4156" /><Relationship Type="http://schemas.openxmlformats.org/officeDocument/2006/relationships/notesMaster" Target="/ppt/notesMasters/notesMaster1.xml" Id="Rfeb9227af70746a6" /><Relationship Type="http://schemas.openxmlformats.org/officeDocument/2006/relationships/presProps" Target="/ppt/presProps.xml" Id="R48d75633e0e34fac" /><Relationship Type="http://schemas.openxmlformats.org/officeDocument/2006/relationships/tableStyles" Target="/ppt/tableStyles.xml" Id="R191b00c57f574671" /><Relationship Type="http://schemas.openxmlformats.org/officeDocument/2006/relationships/slide" Target="/ppt/slides/slide1.xml" Id="R443347eb4af94a12" /><Relationship Type="http://schemas.openxmlformats.org/officeDocument/2006/relationships/slide" Target="/ppt/slides/slide2.xml" Id="Rb50123b1305a4d05" /><Relationship Type="http://schemas.openxmlformats.org/officeDocument/2006/relationships/slide" Target="/ppt/slides/slide3.xml" Id="R8058d87b1ef94d5c" /><Relationship Type="http://schemas.openxmlformats.org/officeDocument/2006/relationships/slide" Target="/ppt/slides/slide4.xml" Id="R13daa99eb8134f08" /><Relationship Type="http://schemas.openxmlformats.org/officeDocument/2006/relationships/slide" Target="/ppt/slides/slide5.xml" Id="Rdddbae299f0545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59ee8f3544c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fb524662a940d9" /><Relationship Type="http://schemas.openxmlformats.org/officeDocument/2006/relationships/notesMaster" Target="/ppt/notesMasters/notesMaster1.xml" Id="R75044c63d46649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37ec0611e455d" /><Relationship Type="http://schemas.openxmlformats.org/officeDocument/2006/relationships/notesMaster" Target="/ppt/notesMasters/notesMaster1.xml" Id="Rfda1df668d054a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e8540afe384e32" /><Relationship Type="http://schemas.openxmlformats.org/officeDocument/2006/relationships/notesMaster" Target="/ppt/notesMasters/notesMaster1.xml" Id="R79ea1191f4064b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6cb9b3a7c4b7d" /><Relationship Type="http://schemas.openxmlformats.org/officeDocument/2006/relationships/notesMaster" Target="/ppt/notesMasters/notesMaster1.xml" Id="R631aea9c617343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166e2289d417c" /><Relationship Type="http://schemas.openxmlformats.org/officeDocument/2006/relationships/notesMaster" Target="/ppt/notesMasters/notesMaster1.xml" Id="Ra1280da1d216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fab52a838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784f234314ba0" /><Relationship Type="http://schemas.openxmlformats.org/officeDocument/2006/relationships/slideLayout" Target="/ppt/slideLayouts/slideLayout1.xml" Id="R99aed1f866fb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ed1f866fb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bed4b60414f59" /><Relationship Type="http://schemas.openxmlformats.org/officeDocument/2006/relationships/notesSlide" Target="/ppt/notesSlides/notesSlide1.xml" Id="Rd633d7de656d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2e5e2a5a54927" /><Relationship Type="http://schemas.openxmlformats.org/officeDocument/2006/relationships/notesSlide" Target="/ppt/notesSlides/notesSlide2.xml" Id="R84b862a90d95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9e76a8159466d" /><Relationship Type="http://schemas.openxmlformats.org/officeDocument/2006/relationships/notesSlide" Target="/ppt/notesSlides/notesSlide3.xml" Id="R626da5b494a945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5d4fa6c294c96" /><Relationship Type="http://schemas.openxmlformats.org/officeDocument/2006/relationships/notesSlide" Target="/ppt/notesSlides/notesSlide4.xml" Id="R0234d5c9e6a641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901e233f14826" /><Relationship Type="http://schemas.openxmlformats.org/officeDocument/2006/relationships/notesSlide" Target="/ppt/notesSlides/notesSlide5.xml" Id="Rfecbb405b4b8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AF414-9EA5-4AF8-9FD7-EB3B6EFB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20618"/>
                </a:solidFill>
              </a:defRPr>
            </a:pPr>
            <a:r>
              <a:rPr sz="4500" b="1">
                <a:solidFill>
                  <a:srgbClr val="020618"/>
                </a:solidFill>
              </a:rPr>
              <a:t>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D6C43-DAC3-46E7-B7F1-8343FE6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5556C"/>
                </a:solidFill>
              </a:defRPr>
            </a:pPr>
            <a:r>
              <a:rPr sz="2025" b="0">
                <a:solidFill>
                  <a:srgbClr val="45556C"/>
                </a:solidFill>
              </a:rPr>
              <a:t>PRD review readout: a measured guided rollout to improve first-value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3A2FF-FCE4-48B0-998C-A9A76971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38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79A83-8279-4D93-B549-79E89E8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18.4%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A0A1B-1B3A-4BB2-8CBD-E1AE8B59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adoption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3AEC3-D557-49D0-86E1-E15FB442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81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26.0%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E1AB4-8CE4-49ED-BAB9-FEFF52D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Q3 adoption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5EA5E-5655-43B6-877C-1E5D051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81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F99BF-277B-4C60-9E29-353D1E1C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95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eligible workspaces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EB805-6782-4C85-A05A-C687927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808600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96685-DC03-45FE-9218-08E6CD7B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The Q3 problem is incomplete shared 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B7D0C-6F30-4E77-848F-E62E001F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Owners can create a workspace, but teams do not consistently reach a repeatable first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29375-4324-4049-BE69-59692BA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1010-A601-480D-BE3F-0DA51D2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B"/>
                </a:solidFill>
              </a:defRPr>
            </a:pPr>
            <a:r>
              <a:rPr sz="1875" b="1">
                <a:solidFill>
                  <a:srgbClr val="0F172B"/>
                </a:solidFill>
              </a:rPr>
              <a:t>1.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4720F-AE25-4AC4-929E-D9F4EDB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No clear next action after workspace creation.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20507-9B77-4D7F-8BB2-75185020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8C74E-F3DC-4846-A8C1-0FC6B6C2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B"/>
                </a:solidFill>
              </a:defRPr>
            </a:pPr>
            <a:r>
              <a:rPr sz="1875" b="1">
                <a:solidFill>
                  <a:srgbClr val="0F172B"/>
                </a:solidFill>
              </a:rPr>
              <a:t>2. Invitation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1BA4F-1DD5-4C62-BABD-E8B30DA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19425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Recipients lack role context and a useful first task.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8ACE6-0FFB-4015-981A-3CD546C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F40A5-4F65-479E-93DB-4B143F87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B"/>
                </a:solidFill>
              </a:defRPr>
            </a:pPr>
            <a:r>
              <a:rPr sz="1875" b="1">
                <a:solidFill>
                  <a:srgbClr val="0F172B"/>
                </a:solidFill>
              </a:rPr>
              <a:t>3.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7EB6F-7A79-4C46-B4A5-E19EA13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Admins need confidence that access remains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286E4-54D7-4572-9617-2B7A00E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560722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B36DF-93F1-4D25-ADBD-0C2390E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The release is intentionally bounded and reversible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F958A-4231-46D8-8387-7D7E2F15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Included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EFC01-C18C-4B6E-9F8D-8FE23AA4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476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Guided setup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Contextual invitations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Permission review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Governed instrumentation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Accessible recovery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FF8F3-6473-4D27-A8C3-C1B4F34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33500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B7998-FB29-46EE-AD18-980CFFCE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Not in Q3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09274-A81E-44D7-9CD5-70B99D5D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Billing or trial changes</a:t>
            </a:r>
          </a:p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New persistent roles</a:t>
            </a:r>
          </a:p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Workflow-builder redesign</a:t>
            </a:r>
          </a:p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Historical migration or content export</a:t>
            </a:r>
          </a:p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Engagement-only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F682D-2BFF-4B9D-B34D-79BA4902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959702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773F6-B79D-4032-ABB5-10C942B6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M-27 is the expansion decision, not a feature-complete 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1C0FD-0DF6-4F87-A143-45C3F4E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2669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A945E-EBE3-49B6-A003-BD5579E0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Aug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A1E9E-E706-4BB6-BDD5-9642F0AE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Internal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4DDDE-58C0-4B80-99B6-BA93A54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2669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D4D52-12EE-487F-8743-DC2A5F38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Aug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A9302-7546-467B-9D53-6F4CD91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Controlled 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306E5-681A-4FA2-8CB4-C5079AF5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22669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0C432-7FCB-490D-B3EF-12C0C951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Sep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D5317-3677-44CD-BCE4-AF2600B8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M-27 guided rollout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2D861-85E1-496A-832F-8C522186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2669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ED758-DF2C-48B6-A0EA-3EF31885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Q3 close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626B0-3B02-4ED7-894F-A3AEAB7B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26.0% target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442CC-7FC5-4449-B20D-1668238B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Gate scorecard: setup completion &gt;=62% | invite acceptance &gt;=45% | event completeness &gt;=99% | zero unresolved critical access or accessibility defects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42F0E-5539-4B8B-AA90-3C357556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1211781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01B90-4AA9-42C2-937E-E109C28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Recommendation: approve controlled rollout with safety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BCE66-0C87-4091-A3AA-E04F4BE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Approve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E6D23-35C1-44F2-B777-D5B04977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A focused release with measurable outcomes and reversible entry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9A199-3F0C-4A27-B944-21468F79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Decide at M-27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2352C-0FD3-4796-A2AB-42C5A963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Expand only if safety criteria pass and outcome evidence supports the target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5BF1C-796C-4E1E-A050-C6E6FA8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Council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EECD9-EC3E-4BB8-B119-6767C9C7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Scorecard, support themes, accessibility disposition, and rollback rehearsal.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66C2F-4334-4B48-870F-B9E05D17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1130614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2026-08-23T15:03:40.8580000Z</dcterms:created>
  <dcterms:modified xsi:type="dcterms:W3CDTF">2026-08-23T15:03:40.8580000Z</dcterms:modified>
</coreProperties>
</file>