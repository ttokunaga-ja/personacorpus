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be81637ea4f3b" /><Relationship Type="http://schemas.openxmlformats.org/officeDocument/2006/relationships/extended-properties" Target="/docProps/app.xml" Id="R2bb02757c7b7487d" /><Relationship Type="http://schemas.openxmlformats.org/officeDocument/2006/relationships/officeDocument" Target="/ppt/presentation.xml" Id="R64e460e6e36b4d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0fb2c0af1d452e"/>
  </p:sldMasterIdLst>
  <p:notesMasterIdLst>
    <p:notesMasterId xmlns:r="http://schemas.openxmlformats.org/officeDocument/2006/relationships" r:id="Ra993cd0d73e04079"/>
  </p:notesMasterIdLst>
  <p:sldIdLst>
    <p:sldId xmlns:r="http://schemas.openxmlformats.org/officeDocument/2006/relationships" id="256" r:id="R3372b013f1dd4594"/>
    <p:sldId xmlns:r="http://schemas.openxmlformats.org/officeDocument/2006/relationships" id="257" r:id="R4b9099560dce42e9"/>
    <p:sldId xmlns:r="http://schemas.openxmlformats.org/officeDocument/2006/relationships" id="258" r:id="R891ae650cfc741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6bed3b8c6f45bc" /><Relationship Type="http://schemas.openxmlformats.org/officeDocument/2006/relationships/slideMaster" Target="/ppt/slideMasters/slideMaster1.xml" Id="Rf30fb2c0af1d452e" /><Relationship Type="http://schemas.openxmlformats.org/officeDocument/2006/relationships/notesMaster" Target="/ppt/notesMasters/notesMaster1.xml" Id="Ra993cd0d73e04079" /><Relationship Type="http://schemas.openxmlformats.org/officeDocument/2006/relationships/presProps" Target="/ppt/presProps.xml" Id="Re9ab7a509389474a" /><Relationship Type="http://schemas.openxmlformats.org/officeDocument/2006/relationships/tableStyles" Target="/ppt/tableStyles.xml" Id="R20f31533edb44e02" /><Relationship Type="http://schemas.openxmlformats.org/officeDocument/2006/relationships/slide" Target="/ppt/slides/slide1.xml" Id="R3372b013f1dd4594" /><Relationship Type="http://schemas.openxmlformats.org/officeDocument/2006/relationships/slide" Target="/ppt/slides/slide2.xml" Id="R4b9099560dce42e9" /><Relationship Type="http://schemas.openxmlformats.org/officeDocument/2006/relationships/slide" Target="/ppt/slides/slide3.xml" Id="R891ae650cfc741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c37a228dce46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15498bb2c4c0b" /><Relationship Type="http://schemas.openxmlformats.org/officeDocument/2006/relationships/notesMaster" Target="/ppt/notesMasters/notesMaster1.xml" Id="Rb47d02b242e847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1566c399e748f6" /><Relationship Type="http://schemas.openxmlformats.org/officeDocument/2006/relationships/notesMaster" Target="/ppt/notesMasters/notesMaster1.xml" Id="Ra50357e4a8df4a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ffc641fadd4619" /><Relationship Type="http://schemas.openxmlformats.org/officeDocument/2006/relationships/notesMaster" Target="/ppt/notesMasters/notesMaster1.xml" Id="Ra057cc5684d3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8865d1f4574ad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ebbfbacf2463f" /><Relationship Type="http://schemas.openxmlformats.org/officeDocument/2006/relationships/slideLayout" Target="/ppt/slideLayouts/slideLayout1.xml" Id="R2601d8f07e5e4b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01d8f07e5e4b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6450fd7844871" /><Relationship Type="http://schemas.openxmlformats.org/officeDocument/2006/relationships/notesSlide" Target="/ppt/notesSlides/notesSlide1.xml" Id="R3c5a5058a7c041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87ed556a4b42" /><Relationship Type="http://schemas.openxmlformats.org/officeDocument/2006/relationships/notesSlide" Target="/ppt/notesSlides/notesSlide2.xml" Id="Ra0c959b7042947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2a14ad63e458f" /><Relationship Type="http://schemas.openxmlformats.org/officeDocument/2006/relationships/notesSlide" Target="/ppt/notesSlides/notesSlide3.xml" Id="Re3ad1779167f4f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8AA74B-04B9-4BEC-BF23-1B7E203E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76"/>
                </a:solidFill>
              </a:defRPr>
            </a:pPr>
            <a:r>
              <a:rPr sz="900" b="1">
                <a:solidFill>
                  <a:srgbClr val="5F6876"/>
                </a:solidFill>
              </a:rPr>
              <a:t>PRODUCT BETA Q4 DISCOVERY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C28C5-0246-4751-9C3B-E5BF63E5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F6876"/>
                </a:solidFill>
              </a:defRPr>
            </a:pPr>
            <a:r>
              <a:rPr sz="750" b="1">
                <a:solidFill>
                  <a:srgbClr val="5F6876"/>
                </a:solidFill>
              </a:rPr>
              <a:t>JUNIPER WORKS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AC2982-07CF-4D96-A33B-DC225C2F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D4205-F001-4BC8-BAF2-A5982080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11827"/>
                </a:solidFill>
              </a:defRPr>
            </a:pPr>
            <a:r>
              <a:rPr sz="4050" b="1">
                <a:solidFill>
                  <a:srgbClr val="111827"/>
                </a:solidFill>
              </a:rPr>
              <a:t>Discovery readout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B5E85-74F7-4CEB-A2E5-061D9D7F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6876"/>
                </a:solidFill>
              </a:defRPr>
            </a:pPr>
            <a:r>
              <a:rPr sz="1650" b="0">
                <a:solidFill>
                  <a:srgbClr val="5F6876"/>
                </a:solidFill>
              </a:rPr>
              <a:t>Juniper Works  •  13 July 2026  •  synthetic planning material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CC60C-463D-4E5E-9E57-2C187F37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B9D37A-5255-413D-9C55-DCD81CC2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9334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827"/>
                </a:solidFill>
              </a:defRPr>
            </a:pPr>
            <a:r>
              <a:rPr sz="2550" b="1">
                <a:solidFill>
                  <a:srgbClr val="111827"/>
                </a:solidFill>
              </a:rPr>
              <a:t>The Q4 discovery question is narrow: can admins automate a repeated job and explain the resulting report?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1D73A-E05F-487C-BB53-E5307D64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F6876"/>
                </a:solidFill>
              </a:defRPr>
            </a:pPr>
            <a:r>
              <a:rPr sz="1125" b="1">
                <a:solidFill>
                  <a:srgbClr val="5F6876"/>
                </a:solidFill>
              </a:rPr>
              <a:t>M-27 guided rollout gate  •  18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6832406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7C42C-8679-4D25-A101-5BBBCEB0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76"/>
                </a:solidFill>
              </a:defRPr>
            </a:pPr>
            <a:r>
              <a:rPr sz="900" b="1">
                <a:solidFill>
                  <a:srgbClr val="5F6876"/>
                </a:solidFill>
              </a:rPr>
              <a:t>EVIDENCE / PREMISE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67681-46C1-4AF0-8B45-3CCC3BCF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F6876"/>
                </a:solidFill>
              </a:defRPr>
            </a:pPr>
            <a:r>
              <a:rPr sz="750" b="1">
                <a:solidFill>
                  <a:srgbClr val="5F6876"/>
                </a:solidFill>
              </a:rPr>
              <a:t>JUNIPER WORKS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F1DC64-AA30-470B-BA9B-EC14ED44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04CE3-CD86-4B4C-BEE2-F2EC21A3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The evidence points to a weekly confidence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65A88F-7F13-4A56-9234-D5BF52F2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36A86-8218-4784-8120-380F2F33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Admin automation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82A7FF-A43C-43A4-8069-0C04F108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1,240 synthetic workspaces suggest repeated setup is the friction.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5B514-956E-41FA-B57A-EF19990F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10659-1775-4E3B-9683-2F3E630F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B73520-0EC3-40F6-ABAF-C1B7B6B1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09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Trusted reporting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9DDEF8-4172-46BB-8289-A2544398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95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A final total is not enough for a report to be shareable.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DF5F1-C95A-4138-871A-2435DEC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33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5439E-44AA-4AD8-BF2B-A846E21F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ABC0D-AEFE-4AAD-867C-D05E63EA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Bulk workflows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9440C9-DD64-48D2-AEB6-52CDAFB1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11827"/>
                </a:solidFill>
              </a:defRPr>
            </a:pPr>
            <a:r>
              <a:rPr sz="1425" b="0">
                <a:solidFill>
                  <a:srgbClr val="111827"/>
                </a:solidFill>
              </a:rPr>
              <a:t>Bulk action should be guided, reviewable, and reversible.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942119-B953-48B6-BE5C-D07B69E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338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CDB0D-FC15-4E0E-80C5-DBFE3776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6876"/>
                </a:solidFill>
              </a:defRPr>
            </a:pPr>
            <a:r>
              <a:rPr sz="1500" b="0">
                <a:solidFill>
                  <a:srgbClr val="5F6876"/>
                </a:solidFill>
              </a:rPr>
              <a:t>Portfolio context: Product Alpha adoption moved from 18.4% to 26.0%; this does not establish Beta readiness.</a:t>
            </a:r>
          </a:p>
        </p:txBody>
      </p:sp>
    </p:spTree>
    <p:extLst>
      <p:ext uri="{BB962C8B-B14F-4D97-AF65-F5344CB8AC3E}">
        <p14:creationId xmlns:p14="http://schemas.microsoft.com/office/powerpoint/2010/main" val="11910497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CF7C34-60D8-4B36-893C-94359B6D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F6876"/>
                </a:solidFill>
              </a:defRPr>
            </a:pPr>
            <a:r>
              <a:rPr sz="900" b="1">
                <a:solidFill>
                  <a:srgbClr val="5F6876"/>
                </a:solidFill>
              </a:rPr>
              <a:t>DECISION /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57F7C-1199-4A35-9670-72FA3D1C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F6876"/>
                </a:solidFill>
              </a:defRPr>
            </a:pPr>
            <a:r>
              <a:rPr sz="750" b="1">
                <a:solidFill>
                  <a:srgbClr val="5F6876"/>
                </a:solidFill>
              </a:rPr>
              <a:t>JUNIPER WORKS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2875E-1657-46CE-B949-8D47148A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2EF4E-B112-42B5-9E44-31AA6010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M-27 should test the safety boundary, not the whole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48F2F-9FAB-41DA-97D3-32D80BD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76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39B0F-B17B-493D-805E-0EEFADB4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Guided rollout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6053B-36E7-49C8-ADA5-5C2DD434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A01E5-D944-4FB9-B0FD-79D2C6C2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Scope is clear before a bulk action runs.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54548-9BB2-4E42-A9D0-BA1B1336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45579-3A70-463E-924E-86C931B6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Report source and change history are visible.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19C6EB-390D-4340-A245-ECB7FC0D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C6637-8B7A-4802-8E01-78D71EB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</a:defRPr>
            </a:pPr>
            <a:r>
              <a:rPr sz="1500" b="0">
                <a:solidFill>
                  <a:srgbClr val="111827"/>
                </a:solidFill>
              </a:rPr>
              <a:t>Uncertain runs can pause for human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F404EC-C815-44BF-A06B-207577C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676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6D460-80E2-4A24-B0EB-B31B5E1D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717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M-27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A1730-FE9F-429A-B994-94003E92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18 Sep 2026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Guided rollout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51F48-EBA9-4EA9-BA94-DBDF3B2E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386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Three linked promises</a:t>
            </a:r>
          </a:p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Admin automation</a:t>
            </a:r>
          </a:p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Trusted reporting</a:t>
            </a:r>
          </a:p>
          <a:p xmlns:a="http://schemas.openxmlformats.org/drawingml/2006/main">
            <a:pPr>
              <a:defRPr sz="1200" b="1">
                <a:solidFill>
                  <a:srgbClr val="6DCBF4"/>
                </a:solidFill>
              </a:defRPr>
            </a:pPr>
            <a:r>
              <a:rPr sz="1200" b="1">
                <a:solidFill>
                  <a:srgbClr val="6DCBF4"/>
                </a:solidFill>
              </a:rPr>
              <a:t>Bulk workflows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37AEC-FF54-4099-BF6B-791C975F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F6876"/>
                </a:solidFill>
              </a:defRPr>
            </a:pPr>
            <a:r>
              <a:rPr sz="1050" b="0">
                <a:solidFill>
                  <a:srgbClr val="5F6876"/>
                </a:solidFill>
              </a:rPr>
              <a:t>All scenarios and figures are synthetic Juniper Works planning material.</a:t>
            </a:r>
          </a:p>
        </p:txBody>
      </p:sp>
    </p:spTree>
    <p:extLst>
      <p:ext uri="{BB962C8B-B14F-4D97-AF65-F5344CB8AC3E}">
        <p14:creationId xmlns:p14="http://schemas.microsoft.com/office/powerpoint/2010/main" val="1782539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2026-08-23T15:15:39.1330000Z</dcterms:created>
  <dcterms:modified xsi:type="dcterms:W3CDTF">2026-08-23T15:15:39.1330000Z</dcterms:modified>
</coreProperties>
</file>