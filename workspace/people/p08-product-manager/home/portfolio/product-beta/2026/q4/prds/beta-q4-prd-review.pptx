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ad5994a6194a6e" /><Relationship Type="http://schemas.openxmlformats.org/officeDocument/2006/relationships/extended-properties" Target="/docProps/app.xml" Id="R2fcfbdd82bb84479" /><Relationship Type="http://schemas.openxmlformats.org/officeDocument/2006/relationships/officeDocument" Target="/ppt/presentation.xml" Id="R67d0d1510adf42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735203fbb24c00"/>
  </p:sldMasterIdLst>
  <p:notesMasterIdLst>
    <p:notesMasterId xmlns:r="http://schemas.openxmlformats.org/officeDocument/2006/relationships" r:id="R8138dfff7e6240d0"/>
  </p:notesMasterIdLst>
  <p:sldIdLst>
    <p:sldId xmlns:r="http://schemas.openxmlformats.org/officeDocument/2006/relationships" id="256" r:id="R049bba1ab220400f"/>
    <p:sldId xmlns:r="http://schemas.openxmlformats.org/officeDocument/2006/relationships" id="257" r:id="Rc780ea2434074dde"/>
    <p:sldId xmlns:r="http://schemas.openxmlformats.org/officeDocument/2006/relationships" id="258" r:id="Rb806bb0ac0734fdc"/>
    <p:sldId xmlns:r="http://schemas.openxmlformats.org/officeDocument/2006/relationships" id="259" r:id="R89602b0d2ae745f0"/>
    <p:sldId xmlns:r="http://schemas.openxmlformats.org/officeDocument/2006/relationships" id="260" r:id="R5c3f15b828d445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3bf4fcce864bbe" /><Relationship Type="http://schemas.openxmlformats.org/officeDocument/2006/relationships/slideMaster" Target="/ppt/slideMasters/slideMaster1.xml" Id="Rd7735203fbb24c00" /><Relationship Type="http://schemas.openxmlformats.org/officeDocument/2006/relationships/notesMaster" Target="/ppt/notesMasters/notesMaster1.xml" Id="R8138dfff7e6240d0" /><Relationship Type="http://schemas.openxmlformats.org/officeDocument/2006/relationships/presProps" Target="/ppt/presProps.xml" Id="R94c68e8f46b34398" /><Relationship Type="http://schemas.openxmlformats.org/officeDocument/2006/relationships/tableStyles" Target="/ppt/tableStyles.xml" Id="Rf41710f8d3314572" /><Relationship Type="http://schemas.openxmlformats.org/officeDocument/2006/relationships/slide" Target="/ppt/slides/slide1.xml" Id="R049bba1ab220400f" /><Relationship Type="http://schemas.openxmlformats.org/officeDocument/2006/relationships/slide" Target="/ppt/slides/slide2.xml" Id="Rc780ea2434074dde" /><Relationship Type="http://schemas.openxmlformats.org/officeDocument/2006/relationships/slide" Target="/ppt/slides/slide3.xml" Id="Rb806bb0ac0734fdc" /><Relationship Type="http://schemas.openxmlformats.org/officeDocument/2006/relationships/slide" Target="/ppt/slides/slide4.xml" Id="R89602b0d2ae745f0" /><Relationship Type="http://schemas.openxmlformats.org/officeDocument/2006/relationships/slide" Target="/ppt/slides/slide5.xml" Id="R5c3f15b828d445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7959b194e343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31c32f09fa4952" /><Relationship Type="http://schemas.openxmlformats.org/officeDocument/2006/relationships/notesMaster" Target="/ppt/notesMasters/notesMaster1.xml" Id="Red7e4cf29a7548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a9034fc809403d" /><Relationship Type="http://schemas.openxmlformats.org/officeDocument/2006/relationships/notesMaster" Target="/ppt/notesMasters/notesMaster1.xml" Id="Rc17279e6fe604a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f9aad1bf9745fd" /><Relationship Type="http://schemas.openxmlformats.org/officeDocument/2006/relationships/notesMaster" Target="/ppt/notesMasters/notesMaster1.xml" Id="Rb94a15feb4ab42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9b39383f3b47d8" /><Relationship Type="http://schemas.openxmlformats.org/officeDocument/2006/relationships/notesMaster" Target="/ppt/notesMasters/notesMaster1.xml" Id="Rd0487c702cdd4f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97426a07ff4277" /><Relationship Type="http://schemas.openxmlformats.org/officeDocument/2006/relationships/notesMaster" Target="/ppt/notesMasters/notesMaster1.xml" Id="Rb7aa22fe617348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898dbb1ad248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e878122eba4b14" /><Relationship Type="http://schemas.openxmlformats.org/officeDocument/2006/relationships/slideLayout" Target="/ppt/slideLayouts/slideLayout1.xml" Id="R3fe0854d865743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e0854d865743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a453e42d049a9" /><Relationship Type="http://schemas.openxmlformats.org/officeDocument/2006/relationships/notesSlide" Target="/ppt/notesSlides/notesSlide1.xml" Id="R8d8da45d624b4d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2b355f29f43c4" /><Relationship Type="http://schemas.openxmlformats.org/officeDocument/2006/relationships/notesSlide" Target="/ppt/notesSlides/notesSlide2.xml" Id="R1f21da88612d4e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6a58fd62a4e56" /><Relationship Type="http://schemas.openxmlformats.org/officeDocument/2006/relationships/notesSlide" Target="/ppt/notesSlides/notesSlide3.xml" Id="Ref73a926f01643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eec92fbd347b4" /><Relationship Type="http://schemas.openxmlformats.org/officeDocument/2006/relationships/notesSlide" Target="/ppt/notesSlides/notesSlide4.xml" Id="Rfa092c81de8448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b1af722504644" /><Relationship Type="http://schemas.openxmlformats.org/officeDocument/2006/relationships/notesSlide" Target="/ppt/notesSlides/notesSlide5.xml" Id="Rb8c7aa907f3343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83C50-69D4-483D-A49E-B7BB0C52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PRODUCT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53A62-FA8E-49A1-8C5B-E3EE6F04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Product Beta Q4: approve the controlled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D4111-EAB5-4DD8-ADB4-027D7DA4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A6470"/>
                </a:solidFill>
              </a:defRPr>
            </a:pPr>
            <a:r>
              <a:rPr sz="1500" b="0">
                <a:solidFill>
                  <a:srgbClr val="5A6470"/>
                </a:solidFill>
              </a:rPr>
              <a:t>Admin automation and trusted reporting, dependent on Product Alpha Q3 learning.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22279-38B8-4E04-BFF6-43D1E5E1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6470"/>
                </a:solidFill>
              </a:defRPr>
            </a:pPr>
            <a:r>
              <a:rPr sz="900" b="0">
                <a:solidFill>
                  <a:srgbClr val="5A6470"/>
                </a:solidFill>
              </a:rPr>
              <a:t>Juniper Works  |  Product Beta Q4  |  2026-07-13</a:t>
            </a:r>
          </a:p>
        </p:txBody>
      </p:sp>
    </p:spTree>
    <p:extLst>
      <p:ext uri="{BB962C8B-B14F-4D97-AF65-F5344CB8AC3E}">
        <p14:creationId xmlns:p14="http://schemas.microsoft.com/office/powerpoint/2010/main" val="16428996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9AB4A6-000F-4E45-85CA-FF351EC1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AF175-66B5-4787-8D7F-1C5863A3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The Alpha baseline defines the expansion bar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48756-729A-41FD-B446-182057DC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A6470"/>
                </a:solidFill>
              </a:defRPr>
            </a:pPr>
            <a:r>
              <a:rPr sz="1500" b="0">
                <a:solidFill>
                  <a:srgbClr val="5A6470"/>
                </a:solidFill>
              </a:rPr>
              <a:t>Product Alpha Q3 learning becomes the eligibility gate for Beta.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C55E17-861E-4399-A5E0-EA296CAD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6470"/>
                </a:solidFill>
              </a:defRPr>
            </a:pPr>
            <a:r>
              <a:rPr sz="900" b="0">
                <a:solidFill>
                  <a:srgbClr val="5A6470"/>
                </a:solidFill>
              </a:rPr>
              <a:t>Juniper Works  |  Product Beta Q4  |  2026-07-13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04A4E-7606-4945-AA64-8A632BC7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A5463-0201-4D3E-AB77-63D690B4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761012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06BAA-52E5-42AA-BE44-2314FADD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Alpha adoption 18.4% / Q3 target 26.0%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D20CD-1174-4756-B0D0-6C94FF9D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83BD5-D503-46E5-8E89-9E645335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2867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3BCB7-6362-4284-8CC3-61CE12E8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289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1,240 synthetic workspaces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68E2E-DF18-40EF-90D4-AAF4A1DE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E74B5"/>
                </a:solidFill>
              </a:defRPr>
            </a:pPr>
            <a:r>
              <a:rPr sz="1875" b="1">
                <a:solidFill>
                  <a:srgbClr val="2E74B5"/>
                </a:solidFill>
              </a:rPr>
              <a:t>M-27 guided rollout gate: 2026-09-18</a:t>
            </a:r>
          </a:p>
        </p:txBody>
      </p:sp>
    </p:spTree>
    <p:extLst>
      <p:ext uri="{BB962C8B-B14F-4D97-AF65-F5344CB8AC3E}">
        <p14:creationId xmlns:p14="http://schemas.microsoft.com/office/powerpoint/2010/main" val="14333219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F8674-9F76-4095-AD67-E93AF2CA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DECISION FRAME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325E6-8B9D-42A1-94CA-055A60E1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Approve a staged pilot with observable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8EFD3-D667-455A-8085-8E61379C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A6470"/>
                </a:solidFill>
              </a:defRPr>
            </a:pPr>
            <a:r>
              <a:rPr sz="1500" b="0">
                <a:solidFill>
                  <a:srgbClr val="5A6470"/>
                </a:solidFill>
              </a:rPr>
              <a:t>The Q4 proposal protects trust while showing evidence quickly.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152CC-EFDF-4768-93FA-FFB65813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6470"/>
                </a:solidFill>
              </a:defRPr>
            </a:pPr>
            <a:r>
              <a:rPr sz="900" b="0">
                <a:solidFill>
                  <a:srgbClr val="5A6470"/>
                </a:solidFill>
              </a:rPr>
              <a:t>Juniper Works  |  Product Beta Q4  |  2026-07-13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8F1F7-DFC1-4201-8E42-9AEB83BB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33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B2545"/>
                </a:solidFill>
              </a:defRPr>
            </a:pPr>
            <a:r>
              <a:rPr sz="1650" b="0">
                <a:solidFill>
                  <a:srgbClr val="0B2545"/>
                </a:solidFill>
              </a:rPr>
              <a:t>• Role-gated administration and auditable change history.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3F588-C69B-4620-A233-7E66276A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004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B2545"/>
                </a:solidFill>
              </a:defRPr>
            </a:pPr>
            <a:r>
              <a:rPr sz="1650" b="0">
                <a:solidFill>
                  <a:srgbClr val="0B2545"/>
                </a:solidFill>
              </a:rPr>
              <a:t>• Reporting labels for owner, freshness, and export behavior.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57205-6EFD-4939-837D-E44567CC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671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B2545"/>
                </a:solidFill>
              </a:defRPr>
            </a:pPr>
            <a:r>
              <a:rPr sz="1650" b="0">
                <a:solidFill>
                  <a:srgbClr val="0B2545"/>
                </a:solidFill>
              </a:rPr>
              <a:t>• Feature-flagged cohort with a documented rollback trigger.</a:t>
            </a:r>
          </a:p>
        </p:txBody>
      </p:sp>
    </p:spTree>
    <p:extLst>
      <p:ext uri="{BB962C8B-B14F-4D97-AF65-F5344CB8AC3E}">
        <p14:creationId xmlns:p14="http://schemas.microsoft.com/office/powerpoint/2010/main" val="15062878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1B90BA-957A-40AC-9279-90A3605C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MEASUREMENT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7286B-BAA4-4C6C-B08C-1B8CC3DF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Weekly evidence determines expansion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EDAEB-EEA7-4D60-A55A-9274346F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A6470"/>
                </a:solidFill>
              </a:defRPr>
            </a:pPr>
            <a:r>
              <a:rPr sz="1500" b="0">
                <a:solidFill>
                  <a:srgbClr val="5A6470"/>
                </a:solidFill>
              </a:rPr>
              <a:t>Success is behavioral, operational, and trustworthy.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E2303-6C27-4F66-B5C0-0CF0B573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6470"/>
                </a:solidFill>
              </a:defRPr>
            </a:pPr>
            <a:r>
              <a:rPr sz="900" b="0">
                <a:solidFill>
                  <a:srgbClr val="5A6470"/>
                </a:solidFill>
              </a:rPr>
              <a:t>Juniper Works  |  Product Beta Q4  |  2026-07-13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350E6-A7C3-4AE0-A7C3-5FD4EBF6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76376-479B-4747-BB21-90549692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F4780-A684-45E3-AF4A-875E7EB5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Self-serve configuration completion &gt;= 70%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AB608-F5C6-423D-BAC7-ED3D22F5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A1621-0D75-417D-896D-7AA2DFD6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B4C46-B357-47DB-A1EC-D590EC88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Critical audit defects =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FD997-805D-4772-B9D3-FA08DA60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4286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2545"/>
                </a:solidFill>
              </a:defRPr>
            </a:pPr>
            <a:r>
              <a:rPr sz="2100" b="1">
                <a:solidFill>
                  <a:srgbClr val="0B2545"/>
                </a:solidFill>
              </a:rPr>
              <a:t>Next decision</a:t>
            </a:r>
          </a:p>
          <a:p xmlns:a="http://schemas.openxmlformats.org/drawingml/2006/main">
            <a:pPr>
              <a:defRPr sz="2100" b="1">
                <a:solidFill>
                  <a:srgbClr val="0B2545"/>
                </a:solidFill>
              </a:defRPr>
            </a:pPr>
            <a:r>
              <a:rPr sz="2100" b="1">
                <a:solidFill>
                  <a:srgbClr val="0B2545"/>
                </a:solidFill>
              </a:rPr>
              <a:t>Internal pilot readiness</a:t>
            </a:r>
          </a:p>
          <a:p xmlns:a="http://schemas.openxmlformats.org/drawingml/2006/main">
            <a:pPr>
              <a:defRPr sz="2100" b="1">
                <a:solidFill>
                  <a:srgbClr val="0B2545"/>
                </a:solidFill>
              </a:defRPr>
            </a:pPr>
            <a:r>
              <a:rPr sz="2100" b="1">
                <a:solidFill>
                  <a:srgbClr val="0B2545"/>
                </a:solidFill>
              </a:rPr>
              <a:t>2026-10-06</a:t>
            </a:r>
          </a:p>
        </p:txBody>
      </p:sp>
    </p:spTree>
    <p:extLst>
      <p:ext uri="{BB962C8B-B14F-4D97-AF65-F5344CB8AC3E}">
        <p14:creationId xmlns:p14="http://schemas.microsoft.com/office/powerpoint/2010/main" val="15425568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2011A-740B-446E-B582-2CE00219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REQUESTED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69B95-0E01-4C5F-960D-A7A58D9E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Approve Q4 scope and M-27 dependency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6E1A9-E633-4C24-BBEB-AAF13A95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A6470"/>
                </a:solidFill>
              </a:defRPr>
            </a:pPr>
            <a:r>
              <a:rPr sz="1500" b="0">
                <a:solidFill>
                  <a:srgbClr val="5A6470"/>
                </a:solidFill>
              </a:rPr>
              <a:t>Maintain a guided, measurable expansion from Alpha to Beta.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2FB7C-3784-4737-8226-66E73804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6470"/>
                </a:solidFill>
              </a:defRPr>
            </a:pPr>
            <a:r>
              <a:rPr sz="900" b="0">
                <a:solidFill>
                  <a:srgbClr val="5A6470"/>
                </a:solidFill>
              </a:rPr>
              <a:t>Juniper Works  |  Product Beta Q4  |  2026-07-13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2A442-235B-445B-B993-F6F4BAB2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33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B2545"/>
                </a:solidFill>
              </a:defRPr>
            </a:pPr>
            <a:r>
              <a:rPr sz="1650" b="0">
                <a:solidFill>
                  <a:srgbClr val="0B2545"/>
                </a:solidFill>
              </a:rPr>
              <a:t>• Approve the controlled pilot and named rollout metrics.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49E1B-0FE7-47B0-AD27-37CD4AE0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004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B2545"/>
                </a:solidFill>
              </a:defRPr>
            </a:pPr>
            <a:r>
              <a:rPr sz="1650" b="0">
                <a:solidFill>
                  <a:srgbClr val="0B2545"/>
                </a:solidFill>
              </a:rPr>
              <a:t>• Keep Product Alpha telemetry as the Beta expansion dependency.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CF549-6F40-44E2-AD8F-1C017A6D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671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B2545"/>
                </a:solidFill>
              </a:defRPr>
            </a:pPr>
            <a:r>
              <a:rPr sz="1650" b="0">
                <a:solidFill>
                  <a:srgbClr val="0B2545"/>
                </a:solidFill>
              </a:rPr>
              <a:t>• Review pilot evidence before opening availability to additional workspaces.</a:t>
            </a:r>
          </a:p>
        </p:txBody>
      </p:sp>
    </p:spTree>
    <p:extLst>
      <p:ext uri="{BB962C8B-B14F-4D97-AF65-F5344CB8AC3E}">
        <p14:creationId xmlns:p14="http://schemas.microsoft.com/office/powerpoint/2010/main" val="1246563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2026-08-23T15:03:13.0070000Z</dcterms:created>
  <dcterms:modified xsi:type="dcterms:W3CDTF">2026-08-23T15:03:13.0070000Z</dcterms:modified>
</coreProperties>
</file>