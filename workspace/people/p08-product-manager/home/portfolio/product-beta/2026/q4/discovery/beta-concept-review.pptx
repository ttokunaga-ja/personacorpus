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d2edf8f0ff4595" /><Relationship Type="http://schemas.openxmlformats.org/officeDocument/2006/relationships/extended-properties" Target="/docProps/app.xml" Id="R55c81d6dd6ec4e3b" /><Relationship Type="http://schemas.openxmlformats.org/officeDocument/2006/relationships/officeDocument" Target="/ppt/presentation.xml" Id="R93d4efc7c86b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aaabec8114ff8"/>
  </p:sldMasterIdLst>
  <p:notesMasterIdLst>
    <p:notesMasterId xmlns:r="http://schemas.openxmlformats.org/officeDocument/2006/relationships" r:id="R7645564bc61849ee"/>
  </p:notesMasterIdLst>
  <p:sldIdLst>
    <p:sldId xmlns:r="http://schemas.openxmlformats.org/officeDocument/2006/relationships" id="256" r:id="R4a0186ffc6ba4dbb"/>
    <p:sldId xmlns:r="http://schemas.openxmlformats.org/officeDocument/2006/relationships" id="257" r:id="R66e5938188cb4ea1"/>
    <p:sldId xmlns:r="http://schemas.openxmlformats.org/officeDocument/2006/relationships" id="258" r:id="Re9d3b9815ce9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770ad54a5d45d3" /><Relationship Type="http://schemas.openxmlformats.org/officeDocument/2006/relationships/slideMaster" Target="/ppt/slideMasters/slideMaster1.xml" Id="Rfc1aaabec8114ff8" /><Relationship Type="http://schemas.openxmlformats.org/officeDocument/2006/relationships/notesMaster" Target="/ppt/notesMasters/notesMaster1.xml" Id="R7645564bc61849ee" /><Relationship Type="http://schemas.openxmlformats.org/officeDocument/2006/relationships/presProps" Target="/ppt/presProps.xml" Id="R85e1fd99de4847c3" /><Relationship Type="http://schemas.openxmlformats.org/officeDocument/2006/relationships/tableStyles" Target="/ppt/tableStyles.xml" Id="R8c4f1bd81fe24557" /><Relationship Type="http://schemas.openxmlformats.org/officeDocument/2006/relationships/slide" Target="/ppt/slides/slide1.xml" Id="R4a0186ffc6ba4dbb" /><Relationship Type="http://schemas.openxmlformats.org/officeDocument/2006/relationships/slide" Target="/ppt/slides/slide2.xml" Id="R66e5938188cb4ea1" /><Relationship Type="http://schemas.openxmlformats.org/officeDocument/2006/relationships/slide" Target="/ppt/slides/slide3.xml" Id="Re9d3b9815ce9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6ba572daf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42228d9a24a1d" /><Relationship Type="http://schemas.openxmlformats.org/officeDocument/2006/relationships/notesMaster" Target="/ppt/notesMasters/notesMaster1.xml" Id="Rd9826eb1aad6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dac39dbd4458c" /><Relationship Type="http://schemas.openxmlformats.org/officeDocument/2006/relationships/notesMaster" Target="/ppt/notesMasters/notesMaster1.xml" Id="R5a1173cd6494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75506917d7425e" /><Relationship Type="http://schemas.openxmlformats.org/officeDocument/2006/relationships/notesMaster" Target="/ppt/notesMasters/notesMaster1.xml" Id="R799d41760aa544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cda9abdbe40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127c53f79443b4" /><Relationship Type="http://schemas.openxmlformats.org/officeDocument/2006/relationships/slideLayout" Target="/ppt/slideLayouts/slideLayout1.xml" Id="Rdf66b6c893334d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6b6c893334d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a0c10c1954e84" /><Relationship Type="http://schemas.openxmlformats.org/officeDocument/2006/relationships/notesSlide" Target="/ppt/notesSlides/notesSlide1.xml" Id="R6324e945fac54a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d6489da241a2" /><Relationship Type="http://schemas.openxmlformats.org/officeDocument/2006/relationships/notesSlide" Target="/ppt/notesSlides/notesSlide2.xml" Id="Rd560a0c900bf4b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f7559a46a4cc9" /><Relationship Type="http://schemas.openxmlformats.org/officeDocument/2006/relationships/notesSlide" Target="/ppt/notesSlides/notesSlide3.xml" Id="R59f279b22023450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A5DF-794C-486B-BB0E-D4FEEE1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PRODUCT BETA Q4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E5B2D-F430-4AA3-9F5C-47781F1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F8C3B-D283-4316-B4B6-A059BA3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F9A9E-A386-4C41-A2FE-37EF3145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Product Beta concept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F5235-2C29-4658-ABEC-5310C15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876"/>
                </a:solidFill>
              </a:defRPr>
            </a:pPr>
            <a:r>
              <a:rPr sz="1650" b="0">
                <a:solidFill>
                  <a:srgbClr val="5F6876"/>
                </a:solidFill>
              </a:rPr>
              <a:t>Juniper Works  •  13 July 2026  •  synthetic planning material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9C47A-AD0C-43D9-84E0-DB40E54F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37274-E903-44B7-90C5-AE5DD54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 guided bulk workflow earns trust when scope and report proof arrive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3FB90-FE4F-4A63-B5CE-24799AB5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876"/>
                </a:solidFill>
              </a:defRPr>
            </a:pPr>
            <a:r>
              <a:rPr sz="1125" b="1">
                <a:solidFill>
                  <a:srgbClr val="5F6876"/>
                </a:solidFill>
              </a:rPr>
              <a:t>M-27 guided rollout gate  • 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087490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92F6C-EF37-4683-BE29-24814E40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EVIDENCE / PREMISE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7DC3F-1615-4F0C-9939-32C40D1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9A0B7-D5EF-48AF-9C11-C6B7CD05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A22CE-A9F1-4513-BC46-12795987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Two concepts test one confidence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C5621-71A8-46B1-A340-5258241A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782EE-CF1B-4782-ACC1-C10F635E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  Choose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A63D7-023B-46AA-9AC0-931D6012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Make change scope visible before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C3623-97CF-467D-917B-DB126E9D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2462D-6939-45D0-BCDB-2AAA031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260C-006A-4AE4-8530-E4E98566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2  Apply bulk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A8006-D1FF-4B09-BD35-FFBD381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Save a reusable rule for a repeated weekly job.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D751C-ADB0-431B-A016-954C8799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F8D77-1F11-474D-9CA3-0659530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5C9C6-5E12-480C-959A-A32E9E8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3  Verify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84FF5-98DB-40FD-A515-D3AAD98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Show source and change history before sharing.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AF76A-4C0D-4BFB-9CF0-DBA62115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8ED327-E994-4D0B-AD36-E10F83F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876"/>
                </a:solidFill>
              </a:defRPr>
            </a:pPr>
            <a:r>
              <a:rPr sz="1500" b="0">
                <a:solidFill>
                  <a:srgbClr val="5F6876"/>
                </a:solidFill>
              </a:rPr>
              <a:t>Decision lens: Which concept lets an admin understand scope before committing?</a:t>
            </a:r>
          </a:p>
        </p:txBody>
      </p:sp>
    </p:spTree>
    <p:extLst>
      <p:ext uri="{BB962C8B-B14F-4D97-AF65-F5344CB8AC3E}">
        <p14:creationId xmlns:p14="http://schemas.microsoft.com/office/powerpoint/2010/main" val="16154448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89255-87C7-4541-A525-432782D0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DECISION /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D485A-3C57-4C7E-BD24-B3D1B593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BF8C6-8189-4BCA-8BA3-D49E20B6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169CF-5787-46A8-8F1B-A916697A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Select the concept that makes the safety boundary observable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C3EA5-CFCD-4543-89FF-EC60E4A4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76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CCA51-FBEA-40D6-AF5D-836C8591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Guided rollout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33E3D-6057-4CB0-B62C-38DBD2CE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48B9-0415-4AA8-AD4C-FEF83D24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Scope is clear before a bulk action runs.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A2EC4-07D0-4138-89B3-477E4F5A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34FB1-C27A-4C09-ACCD-9D5E64C7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Report source and change history are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9B759-AD51-4350-B422-CF82B55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2BB12-B0E0-4DD7-8192-85D69B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Uncertain runs can pause for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D742F-72BF-4F87-8928-5262CE06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676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2207F-A402-470D-84E5-4365F02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319B4-25A0-4084-9CE9-48720FA8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18 Sep 2026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Guided rollout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7009F-23DD-45A6-9199-61E423FA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Three linked promises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Admin automation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Trusted reporting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Bulk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808D-3688-49CA-B142-518FC077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76"/>
                </a:solidFill>
              </a:defRPr>
            </a:pPr>
            <a:r>
              <a:rPr sz="1050" b="0">
                <a:solidFill>
                  <a:srgbClr val="5F6876"/>
                </a:solidFill>
              </a:rPr>
              <a:t>All scenarios and figures are synthetic Juniper Works planning material.</a:t>
            </a:r>
          </a:p>
        </p:txBody>
      </p:sp>
    </p:spTree>
    <p:extLst>
      <p:ext uri="{BB962C8B-B14F-4D97-AF65-F5344CB8AC3E}">
        <p14:creationId xmlns:p14="http://schemas.microsoft.com/office/powerpoint/2010/main" val="1423874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2026-08-23T15:15:38.5860000Z</dcterms:created>
  <dcterms:modified xsi:type="dcterms:W3CDTF">2026-08-23T15:15:38.5860000Z</dcterms:modified>
</coreProperties>
</file>