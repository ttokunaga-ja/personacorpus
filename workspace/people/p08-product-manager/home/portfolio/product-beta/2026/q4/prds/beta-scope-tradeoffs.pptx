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cdece6060b4d32" /><Relationship Type="http://schemas.openxmlformats.org/officeDocument/2006/relationships/extended-properties" Target="/docProps/app.xml" Id="Rb3577326a11548f9" /><Relationship Type="http://schemas.openxmlformats.org/officeDocument/2006/relationships/officeDocument" Target="/ppt/presentation.xml" Id="R58e6fbc29a934c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bbad54d2924f4d"/>
  </p:sldMasterIdLst>
  <p:notesMasterIdLst>
    <p:notesMasterId xmlns:r="http://schemas.openxmlformats.org/officeDocument/2006/relationships" r:id="R1bc85a4ac6c243df"/>
  </p:notesMasterIdLst>
  <p:sldIdLst>
    <p:sldId xmlns:r="http://schemas.openxmlformats.org/officeDocument/2006/relationships" id="256" r:id="R59fd75f87cd7438e"/>
    <p:sldId xmlns:r="http://schemas.openxmlformats.org/officeDocument/2006/relationships" id="257" r:id="R5d77f38295904c67"/>
    <p:sldId xmlns:r="http://schemas.openxmlformats.org/officeDocument/2006/relationships" id="258" r:id="R985da645c91a44da"/>
    <p:sldId xmlns:r="http://schemas.openxmlformats.org/officeDocument/2006/relationships" id="259" r:id="R855d2adbca24408b"/>
    <p:sldId xmlns:r="http://schemas.openxmlformats.org/officeDocument/2006/relationships" id="260" r:id="R0128ba00f7e541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65b10b2bf442fa" /><Relationship Type="http://schemas.openxmlformats.org/officeDocument/2006/relationships/slideMaster" Target="/ppt/slideMasters/slideMaster1.xml" Id="R5ebbad54d2924f4d" /><Relationship Type="http://schemas.openxmlformats.org/officeDocument/2006/relationships/notesMaster" Target="/ppt/notesMasters/notesMaster1.xml" Id="R1bc85a4ac6c243df" /><Relationship Type="http://schemas.openxmlformats.org/officeDocument/2006/relationships/presProps" Target="/ppt/presProps.xml" Id="R1cb5bd95eb1f4c22" /><Relationship Type="http://schemas.openxmlformats.org/officeDocument/2006/relationships/tableStyles" Target="/ppt/tableStyles.xml" Id="R59a79fbb2a624796" /><Relationship Type="http://schemas.openxmlformats.org/officeDocument/2006/relationships/slide" Target="/ppt/slides/slide1.xml" Id="R59fd75f87cd7438e" /><Relationship Type="http://schemas.openxmlformats.org/officeDocument/2006/relationships/slide" Target="/ppt/slides/slide2.xml" Id="R5d77f38295904c67" /><Relationship Type="http://schemas.openxmlformats.org/officeDocument/2006/relationships/slide" Target="/ppt/slides/slide3.xml" Id="R985da645c91a44da" /><Relationship Type="http://schemas.openxmlformats.org/officeDocument/2006/relationships/slide" Target="/ppt/slides/slide4.xml" Id="R855d2adbca24408b" /><Relationship Type="http://schemas.openxmlformats.org/officeDocument/2006/relationships/slide" Target="/ppt/slides/slide5.xml" Id="R0128ba00f7e541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76dbd4e4346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bfd6f6f01454c" /><Relationship Type="http://schemas.openxmlformats.org/officeDocument/2006/relationships/notesMaster" Target="/ppt/notesMasters/notesMaster1.xml" Id="Rda350a853fc046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9140fe4217415a" /><Relationship Type="http://schemas.openxmlformats.org/officeDocument/2006/relationships/notesMaster" Target="/ppt/notesMasters/notesMaster1.xml" Id="R9330b82411b64d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f07555586c44c6" /><Relationship Type="http://schemas.openxmlformats.org/officeDocument/2006/relationships/notesMaster" Target="/ppt/notesMasters/notesMaster1.xml" Id="Re7ba21ba2da444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27f26a1839401f" /><Relationship Type="http://schemas.openxmlformats.org/officeDocument/2006/relationships/notesMaster" Target="/ppt/notesMasters/notesMaster1.xml" Id="Rf00ac68c325c4b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4bf1fd438044f5" /><Relationship Type="http://schemas.openxmlformats.org/officeDocument/2006/relationships/notesMaster" Target="/ppt/notesMasters/notesMaster1.xml" Id="Rf0eb5fd01933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a3d33de2145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df7cb0504b480e" /><Relationship Type="http://schemas.openxmlformats.org/officeDocument/2006/relationships/slideLayout" Target="/ppt/slideLayouts/slideLayout1.xml" Id="R4a9956d8a6294b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9956d8a6294b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0f4355cbb4fd5" /><Relationship Type="http://schemas.openxmlformats.org/officeDocument/2006/relationships/notesSlide" Target="/ppt/notesSlides/notesSlide1.xml" Id="R0be7ec309691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ae162b1f04c71" /><Relationship Type="http://schemas.openxmlformats.org/officeDocument/2006/relationships/notesSlide" Target="/ppt/notesSlides/notesSlide2.xml" Id="R9f5792e56a6d40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dcc4aadb34a92" /><Relationship Type="http://schemas.openxmlformats.org/officeDocument/2006/relationships/notesSlide" Target="/ppt/notesSlides/notesSlide3.xml" Id="R2d4559143b3543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293c51f284025" /><Relationship Type="http://schemas.openxmlformats.org/officeDocument/2006/relationships/notesSlide" Target="/ppt/notesSlides/notesSlide4.xml" Id="R8b5c12c288c14a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4da8967494f8a" /><Relationship Type="http://schemas.openxmlformats.org/officeDocument/2006/relationships/notesSlide" Target="/ppt/notesSlides/notesSlide5.xml" Id="R6ffa5896a9d84b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D6783-04AF-4AF4-BB23-DA489911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PRODUCT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F9597-5724-40A9-BEA0-9E9CA8C9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Product Beta Q4: deliberate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0E87B-3506-418E-9B05-826BB102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Admin automation and trusted reporting, dependent on Product Alpha Q3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12D51-653A-4177-A96E-971D2252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</p:spTree>
    <p:extLst>
      <p:ext uri="{BB962C8B-B14F-4D97-AF65-F5344CB8AC3E}">
        <p14:creationId xmlns:p14="http://schemas.microsoft.com/office/powerpoint/2010/main" val="2119548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E9218-E1C9-44A1-B4EC-E537B145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28FC0-328B-4708-9CB4-AB533025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A constrained Q4 scope protects the expansion 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B4FED-BD1E-4928-ADF4-1597C612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Product Alpha Q3 learning becomes the eligibility gate for Beta.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73B35-901B-4179-8D0D-1E3B7500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4D8F8-B91A-43F6-B946-9DA6E097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C34EF-A1F2-4B6C-94BB-D4C4E683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76101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18995-8FCB-4F5B-B16C-928E99E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Alpha adoption 18.4% / Q3 target 26.0%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03810-2327-468D-BCA1-F882275E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BAEEA-D15D-44C2-AA98-93EE02BC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867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4FCA8-8283-4C12-B403-E1D0CF2D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1,240 synthetic workspaces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509B0-5E5F-454C-A028-62BC687D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74B5"/>
                </a:solidFill>
              </a:defRPr>
            </a:pPr>
            <a:r>
              <a:rPr sz="1875" b="1">
                <a:solidFill>
                  <a:srgbClr val="2E74B5"/>
                </a:solidFill>
              </a:rPr>
              <a:t>M-27 guided rollout gate: 2026-09-18</a:t>
            </a:r>
          </a:p>
        </p:txBody>
      </p:sp>
    </p:spTree>
    <p:extLst>
      <p:ext uri="{BB962C8B-B14F-4D97-AF65-F5344CB8AC3E}">
        <p14:creationId xmlns:p14="http://schemas.microsoft.com/office/powerpoint/2010/main" val="974679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7E440-9942-433A-A419-BE3DC45F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TRADE-OFF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52804-D419-4A7F-AC03-E6618182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Choose control before breadth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6A3C6-ADBE-41F1-9226-B46E6399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The Q4 proposal protects trust while showing evidence quickly.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A2E29-1F54-4792-B316-3B11879B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1136D-90BA-46E5-A530-367C0873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Ship SSO validation before broad policy enforcement.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2F7EF-909D-4EDE-8139-9D0CBE6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Favor governed templates over unconstrained customization.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1462B-69EA-4F5B-8D55-146247D3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67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Prioritize report trust markers before new dashboard surface area.</a:t>
            </a:r>
          </a:p>
        </p:txBody>
      </p:sp>
    </p:spTree>
    <p:extLst>
      <p:ext uri="{BB962C8B-B14F-4D97-AF65-F5344CB8AC3E}">
        <p14:creationId xmlns:p14="http://schemas.microsoft.com/office/powerpoint/2010/main" val="21153601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7018D-28BA-46B8-B771-6573B24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92242-875B-4861-96E2-B4DE265C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Trade-offs remain reversible until evidence clears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FEC57-C0E6-473A-B641-876AA3A6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Success is behavioral, operational, and trustworthy.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1E4DA-A625-4EB8-88AD-94C630E5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C1F73-2CC0-46EA-AE0D-E118043E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0D19F-37D9-4B60-BA89-954116BF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22FDC-F0F5-4A46-8FE3-F89EB2EB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Self-serve configuration completion &gt;= 70%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55ED2-624C-4FFF-8F0D-4A029160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DEC3C-8833-4A26-8BE7-0A00B65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158FE-1F27-4EC1-849A-3CD4B49C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Critical audit defects =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D92E1-DFEA-4FF6-9C2A-F8347B55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428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Next decision</a:t>
            </a:r>
          </a:p>
          <a:p xmlns:a="http://schemas.openxmlformats.org/drawingml/2006/main">
            <a:pPr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Internal pilot readiness</a:t>
            </a:r>
          </a:p>
          <a:p xmlns:a="http://schemas.openxmlformats.org/drawingml/2006/main">
            <a:pPr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2026-10-06</a:t>
            </a:r>
          </a:p>
        </p:txBody>
      </p:sp>
    </p:spTree>
    <p:extLst>
      <p:ext uri="{BB962C8B-B14F-4D97-AF65-F5344CB8AC3E}">
        <p14:creationId xmlns:p14="http://schemas.microsoft.com/office/powerpoint/2010/main" val="2069973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2F769-FCA5-47FF-B1E9-A9F00E25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REQUESTED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FE0BA-345D-4596-8780-15DC69F3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Confirm the Q4 prioritization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97D3E-430E-4894-9A67-2B272EF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Maintain a guided, measurable expansion from Alpha to Beta.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EB4FF-6A0B-40CC-B647-412F91AB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E0780-3256-475B-8DFB-75335D7D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Approve the controlled pilot and named rollout metrics.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BDA55-75BC-4AFA-BCEE-0CD33656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Keep Product Alpha telemetry as the Beta expansion dependency.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F48EE-9837-48B1-8BE6-41692F6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67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Review pilot evidence before opening availability to additional workspaces.</a:t>
            </a:r>
          </a:p>
        </p:txBody>
      </p:sp>
    </p:spTree>
    <p:extLst>
      <p:ext uri="{BB962C8B-B14F-4D97-AF65-F5344CB8AC3E}">
        <p14:creationId xmlns:p14="http://schemas.microsoft.com/office/powerpoint/2010/main" val="1059498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2026-08-23T15:03:13.2710000Z</dcterms:created>
  <dcterms:modified xsi:type="dcterms:W3CDTF">2026-08-23T15:03:13.2710000Z</dcterms:modified>
</coreProperties>
</file>