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e3bd7e30f4976" /><Relationship Type="http://schemas.openxmlformats.org/officeDocument/2006/relationships/extended-properties" Target="/docProps/app.xml" Id="Rd747b8062c2b4188" /><Relationship Type="http://schemas.openxmlformats.org/officeDocument/2006/relationships/officeDocument" Target="/ppt/presentation.xml" Id="Rdd17288a632441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1f92686294f11"/>
  </p:sldMasterIdLst>
  <p:notesMasterIdLst>
    <p:notesMasterId xmlns:r="http://schemas.openxmlformats.org/officeDocument/2006/relationships" r:id="R887eefa254944c7f"/>
  </p:notesMasterIdLst>
  <p:sldIdLst>
    <p:sldId xmlns:r="http://schemas.openxmlformats.org/officeDocument/2006/relationships" id="256" r:id="R5fc9fa8073874404"/>
    <p:sldId xmlns:r="http://schemas.openxmlformats.org/officeDocument/2006/relationships" id="257" r:id="Refb38e14a46b468e"/>
    <p:sldId xmlns:r="http://schemas.openxmlformats.org/officeDocument/2006/relationships" id="258" r:id="Rd874559783b546ae"/>
    <p:sldId xmlns:r="http://schemas.openxmlformats.org/officeDocument/2006/relationships" id="259" r:id="R4a48d8997c01482b"/>
    <p:sldId xmlns:r="http://schemas.openxmlformats.org/officeDocument/2006/relationships" id="260" r:id="Rf0a1ced5ef5947b3"/>
    <p:sldId xmlns:r="http://schemas.openxmlformats.org/officeDocument/2006/relationships" id="261" r:id="R3009a977ba694e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644048c8d4296" /><Relationship Type="http://schemas.openxmlformats.org/officeDocument/2006/relationships/slideMaster" Target="/ppt/slideMasters/slideMaster1.xml" Id="Rc791f92686294f11" /><Relationship Type="http://schemas.openxmlformats.org/officeDocument/2006/relationships/notesMaster" Target="/ppt/notesMasters/notesMaster1.xml" Id="R887eefa254944c7f" /><Relationship Type="http://schemas.openxmlformats.org/officeDocument/2006/relationships/presProps" Target="/ppt/presProps.xml" Id="Re3d1824e969f4ee3" /><Relationship Type="http://schemas.openxmlformats.org/officeDocument/2006/relationships/tableStyles" Target="/ppt/tableStyles.xml" Id="R8890ec6b16cb45f3" /><Relationship Type="http://schemas.openxmlformats.org/officeDocument/2006/relationships/slide" Target="/ppt/slides/slide1.xml" Id="R5fc9fa8073874404" /><Relationship Type="http://schemas.openxmlformats.org/officeDocument/2006/relationships/slide" Target="/ppt/slides/slide2.xml" Id="Refb38e14a46b468e" /><Relationship Type="http://schemas.openxmlformats.org/officeDocument/2006/relationships/slide" Target="/ppt/slides/slide3.xml" Id="Rd874559783b546ae" /><Relationship Type="http://schemas.openxmlformats.org/officeDocument/2006/relationships/slide" Target="/ppt/slides/slide4.xml" Id="R4a48d8997c01482b" /><Relationship Type="http://schemas.openxmlformats.org/officeDocument/2006/relationships/slide" Target="/ppt/slides/slide5.xml" Id="Rf0a1ced5ef5947b3" /><Relationship Type="http://schemas.openxmlformats.org/officeDocument/2006/relationships/slide" Target="/ppt/slides/slide6.xml" Id="R3009a977ba69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04c7658dc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739ce69b9f49aa" /><Relationship Type="http://schemas.openxmlformats.org/officeDocument/2006/relationships/notesMaster" Target="/ppt/notesMasters/notesMaster1.xml" Id="R1ffd333cef8a4b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0356310b842a9" /><Relationship Type="http://schemas.openxmlformats.org/officeDocument/2006/relationships/notesMaster" Target="/ppt/notesMasters/notesMaster1.xml" Id="R3bcd5add8be049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add48d614a473d" /><Relationship Type="http://schemas.openxmlformats.org/officeDocument/2006/relationships/notesMaster" Target="/ppt/notesMasters/notesMaster1.xml" Id="R1839754005e0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1a909cbac949b4" /><Relationship Type="http://schemas.openxmlformats.org/officeDocument/2006/relationships/notesMaster" Target="/ppt/notesMasters/notesMaster1.xml" Id="R31ffaf46e722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016bcc34fb4d58" /><Relationship Type="http://schemas.openxmlformats.org/officeDocument/2006/relationships/notesMaster" Target="/ppt/notesMasters/notesMaster1.xml" Id="Rf5eea8c69511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90780f29484d52" /><Relationship Type="http://schemas.openxmlformats.org/officeDocument/2006/relationships/notesMaster" Target="/ppt/notesMasters/notesMaster1.xml" Id="R3c45605ac941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d975af06c41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fee6e5331e4191" /><Relationship Type="http://schemas.openxmlformats.org/officeDocument/2006/relationships/slideLayout" Target="/ppt/slideLayouts/slideLayout1.xml" Id="Rb3273bd0e79b4f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273bd0e79b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935f44a6a4a00" /><Relationship Type="http://schemas.openxmlformats.org/officeDocument/2006/relationships/notesSlide" Target="/ppt/notesSlides/notesSlide1.xml" Id="R1ad5f10d44284f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da16b29354748" /><Relationship Type="http://schemas.openxmlformats.org/officeDocument/2006/relationships/notesSlide" Target="/ppt/notesSlides/notesSlide2.xml" Id="R57e67b4ef2f3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f106466154a95" /><Relationship Type="http://schemas.openxmlformats.org/officeDocument/2006/relationships/notesSlide" Target="/ppt/notesSlides/notesSlide3.xml" Id="Rb2b0d0a59f49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06a38b994587" /><Relationship Type="http://schemas.openxmlformats.org/officeDocument/2006/relationships/notesSlide" Target="/ppt/notesSlides/notesSlide4.xml" Id="R68ec04665b33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5a2f3a66a48ba" /><Relationship Type="http://schemas.openxmlformats.org/officeDocument/2006/relationships/notesSlide" Target="/ppt/notesSlides/notesSlide5.xml" Id="Rcb86a24d56494d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409b3aa6346c2" /><Relationship Type="http://schemas.openxmlformats.org/officeDocument/2006/relationships/notesSlide" Target="/ppt/notesSlides/notesSlide6.xml" Id="R8a2dabf55613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95B7-DCDA-48D3-8192-DE5E668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E0DD"/>
                </a:solidFill>
              </a:defRPr>
            </a:pPr>
            <a:r>
              <a:rPr sz="1350" b="1">
                <a:solidFill>
                  <a:srgbClr val="B7E0DD"/>
                </a:solidFill>
              </a:rPr>
              <a:t>M-27 TALK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3086D-98E2-4784-8324-678B0846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90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The point is adoption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clarity—not more surface 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C4F91-B35D-472F-A22E-2FEB9719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9F1"/>
                </a:solidFill>
              </a:defRPr>
            </a:pPr>
            <a:r>
              <a:rPr sz="1425" b="0">
                <a:solidFill>
                  <a:srgbClr val="DCE9F1"/>
                </a:solidFill>
              </a:rPr>
              <a:t>Product Alpha Q3 | Juniper Works |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2E257-BE2C-4FAA-B24D-4ED4BBCD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D9CA8-36B7-4AB0-B947-253DA39E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9422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31FEA-384B-4945-8BC7-08F57164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PRESENTER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EB18B-DDC9-44D4-9232-B01F9DC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 with the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ABAAB-B1DA-488A-A54B-1A6E4A4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Speaker-facing deck for M-27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6291-DC37-4055-96AC-957B731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715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6FA8D-3932-4CEB-A821-7C10A1A5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18.4% today; 26.0% is the Q3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4DBD7-9720-42F6-9918-4B9051E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43175" cy="2571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2F00D-230C-4E6A-9F53-51E78B30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7A7B"/>
                </a:solidFill>
              </a:defRPr>
            </a:pPr>
            <a:r>
              <a:rPr sz="1200" b="1">
                <a:solidFill>
                  <a:srgbClr val="2C7A7B"/>
                </a:solidFill>
              </a:rPr>
              <a:t>Delivery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070FE-7F46-4F49-9EE8-BC918AB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Frame the decision as a path to clarity.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3F3F8-BD33-4EF5-9C88-4AAF731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606BB-58ED-4AFE-ADBE-9E757531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9362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EAD2E-8BB1-42AF-907C-69D73FB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PRESENTER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FB78A-7D33-4C85-9CB1-73C89D88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Name the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7FB9C-6BF1-4CF1-BCCE-D562605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Speaker-facing deck for M-27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3C07D-B780-4242-9830-3DD3AF1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715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19328-42EB-4029-9676-F164689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Admins need visible next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500A1-CDBE-456D-A844-BAF20C4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43175" cy="2571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ED91E-E111-413F-BE77-DA05C12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7A7B"/>
                </a:solidFill>
              </a:defRPr>
            </a:pPr>
            <a:r>
              <a:rPr sz="1200" b="1">
                <a:solidFill>
                  <a:srgbClr val="2C7A7B"/>
                </a:solidFill>
              </a:rPr>
              <a:t>Delivery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1EC6B-163B-4D75-B76F-0A4FC3F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Avoid implying individual-user tracking.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21C26-6CF6-4199-8C4E-3E13C6A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42864-C3B3-4550-B961-5EB1213B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1652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FD5E1-4827-4B6B-9D84-25CACE1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PRESENTER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05BDF-1362-4D9A-B662-3558D092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Make the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DC391-EFD6-43CF-AE27-789D7F9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Speaker-facing deck for M-27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77D46-58F1-4C6A-86A6-E304F8E4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715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21293-8377-4DFC-9DC7-E3DC0388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Ship the three-item bundle for M-27.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024EF-8B2B-483C-9122-0C29401B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43175" cy="2571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1FD82-3F5D-4BCB-8E03-B74CB11E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7A7B"/>
                </a:solidFill>
              </a:defRPr>
            </a:pPr>
            <a:r>
              <a:rPr sz="1200" b="1">
                <a:solidFill>
                  <a:srgbClr val="2C7A7B"/>
                </a:solidFill>
              </a:rPr>
              <a:t>Delivery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CA893-57DE-40F2-9489-00844055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Pause after listing the bundle.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DAA63-1DBE-480D-920C-422405D0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5CFF5-9CCA-4718-A42E-495B45BF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0978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A708A-00D7-4123-BD4B-09B433F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PRESENTER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7E42E-3A29-4936-8F6B-26F19226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8DC3D-9EE7-4A52-8A14-85255C7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Speaker-facing deck for M-27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F0C26-A5DB-413D-910D-8C415C37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715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9986D-D9D3-4E75-83DF-9EDE4DA2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Schema first; CSV export follows.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B0F61-AC33-40B0-9F09-DF28F17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43175" cy="2571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A5BF8-B42F-45DE-A51F-CBA00C13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7A7B"/>
                </a:solidFill>
              </a:defRPr>
            </a:pPr>
            <a:r>
              <a:rPr sz="1200" b="1">
                <a:solidFill>
                  <a:srgbClr val="2C7A7B"/>
                </a:solidFill>
              </a:rPr>
              <a:t>Delivery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295DD-ED00-4CE3-816D-B93ADBB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Make the trade-off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25E4C-2D2F-4740-A71B-401E524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EF947-C495-4950-92A2-67518DA7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797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C8A8C-8BB2-4B40-A103-84590C70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C7A7B"/>
                </a:solidFill>
              </a:defRPr>
            </a:pPr>
            <a:r>
              <a:rPr sz="975" b="1">
                <a:solidFill>
                  <a:srgbClr val="2C7A7B"/>
                </a:solidFill>
              </a:rPr>
              <a:t>PRESENTER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2E62A-A9E8-43DF-9475-E128B93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Ask for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2ECD-DD95-47B0-AD00-963E1C92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Speaker-facing deck for M-27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B6082-D5EB-4DAD-AA4B-3DD5510E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715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08B8B-6E5C-4409-9E4E-00E916A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Approve the bundle and cohort definition.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B3185-6F44-4431-8005-15A3D1ED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543175" cy="2571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D6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7684A-7BD5-402C-826B-9E5B733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C7A7B"/>
                </a:solidFill>
              </a:defRPr>
            </a:pPr>
            <a:r>
              <a:rPr sz="1200" b="1">
                <a:solidFill>
                  <a:srgbClr val="2C7A7B"/>
                </a:solidFill>
              </a:rPr>
              <a:t>Delivery cue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2CC8F-E01F-4EF5-B8EB-95D50AA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Close with owner and date: Jul 17.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BDDC6-2E06-4EF3-828B-DB7DB86C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Juniper Works • Product Alpha Q3 • 2026-07-13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D01B8-BDF1-48C6-967B-2A26E46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4592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2026-08-23T15:15:56.2750000Z</dcterms:created>
  <dcterms:modified xsi:type="dcterms:W3CDTF">2026-08-23T15:15:56.2750000Z</dcterms:modified>
</coreProperties>
</file>