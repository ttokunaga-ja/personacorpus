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fd2aff65341c7" /><Relationship Type="http://schemas.openxmlformats.org/officeDocument/2006/relationships/extended-properties" Target="/docProps/app.xml" Id="R9a43a63b6f254ffa" /><Relationship Type="http://schemas.openxmlformats.org/officeDocument/2006/relationships/officeDocument" Target="/ppt/presentation.xml" Id="Rd65e1f74103948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a62e2765c4f2f"/>
  </p:sldMasterIdLst>
  <p:notesMasterIdLst>
    <p:notesMasterId xmlns:r="http://schemas.openxmlformats.org/officeDocument/2006/relationships" r:id="R3ca602b9f1d849ae"/>
  </p:notesMasterIdLst>
  <p:sldIdLst>
    <p:sldId xmlns:r="http://schemas.openxmlformats.org/officeDocument/2006/relationships" id="256" r:id="Re974fc9294f74aab"/>
    <p:sldId xmlns:r="http://schemas.openxmlformats.org/officeDocument/2006/relationships" id="257" r:id="R2c1503612f624c56"/>
    <p:sldId xmlns:r="http://schemas.openxmlformats.org/officeDocument/2006/relationships" id="258" r:id="R80d72a4fc2f44a34"/>
    <p:sldId xmlns:r="http://schemas.openxmlformats.org/officeDocument/2006/relationships" id="259" r:id="R3b4adfd7e4ed4b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9a5b06ca6b4fc0" /><Relationship Type="http://schemas.openxmlformats.org/officeDocument/2006/relationships/slideMaster" Target="/ppt/slideMasters/slideMaster1.xml" Id="Raf0a62e2765c4f2f" /><Relationship Type="http://schemas.openxmlformats.org/officeDocument/2006/relationships/notesMaster" Target="/ppt/notesMasters/notesMaster1.xml" Id="R3ca602b9f1d849ae" /><Relationship Type="http://schemas.openxmlformats.org/officeDocument/2006/relationships/presProps" Target="/ppt/presProps.xml" Id="R324221614eeb47fb" /><Relationship Type="http://schemas.openxmlformats.org/officeDocument/2006/relationships/tableStyles" Target="/ppt/tableStyles.xml" Id="R3c8da73913164026" /><Relationship Type="http://schemas.openxmlformats.org/officeDocument/2006/relationships/slide" Target="/ppt/slides/slide1.xml" Id="Re974fc9294f74aab" /><Relationship Type="http://schemas.openxmlformats.org/officeDocument/2006/relationships/slide" Target="/ppt/slides/slide2.xml" Id="R2c1503612f624c56" /><Relationship Type="http://schemas.openxmlformats.org/officeDocument/2006/relationships/slide" Target="/ppt/slides/slide3.xml" Id="R80d72a4fc2f44a34" /><Relationship Type="http://schemas.openxmlformats.org/officeDocument/2006/relationships/slide" Target="/ppt/slides/slide4.xml" Id="R3b4adfd7e4ed4b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f1a38184634f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183543606e4d39" /><Relationship Type="http://schemas.openxmlformats.org/officeDocument/2006/relationships/notesMaster" Target="/ppt/notesMasters/notesMaster1.xml" Id="Rf816af91d1924c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0df73d3b404e33" /><Relationship Type="http://schemas.openxmlformats.org/officeDocument/2006/relationships/notesMaster" Target="/ppt/notesMasters/notesMaster1.xml" Id="Rcf672beb9a0a46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1e6e9fa76545b3" /><Relationship Type="http://schemas.openxmlformats.org/officeDocument/2006/relationships/notesMaster" Target="/ppt/notesMasters/notesMaster1.xml" Id="R86eb677e8c994e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a5e73944714bd9" /><Relationship Type="http://schemas.openxmlformats.org/officeDocument/2006/relationships/notesMaster" Target="/ppt/notesMasters/notesMaster1.xml" Id="R38db303d18a4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Juniper Works planning material. No external sources or commercial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Juniper Works planning material. No external sources or commercial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Juniper Works planning material. No external sources or commercial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Juniper Works planning material. No external sources or commercial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f62bd79df45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1fc043ea14f8c" /><Relationship Type="http://schemas.openxmlformats.org/officeDocument/2006/relationships/slideLayout" Target="/ppt/slideLayouts/slideLayout1.xml" Id="R533f63021fb247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3f63021fb247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ef1f4ac74999" /><Relationship Type="http://schemas.openxmlformats.org/officeDocument/2006/relationships/notesSlide" Target="/ppt/notesSlides/notesSlide1.xml" Id="R83f2932dbe5e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0aadc902943e2" /><Relationship Type="http://schemas.openxmlformats.org/officeDocument/2006/relationships/image" Target="/ppt/media/image.png" Id="R82f42a29fa7944b6" /><Relationship Type="http://schemas.openxmlformats.org/officeDocument/2006/relationships/notesSlide" Target="/ppt/notesSlides/notesSlide2.xml" Id="Rad7ea96bb7f14f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40e14ed43464f" /><Relationship Type="http://schemas.openxmlformats.org/officeDocument/2006/relationships/notesSlide" Target="/ppt/notesSlides/notesSlide3.xml" Id="R712ae2215466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8eb0685b34524" /><Relationship Type="http://schemas.openxmlformats.org/officeDocument/2006/relationships/notesSlide" Target="/ppt/notesSlides/notesSlide4.xml" Id="R988203b0590340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A6BAA-32FB-455B-B9D1-A98AB376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291C0-18A4-4346-A2DE-2E5BFCF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3495-5025-46B2-9AD5-75A8C06C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Partner roadmap share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B4300-B6F0-4525-86C4-F9EBCDF3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Product Alpha Q3  |  Planning reference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E9359-9261-4A64-AF62-1794348D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2F728-2F8A-46EC-80CF-F239B4FA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M-27 decision review  •  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29826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15652-49E7-46AB-BF59-E6BEC126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53E39-A998-443C-8D2C-09CD5F6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3365D-BCA0-4392-9A55-D52F4383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1F8F-40E9-4A85-A966-34962DEE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The Q3 adoption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49FA2-850C-4DD7-B40D-514E8DEE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Shared planning lens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9A1BF-9939-4863-8D0D-DC31B112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18.4%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6F868-0F22-44D9-9F69-613CFF2E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1 April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92B98-F124-4C5A-85A2-86091F16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26.0%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BD9A5-299E-4206-9893-7DD147B5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13 July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FA2A5-CC72-4187-BAAB-882DCE28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1,240 workspaces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42a29fa7944b6"/>
          <a:srcRect xmlns:a="http://schemas.openxmlformats.org/drawingml/2006/main" l="0" t="5469" r="0" b="5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2238375"/>
            <a:ext cx="7696200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17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808EA-2B70-4570-B5CA-01F49E09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2A25F-A324-4805-9530-CB93D9A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F4474-3965-47D6-833E-9E65EE8A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BDF8E-6CFC-46EC-AEE8-4FCD1631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Four workstreams to align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5E977-C611-45A8-873E-94538865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Scope for discussion, not a commitment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CEC02-3539-4FF9-991F-9785C92F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00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2501C-6B4C-4568-B040-51A37FDC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A7358-AAC7-4ECB-9F14-20928B58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Activation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5F373-2E77-4F59-8E74-D1850321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Lock the durable adoption event.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E67A3-F8E3-4065-B4F1-B09AA71A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28875"/>
            <a:ext cx="2400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A06EB-E71A-4C4E-A3EE-B63DBB90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17D30-D5FB-4205-A1FC-58563DD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Segment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1CB61-C6BA-47B0-BF8E-E5679E9B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00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Locate the remaining addressable gap.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29278-5E62-48BC-85EE-8EC04276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2400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5F240-C3C3-42E5-A39A-306232FE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84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EC161-1BD6-4436-AA2A-1354AF1E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Support taxonomy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56212-72AF-42BB-BB11-371DE22D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00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Map incoming cases before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74D82-3D5F-4B0D-8AD3-7FCAA25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28875"/>
            <a:ext cx="2400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149C0-B724-41F0-B8A3-00EC27BC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384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ED64D-3A5A-4152-9C3B-15117A61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Decision packet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FEADD-F3DD-4056-BDA2-3C78FD0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Prepare M-27 evidence and owners.</a:t>
            </a:r>
          </a:p>
        </p:txBody>
      </p:sp>
    </p:spTree>
    <p:extLst>
      <p:ext uri="{BB962C8B-B14F-4D97-AF65-F5344CB8AC3E}">
        <p14:creationId xmlns:p14="http://schemas.microsoft.com/office/powerpoint/2010/main" val="853236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ED13F-B0A2-4369-8C37-C1EDA1B5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53DB6-CC5F-43EE-A72A-E329F7A0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E3818-A294-4D6C-B3D8-87B9DBB1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66446-E48A-49FE-A775-B33374B0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Path to M-27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41554-2578-45E1-9BD3-737098C5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 narrow sequence keeps the decision legible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F9803-DD72-4E1E-8AE6-82C10053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DF40B-4252-4F77-ABF5-3C5FE0A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A4F72-81A5-4DFB-A715-F0BD133D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13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BA23D-D29B-477B-AD7A-4A787CCB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Snapshot received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EFD23-BA5F-4890-8488-FE4AE472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1555F-25D8-4407-9AB5-ECFCD5DD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Late Jul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9B94E-E8CD-418D-96C5-D5D7DF55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24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Metric definition</a:t>
            </a:r>
          </a:p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6EDF9-36E5-4D36-BAF6-2141436C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D5659-CC21-48BE-9477-3920429C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95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August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921B4-9350-44BE-B3F7-E3047D8C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24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Support tag</a:t>
            </a:r>
          </a:p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alignment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10A67-E8D5-480E-80E3-04418F24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83D8A-70ED-44A4-A895-E255F8F5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18 Sep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EAEA2-EB2D-4539-A9B4-73FA1DD4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24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M-27 decision</a:t>
            </a:r>
          </a:p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66263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2026-08-23T15:10:59.1810000Z</dcterms:created>
  <dcterms:modified xsi:type="dcterms:W3CDTF">2026-08-23T15:10:59.1810000Z</dcterms:modified>
</coreProperties>
</file>