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ecce27508f4231" /><Relationship Type="http://schemas.openxmlformats.org/officeDocument/2006/relationships/extended-properties" Target="/docProps/app.xml" Id="Rbd4f935dc32c46f1" /><Relationship Type="http://schemas.openxmlformats.org/officeDocument/2006/relationships/officeDocument" Target="/ppt/presentation.xml" Id="R5dd6cc247b144f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06e8e187ed4cfa"/>
  </p:sldMasterIdLst>
  <p:notesMasterIdLst>
    <p:notesMasterId xmlns:r="http://schemas.openxmlformats.org/officeDocument/2006/relationships" r:id="Re405a8c2601141a0"/>
  </p:notesMasterIdLst>
  <p:sldIdLst>
    <p:sldId xmlns:r="http://schemas.openxmlformats.org/officeDocument/2006/relationships" id="256" r:id="Rdd6138992287442a"/>
    <p:sldId xmlns:r="http://schemas.openxmlformats.org/officeDocument/2006/relationships" id="257" r:id="Red65dcd3e0384a01"/>
    <p:sldId xmlns:r="http://schemas.openxmlformats.org/officeDocument/2006/relationships" id="258" r:id="R6c1aa07b2b1949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f658722684992" /><Relationship Type="http://schemas.openxmlformats.org/officeDocument/2006/relationships/slideMaster" Target="/ppt/slideMasters/slideMaster1.xml" Id="Rab06e8e187ed4cfa" /><Relationship Type="http://schemas.openxmlformats.org/officeDocument/2006/relationships/notesMaster" Target="/ppt/notesMasters/notesMaster1.xml" Id="Re405a8c2601141a0" /><Relationship Type="http://schemas.openxmlformats.org/officeDocument/2006/relationships/presProps" Target="/ppt/presProps.xml" Id="Raf29681542234ae8" /><Relationship Type="http://schemas.openxmlformats.org/officeDocument/2006/relationships/tableStyles" Target="/ppt/tableStyles.xml" Id="R895996a6533b41ac" /><Relationship Type="http://schemas.openxmlformats.org/officeDocument/2006/relationships/slide" Target="/ppt/slides/slide1.xml" Id="Rdd6138992287442a" /><Relationship Type="http://schemas.openxmlformats.org/officeDocument/2006/relationships/slide" Target="/ppt/slides/slide2.xml" Id="Red65dcd3e0384a01" /><Relationship Type="http://schemas.openxmlformats.org/officeDocument/2006/relationships/slide" Target="/ppt/slides/slide3.xml" Id="R6c1aa07b2b1949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cbadb5f7640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df97512ca468e" /><Relationship Type="http://schemas.openxmlformats.org/officeDocument/2006/relationships/notesMaster" Target="/ppt/notesMasters/notesMaster1.xml" Id="R4ae62b21eb6846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6bd394a08f4e2b" /><Relationship Type="http://schemas.openxmlformats.org/officeDocument/2006/relationships/notesMaster" Target="/ppt/notesMasters/notesMaster1.xml" Id="R5a83dfa9f99c4f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11bd031c8744bd" /><Relationship Type="http://schemas.openxmlformats.org/officeDocument/2006/relationships/notesMaster" Target="/ppt/notesMasters/notesMaster1.xml" Id="R1ff9f6b70906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35c2baece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45673eb4d4b03" /><Relationship Type="http://schemas.openxmlformats.org/officeDocument/2006/relationships/slideLayout" Target="/ppt/slideLayouts/slideLayout1.xml" Id="R5884cce863604a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4cce863604a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ef76091ed4621" /><Relationship Type="http://schemas.openxmlformats.org/officeDocument/2006/relationships/notesSlide" Target="/ppt/notesSlides/notesSlide1.xml" Id="R7d9892b0b67e48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f5f2e8e2d4f98" /><Relationship Type="http://schemas.openxmlformats.org/officeDocument/2006/relationships/notesSlide" Target="/ppt/notesSlides/notesSlide2.xml" Id="R8ae6ba9c94c54f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85378e174452e" /><Relationship Type="http://schemas.openxmlformats.org/officeDocument/2006/relationships/notesSlide" Target="/ppt/notesSlides/notesSlide3.xml" Id="R2f2766bca53e4e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C79B2-38CF-4F42-B954-7256BA54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M-27 GO / NO-GO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E6EA6-525B-450D-9B5E-75E0847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Guided rollout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595C7-F1B3-45A2-95BA-FDF2B46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Decision meeting: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52067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DC3922-E570-432C-8748-60510FBD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DECISION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2786D-D87F-4907-AB52-3B84053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Go only when every control is green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46CF7-8425-4ADB-987C-10233FC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No compensating tradeoffs across customer safety and support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8B419-5F0C-4332-9C9B-9359C757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BD26F-7BC3-4BA3-B53B-1835C9C2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26B15-0A2E-471F-AEE8-83E12E05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9CC36-F385-469E-9B32-060CF6B4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43104-0D60-4A51-815A-C2D4DE22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0 S1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A1A30-6D2C-4D2A-81AB-1FAA6C59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F35C0-5625-471E-AF84-93B6043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Adoption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68AF6-61D8-4AE9-8619-88416B0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Green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EB58B-8536-4C32-A531-73288206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Pilot &gt;= 24%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FA9AA-8F6B-49B0-9C78-BAB9571E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08CB1-7E34-4866-86DF-AA09B238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32EB8-415B-4F95-A8B7-D6E8921A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528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Green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70F2A-C549-4E16-AD76-5A61681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Coverage confirmed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29A8D-C04B-44AE-B71A-46A14D7C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32AE9-72E1-4827-8143-B68EC202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B55BA-1817-420E-9FB6-51734DFE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Green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D7D62-A0AD-4981-80F4-16C54A47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Notice approved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AC49A-C874-474A-B49D-0215CADF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51B4B-1CE0-4DDC-BA38-0246A251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6491C-72F6-49F0-826B-55F872F3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48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</a:defRPr>
            </a:pPr>
            <a:r>
              <a:rPr sz="1350" b="1">
                <a:solidFill>
                  <a:srgbClr val="047857"/>
                </a:solidFill>
              </a:rPr>
              <a:t>Green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2E9D9-5B97-4C56-8802-300289D3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Restore tested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3E21D7-67F8-436A-BF3A-94F8654B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1A775-B4E4-4284-A8EC-872407A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M-27  2</a:t>
            </a:r>
          </a:p>
        </p:txBody>
      </p:sp>
    </p:spTree>
    <p:extLst>
      <p:ext uri="{BB962C8B-B14F-4D97-AF65-F5344CB8AC3E}">
        <p14:creationId xmlns:p14="http://schemas.microsoft.com/office/powerpoint/2010/main" val="1020988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83BEB-FF05-4251-AC94-53E87D82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THE ANSWER IS 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13C02-61EC-4712-BEA7-91211B7B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no-go is a controlled pause with a dated return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A847D-1F25-4112-A46A-3BFC92E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35B9-8BE1-4EA5-A764-8E9388AA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F3326-DE14-4B72-A85E-0D47BE9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Pause cohort expansion and maintain current pilot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08ADA-C88A-487B-A99D-29655181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6DACF-4E76-4AC0-B0A2-D410F27D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Assign a single owner and evidence artifact to each unresolved criterion.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B624D-13BF-4D96-813B-3F34FA6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F3A26-1A52-4AE2-B746-24BEA8A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Reassemble the readout only when the evidence set is complete.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B9EFA-22BE-4E84-9D14-183C9AFE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C7062-2B48-4F4D-971B-EDB3AD3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M-27  3</a:t>
            </a:r>
          </a:p>
        </p:txBody>
      </p:sp>
    </p:spTree>
    <p:extLst>
      <p:ext uri="{BB962C8B-B14F-4D97-AF65-F5344CB8AC3E}">
        <p14:creationId xmlns:p14="http://schemas.microsoft.com/office/powerpoint/2010/main" val="1042301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2026-08-23T15:05:09.6090000Z</dcterms:created>
  <dcterms:modified xsi:type="dcterms:W3CDTF">2026-08-23T15:05:09.6090000Z</dcterms:modified>
</coreProperties>
</file>