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06a806dcd64401" /><Relationship Type="http://schemas.openxmlformats.org/officeDocument/2006/relationships/extended-properties" Target="/docProps/app.xml" Id="Rb6e0960ea5894022" /><Relationship Type="http://schemas.openxmlformats.org/officeDocument/2006/relationships/officeDocument" Target="/ppt/presentation.xml" Id="R364dcf800e9140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b2d8035e944acf"/>
  </p:sldMasterIdLst>
  <p:notesMasterIdLst>
    <p:notesMasterId xmlns:r="http://schemas.openxmlformats.org/officeDocument/2006/relationships" r:id="Rdc5e7d496d6a4254"/>
  </p:notesMasterIdLst>
  <p:sldIdLst>
    <p:sldId xmlns:r="http://schemas.openxmlformats.org/officeDocument/2006/relationships" id="256" r:id="R656653e92b314aea"/>
    <p:sldId xmlns:r="http://schemas.openxmlformats.org/officeDocument/2006/relationships" id="257" r:id="Rd912ecb3612d42b5"/>
    <p:sldId xmlns:r="http://schemas.openxmlformats.org/officeDocument/2006/relationships" id="258" r:id="Rdac668c6339243fe"/>
    <p:sldId xmlns:r="http://schemas.openxmlformats.org/officeDocument/2006/relationships" id="259" r:id="R71d91a86998e4c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5813a97b7448fb" /><Relationship Type="http://schemas.openxmlformats.org/officeDocument/2006/relationships/slideMaster" Target="/ppt/slideMasters/slideMaster1.xml" Id="Rc4b2d8035e944acf" /><Relationship Type="http://schemas.openxmlformats.org/officeDocument/2006/relationships/notesMaster" Target="/ppt/notesMasters/notesMaster1.xml" Id="Rdc5e7d496d6a4254" /><Relationship Type="http://schemas.openxmlformats.org/officeDocument/2006/relationships/presProps" Target="/ppt/presProps.xml" Id="Rac635742327b4347" /><Relationship Type="http://schemas.openxmlformats.org/officeDocument/2006/relationships/tableStyles" Target="/ppt/tableStyles.xml" Id="Rb2fd32a755d249d6" /><Relationship Type="http://schemas.openxmlformats.org/officeDocument/2006/relationships/slide" Target="/ppt/slides/slide1.xml" Id="R656653e92b314aea" /><Relationship Type="http://schemas.openxmlformats.org/officeDocument/2006/relationships/slide" Target="/ppt/slides/slide2.xml" Id="Rd912ecb3612d42b5" /><Relationship Type="http://schemas.openxmlformats.org/officeDocument/2006/relationships/slide" Target="/ppt/slides/slide3.xml" Id="Rdac668c6339243fe" /><Relationship Type="http://schemas.openxmlformats.org/officeDocument/2006/relationships/slide" Target="/ppt/slides/slide4.xml" Id="R71d91a86998e4c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7092d8a10e4a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d1858882344531" /><Relationship Type="http://schemas.openxmlformats.org/officeDocument/2006/relationships/notesMaster" Target="/ppt/notesMasters/notesMaster1.xml" Id="Rfff793062ae643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521bddef004099" /><Relationship Type="http://schemas.openxmlformats.org/officeDocument/2006/relationships/notesMaster" Target="/ppt/notesMasters/notesMaster1.xml" Id="Rb00ec3bfddc648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2e861498ab474c" /><Relationship Type="http://schemas.openxmlformats.org/officeDocument/2006/relationships/notesMaster" Target="/ppt/notesMasters/notesMaster1.xml" Id="Rdedc3aed28584f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bb640ddd994ffd" /><Relationship Type="http://schemas.openxmlformats.org/officeDocument/2006/relationships/notesMaster" Target="/ppt/notesMasters/notesMaster1.xml" Id="R59d4eb5022a74b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1b22c550e42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5d51fc7aba4c13" /><Relationship Type="http://schemas.openxmlformats.org/officeDocument/2006/relationships/slideLayout" Target="/ppt/slideLayouts/slideLayout1.xml" Id="Rd2637f4ff24b41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637f4ff24b41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cdb3ecc9f49ec" /><Relationship Type="http://schemas.openxmlformats.org/officeDocument/2006/relationships/notesSlide" Target="/ppt/notesSlides/notesSlide1.xml" Id="Rffd4f560dfef45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616bb48574f11" /><Relationship Type="http://schemas.openxmlformats.org/officeDocument/2006/relationships/notesSlide" Target="/ppt/notesSlides/notesSlide2.xml" Id="R7e7bf30cac2648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4cd64fdb74681" /><Relationship Type="http://schemas.openxmlformats.org/officeDocument/2006/relationships/notesSlide" Target="/ppt/notesSlides/notesSlide3.xml" Id="Ra66f42649bc441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0dfc4a268426c" /><Relationship Type="http://schemas.openxmlformats.org/officeDocument/2006/relationships/notesSlide" Target="/ppt/notesSlides/notesSlide4.xml" Id="R092df755e23b49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032D8-488D-453E-AFD1-28BFCC19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DCBF4"/>
                </a:solidFill>
              </a:defRPr>
            </a:pPr>
            <a:r>
              <a:rPr sz="1350" b="1">
                <a:solidFill>
                  <a:srgbClr val="6DCBF4"/>
                </a:solidFill>
              </a:rPr>
              <a:t>PRODUCT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0293F-ADDE-4451-80CA-BF29B0F8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923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Release communications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CBCE8-93D6-4CA9-8495-755D5861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BEAFE"/>
                </a:solidFill>
              </a:defRPr>
            </a:pPr>
            <a:r>
              <a:rPr sz="1650" b="0">
                <a:solidFill>
                  <a:srgbClr val="DBEAFE"/>
                </a:solidFill>
              </a:rPr>
              <a:t>Clear staged messages for a guided rollout.</a:t>
            </a:r>
          </a:p>
        </p:txBody>
      </p:sp>
    </p:spTree>
    <p:extLst>
      <p:ext uri="{BB962C8B-B14F-4D97-AF65-F5344CB8AC3E}">
        <p14:creationId xmlns:p14="http://schemas.microsoft.com/office/powerpoint/2010/main" val="1411193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910B3-D0F2-4F30-B759-67146B0F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AUDIENCE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D8AA0-647E-4865-BEF7-A9545EA2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Messages arrive only after the relevant gate is complete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CD88B-0DBB-4667-A0FA-0D8C88AC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CB360-76FB-4FC4-AA38-39A361A6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8620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27A06-5C67-4058-BD32-BC2A2DE0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90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F5A97-0488-4301-8E5C-5F311080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48BA8-C019-4501-943F-E42C98D3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Internal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78E73-6F12-4A87-9BB5-1CF621E6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Enable teams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1751E-5FFB-498A-858D-13FCE811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90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35180-1E1F-4DD1-AA97-69F93DD2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38550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9B554-817A-4FDA-8AF3-9FA11C9D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719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E89D3-03AB-4AD5-9164-119915F4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38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Welcome + guide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67312-5DF9-4423-84CB-A9811F37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90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3487D-BC57-4216-925B-E65272AD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38550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A3E38-A19C-434A-BA46-B4ED1A26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719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Guided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7708C-72F3-4BF8-A7CD-835937FA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38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Cohort notice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71593-DDC6-4CAB-9293-8162941E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90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A1BAA-487F-4259-8906-BFAD4823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114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E917D-44AF-440A-A632-584251D1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719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B359A6-7158-4C60-AC7B-97A8F3D0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38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Outcome 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0489DB-2C71-4C21-B2BF-DC0C9CC9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50ACD-F20D-4A65-BC5D-F5126A08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COMMS  2</a:t>
            </a:r>
          </a:p>
        </p:txBody>
      </p:sp>
    </p:spTree>
    <p:extLst>
      <p:ext uri="{BB962C8B-B14F-4D97-AF65-F5344CB8AC3E}">
        <p14:creationId xmlns:p14="http://schemas.microsoft.com/office/powerpoint/2010/main" val="612008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25CF9-5EE8-432F-B8FB-F5CAEDC9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MESSAGE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47A25-03C9-442D-9EA4-40F31106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Each message explains the change, support path, and feedback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A83DD-93B6-484B-ACC1-AECF237D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80882-C33E-460A-82CB-EE4E9428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B615E-5261-403E-B266-91290F01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Internal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853F9-27B9-40FB-8A9F-752040E1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574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What changes, escalation channel, daily cadence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DB7DB-443D-4136-AF9D-D5C8CD8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65D4E-0D84-4B16-9E91-C29D765E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Pilot admins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24995-8FB3-4CE7-949A-53F39D11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How to activate, known boundaries, support contact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CD8EA-D3D3-4586-B10B-D73408AB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3AFF4-9F1A-4837-BEF5-6C2270CF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Guided cohort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DB4BE-2B18-4022-BA15-47C4286C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671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Why now, what to expect, how to opt into help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FD742-7C45-4603-95BA-ADD2FC0B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B4F10-E13A-4A5B-B1A5-BCE9EED9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Leadership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1D31B-FC83-4AA3-93CD-95258A6E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Gate evidence, adoption, issues, next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3F085-4F71-4D46-A5C7-B1CEBAD0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EB632-9096-42D9-8CDD-3C071E69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COMMS  3</a:t>
            </a:r>
          </a:p>
        </p:txBody>
      </p:sp>
    </p:spTree>
    <p:extLst>
      <p:ext uri="{BB962C8B-B14F-4D97-AF65-F5344CB8AC3E}">
        <p14:creationId xmlns:p14="http://schemas.microsoft.com/office/powerpoint/2010/main" val="1460481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679E3-E94A-440A-B647-B33CE168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APPROVAL AND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3C067-D5A4-456E-81C1-091DF8E7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Comms is release-controlled, not date-controlled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4A0A7-8929-4A8E-8620-809F1BCC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86B4E-4F89-49EF-B227-A9C7418D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8ABA1-1263-4904-A9B2-BA35B902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6025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PM and Comms approve cohort language after M-27 evidence is signed.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5E82B-8E9B-4642-AE0B-22E9AB0D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216D3-8FE8-4B01-BC81-4CB8DD41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Support owns the FAQ and escalation macro before any external notice.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30F97-5288-46D8-A81C-309BEDCA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1BE2C-38EE-43E0-B082-65908E06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Any rollback triggers a same-day update to the affected cohort.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15FC2-C494-404C-A473-C22ED9C7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1088A-4AFE-4112-B79B-1CC42097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COMMS  4</a:t>
            </a:r>
          </a:p>
        </p:txBody>
      </p:sp>
    </p:spTree>
    <p:extLst>
      <p:ext uri="{BB962C8B-B14F-4D97-AF65-F5344CB8AC3E}">
        <p14:creationId xmlns:p14="http://schemas.microsoft.com/office/powerpoint/2010/main" val="30567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2026-08-23T15:05:09.6470000Z</dcterms:created>
  <dcterms:modified xsi:type="dcterms:W3CDTF">2026-08-23T15:05:09.6470000Z</dcterms:modified>
</coreProperties>
</file>