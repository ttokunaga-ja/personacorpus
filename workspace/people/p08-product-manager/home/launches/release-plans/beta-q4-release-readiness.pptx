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c381b78484482c" /><Relationship Type="http://schemas.openxmlformats.org/officeDocument/2006/relationships/extended-properties" Target="/docProps/app.xml" Id="Rdebae25b946f4a67" /><Relationship Type="http://schemas.openxmlformats.org/officeDocument/2006/relationships/officeDocument" Target="/ppt/presentation.xml" Id="R9f81f15ba48b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85b30ce0240bb"/>
  </p:sldMasterIdLst>
  <p:notesMasterIdLst>
    <p:notesMasterId xmlns:r="http://schemas.openxmlformats.org/officeDocument/2006/relationships" r:id="Re51c07ceda34472b"/>
  </p:notesMasterIdLst>
  <p:sldIdLst>
    <p:sldId xmlns:r="http://schemas.openxmlformats.org/officeDocument/2006/relationships" id="256" r:id="R8e8913eb91764521"/>
    <p:sldId xmlns:r="http://schemas.openxmlformats.org/officeDocument/2006/relationships" id="257" r:id="R9782270c9c2b420e"/>
    <p:sldId xmlns:r="http://schemas.openxmlformats.org/officeDocument/2006/relationships" id="258" r:id="Rde5c1b5e46554aef"/>
    <p:sldId xmlns:r="http://schemas.openxmlformats.org/officeDocument/2006/relationships" id="259" r:id="Rad0809ab619d4e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47de9e0654e28" /><Relationship Type="http://schemas.openxmlformats.org/officeDocument/2006/relationships/slideMaster" Target="/ppt/slideMasters/slideMaster1.xml" Id="R43c85b30ce0240bb" /><Relationship Type="http://schemas.openxmlformats.org/officeDocument/2006/relationships/notesMaster" Target="/ppt/notesMasters/notesMaster1.xml" Id="Re51c07ceda34472b" /><Relationship Type="http://schemas.openxmlformats.org/officeDocument/2006/relationships/presProps" Target="/ppt/presProps.xml" Id="R76bc88fc43564edc" /><Relationship Type="http://schemas.openxmlformats.org/officeDocument/2006/relationships/tableStyles" Target="/ppt/tableStyles.xml" Id="R7ffb5a81f3c64c37" /><Relationship Type="http://schemas.openxmlformats.org/officeDocument/2006/relationships/slide" Target="/ppt/slides/slide1.xml" Id="R8e8913eb91764521" /><Relationship Type="http://schemas.openxmlformats.org/officeDocument/2006/relationships/slide" Target="/ppt/slides/slide2.xml" Id="R9782270c9c2b420e" /><Relationship Type="http://schemas.openxmlformats.org/officeDocument/2006/relationships/slide" Target="/ppt/slides/slide3.xml" Id="Rde5c1b5e46554aef" /><Relationship Type="http://schemas.openxmlformats.org/officeDocument/2006/relationships/slide" Target="/ppt/slides/slide4.xml" Id="Rad0809ab619d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1171535cd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4c3656a444fe7" /><Relationship Type="http://schemas.openxmlformats.org/officeDocument/2006/relationships/notesMaster" Target="/ppt/notesMasters/notesMaster1.xml" Id="R9be49703468946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0ff35654e34732" /><Relationship Type="http://schemas.openxmlformats.org/officeDocument/2006/relationships/notesMaster" Target="/ppt/notesMasters/notesMaster1.xml" Id="R373690557e8f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b7443aecb14d68" /><Relationship Type="http://schemas.openxmlformats.org/officeDocument/2006/relationships/notesMaster" Target="/ppt/notesMasters/notesMaster1.xml" Id="Rae4ea23da060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a6f6dc549c41fe" /><Relationship Type="http://schemas.openxmlformats.org/officeDocument/2006/relationships/notesMaster" Target="/ppt/notesMasters/notesMaster1.xml" Id="R66887fcc67b54b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6fcd863a0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29af5ff7a746c1" /><Relationship Type="http://schemas.openxmlformats.org/officeDocument/2006/relationships/slideLayout" Target="/ppt/slideLayouts/slideLayout1.xml" Id="Rac95024ab88440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95024ab88440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a4c1b6d854f6a" /><Relationship Type="http://schemas.openxmlformats.org/officeDocument/2006/relationships/notesSlide" Target="/ppt/notesSlides/notesSlide1.xml" Id="R139805c65a0344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308f84a85450d" /><Relationship Type="http://schemas.openxmlformats.org/officeDocument/2006/relationships/notesSlide" Target="/ppt/notesSlides/notesSlide2.xml" Id="R1a147a4e881b4f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fd8af6f25485e" /><Relationship Type="http://schemas.openxmlformats.org/officeDocument/2006/relationships/notesSlide" Target="/ppt/notesSlides/notesSlide3.xml" Id="R771c244ac03c47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c52e388f44eaf" /><Relationship Type="http://schemas.openxmlformats.org/officeDocument/2006/relationships/notesSlide" Target="/ppt/notesSlides/notesSlide4.xml" Id="Rb4f95d09173744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38179-57FE-40D0-83EF-2C2EEF4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PRODUCT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4B497-C98D-46E7-936E-B29818B1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Q4 release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86DB1-92CA-4CA4-A446-AF8F652A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AFE"/>
                </a:solidFill>
              </a:defRPr>
            </a:pPr>
            <a:r>
              <a:rPr sz="1650" b="0">
                <a:solidFill>
                  <a:srgbClr val="DBEAFE"/>
                </a:solidFill>
              </a:rPr>
              <a:t>Transfer the Alpha control pattern into beta planning.</a:t>
            </a:r>
          </a:p>
        </p:txBody>
      </p:sp>
    </p:spTree>
    <p:extLst>
      <p:ext uri="{BB962C8B-B14F-4D97-AF65-F5344CB8AC3E}">
        <p14:creationId xmlns:p14="http://schemas.microsoft.com/office/powerpoint/2010/main" val="458332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2F056-A3B5-4A5F-A147-9E72C66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READINESS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FDA8-B9AD-408D-9152-C3B0A02E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Beta planning begins with dependencies, not a launch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95669-E4A0-4E49-845A-2D736696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85AB2-C7D8-43ED-BA87-955E87C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CBEE8-F9A5-479E-8B4A-2156F8A0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DEPENDENCY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57ECA-7279-4C27-9BFF-A887C01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9594-D399-4621-9791-FB9C4B92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5C6B7-47AE-4CB2-887D-34349F08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OWNER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18638-61ED-40B1-89D4-2670224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99CCC-7853-478C-BEB4-1E2C8F7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10510-AD26-48E2-8BCF-6C5A8DE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CUSTOMER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DDEE7-EE4E-4CDD-8A4B-371D5CB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A5465-49C6-49A0-ABE8-3C3148D3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7BFF5-C214-4415-94FB-F76D353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06D"/>
                </a:solidFill>
              </a:defRPr>
            </a:pPr>
            <a:r>
              <a:rPr sz="1125" b="1">
                <a:solidFill>
                  <a:srgbClr val="52606D"/>
                </a:solidFill>
              </a:rPr>
              <a:t>ROLLBACK DRILL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18768-B6DC-4B3D-8A15-EEECDD0C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Planned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84E80-1435-46DE-8AB1-39593E2C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B376C-84CE-4423-8B8B-1CFC5B3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BETA  2</a:t>
            </a:r>
          </a:p>
        </p:txBody>
      </p:sp>
    </p:spTree>
    <p:extLst>
      <p:ext uri="{BB962C8B-B14F-4D97-AF65-F5344CB8AC3E}">
        <p14:creationId xmlns:p14="http://schemas.microsoft.com/office/powerpoint/2010/main" val="563153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81347-3543-4831-9D3B-421CE82D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Q4 EXIT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BB32A-9E82-4303-B4BA-6A9FCD38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Beta moves only when its own evidence is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121FD-5E06-4B03-9EE9-55CD3EF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3B1ED-5B28-4F1C-BD47-972A32C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23D09-F51A-42C5-BD41-39AE8C7D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Named owners for integration, onboarding, support, and communications.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BE4FB-AD51-4C38-9EF2-2F960B4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5E2F1-4B7C-4F33-A1F7-DBE3E656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cohort definition that protects known workflow constraints.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D895F-66E6-410A-9FCA-3FA9B2A1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6C51F-C65F-4D44-BFE6-C21E1E1B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tested restore path and an agreed customer message.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A039B-902E-470D-BF55-379E509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EA84B-576E-4B86-85F2-7EB45E2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decision log that separates launch risk from feature preference.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D2DC3-2DE3-40A2-AA13-B9CAA96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32CAF-6F0D-4DB3-86F3-E233DA35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BETA  3</a:t>
            </a:r>
          </a:p>
        </p:txBody>
      </p:sp>
    </p:spTree>
    <p:extLst>
      <p:ext uri="{BB962C8B-B14F-4D97-AF65-F5344CB8AC3E}">
        <p14:creationId xmlns:p14="http://schemas.microsoft.com/office/powerpoint/2010/main" val="318260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EC54B-49B7-4D53-B654-2F7C12CA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ALPHA TO BETA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2FC4B-AC29-4E41-8C31-4E8EAF4E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Reuse the operating pattern; do not reuse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36045-9135-4155-84E0-0DB45FA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88966-51F3-4841-B368-2DE2A61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CB7A-5843-4243-9492-36CEB49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Carry forward the gate template and command-center cadence.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B30F6-DB08-4F2C-B546-5E8F5A68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CB9D5-1F0C-4AFB-9493-9C531BCA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Re-baseline adoption and support thresholds for beta audiences.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5F1A7-404E-40A7-95EA-8F3CCFA3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122FD-3DFD-4BAA-B224-1B1BA62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Schedule Q4 readiness review after dependency owners validate their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042A2-DDC2-415D-8A56-04B2C37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Juniper Works  |  Product Alpha Q3  |  2026-07-13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F9161-2BB1-4069-9376-6091BC3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BETA  4</a:t>
            </a:r>
          </a:p>
        </p:txBody>
      </p:sp>
    </p:spTree>
    <p:extLst>
      <p:ext uri="{BB962C8B-B14F-4D97-AF65-F5344CB8AC3E}">
        <p14:creationId xmlns:p14="http://schemas.microsoft.com/office/powerpoint/2010/main" val="676251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2026-08-23T15:05:09.5660000Z</dcterms:created>
  <dcterms:modified xsi:type="dcterms:W3CDTF">2026-08-23T15:05:09.5660000Z</dcterms:modified>
</coreProperties>
</file>