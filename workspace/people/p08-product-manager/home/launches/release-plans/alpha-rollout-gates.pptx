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b577a009f54a81" /><Relationship Type="http://schemas.openxmlformats.org/officeDocument/2006/relationships/extended-properties" Target="/docProps/app.xml" Id="Rfe619ab7fed94324" /><Relationship Type="http://schemas.openxmlformats.org/officeDocument/2006/relationships/officeDocument" Target="/ppt/presentation.xml" Id="R6f42db597e7947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d5e2173fc74946"/>
  </p:sldMasterIdLst>
  <p:notesMasterIdLst>
    <p:notesMasterId xmlns:r="http://schemas.openxmlformats.org/officeDocument/2006/relationships" r:id="Ra9d173e90d864de3"/>
  </p:notesMasterIdLst>
  <p:sldIdLst>
    <p:sldId xmlns:r="http://schemas.openxmlformats.org/officeDocument/2006/relationships" id="256" r:id="R8fef6c2a08074866"/>
    <p:sldId xmlns:r="http://schemas.openxmlformats.org/officeDocument/2006/relationships" id="257" r:id="R21b321d726ea43ab"/>
    <p:sldId xmlns:r="http://schemas.openxmlformats.org/officeDocument/2006/relationships" id="258" r:id="R1198a25c7f454c3b"/>
    <p:sldId xmlns:r="http://schemas.openxmlformats.org/officeDocument/2006/relationships" id="259" r:id="R4c0bf006978c47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cb65bfad3540b6" /><Relationship Type="http://schemas.openxmlformats.org/officeDocument/2006/relationships/slideMaster" Target="/ppt/slideMasters/slideMaster1.xml" Id="Rc0d5e2173fc74946" /><Relationship Type="http://schemas.openxmlformats.org/officeDocument/2006/relationships/notesMaster" Target="/ppt/notesMasters/notesMaster1.xml" Id="Ra9d173e90d864de3" /><Relationship Type="http://schemas.openxmlformats.org/officeDocument/2006/relationships/presProps" Target="/ppt/presProps.xml" Id="R11f7bd58d3c24703" /><Relationship Type="http://schemas.openxmlformats.org/officeDocument/2006/relationships/tableStyles" Target="/ppt/tableStyles.xml" Id="Rf51e8cd27e3f46da" /><Relationship Type="http://schemas.openxmlformats.org/officeDocument/2006/relationships/slide" Target="/ppt/slides/slide1.xml" Id="R8fef6c2a08074866" /><Relationship Type="http://schemas.openxmlformats.org/officeDocument/2006/relationships/slide" Target="/ppt/slides/slide2.xml" Id="R21b321d726ea43ab" /><Relationship Type="http://schemas.openxmlformats.org/officeDocument/2006/relationships/slide" Target="/ppt/slides/slide3.xml" Id="R1198a25c7f454c3b" /><Relationship Type="http://schemas.openxmlformats.org/officeDocument/2006/relationships/slide" Target="/ppt/slides/slide4.xml" Id="R4c0bf006978c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db5aeb19e249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a31c7e32bc4ee1" /><Relationship Type="http://schemas.openxmlformats.org/officeDocument/2006/relationships/notesMaster" Target="/ppt/notesMasters/notesMaster1.xml" Id="R3f96551dd30e48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93df1749904224" /><Relationship Type="http://schemas.openxmlformats.org/officeDocument/2006/relationships/notesMaster" Target="/ppt/notesMasters/notesMaster1.xml" Id="R0340de8cbbe745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59220eef42466f" /><Relationship Type="http://schemas.openxmlformats.org/officeDocument/2006/relationships/notesMaster" Target="/ppt/notesMasters/notesMaster1.xml" Id="Re041cc50f1d240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d05c3386774d00" /><Relationship Type="http://schemas.openxmlformats.org/officeDocument/2006/relationships/notesMaster" Target="/ppt/notesMasters/notesMaster1.xml" Id="Rb303a754f10643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f63cb6c2b47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70def859a84b53" /><Relationship Type="http://schemas.openxmlformats.org/officeDocument/2006/relationships/slideLayout" Target="/ppt/slideLayouts/slideLayout1.xml" Id="Raf3bf41cb93349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3bf41cb93349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cfd9bd9f545e1" /><Relationship Type="http://schemas.openxmlformats.org/officeDocument/2006/relationships/notesSlide" Target="/ppt/notesSlides/notesSlide1.xml" Id="R28b372e365c34e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3f457afe54162" /><Relationship Type="http://schemas.openxmlformats.org/officeDocument/2006/relationships/notesSlide" Target="/ppt/notesSlides/notesSlide2.xml" Id="R9280cfb098e34c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4f77dca874735" /><Relationship Type="http://schemas.openxmlformats.org/officeDocument/2006/relationships/notesSlide" Target="/ppt/notesSlides/notesSlide3.xml" Id="R643f8244144047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6474ace434871" /><Relationship Type="http://schemas.openxmlformats.org/officeDocument/2006/relationships/notesSlide" Target="/ppt/notesSlides/notesSlide4.xml" Id="Rf92326ccefe548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8822C-DF8E-4E50-82EE-68B59EC5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DCBF4"/>
                </a:solidFill>
              </a:defRPr>
            </a:pPr>
            <a:r>
              <a:rPr sz="1350" b="1">
                <a:solidFill>
                  <a:srgbClr val="6DCBF4"/>
                </a:solidFill>
              </a:rPr>
              <a:t>PRODUCT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1BAFB-4AEF-4106-B9F6-0B75657E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Rollout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7B380-D6A3-4250-BDCE-309CFE8E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BEAFE"/>
                </a:solidFill>
              </a:defRPr>
            </a:pPr>
            <a:r>
              <a:rPr sz="1725" b="0">
                <a:solidFill>
                  <a:srgbClr val="DBEAFE"/>
                </a:solidFill>
              </a:rPr>
              <a:t>Evidence before exposure</a:t>
            </a:r>
          </a:p>
        </p:txBody>
      </p:sp>
    </p:spTree>
    <p:extLst>
      <p:ext uri="{BB962C8B-B14F-4D97-AF65-F5344CB8AC3E}">
        <p14:creationId xmlns:p14="http://schemas.microsoft.com/office/powerpoint/2010/main" val="1155914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62C6B-F134-4B8A-8DBD-EF9DA671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GATE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9F770-825C-47D9-AB4D-52914184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Entry criteria tighten as customer exposure increases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DED40-8954-41B1-BA3E-0D83B4A4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B7BF3-BF87-4DA7-BF83-231F4217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8620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0A03D-225E-4982-B29E-4896B374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90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29B6B-123C-43E7-84EB-004EF73C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01398-6AD2-4A95-B3B2-6702797B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Internal exit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5AFE7-EFD6-4375-A9F1-CA84D45F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Quality + runbook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FFD78-2E6A-45CF-AD54-979B0FD4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90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13F3D-60D8-409D-823A-2E28624B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3855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0FFDE-2C23-4B68-80F1-FC3AAEE6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71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Pilot entry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EF17F-422A-44BD-9EFB-7173E460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120 workspace 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7404C-FFE0-421D-88A2-E1D46692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90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AA97A-F862-4F4D-B88B-AA0FD4DE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3855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7DAA6-158B-4076-A8A9-10F759E7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71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M-27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5E1CE-7949-44CD-9499-5901D3ED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38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18 Sep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593DB-8DA6-496E-87E6-1DF101F5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90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A2D68-21C9-4E08-BCC0-51955BEF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215C3-E83E-49C2-AF7B-5781A63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71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00950-F050-4906-81C2-EB3AD7D5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38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Q3 adoption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CC12A0-D7C8-4D60-872F-7AE73CB2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23655-61DB-411B-BD29-89EEE7F7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GATES  2</a:t>
            </a:r>
          </a:p>
        </p:txBody>
      </p:sp>
    </p:spTree>
    <p:extLst>
      <p:ext uri="{BB962C8B-B14F-4D97-AF65-F5344CB8AC3E}">
        <p14:creationId xmlns:p14="http://schemas.microsoft.com/office/powerpoint/2010/main" val="581915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05B28-E217-441D-9B0C-EB917D64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M-27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D7625-0E14-4BBB-B085-D1CD10C2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Five signed artifacts unlock guided 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D5511-64C3-4F11-BCBB-8CBC451A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CBE81-A03D-4F9B-9040-0FAE0585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46E21-E2CE-4466-9D26-628256F7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986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Pilot activation report: 24% or higher within 14 days.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F12F5-E42B-40CB-A8EB-3B139075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5555C-C72A-489F-97B1-99AB316E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986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Defect review: no unresolved severity-1 issue.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365DE-3336-4EA5-85A7-1F016A65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0048E-4B9E-41B4-89C9-F4D1F8A9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986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Support readiness: staffed coverage, FAQ, and escalation macro.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401DA-3BD5-4C46-B76B-4D0D9A63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4401B-71CF-4156-A123-A74A32D0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986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Communications approval: customer notice ready for the selected cohort.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D5CE1-314C-4106-83F5-288BF71D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ED144-30FE-4656-ADFD-8CCA1692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986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Rollback test: restore confirmed in the pilot environment.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B4DC6-6E2E-4287-AE58-A7D8535E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D29C9-96F2-4801-AC70-94B4A94C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GATES  3</a:t>
            </a:r>
          </a:p>
        </p:txBody>
      </p:sp>
    </p:spTree>
    <p:extLst>
      <p:ext uri="{BB962C8B-B14F-4D97-AF65-F5344CB8AC3E}">
        <p14:creationId xmlns:p14="http://schemas.microsoft.com/office/powerpoint/2010/main" val="287510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A3AF4-E089-468E-807F-1C86FDE3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PAUSE AND ROLLBACK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F1796-DA13-46B5-908D-B057FA4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Any hard stop returns the cohort to the last safe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CD81E-1AEF-4858-B719-09E10D0D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B1817-A222-4C19-8479-24C52C1B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2909C-564F-4FDC-8B34-DBD5376E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Hard stops: severity-1 defect, material data loss, or unbounded support impact.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D556B-7A06-4634-B50C-BC46D3F4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E5C8D-135E-4BD4-AB4A-44E0C118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Release lead pauses expansion; Engineering restores within 30 minutes.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1E725-75A5-448B-9CA3-240ABB09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B10A5-A1A4-4B88-8C6C-B4BE976E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PM records decision and sets a new evidence review before resuming.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156E3-50C4-463C-847B-BEA78179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10680-EFCC-4D87-9B16-C0D3BE97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GATES  4</a:t>
            </a:r>
          </a:p>
        </p:txBody>
      </p:sp>
    </p:spTree>
    <p:extLst>
      <p:ext uri="{BB962C8B-B14F-4D97-AF65-F5344CB8AC3E}">
        <p14:creationId xmlns:p14="http://schemas.microsoft.com/office/powerpoint/2010/main" val="343136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2026-08-23T15:05:09.5140000Z</dcterms:created>
  <dcterms:modified xsi:type="dcterms:W3CDTF">2026-08-23T15:05:09.5140000Z</dcterms:modified>
</coreProperties>
</file>