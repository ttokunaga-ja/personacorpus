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924197b6b4f25" /><Relationship Type="http://schemas.openxmlformats.org/officeDocument/2006/relationships/extended-properties" Target="/docProps/app.xml" Id="R5482c88d305f44da" /><Relationship Type="http://schemas.openxmlformats.org/officeDocument/2006/relationships/officeDocument" Target="/ppt/presentation.xml" Id="Ra4e9b28fb3824a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b1620a8da404d"/>
  </p:sldMasterIdLst>
  <p:notesMasterIdLst>
    <p:notesMasterId xmlns:r="http://schemas.openxmlformats.org/officeDocument/2006/relationships" r:id="R0b0d22e62d9b4c62"/>
  </p:notesMasterIdLst>
  <p:sldIdLst>
    <p:sldId xmlns:r="http://schemas.openxmlformats.org/officeDocument/2006/relationships" id="256" r:id="Re4dc453eba134b0b"/>
    <p:sldId xmlns:r="http://schemas.openxmlformats.org/officeDocument/2006/relationships" id="257" r:id="Rabc4c5cb365349b1"/>
    <p:sldId xmlns:r="http://schemas.openxmlformats.org/officeDocument/2006/relationships" id="258" r:id="Rb0defda924124639"/>
    <p:sldId xmlns:r="http://schemas.openxmlformats.org/officeDocument/2006/relationships" id="259" r:id="R0e74a9e3bd914e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68c925f314ece" /><Relationship Type="http://schemas.openxmlformats.org/officeDocument/2006/relationships/slideMaster" Target="/ppt/slideMasters/slideMaster1.xml" Id="Rae9b1620a8da404d" /><Relationship Type="http://schemas.openxmlformats.org/officeDocument/2006/relationships/notesMaster" Target="/ppt/notesMasters/notesMaster1.xml" Id="R0b0d22e62d9b4c62" /><Relationship Type="http://schemas.openxmlformats.org/officeDocument/2006/relationships/presProps" Target="/ppt/presProps.xml" Id="R39e7770468f24791" /><Relationship Type="http://schemas.openxmlformats.org/officeDocument/2006/relationships/tableStyles" Target="/ppt/tableStyles.xml" Id="R09becf5006534dd0" /><Relationship Type="http://schemas.openxmlformats.org/officeDocument/2006/relationships/slide" Target="/ppt/slides/slide1.xml" Id="Re4dc453eba134b0b" /><Relationship Type="http://schemas.openxmlformats.org/officeDocument/2006/relationships/slide" Target="/ppt/slides/slide2.xml" Id="Rabc4c5cb365349b1" /><Relationship Type="http://schemas.openxmlformats.org/officeDocument/2006/relationships/slide" Target="/ppt/slides/slide3.xml" Id="Rb0defda924124639" /><Relationship Type="http://schemas.openxmlformats.org/officeDocument/2006/relationships/slide" Target="/ppt/slides/slide4.xml" Id="R0e74a9e3bd914e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73ad379a9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823283a4c4993" /><Relationship Type="http://schemas.openxmlformats.org/officeDocument/2006/relationships/notesMaster" Target="/ppt/notesMasters/notesMaster1.xml" Id="R177f802a49ff4d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08851c1164805" /><Relationship Type="http://schemas.openxmlformats.org/officeDocument/2006/relationships/notesMaster" Target="/ppt/notesMasters/notesMaster1.xml" Id="Rc341ce6826ba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b0caecbbe4d3a" /><Relationship Type="http://schemas.openxmlformats.org/officeDocument/2006/relationships/notesMaster" Target="/ppt/notesMasters/notesMaster1.xml" Id="R4a77a9e4eea84b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2ed887583c44da" /><Relationship Type="http://schemas.openxmlformats.org/officeDocument/2006/relationships/notesMaster" Target="/ppt/notesMasters/notesMaster1.xml" Id="Rd3613f877bb9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f4ed55cec45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7cdee48e3d4bdc" /><Relationship Type="http://schemas.openxmlformats.org/officeDocument/2006/relationships/slideLayout" Target="/ppt/slideLayouts/slideLayout1.xml" Id="R3b8a874640ac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a874640ac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bbde365d448ff" /><Relationship Type="http://schemas.openxmlformats.org/officeDocument/2006/relationships/notesSlide" Target="/ppt/notesSlides/notesSlide1.xml" Id="R0753dd6b6aec40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969324cf24e89" /><Relationship Type="http://schemas.openxmlformats.org/officeDocument/2006/relationships/notesSlide" Target="/ppt/notesSlides/notesSlide2.xml" Id="R3913542f6b6a45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58eb4be9d4eea" /><Relationship Type="http://schemas.openxmlformats.org/officeDocument/2006/relationships/notesSlide" Target="/ppt/notesSlides/notesSlide3.xml" Id="R6421243dc5c5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a6ba9953e4dd2" /><Relationship Type="http://schemas.openxmlformats.org/officeDocument/2006/relationships/notesSlide" Target="/ppt/notesSlides/notesSlide4.xml" Id="R1a992350dac242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791D4-6D04-43A8-A9F6-7D90075D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ALPHA LAUNCH COMMAND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83682-5F9E-4661-91D7-4F8900C7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Daily operating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6BC55-17D6-485E-917D-A0643DDC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Pilot and guided-rollout control room</a:t>
            </a:r>
          </a:p>
        </p:txBody>
      </p:sp>
    </p:spTree>
    <p:extLst>
      <p:ext uri="{BB962C8B-B14F-4D97-AF65-F5344CB8AC3E}">
        <p14:creationId xmlns:p14="http://schemas.microsoft.com/office/powerpoint/2010/main" val="572839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95F6F-7FEA-4EED-853D-335139F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DAILY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5F161-8FB9-44B2-92B5-45AB9B98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short rhythm keeps risks visible and decisions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F3312-8B6B-4A17-A076-058E38B9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FD5B6-739D-43D6-9837-7A0CCB0B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862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84504-7E70-4216-A2E0-C30879B3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F1FB-408E-48C2-BB1B-6EE3C10A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D2B82-E193-4E99-A87B-256E865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A59B7-443F-4198-828A-DBC1771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Signal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33DF8-2759-45EA-BEE6-9F37DA33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5EEC5-B6CC-4514-8A15-567E906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6C34F-3763-4019-9C34-410CEB04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E69B1-2E01-4888-AA0E-98BAFC49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Issue triage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B8225-86FC-4B5F-8127-936EDB6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95D98-D4F1-452B-BD87-AD80214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370C2-6131-4FF5-906B-41276C8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16:00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0B553-28B0-4F7F-A818-3FF7AE78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Owner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75ADF-DC75-4063-AAFD-540B71E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3D7E2-A785-4ACC-A94C-DA545B0D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7E75F-41F0-4670-8848-32FA16D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17:30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B7EA3-0EDA-462A-AD52-53914A9B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Decision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EB8CA-0C45-46AB-A053-2BFF2327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9C803-6AD7-4BD1-B858-A9E9DE74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OPS  2</a:t>
            </a:r>
          </a:p>
        </p:txBody>
      </p:sp>
    </p:spTree>
    <p:extLst>
      <p:ext uri="{BB962C8B-B14F-4D97-AF65-F5344CB8AC3E}">
        <p14:creationId xmlns:p14="http://schemas.microsoft.com/office/powerpoint/2010/main" val="60880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15EDF-9147-4CA6-9C3D-3C5FA6B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SIGNAL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04DAC-FA26-4E97-BAF1-1D3F1C85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command center watches adoption, quality, and support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8E8D3-9835-47C3-B560-AA6F398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C5AAF-543C-43DF-AB1F-3D6D8F5F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05344-4C6F-4B27-AEF6-F0D0F99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ACTIVATION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AB281-3758-462D-AE03-A13E26B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24%+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B75BA-7083-4A99-9E74-3487C9E9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21A82-B1CC-41FE-8A54-F1425FBC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S1 DEFECTS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E51C8-D80F-4694-88FE-6FD0E91D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90488-9022-4214-AFF6-5573E615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13203-E23D-47FA-86E8-14E82D7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P1 BACKLOG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0A9D9-BF15-4210-A314-F55859AE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&lt;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EA99-4503-47F8-AE27-1E0513D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AEF56-93D0-4319-9591-894314A4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ROLLBACK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AF335-9F30-47A3-8176-11FCC04D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&lt; 30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1906-7C04-4164-8B4F-E440989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83ABD-7702-4C6E-8C3D-66EDC65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96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single breached threshold pauses expansion until the release lead documents resolution.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346EE-1F7A-42F6-9B8A-951FA31D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2AAF3-D358-4A56-ABD1-FCEA0F63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OPS  3</a:t>
            </a:r>
          </a:p>
        </p:txBody>
      </p:sp>
    </p:spTree>
    <p:extLst>
      <p:ext uri="{BB962C8B-B14F-4D97-AF65-F5344CB8AC3E}">
        <p14:creationId xmlns:p14="http://schemas.microsoft.com/office/powerpoint/2010/main" val="248154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E1F12-85FA-4FD6-B7F2-0923FBD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ESCALATION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9EC85-8F4A-4640-93EC-DA68BAB3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release lead owns the call; specialists own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CC5CF-C80D-4D4F-B258-A63822B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9DFF1-0F3F-43C1-A1CB-0F58142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B3EC1-FD86-4ACF-8D3A-CBE3E5FD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Release 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6C8B0-A225-4944-9071-90508244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Decision, gate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0EC15-0EF5-4BB3-9CF6-47976082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0E507-8133-41BE-AE56-9EBF3F4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241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93055-1DA8-4D3D-AE62-002ABFB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Defects and restore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772F5-BCC2-4F69-B7AA-F816432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EA622-BC94-4A6D-9C98-F1A75349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241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AEFB2-5639-43BA-AA5C-7CB0CBF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Activation and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5A0FE-43E4-4298-B89A-421BC8D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FE0A2-EED2-414D-B81E-A3F0852F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241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FEC2B-4B1A-4876-AE86-7FE90F4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Cases and macros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786EE-40F3-45EF-A19E-879EBECE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5E135-3D8B-46F5-9E25-8ECD8FB4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241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Comms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04988-0D96-4563-B5E7-9A8B46B7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Notices and FAQ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2B4B7-45B0-4687-82FA-313BB89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B1217-9ABD-4430-9CB7-7B6B7BBA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OPS  4</a:t>
            </a:r>
          </a:p>
        </p:txBody>
      </p:sp>
    </p:spTree>
    <p:extLst>
      <p:ext uri="{BB962C8B-B14F-4D97-AF65-F5344CB8AC3E}">
        <p14:creationId xmlns:p14="http://schemas.microsoft.com/office/powerpoint/2010/main" val="2089373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2026-08-23T15:05:09.4510000Z</dcterms:created>
  <dcterms:modified xsi:type="dcterms:W3CDTF">2026-08-23T15:05:09.4510000Z</dcterms:modified>
</coreProperties>
</file>