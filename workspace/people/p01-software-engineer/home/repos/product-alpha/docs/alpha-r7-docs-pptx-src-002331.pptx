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7ff9d9b4f84516" /><Relationship Type="http://schemas.openxmlformats.org/officeDocument/2006/relationships/extended-properties" Target="/docProps/app.xml" Id="R81659122bf85434a" /><Relationship Type="http://schemas.openxmlformats.org/officeDocument/2006/relationships/officeDocument" Target="/ppt/presentation.xml" Id="Rb2bdacef23ed4a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85217167ec4464"/>
  </p:sldMasterIdLst>
  <p:notesMasterIdLst>
    <p:notesMasterId xmlns:r="http://schemas.openxmlformats.org/officeDocument/2006/relationships" r:id="R9846d6b4b9254703"/>
  </p:notesMasterIdLst>
  <p:sldIdLst>
    <p:sldId xmlns:r="http://schemas.openxmlformats.org/officeDocument/2006/relationships" id="256" r:id="R790f074cff2749f0"/>
    <p:sldId xmlns:r="http://schemas.openxmlformats.org/officeDocument/2006/relationships" id="257" r:id="Re9cef31a13ae40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8e5382823d44cd" /><Relationship Type="http://schemas.openxmlformats.org/officeDocument/2006/relationships/slideMaster" Target="/ppt/slideMasters/slideMaster1.xml" Id="R1485217167ec4464" /><Relationship Type="http://schemas.openxmlformats.org/officeDocument/2006/relationships/notesMaster" Target="/ppt/notesMasters/notesMaster1.xml" Id="R9846d6b4b9254703" /><Relationship Type="http://schemas.openxmlformats.org/officeDocument/2006/relationships/presProps" Target="/ppt/presProps.xml" Id="Ra866d73fed8f4fcf" /><Relationship Type="http://schemas.openxmlformats.org/officeDocument/2006/relationships/tableStyles" Target="/ppt/tableStyles.xml" Id="Rd1d479efd8664655" /><Relationship Type="http://schemas.openxmlformats.org/officeDocument/2006/relationships/slide" Target="/ppt/slides/slide1.xml" Id="R790f074cff2749f0" /><Relationship Type="http://schemas.openxmlformats.org/officeDocument/2006/relationships/slide" Target="/ppt/slides/slide2.xml" Id="Re9cef31a13ae40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d76365de484d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5dee3feb824305" /><Relationship Type="http://schemas.openxmlformats.org/officeDocument/2006/relationships/notesMaster" Target="/ppt/notesMasters/notesMaster1.xml" Id="R174cac2e32a948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d6d3df79e84a6b" /><Relationship Type="http://schemas.openxmlformats.org/officeDocument/2006/relationships/notesMaster" Target="/ppt/notesMasters/notesMaster1.xml" Id="R5552f5377ded48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cee0bde0d54a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b55f86cc7e40ba" /><Relationship Type="http://schemas.openxmlformats.org/officeDocument/2006/relationships/slideLayout" Target="/ppt/slideLayouts/slideLayout1.xml" Id="Rd88ddb5390f840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8ddb5390f840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22caee6f54723" /><Relationship Type="http://schemas.openxmlformats.org/officeDocument/2006/relationships/notesSlide" Target="/ppt/notesSlides/notesSlide1.xml" Id="R3a5f8b12795b41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fa011015843c0" /><Relationship Type="http://schemas.openxmlformats.org/officeDocument/2006/relationships/notesSlide" Target="/ppt/notesSlides/notesSlide2.xml" Id="R853778c41f4546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5D750-9A31-40AE-AC95-300E8493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Product Alpha R7 | p01-full-002331</a:t>
            </a:r>
          </a:p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p01-src-002331</a:t>
            </a:r>
          </a:p>
        </p:txBody>
      </p:sp>
    </p:spTree>
    <p:extLst>
      <p:ext uri="{BB962C8B-B14F-4D97-AF65-F5344CB8AC3E}">
        <p14:creationId xmlns:p14="http://schemas.microsoft.com/office/powerpoint/2010/main" val="230241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B0BBA-15F6-4AA1-A4A6-1FF562B9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1028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Release Gate Evidence</a:t>
            </a:r>
          </a:p>
          <a:p xmlns:a="http://schemas.openxmlformats.org/drawingml/2006/main">
            <a:pPr>
              <a:defRPr sz="3000" b="1">
                <a:solidFill>
                  <a:srgbClr val="0B2545"/>
                </a:solidFill>
              </a:defRPr>
            </a:pPr>
            <a:r>
              <a:rPr sz="3000" b="1">
                <a:solidFill>
                  <a:srgbClr val="0B2545"/>
                </a:solidFill>
              </a:rPr>
              <a:t>ADR-042 | p95 184 ms | SLO 200 ms</a:t>
            </a:r>
          </a:p>
        </p:txBody>
      </p:sp>
    </p:spTree>
    <p:extLst>
      <p:ext uri="{BB962C8B-B14F-4D97-AF65-F5344CB8AC3E}">
        <p14:creationId xmlns:p14="http://schemas.microsoft.com/office/powerpoint/2010/main" val="1619292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2026-08-24T00:14:03.9260000Z</dcterms:created>
  <dcterms:modified xsi:type="dcterms:W3CDTF">2026-08-24T00:14:03.9260000Z</dcterms:modified>
</coreProperties>
</file>