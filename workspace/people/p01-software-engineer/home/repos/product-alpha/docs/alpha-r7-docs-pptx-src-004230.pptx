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3977065a4e4d65" /><Relationship Type="http://schemas.openxmlformats.org/officeDocument/2006/relationships/extended-properties" Target="/docProps/app.xml" Id="R393ac405d8124e82" /><Relationship Type="http://schemas.openxmlformats.org/officeDocument/2006/relationships/officeDocument" Target="/ppt/presentation.xml" Id="R61de252f9ed94b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46023ff49642f6"/>
  </p:sldMasterIdLst>
  <p:notesMasterIdLst>
    <p:notesMasterId xmlns:r="http://schemas.openxmlformats.org/officeDocument/2006/relationships" r:id="Rf56fc14919ee4742"/>
  </p:notesMasterIdLst>
  <p:sldIdLst>
    <p:sldId xmlns:r="http://schemas.openxmlformats.org/officeDocument/2006/relationships" id="256" r:id="R24b6e92c71014ffa"/>
    <p:sldId xmlns:r="http://schemas.openxmlformats.org/officeDocument/2006/relationships" id="257" r:id="R0901d89602bc4b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1f516f7d604a9e" /><Relationship Type="http://schemas.openxmlformats.org/officeDocument/2006/relationships/slideMaster" Target="/ppt/slideMasters/slideMaster1.xml" Id="R1d46023ff49642f6" /><Relationship Type="http://schemas.openxmlformats.org/officeDocument/2006/relationships/notesMaster" Target="/ppt/notesMasters/notesMaster1.xml" Id="Rf56fc14919ee4742" /><Relationship Type="http://schemas.openxmlformats.org/officeDocument/2006/relationships/presProps" Target="/ppt/presProps.xml" Id="R18d200ddb37e4798" /><Relationship Type="http://schemas.openxmlformats.org/officeDocument/2006/relationships/tableStyles" Target="/ppt/tableStyles.xml" Id="R6ef8c7bee2494236" /><Relationship Type="http://schemas.openxmlformats.org/officeDocument/2006/relationships/slide" Target="/ppt/slides/slide1.xml" Id="R24b6e92c71014ffa" /><Relationship Type="http://schemas.openxmlformats.org/officeDocument/2006/relationships/slide" Target="/ppt/slides/slide2.xml" Id="R0901d89602bc4b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d7e775671a42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457a3feaee4274" /><Relationship Type="http://schemas.openxmlformats.org/officeDocument/2006/relationships/notesMaster" Target="/ppt/notesMasters/notesMaster1.xml" Id="R11a55eca3bfc47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6d3fb5571d4d3b" /><Relationship Type="http://schemas.openxmlformats.org/officeDocument/2006/relationships/notesMaster" Target="/ppt/notesMasters/notesMaster1.xml" Id="Rd3da2819699548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a2483fd7b43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39d07cd42e4697" /><Relationship Type="http://schemas.openxmlformats.org/officeDocument/2006/relationships/slideLayout" Target="/ppt/slideLayouts/slideLayout1.xml" Id="R90b5a56ae0c045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b5a56ae0c045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3e9606b2a4344" /><Relationship Type="http://schemas.openxmlformats.org/officeDocument/2006/relationships/notesSlide" Target="/ppt/notesSlides/notesSlide1.xml" Id="R93172d7f284549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bf347a97946ef" /><Relationship Type="http://schemas.openxmlformats.org/officeDocument/2006/relationships/notesSlide" Target="/ppt/notesSlides/notesSlide2.xml" Id="Rae497182f55c40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A5945-7D03-44F1-8BFC-07880911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p01-full-004230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p01-src-004230 | CR-004230 | 2026-08-24</a:t>
            </a:r>
          </a:p>
        </p:txBody>
      </p:sp>
    </p:spTree>
    <p:extLst>
      <p:ext uri="{BB962C8B-B14F-4D97-AF65-F5344CB8AC3E}">
        <p14:creationId xmlns:p14="http://schemas.microsoft.com/office/powerpoint/2010/main" val="142703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5485A-0512-4644-8072-BC5E6490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p01-full-008311</a:t>
            </a:r>
          </a:p>
        </p:txBody>
      </p:sp>
    </p:spTree>
    <p:extLst>
      <p:ext uri="{BB962C8B-B14F-4D97-AF65-F5344CB8AC3E}">
        <p14:creationId xmlns:p14="http://schemas.microsoft.com/office/powerpoint/2010/main" val="2110588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2026-08-24T00:55:32.6750000Z</dcterms:created>
  <dcterms:modified xsi:type="dcterms:W3CDTF">2026-08-24T00:55:32.6760000Z</dcterms:modified>
</coreProperties>
</file>