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35e079108b4b5c" /><Relationship Type="http://schemas.openxmlformats.org/officeDocument/2006/relationships/extended-properties" Target="/docProps/app.xml" Id="Ra6bf6cbdb8844db3" /><Relationship Type="http://schemas.openxmlformats.org/officeDocument/2006/relationships/officeDocument" Target="/ppt/presentation.xml" Id="Rc4b0efdebb9848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1bdcfccc5c4058"/>
  </p:sldMasterIdLst>
  <p:notesMasterIdLst>
    <p:notesMasterId xmlns:r="http://schemas.openxmlformats.org/officeDocument/2006/relationships" r:id="R69a493780b114b24"/>
  </p:notesMasterIdLst>
  <p:sldIdLst>
    <p:sldId xmlns:r="http://schemas.openxmlformats.org/officeDocument/2006/relationships" id="256" r:id="Rb96501783e7b4ada"/>
    <p:sldId xmlns:r="http://schemas.openxmlformats.org/officeDocument/2006/relationships" id="257" r:id="R5f2c2998a5d941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88e03ab0604c8a" /><Relationship Type="http://schemas.openxmlformats.org/officeDocument/2006/relationships/slideMaster" Target="/ppt/slideMasters/slideMaster1.xml" Id="Rfe1bdcfccc5c4058" /><Relationship Type="http://schemas.openxmlformats.org/officeDocument/2006/relationships/notesMaster" Target="/ppt/notesMasters/notesMaster1.xml" Id="R69a493780b114b24" /><Relationship Type="http://schemas.openxmlformats.org/officeDocument/2006/relationships/presProps" Target="/ppt/presProps.xml" Id="Rd660bd46ba474dbe" /><Relationship Type="http://schemas.openxmlformats.org/officeDocument/2006/relationships/tableStyles" Target="/ppt/tableStyles.xml" Id="R6a608006c13845fb" /><Relationship Type="http://schemas.openxmlformats.org/officeDocument/2006/relationships/slide" Target="/ppt/slides/slide1.xml" Id="Rb96501783e7b4ada" /><Relationship Type="http://schemas.openxmlformats.org/officeDocument/2006/relationships/slide" Target="/ppt/slides/slide2.xml" Id="R5f2c2998a5d941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4c768dc087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fdadf461204e53" /><Relationship Type="http://schemas.openxmlformats.org/officeDocument/2006/relationships/notesMaster" Target="/ppt/notesMasters/notesMaster1.xml" Id="R8164d59b730342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33ffa596d84e8f" /><Relationship Type="http://schemas.openxmlformats.org/officeDocument/2006/relationships/notesMaster" Target="/ppt/notesMasters/notesMaster1.xml" Id="Rce4f34d6f62d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bb1e611f84b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54f7652cf04fdb" /><Relationship Type="http://schemas.openxmlformats.org/officeDocument/2006/relationships/slideLayout" Target="/ppt/slideLayouts/slideLayout1.xml" Id="R4d891fc6d7a244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891fc6d7a244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b314671c64fde" /><Relationship Type="http://schemas.openxmlformats.org/officeDocument/2006/relationships/notesSlide" Target="/ppt/notesSlides/notesSlide1.xml" Id="Rf1a5902ffc5840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747f5052c40e1" /><Relationship Type="http://schemas.openxmlformats.org/officeDocument/2006/relationships/notesSlide" Target="/ppt/notesSlides/notesSlide2.xml" Id="R72c29c89d6e74e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CF0B4-78D7-48CC-8508-F062CECB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p01-full-007077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p01-src-007077 | CR-007077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1646936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2A85D-F9BA-467B-931B-54045A46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p01-full-009011</a:t>
            </a:r>
          </a:p>
        </p:txBody>
      </p:sp>
    </p:spTree>
    <p:extLst>
      <p:ext uri="{BB962C8B-B14F-4D97-AF65-F5344CB8AC3E}">
        <p14:creationId xmlns:p14="http://schemas.microsoft.com/office/powerpoint/2010/main" val="1506053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2026-08-24T00:59:59.4980000Z</dcterms:created>
  <dcterms:modified xsi:type="dcterms:W3CDTF">2026-08-24T00:59:59.4980000Z</dcterms:modified>
</coreProperties>
</file>