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9fa9eb9a414263" /><Relationship Type="http://schemas.openxmlformats.org/officeDocument/2006/relationships/extended-properties" Target="/docProps/app.xml" Id="R3a291b2ab209444e" /><Relationship Type="http://schemas.openxmlformats.org/officeDocument/2006/relationships/officeDocument" Target="/ppt/presentation.xml" Id="R8e31bb96f4e24e0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c4b9d14d774eb2"/>
  </p:sldMasterIdLst>
  <p:notesMasterIdLst>
    <p:notesMasterId xmlns:r="http://schemas.openxmlformats.org/officeDocument/2006/relationships" r:id="R04db76a790f1499f"/>
  </p:notesMasterIdLst>
  <p:sldIdLst>
    <p:sldId xmlns:r="http://schemas.openxmlformats.org/officeDocument/2006/relationships" id="256" r:id="R3d8c2c597c8a4405"/>
    <p:sldId xmlns:r="http://schemas.openxmlformats.org/officeDocument/2006/relationships" id="257" r:id="R580ebade3fd7432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56411c584554809" /><Relationship Type="http://schemas.openxmlformats.org/officeDocument/2006/relationships/slideMaster" Target="/ppt/slideMasters/slideMaster1.xml" Id="R59c4b9d14d774eb2" /><Relationship Type="http://schemas.openxmlformats.org/officeDocument/2006/relationships/notesMaster" Target="/ppt/notesMasters/notesMaster1.xml" Id="R04db76a790f1499f" /><Relationship Type="http://schemas.openxmlformats.org/officeDocument/2006/relationships/presProps" Target="/ppt/presProps.xml" Id="R2d953a18a7e54cec" /><Relationship Type="http://schemas.openxmlformats.org/officeDocument/2006/relationships/tableStyles" Target="/ppt/tableStyles.xml" Id="Re7d1c346ba1641b9" /><Relationship Type="http://schemas.openxmlformats.org/officeDocument/2006/relationships/slide" Target="/ppt/slides/slide1.xml" Id="R3d8c2c597c8a4405" /><Relationship Type="http://schemas.openxmlformats.org/officeDocument/2006/relationships/slide" Target="/ppt/slides/slide2.xml" Id="R580ebade3fd7432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e09753bf2934f3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54d561f2a1041c3" /><Relationship Type="http://schemas.openxmlformats.org/officeDocument/2006/relationships/notesMaster" Target="/ppt/notesMasters/notesMaster1.xml" Id="R035332f473be405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9ccc43d1942474d" /><Relationship Type="http://schemas.openxmlformats.org/officeDocument/2006/relationships/notesMaster" Target="/ppt/notesMasters/notesMaster1.xml" Id="R5f6f547cb019478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e75d2c827e4d9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46ce04d462d4aff" /><Relationship Type="http://schemas.openxmlformats.org/officeDocument/2006/relationships/slideLayout" Target="/ppt/slideLayouts/slideLayout1.xml" Id="R35507563b11442c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507563b11442c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9a9ca9977c48db" /><Relationship Type="http://schemas.openxmlformats.org/officeDocument/2006/relationships/notesSlide" Target="/ppt/notesSlides/notesSlide1.xml" Id="R28278e541de0418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b08f0bb5f74685" /><Relationship Type="http://schemas.openxmlformats.org/officeDocument/2006/relationships/notesSlide" Target="/ppt/notesSlides/notesSlide2.xml" Id="R9f49c6ea185b4b2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E5099C-ED5E-4804-8A8A-925A4D232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52500"/>
            <a:ext cx="10287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2545"/>
                </a:solidFill>
              </a:defRPr>
            </a:pPr>
            <a:r>
              <a:rPr sz="3000" b="1">
                <a:solidFill>
                  <a:srgbClr val="0B2545"/>
                </a:solidFill>
              </a:rPr>
              <a:t>Product Alpha R7 | p01-full-000330</a:t>
            </a:r>
          </a:p>
          <a:p xmlns:a="http://schemas.openxmlformats.org/drawingml/2006/main">
            <a:pPr>
              <a:defRPr sz="3000" b="1">
                <a:solidFill>
                  <a:srgbClr val="0B2545"/>
                </a:solidFill>
              </a:defRPr>
            </a:pPr>
            <a:r>
              <a:rPr sz="3000" b="1">
                <a:solidFill>
                  <a:srgbClr val="0B2545"/>
                </a:solidFill>
              </a:rPr>
              <a:t>p01-src-000330</a:t>
            </a:r>
          </a:p>
        </p:txBody>
      </p:sp>
    </p:spTree>
    <p:extLst>
      <p:ext uri="{BB962C8B-B14F-4D97-AF65-F5344CB8AC3E}">
        <p14:creationId xmlns:p14="http://schemas.microsoft.com/office/powerpoint/2010/main" val="1288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A604A3-3500-4830-A03B-47411F468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52500"/>
            <a:ext cx="10287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2545"/>
                </a:solidFill>
              </a:defRPr>
            </a:pPr>
            <a:r>
              <a:rPr sz="3000" b="1">
                <a:solidFill>
                  <a:srgbClr val="0B2545"/>
                </a:solidFill>
              </a:rPr>
              <a:t>Release Gate Evidence</a:t>
            </a:r>
          </a:p>
          <a:p xmlns:a="http://schemas.openxmlformats.org/drawingml/2006/main">
            <a:pPr>
              <a:defRPr sz="3000" b="1">
                <a:solidFill>
                  <a:srgbClr val="0B2545"/>
                </a:solidFill>
              </a:defRPr>
            </a:pPr>
            <a:r>
              <a:rPr sz="3000" b="1">
                <a:solidFill>
                  <a:srgbClr val="0B2545"/>
                </a:solidFill>
              </a:rPr>
              <a:t>ADR-042 | p95 184 ms | SLO 200 ms</a:t>
            </a:r>
          </a:p>
        </p:txBody>
      </p:sp>
    </p:spTree>
    <p:extLst>
      <p:ext uri="{BB962C8B-B14F-4D97-AF65-F5344CB8AC3E}">
        <p14:creationId xmlns:p14="http://schemas.microsoft.com/office/powerpoint/2010/main" val="6385946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2026-08-24T00:14:03.6980000Z</dcterms:created>
  <dcterms:modified xsi:type="dcterms:W3CDTF">2026-08-24T00:14:03.6980000Z</dcterms:modified>
</coreProperties>
</file>