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2a41283fb84d3e" /><Relationship Type="http://schemas.openxmlformats.org/officeDocument/2006/relationships/extended-properties" Target="/docProps/app.xml" Id="Re54305c599e54d21" /><Relationship Type="http://schemas.openxmlformats.org/officeDocument/2006/relationships/officeDocument" Target="/ppt/presentation.xml" Id="R1094e6c78e2d4a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66d139fe12415f"/>
  </p:sldMasterIdLst>
  <p:notesMasterIdLst>
    <p:notesMasterId xmlns:r="http://schemas.openxmlformats.org/officeDocument/2006/relationships" r:id="R3ab12c30dbc442a2"/>
  </p:notesMasterIdLst>
  <p:sldIdLst>
    <p:sldId xmlns:r="http://schemas.openxmlformats.org/officeDocument/2006/relationships" id="256" r:id="R80d9e64516514b93"/>
    <p:sldId xmlns:r="http://schemas.openxmlformats.org/officeDocument/2006/relationships" id="257" r:id="R75f4fef84db84a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f0793ea9a84155" /><Relationship Type="http://schemas.openxmlformats.org/officeDocument/2006/relationships/slideMaster" Target="/ppt/slideMasters/slideMaster1.xml" Id="Ra066d139fe12415f" /><Relationship Type="http://schemas.openxmlformats.org/officeDocument/2006/relationships/notesMaster" Target="/ppt/notesMasters/notesMaster1.xml" Id="R3ab12c30dbc442a2" /><Relationship Type="http://schemas.openxmlformats.org/officeDocument/2006/relationships/presProps" Target="/ppt/presProps.xml" Id="R8d2f050df34f4efd" /><Relationship Type="http://schemas.openxmlformats.org/officeDocument/2006/relationships/tableStyles" Target="/ppt/tableStyles.xml" Id="R2f2127da37844ece" /><Relationship Type="http://schemas.openxmlformats.org/officeDocument/2006/relationships/slide" Target="/ppt/slides/slide1.xml" Id="R80d9e64516514b93" /><Relationship Type="http://schemas.openxmlformats.org/officeDocument/2006/relationships/slide" Target="/ppt/slides/slide2.xml" Id="R75f4fef84db84a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f792899dd94a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431ccf2b294935" /><Relationship Type="http://schemas.openxmlformats.org/officeDocument/2006/relationships/notesMaster" Target="/ppt/notesMasters/notesMaster1.xml" Id="R637b6e7e265e4f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85f2e3bc994302" /><Relationship Type="http://schemas.openxmlformats.org/officeDocument/2006/relationships/notesMaster" Target="/ppt/notesMasters/notesMaster1.xml" Id="R209a4e9836a546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3ec19c5a4946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8cdfd509594fcc" /><Relationship Type="http://schemas.openxmlformats.org/officeDocument/2006/relationships/slideLayout" Target="/ppt/slideLayouts/slideLayout1.xml" Id="R6fc4f96e839447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c4f96e839447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cf0dfbec34bb7" /><Relationship Type="http://schemas.openxmlformats.org/officeDocument/2006/relationships/notesSlide" Target="/ppt/notesSlides/notesSlide1.xml" Id="Rcbeba164ad154d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9fb57b59c4bdd" /><Relationship Type="http://schemas.openxmlformats.org/officeDocument/2006/relationships/notesSlide" Target="/ppt/notesSlides/notesSlide2.xml" Id="Rf6523e2246504a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327C5-58C9-42FD-851D-1E3ADF4D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Product Alpha R7 | p01-full-006730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p01-src-006730 | CR-006730 | 2026-08-24</a:t>
            </a:r>
          </a:p>
        </p:txBody>
      </p:sp>
    </p:spTree>
    <p:extLst>
      <p:ext uri="{BB962C8B-B14F-4D97-AF65-F5344CB8AC3E}">
        <p14:creationId xmlns:p14="http://schemas.microsoft.com/office/powerpoint/2010/main" val="4326347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8EA40-07EC-4580-A438-07E5BC30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Release Gate Evidence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ADR-042 | p95 184 ms | SLO 200 ms | dependency p01-full-008911</a:t>
            </a:r>
          </a:p>
        </p:txBody>
      </p:sp>
    </p:spTree>
    <p:extLst>
      <p:ext uri="{BB962C8B-B14F-4D97-AF65-F5344CB8AC3E}">
        <p14:creationId xmlns:p14="http://schemas.microsoft.com/office/powerpoint/2010/main" val="20632806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2026-08-24T00:59:59.2300000Z</dcterms:created>
  <dcterms:modified xsi:type="dcterms:W3CDTF">2026-08-24T00:59:59.2300000Z</dcterms:modified>
</coreProperties>
</file>