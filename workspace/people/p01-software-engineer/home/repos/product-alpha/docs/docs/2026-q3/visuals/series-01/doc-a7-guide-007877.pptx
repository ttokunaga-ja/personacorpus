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077d09d76e4a05" /><Relationship Type="http://schemas.openxmlformats.org/officeDocument/2006/relationships/extended-properties" Target="/docProps/app.xml" Id="R2199caa468794ffa" /><Relationship Type="http://schemas.openxmlformats.org/officeDocument/2006/relationships/officeDocument" Target="/ppt/presentation.xml" Id="R1941879a85454a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bd18703a8942e4"/>
  </p:sldMasterIdLst>
  <p:notesMasterIdLst>
    <p:notesMasterId xmlns:r="http://schemas.openxmlformats.org/officeDocument/2006/relationships" r:id="Raf52de2c0abd4996"/>
  </p:notesMasterIdLst>
  <p:sldIdLst>
    <p:sldId xmlns:r="http://schemas.openxmlformats.org/officeDocument/2006/relationships" id="256" r:id="Rabe90564da8a4814"/>
    <p:sldId xmlns:r="http://schemas.openxmlformats.org/officeDocument/2006/relationships" id="257" r:id="R7ed22c9fcfbc40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aeb1de63824f82" /><Relationship Type="http://schemas.openxmlformats.org/officeDocument/2006/relationships/slideMaster" Target="/ppt/slideMasters/slideMaster1.xml" Id="R8ebd18703a8942e4" /><Relationship Type="http://schemas.openxmlformats.org/officeDocument/2006/relationships/notesMaster" Target="/ppt/notesMasters/notesMaster1.xml" Id="Raf52de2c0abd4996" /><Relationship Type="http://schemas.openxmlformats.org/officeDocument/2006/relationships/presProps" Target="/ppt/presProps.xml" Id="Rc5c288b384ab42fa" /><Relationship Type="http://schemas.openxmlformats.org/officeDocument/2006/relationships/tableStyles" Target="/ppt/tableStyles.xml" Id="R8d8f47e9f9224523" /><Relationship Type="http://schemas.openxmlformats.org/officeDocument/2006/relationships/slide" Target="/ppt/slides/slide1.xml" Id="Rabe90564da8a4814" /><Relationship Type="http://schemas.openxmlformats.org/officeDocument/2006/relationships/slide" Target="/ppt/slides/slide2.xml" Id="R7ed22c9fcfbc40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ced3a603a74d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99d645d90542d8" /><Relationship Type="http://schemas.openxmlformats.org/officeDocument/2006/relationships/notesMaster" Target="/ppt/notesMasters/notesMaster1.xml" Id="Ra0dc1f6a78734f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66af4c22df4ce5" /><Relationship Type="http://schemas.openxmlformats.org/officeDocument/2006/relationships/notesMaster" Target="/ppt/notesMasters/notesMaster1.xml" Id="R6b409a75f5e246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44d677f1148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4efa005ca54b58" /><Relationship Type="http://schemas.openxmlformats.org/officeDocument/2006/relationships/slideLayout" Target="/ppt/slideLayouts/slideLayout1.xml" Id="R56f20f1319a74e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f20f1319a74e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e16b4888d4c7e" /><Relationship Type="http://schemas.openxmlformats.org/officeDocument/2006/relationships/notesSlide" Target="/ppt/notesSlides/notesSlide1.xml" Id="R8b6a7a89aa9b46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904f3b83d4741" /><Relationship Type="http://schemas.openxmlformats.org/officeDocument/2006/relationships/notesSlide" Target="/ppt/notesSlides/notesSlide2.xml" Id="Rf4da63882f704b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CF4F2-D4C1-4856-A66A-B742B04D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p01-full-007877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p01-src-007877 | CR-007877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663096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A2AB0-04E8-43F0-BDE7-3D2EF052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p01-full-009197</a:t>
            </a:r>
          </a:p>
        </p:txBody>
      </p:sp>
    </p:spTree>
    <p:extLst>
      <p:ext uri="{BB962C8B-B14F-4D97-AF65-F5344CB8AC3E}">
        <p14:creationId xmlns:p14="http://schemas.microsoft.com/office/powerpoint/2010/main" val="2015639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2026-08-24T00:59:59.6320000Z</dcterms:created>
  <dcterms:modified xsi:type="dcterms:W3CDTF">2026-08-24T00:59:59.6320000Z</dcterms:modified>
</coreProperties>
</file>