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9b9bddda054444" /><Relationship Type="http://schemas.openxmlformats.org/officeDocument/2006/relationships/extended-properties" Target="/docProps/app.xml" Id="R37b2cf5fad374686" /><Relationship Type="http://schemas.openxmlformats.org/officeDocument/2006/relationships/officeDocument" Target="/ppt/presentation.xml" Id="Rfc16112d0ed4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2f5be639444cae"/>
  </p:sldMasterIdLst>
  <p:notesMasterIdLst>
    <p:notesMasterId xmlns:r="http://schemas.openxmlformats.org/officeDocument/2006/relationships" r:id="Rd594781b7000452d"/>
  </p:notesMasterIdLst>
  <p:sldIdLst>
    <p:sldId xmlns:r="http://schemas.openxmlformats.org/officeDocument/2006/relationships" id="256" r:id="Rdc38c89201b44b59"/>
    <p:sldId xmlns:r="http://schemas.openxmlformats.org/officeDocument/2006/relationships" id="257" r:id="R603f6ae8aac847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4746cb7e8149c2" /><Relationship Type="http://schemas.openxmlformats.org/officeDocument/2006/relationships/slideMaster" Target="/ppt/slideMasters/slideMaster1.xml" Id="R392f5be639444cae" /><Relationship Type="http://schemas.openxmlformats.org/officeDocument/2006/relationships/notesMaster" Target="/ppt/notesMasters/notesMaster1.xml" Id="Rd594781b7000452d" /><Relationship Type="http://schemas.openxmlformats.org/officeDocument/2006/relationships/presProps" Target="/ppt/presProps.xml" Id="R9af8061091bc4be9" /><Relationship Type="http://schemas.openxmlformats.org/officeDocument/2006/relationships/tableStyles" Target="/ppt/tableStyles.xml" Id="R6c227977e499444a" /><Relationship Type="http://schemas.openxmlformats.org/officeDocument/2006/relationships/slide" Target="/ppt/slides/slide1.xml" Id="Rdc38c89201b44b59" /><Relationship Type="http://schemas.openxmlformats.org/officeDocument/2006/relationships/slide" Target="/ppt/slides/slide2.xml" Id="R603f6ae8aac847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8a19284aa2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e77975b3824577" /><Relationship Type="http://schemas.openxmlformats.org/officeDocument/2006/relationships/notesMaster" Target="/ppt/notesMasters/notesMaster1.xml" Id="Re86591d6b0b8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c6dd99cf8456c" /><Relationship Type="http://schemas.openxmlformats.org/officeDocument/2006/relationships/notesMaster" Target="/ppt/notesMasters/notesMaster1.xml" Id="Rdeec790c5c3c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38e228b9648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3072b0f8e342e9" /><Relationship Type="http://schemas.openxmlformats.org/officeDocument/2006/relationships/slideLayout" Target="/ppt/slideLayouts/slideLayout1.xml" Id="R3e0415d38d9a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415d38d9a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8d2801b5541d6" /><Relationship Type="http://schemas.openxmlformats.org/officeDocument/2006/relationships/notesSlide" Target="/ppt/notesSlides/notesSlide1.xml" Id="R89abb0fecf19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146ccf64140ce" /><Relationship Type="http://schemas.openxmlformats.org/officeDocument/2006/relationships/notesSlide" Target="/ppt/notesSlides/notesSlide2.xml" Id="R6a3b6090bc59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B5DAA-7433-4E35-A95C-CB9B8B43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p01-full-004877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p01-src-004877 | CR-004877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2109133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27299-C8B2-449C-9192-6F1BC2C7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p01-full-008359</a:t>
            </a:r>
          </a:p>
        </p:txBody>
      </p:sp>
    </p:spTree>
    <p:extLst>
      <p:ext uri="{BB962C8B-B14F-4D97-AF65-F5344CB8AC3E}">
        <p14:creationId xmlns:p14="http://schemas.microsoft.com/office/powerpoint/2010/main" val="9824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2026-08-24T00:55:32.9620000Z</dcterms:created>
  <dcterms:modified xsi:type="dcterms:W3CDTF">2026-08-24T00:55:32.9620000Z</dcterms:modified>
</coreProperties>
</file>