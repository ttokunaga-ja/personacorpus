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7e744bb03d42e2" /><Relationship Type="http://schemas.openxmlformats.org/officeDocument/2006/relationships/extended-properties" Target="/docProps/app.xml" Id="R6f09986695a844f4" /><Relationship Type="http://schemas.openxmlformats.org/officeDocument/2006/relationships/officeDocument" Target="/ppt/presentation.xml" Id="R38e756e6475947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8e6049b6c24adb"/>
  </p:sldMasterIdLst>
  <p:notesMasterIdLst>
    <p:notesMasterId xmlns:r="http://schemas.openxmlformats.org/officeDocument/2006/relationships" r:id="R5989c814bf934b64"/>
  </p:notesMasterIdLst>
  <p:sldIdLst>
    <p:sldId xmlns:r="http://schemas.openxmlformats.org/officeDocument/2006/relationships" id="256" r:id="Rf520e921af5a4920"/>
    <p:sldId xmlns:r="http://schemas.openxmlformats.org/officeDocument/2006/relationships" id="257" r:id="Rfb6f5722b0a9447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741aebbddf416e" /><Relationship Type="http://schemas.openxmlformats.org/officeDocument/2006/relationships/slideMaster" Target="/ppt/slideMasters/slideMaster1.xml" Id="Re48e6049b6c24adb" /><Relationship Type="http://schemas.openxmlformats.org/officeDocument/2006/relationships/notesMaster" Target="/ppt/notesMasters/notesMaster1.xml" Id="R5989c814bf934b64" /><Relationship Type="http://schemas.openxmlformats.org/officeDocument/2006/relationships/presProps" Target="/ppt/presProps.xml" Id="Re7832e4dada84ddd" /><Relationship Type="http://schemas.openxmlformats.org/officeDocument/2006/relationships/tableStyles" Target="/ppt/tableStyles.xml" Id="Ra42a70ac208e4c8b" /><Relationship Type="http://schemas.openxmlformats.org/officeDocument/2006/relationships/slide" Target="/ppt/slides/slide1.xml" Id="Rf520e921af5a4920" /><Relationship Type="http://schemas.openxmlformats.org/officeDocument/2006/relationships/slide" Target="/ppt/slides/slide2.xml" Id="Rfb6f5722b0a944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82b0e409e343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de4cb1fad7404e" /><Relationship Type="http://schemas.openxmlformats.org/officeDocument/2006/relationships/notesMaster" Target="/ppt/notesMasters/notesMaster1.xml" Id="R44b00bc90cba41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377ce35a734855" /><Relationship Type="http://schemas.openxmlformats.org/officeDocument/2006/relationships/notesMaster" Target="/ppt/notesMasters/notesMaster1.xml" Id="R26d71bfff20f48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168ff4b3054c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676a14deca40d4" /><Relationship Type="http://schemas.openxmlformats.org/officeDocument/2006/relationships/slideLayout" Target="/ppt/slideLayouts/slideLayout1.xml" Id="Rddc27e7e02814d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c27e7e02814d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dc2c65beaa4a6b" /><Relationship Type="http://schemas.openxmlformats.org/officeDocument/2006/relationships/notesSlide" Target="/ppt/notesSlides/notesSlide1.xml" Id="R6a24277252dd45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729e78560a43d5" /><Relationship Type="http://schemas.openxmlformats.org/officeDocument/2006/relationships/notesSlide" Target="/ppt/notesSlides/notesSlide2.xml" Id="R20bc25e7657d4d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2781A7-51EF-4520-B940-3E05E3C9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Product Alpha R7 | p01-full-007330</a:t>
            </a:r>
          </a:p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p01-src-007330 | CR-007330 | 2026-08-24</a:t>
            </a:r>
          </a:p>
        </p:txBody>
      </p:sp>
    </p:spTree>
    <p:extLst>
      <p:ext uri="{BB962C8B-B14F-4D97-AF65-F5344CB8AC3E}">
        <p14:creationId xmlns:p14="http://schemas.microsoft.com/office/powerpoint/2010/main" val="12735087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6AF311-F22F-452C-814B-9A74CC50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Release Gate Evidence</a:t>
            </a:r>
          </a:p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ADR-042 | p95 184 ms | SLO 200 ms | dependency p01-full-009142</a:t>
            </a:r>
          </a:p>
        </p:txBody>
      </p:sp>
    </p:spTree>
    <p:extLst>
      <p:ext uri="{BB962C8B-B14F-4D97-AF65-F5344CB8AC3E}">
        <p14:creationId xmlns:p14="http://schemas.microsoft.com/office/powerpoint/2010/main" val="3772833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2026-08-24T00:59:59.5690000Z</dcterms:created>
  <dcterms:modified xsi:type="dcterms:W3CDTF">2026-08-24T00:59:59.5690000Z</dcterms:modified>
</coreProperties>
</file>