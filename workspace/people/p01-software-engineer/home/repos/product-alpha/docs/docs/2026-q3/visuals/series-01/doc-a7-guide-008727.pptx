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27900888f24008" /><Relationship Type="http://schemas.openxmlformats.org/officeDocument/2006/relationships/extended-properties" Target="/docProps/app.xml" Id="R44e00916c93f4299" /><Relationship Type="http://schemas.openxmlformats.org/officeDocument/2006/relationships/officeDocument" Target="/ppt/presentation.xml" Id="R9e458b43b02b46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3f479789d24061"/>
  </p:sldMasterIdLst>
  <p:notesMasterIdLst>
    <p:notesMasterId xmlns:r="http://schemas.openxmlformats.org/officeDocument/2006/relationships" r:id="R1fdc4e0d4a954f75"/>
  </p:notesMasterIdLst>
  <p:sldIdLst>
    <p:sldId xmlns:r="http://schemas.openxmlformats.org/officeDocument/2006/relationships" id="256" r:id="R672748a5d1304d1b"/>
    <p:sldId xmlns:r="http://schemas.openxmlformats.org/officeDocument/2006/relationships" id="257" r:id="Rca5eacb8bf0141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915ad0c860436c" /><Relationship Type="http://schemas.openxmlformats.org/officeDocument/2006/relationships/slideMaster" Target="/ppt/slideMasters/slideMaster1.xml" Id="Rf93f479789d24061" /><Relationship Type="http://schemas.openxmlformats.org/officeDocument/2006/relationships/notesMaster" Target="/ppt/notesMasters/notesMaster1.xml" Id="R1fdc4e0d4a954f75" /><Relationship Type="http://schemas.openxmlformats.org/officeDocument/2006/relationships/presProps" Target="/ppt/presProps.xml" Id="Rc6e6c9e53d1e40a0" /><Relationship Type="http://schemas.openxmlformats.org/officeDocument/2006/relationships/tableStyles" Target="/ppt/tableStyles.xml" Id="R4799dd5130734b2f" /><Relationship Type="http://schemas.openxmlformats.org/officeDocument/2006/relationships/slide" Target="/ppt/slides/slide1.xml" Id="R672748a5d1304d1b" /><Relationship Type="http://schemas.openxmlformats.org/officeDocument/2006/relationships/slide" Target="/ppt/slides/slide2.xml" Id="Rca5eacb8bf0141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3323bf50d044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48285fb749457a" /><Relationship Type="http://schemas.openxmlformats.org/officeDocument/2006/relationships/notesMaster" Target="/ppt/notesMasters/notesMaster1.xml" Id="Rd0065d5101ba48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508b973045493b" /><Relationship Type="http://schemas.openxmlformats.org/officeDocument/2006/relationships/notesMaster" Target="/ppt/notesMasters/notesMaster1.xml" Id="Red975d4d9b7a4b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de3df219b14c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5d23cdc79a46b7" /><Relationship Type="http://schemas.openxmlformats.org/officeDocument/2006/relationships/slideLayout" Target="/ppt/slideLayouts/slideLayout1.xml" Id="R6ad36ec56ae844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d36ec56ae844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201f7fc7d4d42" /><Relationship Type="http://schemas.openxmlformats.org/officeDocument/2006/relationships/notesSlide" Target="/ppt/notesSlides/notesSlide1.xml" Id="R97dfbb1fd3a34d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0b696af144790" /><Relationship Type="http://schemas.openxmlformats.org/officeDocument/2006/relationships/notesSlide" Target="/ppt/notesSlides/notesSlide2.xml" Id="R81fd25a2b6544e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A1B29-FEC9-4733-A944-7CDEC6E2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Product Alpha R7 | p01-full-008727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p01-src-008727 | CR-008727 | 2026-08-24</a:t>
            </a:r>
          </a:p>
        </p:txBody>
      </p:sp>
    </p:spTree>
    <p:extLst>
      <p:ext uri="{BB962C8B-B14F-4D97-AF65-F5344CB8AC3E}">
        <p14:creationId xmlns:p14="http://schemas.microsoft.com/office/powerpoint/2010/main" val="18072473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711F0-98DA-421B-9718-BEE998B1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ADR-042 | p95 184 ms | SLO 200 ms | dependency p01-full-009658</a:t>
            </a:r>
          </a:p>
        </p:txBody>
      </p:sp>
    </p:spTree>
    <p:extLst>
      <p:ext uri="{BB962C8B-B14F-4D97-AF65-F5344CB8AC3E}">
        <p14:creationId xmlns:p14="http://schemas.microsoft.com/office/powerpoint/2010/main" val="19658783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2026-08-24T01:02:43.0150000Z</dcterms:created>
  <dcterms:modified xsi:type="dcterms:W3CDTF">2026-08-24T01:02:43.0150000Z</dcterms:modified>
</coreProperties>
</file>