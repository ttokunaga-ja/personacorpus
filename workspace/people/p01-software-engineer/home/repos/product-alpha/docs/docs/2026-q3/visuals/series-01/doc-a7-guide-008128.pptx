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e530ed18d34222" /><Relationship Type="http://schemas.openxmlformats.org/officeDocument/2006/relationships/extended-properties" Target="/docProps/app.xml" Id="R30a1bc0f8f3343a2" /><Relationship Type="http://schemas.openxmlformats.org/officeDocument/2006/relationships/officeDocument" Target="/ppt/presentation.xml" Id="R86da942a510545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c38ffe40984a12"/>
  </p:sldMasterIdLst>
  <p:notesMasterIdLst>
    <p:notesMasterId xmlns:r="http://schemas.openxmlformats.org/officeDocument/2006/relationships" r:id="R29b6475e04124864"/>
  </p:notesMasterIdLst>
  <p:sldIdLst>
    <p:sldId xmlns:r="http://schemas.openxmlformats.org/officeDocument/2006/relationships" id="256" r:id="R8fb124124a1c4ebc"/>
    <p:sldId xmlns:r="http://schemas.openxmlformats.org/officeDocument/2006/relationships" id="257" r:id="R432ea0fd705c49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5ac5b454f24ae6" /><Relationship Type="http://schemas.openxmlformats.org/officeDocument/2006/relationships/slideMaster" Target="/ppt/slideMasters/slideMaster1.xml" Id="R94c38ffe40984a12" /><Relationship Type="http://schemas.openxmlformats.org/officeDocument/2006/relationships/notesMaster" Target="/ppt/notesMasters/notesMaster1.xml" Id="R29b6475e04124864" /><Relationship Type="http://schemas.openxmlformats.org/officeDocument/2006/relationships/presProps" Target="/ppt/presProps.xml" Id="R865a5548e6e147a3" /><Relationship Type="http://schemas.openxmlformats.org/officeDocument/2006/relationships/tableStyles" Target="/ppt/tableStyles.xml" Id="Rdc29613537654554" /><Relationship Type="http://schemas.openxmlformats.org/officeDocument/2006/relationships/slide" Target="/ppt/slides/slide1.xml" Id="R8fb124124a1c4ebc" /><Relationship Type="http://schemas.openxmlformats.org/officeDocument/2006/relationships/slide" Target="/ppt/slides/slide2.xml" Id="R432ea0fd705c49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7f168d91d946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44966bfc2343f1" /><Relationship Type="http://schemas.openxmlformats.org/officeDocument/2006/relationships/notesMaster" Target="/ppt/notesMasters/notesMaster1.xml" Id="R75ca1d0ac28443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6fd20a1caa4d9c" /><Relationship Type="http://schemas.openxmlformats.org/officeDocument/2006/relationships/notesMaster" Target="/ppt/notesMasters/notesMaster1.xml" Id="R90c9c678abfd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b5869eedc84b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20c043124142cb" /><Relationship Type="http://schemas.openxmlformats.org/officeDocument/2006/relationships/slideLayout" Target="/ppt/slideLayouts/slideLayout1.xml" Id="Rb9a57fec0d134b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57fec0d134b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4692d8fba4ee3" /><Relationship Type="http://schemas.openxmlformats.org/officeDocument/2006/relationships/notesSlide" Target="/ppt/notesSlides/notesSlide1.xml" Id="R586a4778d7ee45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b9d6f33b84b59" /><Relationship Type="http://schemas.openxmlformats.org/officeDocument/2006/relationships/notesSlide" Target="/ppt/notesSlides/notesSlide2.xml" Id="R5162796e2e4846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E60A1-9DF5-4667-979D-43EE8BC5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p01-full-008128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p01-src-008128 | CR-008128 | 2026-08-24</a:t>
            </a:r>
          </a:p>
        </p:txBody>
      </p:sp>
    </p:spTree>
    <p:extLst>
      <p:ext uri="{BB962C8B-B14F-4D97-AF65-F5344CB8AC3E}">
        <p14:creationId xmlns:p14="http://schemas.microsoft.com/office/powerpoint/2010/main" val="566202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F3AA7-AD30-461D-9F60-C5DCA606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p01-full-009510</a:t>
            </a:r>
          </a:p>
        </p:txBody>
      </p:sp>
    </p:spTree>
    <p:extLst>
      <p:ext uri="{BB962C8B-B14F-4D97-AF65-F5344CB8AC3E}">
        <p14:creationId xmlns:p14="http://schemas.microsoft.com/office/powerpoint/2010/main" val="280956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2026-08-24T00:59:59.6840000Z</dcterms:created>
  <dcterms:modified xsi:type="dcterms:W3CDTF">2026-08-24T00:59:59.6840000Z</dcterms:modified>
</coreProperties>
</file>