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27147e0534799" /><Relationship Type="http://schemas.openxmlformats.org/officeDocument/2006/relationships/extended-properties" Target="/docProps/app.xml" Id="R67fae791ec094582" /><Relationship Type="http://schemas.openxmlformats.org/officeDocument/2006/relationships/officeDocument" Target="/ppt/presentation.xml" Id="R0bec03a8273e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22237f6a64123"/>
  </p:sldMasterIdLst>
  <p:notesMasterIdLst>
    <p:notesMasterId xmlns:r="http://schemas.openxmlformats.org/officeDocument/2006/relationships" r:id="R2afc06cfcbdb45fb"/>
  </p:notesMasterIdLst>
  <p:sldIdLst>
    <p:sldId xmlns:r="http://schemas.openxmlformats.org/officeDocument/2006/relationships" id="256" r:id="R17a0f68bb9cd42e4"/>
    <p:sldId xmlns:r="http://schemas.openxmlformats.org/officeDocument/2006/relationships" id="257" r:id="Rc3d112891555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6bad71ed545d4" /><Relationship Type="http://schemas.openxmlformats.org/officeDocument/2006/relationships/slideMaster" Target="/ppt/slideMasters/slideMaster1.xml" Id="R43622237f6a64123" /><Relationship Type="http://schemas.openxmlformats.org/officeDocument/2006/relationships/notesMaster" Target="/ppt/notesMasters/notesMaster1.xml" Id="R2afc06cfcbdb45fb" /><Relationship Type="http://schemas.openxmlformats.org/officeDocument/2006/relationships/presProps" Target="/ppt/presProps.xml" Id="Rb7f742ba9a3442bf" /><Relationship Type="http://schemas.openxmlformats.org/officeDocument/2006/relationships/tableStyles" Target="/ppt/tableStyles.xml" Id="R4b40f28779ab4143" /><Relationship Type="http://schemas.openxmlformats.org/officeDocument/2006/relationships/slide" Target="/ppt/slides/slide1.xml" Id="R17a0f68bb9cd42e4" /><Relationship Type="http://schemas.openxmlformats.org/officeDocument/2006/relationships/slide" Target="/ppt/slides/slide2.xml" Id="Rc3d112891555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de2c9d68f2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19ca8898394526" /><Relationship Type="http://schemas.openxmlformats.org/officeDocument/2006/relationships/notesMaster" Target="/ppt/notesMasters/notesMaster1.xml" Id="Rd2fbaa08952a40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0217b50c74917" /><Relationship Type="http://schemas.openxmlformats.org/officeDocument/2006/relationships/notesMaster" Target="/ppt/notesMasters/notesMaster1.xml" Id="R7a688540e40b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22dcedb51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846aa7384a450f" /><Relationship Type="http://schemas.openxmlformats.org/officeDocument/2006/relationships/slideLayout" Target="/ppt/slideLayouts/slideLayout1.xml" Id="R0effc3bd031e4a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fc3bd031e4a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88cdc9aec4b69" /><Relationship Type="http://schemas.openxmlformats.org/officeDocument/2006/relationships/notesSlide" Target="/ppt/notesSlides/notesSlide1.xml" Id="Rf2ed8aba27ee44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20de22188404f" /><Relationship Type="http://schemas.openxmlformats.org/officeDocument/2006/relationships/notesSlide" Target="/ppt/notesSlides/notesSlide2.xml" Id="Ra44997167ac449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2E891-511A-4321-9DED-BF1EDB9B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p01-full-005230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p01-src-005230 | CR-005230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361498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25FCD-95CD-441A-B329-AAF95142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p01-full-008397</a:t>
            </a:r>
          </a:p>
        </p:txBody>
      </p:sp>
    </p:spTree>
    <p:extLst>
      <p:ext uri="{BB962C8B-B14F-4D97-AF65-F5344CB8AC3E}">
        <p14:creationId xmlns:p14="http://schemas.microsoft.com/office/powerpoint/2010/main" val="1054433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2026-08-24T00:55:33.0370000Z</dcterms:created>
  <dcterms:modified xsi:type="dcterms:W3CDTF">2026-08-24T00:55:33.0370000Z</dcterms:modified>
</coreProperties>
</file>