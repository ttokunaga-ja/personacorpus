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b446b7531849d9" /><Relationship Type="http://schemas.openxmlformats.org/officeDocument/2006/relationships/extended-properties" Target="/docProps/app.xml" Id="R521886f95f0f4e48" /><Relationship Type="http://schemas.openxmlformats.org/officeDocument/2006/relationships/officeDocument" Target="/ppt/presentation.xml" Id="R20713c6b469e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852aa8c294c69"/>
  </p:sldMasterIdLst>
  <p:notesMasterIdLst>
    <p:notesMasterId xmlns:r="http://schemas.openxmlformats.org/officeDocument/2006/relationships" r:id="R99af8bf37b9e46f7"/>
  </p:notesMasterIdLst>
  <p:sldIdLst>
    <p:sldId xmlns:r="http://schemas.openxmlformats.org/officeDocument/2006/relationships" id="256" r:id="R7d871cb159bb4c4c"/>
    <p:sldId xmlns:r="http://schemas.openxmlformats.org/officeDocument/2006/relationships" id="257" r:id="R5c84428ffe694e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5f905d3f24300" /><Relationship Type="http://schemas.openxmlformats.org/officeDocument/2006/relationships/slideMaster" Target="/ppt/slideMasters/slideMaster1.xml" Id="Re34852aa8c294c69" /><Relationship Type="http://schemas.openxmlformats.org/officeDocument/2006/relationships/notesMaster" Target="/ppt/notesMasters/notesMaster1.xml" Id="R99af8bf37b9e46f7" /><Relationship Type="http://schemas.openxmlformats.org/officeDocument/2006/relationships/presProps" Target="/ppt/presProps.xml" Id="Rac429124a41f4b6b" /><Relationship Type="http://schemas.openxmlformats.org/officeDocument/2006/relationships/tableStyles" Target="/ppt/tableStyles.xml" Id="R5c170e85f2564359" /><Relationship Type="http://schemas.openxmlformats.org/officeDocument/2006/relationships/slide" Target="/ppt/slides/slide1.xml" Id="R7d871cb159bb4c4c" /><Relationship Type="http://schemas.openxmlformats.org/officeDocument/2006/relationships/slide" Target="/ppt/slides/slide2.xml" Id="R5c84428ffe69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ac150f86940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0df7aa2f84c7e" /><Relationship Type="http://schemas.openxmlformats.org/officeDocument/2006/relationships/notesMaster" Target="/ppt/notesMasters/notesMaster1.xml" Id="R0da67a6acb2c4f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326863cb44934" /><Relationship Type="http://schemas.openxmlformats.org/officeDocument/2006/relationships/notesMaster" Target="/ppt/notesMasters/notesMaster1.xml" Id="R9a8d7774119448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6439c712c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e03c539114f35" /><Relationship Type="http://schemas.openxmlformats.org/officeDocument/2006/relationships/slideLayout" Target="/ppt/slideLayouts/slideLayout1.xml" Id="R1fe44f392f1d4c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44f392f1d4c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db5047924678" /><Relationship Type="http://schemas.openxmlformats.org/officeDocument/2006/relationships/notesSlide" Target="/ppt/notesSlides/notesSlide1.xml" Id="R1b695bffcf194c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541804a47469e" /><Relationship Type="http://schemas.openxmlformats.org/officeDocument/2006/relationships/notesSlide" Target="/ppt/notesSlides/notesSlide2.xml" Id="R3e94b8092f004a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12C96-DE40-4757-9CEA-F4BFC6E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Alpha R7 | p01-full-003077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p01-src-003077</a:t>
            </a:r>
          </a:p>
        </p:txBody>
      </p:sp>
    </p:spTree>
    <p:extLst>
      <p:ext uri="{BB962C8B-B14F-4D97-AF65-F5344CB8AC3E}">
        <p14:creationId xmlns:p14="http://schemas.microsoft.com/office/powerpoint/2010/main" val="1461396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38749-5A67-44EB-B3F2-2DFE52D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ADR-042 | p95 184 ms | SLO 200 ms</a:t>
            </a:r>
          </a:p>
        </p:txBody>
      </p:sp>
    </p:spTree>
    <p:extLst>
      <p:ext uri="{BB962C8B-B14F-4D97-AF65-F5344CB8AC3E}">
        <p14:creationId xmlns:p14="http://schemas.microsoft.com/office/powerpoint/2010/main" val="406560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2026-08-24T00:14:04.0020000Z</dcterms:created>
  <dcterms:modified xsi:type="dcterms:W3CDTF">2026-08-24T00:14:04.0020000Z</dcterms:modified>
</coreProperties>
</file>