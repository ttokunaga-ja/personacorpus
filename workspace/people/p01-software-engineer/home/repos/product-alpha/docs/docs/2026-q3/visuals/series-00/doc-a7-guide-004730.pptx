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107642dad24a68" /><Relationship Type="http://schemas.openxmlformats.org/officeDocument/2006/relationships/extended-properties" Target="/docProps/app.xml" Id="Reb153eca21104bc1" /><Relationship Type="http://schemas.openxmlformats.org/officeDocument/2006/relationships/officeDocument" Target="/ppt/presentation.xml" Id="R27142c28972447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c3fb7954ab4ef9"/>
  </p:sldMasterIdLst>
  <p:notesMasterIdLst>
    <p:notesMasterId xmlns:r="http://schemas.openxmlformats.org/officeDocument/2006/relationships" r:id="R4baa9c370ac24cc2"/>
  </p:notesMasterIdLst>
  <p:sldIdLst>
    <p:sldId xmlns:r="http://schemas.openxmlformats.org/officeDocument/2006/relationships" id="256" r:id="Re22a900e9c65413c"/>
    <p:sldId xmlns:r="http://schemas.openxmlformats.org/officeDocument/2006/relationships" id="257" r:id="Rd3c30c27f68944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cce8fe22e74ba9" /><Relationship Type="http://schemas.openxmlformats.org/officeDocument/2006/relationships/slideMaster" Target="/ppt/slideMasters/slideMaster1.xml" Id="Rdac3fb7954ab4ef9" /><Relationship Type="http://schemas.openxmlformats.org/officeDocument/2006/relationships/notesMaster" Target="/ppt/notesMasters/notesMaster1.xml" Id="R4baa9c370ac24cc2" /><Relationship Type="http://schemas.openxmlformats.org/officeDocument/2006/relationships/presProps" Target="/ppt/presProps.xml" Id="Rdbd5dbefcb4949f7" /><Relationship Type="http://schemas.openxmlformats.org/officeDocument/2006/relationships/tableStyles" Target="/ppt/tableStyles.xml" Id="Red65f09a8cec44be" /><Relationship Type="http://schemas.openxmlformats.org/officeDocument/2006/relationships/slide" Target="/ppt/slides/slide1.xml" Id="Re22a900e9c65413c" /><Relationship Type="http://schemas.openxmlformats.org/officeDocument/2006/relationships/slide" Target="/ppt/slides/slide2.xml" Id="Rd3c30c27f689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48653b45b04a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2477acb834488c" /><Relationship Type="http://schemas.openxmlformats.org/officeDocument/2006/relationships/notesMaster" Target="/ppt/notesMasters/notesMaster1.xml" Id="Rac471547adc648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2303358c9243a5" /><Relationship Type="http://schemas.openxmlformats.org/officeDocument/2006/relationships/notesMaster" Target="/ppt/notesMasters/notesMaster1.xml" Id="Rf3858d0e1f0048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8016525a94f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509c42e91d475d" /><Relationship Type="http://schemas.openxmlformats.org/officeDocument/2006/relationships/slideLayout" Target="/ppt/slideLayouts/slideLayout1.xml" Id="Rb3722c1bad9048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722c1bad9048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2a8bf38c14188" /><Relationship Type="http://schemas.openxmlformats.org/officeDocument/2006/relationships/notesSlide" Target="/ppt/notesSlides/notesSlide1.xml" Id="R66216513a84347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378dbc2694c9b" /><Relationship Type="http://schemas.openxmlformats.org/officeDocument/2006/relationships/notesSlide" Target="/ppt/notesSlides/notesSlide2.xml" Id="R6dbee5e2a8a847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CF69A-A963-45D0-BB4D-3CE5ED82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Product Alpha R7 | p01-full-004730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p01-src-004730 | CR-004730 | 2026-08-24</a:t>
            </a:r>
          </a:p>
        </p:txBody>
      </p:sp>
    </p:spTree>
    <p:extLst>
      <p:ext uri="{BB962C8B-B14F-4D97-AF65-F5344CB8AC3E}">
        <p14:creationId xmlns:p14="http://schemas.microsoft.com/office/powerpoint/2010/main" val="771461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DC63C-B130-4C1A-B941-F7E01343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ADR-042 | p95 184 ms | SLO 200 ms | dependency p01-full-008344</a:t>
            </a:r>
          </a:p>
        </p:txBody>
      </p:sp>
    </p:spTree>
    <p:extLst>
      <p:ext uri="{BB962C8B-B14F-4D97-AF65-F5344CB8AC3E}">
        <p14:creationId xmlns:p14="http://schemas.microsoft.com/office/powerpoint/2010/main" val="125012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2026-08-24T00:55:32.9220000Z</dcterms:created>
  <dcterms:modified xsi:type="dcterms:W3CDTF">2026-08-24T00:55:32.9220000Z</dcterms:modified>
</coreProperties>
</file>