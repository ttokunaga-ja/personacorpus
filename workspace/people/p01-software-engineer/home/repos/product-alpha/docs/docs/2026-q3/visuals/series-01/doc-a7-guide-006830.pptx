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79dacdd4eb4f8b" /><Relationship Type="http://schemas.openxmlformats.org/officeDocument/2006/relationships/extended-properties" Target="/docProps/app.xml" Id="Ref33c59bf7c44712" /><Relationship Type="http://schemas.openxmlformats.org/officeDocument/2006/relationships/officeDocument" Target="/ppt/presentation.xml" Id="R371bfd92d0e348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f59235a34b447a"/>
  </p:sldMasterIdLst>
  <p:notesMasterIdLst>
    <p:notesMasterId xmlns:r="http://schemas.openxmlformats.org/officeDocument/2006/relationships" r:id="Raa05d94539b84347"/>
  </p:notesMasterIdLst>
  <p:sldIdLst>
    <p:sldId xmlns:r="http://schemas.openxmlformats.org/officeDocument/2006/relationships" id="256" r:id="Red349103fb074aad"/>
    <p:sldId xmlns:r="http://schemas.openxmlformats.org/officeDocument/2006/relationships" id="257" r:id="R8c3e89093e384e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695461497149d9" /><Relationship Type="http://schemas.openxmlformats.org/officeDocument/2006/relationships/slideMaster" Target="/ppt/slideMasters/slideMaster1.xml" Id="Rddf59235a34b447a" /><Relationship Type="http://schemas.openxmlformats.org/officeDocument/2006/relationships/notesMaster" Target="/ppt/notesMasters/notesMaster1.xml" Id="Raa05d94539b84347" /><Relationship Type="http://schemas.openxmlformats.org/officeDocument/2006/relationships/presProps" Target="/ppt/presProps.xml" Id="Rd0fa71a167984a37" /><Relationship Type="http://schemas.openxmlformats.org/officeDocument/2006/relationships/tableStyles" Target="/ppt/tableStyles.xml" Id="Rb7c0fa1fc8464287" /><Relationship Type="http://schemas.openxmlformats.org/officeDocument/2006/relationships/slide" Target="/ppt/slides/slide1.xml" Id="Red349103fb074aad" /><Relationship Type="http://schemas.openxmlformats.org/officeDocument/2006/relationships/slide" Target="/ppt/slides/slide2.xml" Id="R8c3e89093e384e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814423eba647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4814ff9a314810" /><Relationship Type="http://schemas.openxmlformats.org/officeDocument/2006/relationships/notesMaster" Target="/ppt/notesMasters/notesMaster1.xml" Id="R8d22f0ca2e8d45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6933f9528a44b6" /><Relationship Type="http://schemas.openxmlformats.org/officeDocument/2006/relationships/notesMaster" Target="/ppt/notesMasters/notesMaster1.xml" Id="Rb8c0e84646bf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1c18c5457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d7d3f3caf4611" /><Relationship Type="http://schemas.openxmlformats.org/officeDocument/2006/relationships/slideLayout" Target="/ppt/slideLayouts/slideLayout1.xml" Id="R191fa2cc80d941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1fa2cc80d941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2477c976245c0" /><Relationship Type="http://schemas.openxmlformats.org/officeDocument/2006/relationships/notesSlide" Target="/ppt/notesSlides/notesSlide1.xml" Id="R6ee486f14f1948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95a7f78c5409e" /><Relationship Type="http://schemas.openxmlformats.org/officeDocument/2006/relationships/notesSlide" Target="/ppt/notesSlides/notesSlide2.xml" Id="R3b43bf2ecd7940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296FC-3A7D-46F4-A278-E31350D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p01-full-006830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p01-src-006830 | CR-006830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1054601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A36ED-6F80-46EE-8036-37B31A18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p01-full-008942</a:t>
            </a:r>
          </a:p>
        </p:txBody>
      </p:sp>
    </p:spTree>
    <p:extLst>
      <p:ext uri="{BB962C8B-B14F-4D97-AF65-F5344CB8AC3E}">
        <p14:creationId xmlns:p14="http://schemas.microsoft.com/office/powerpoint/2010/main" val="2099932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2026-08-24T00:59:59.4560000Z</dcterms:created>
  <dcterms:modified xsi:type="dcterms:W3CDTF">2026-08-24T00:59:59.4560000Z</dcterms:modified>
</coreProperties>
</file>