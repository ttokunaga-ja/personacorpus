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d9a8319d9c242a7" /><Relationship Type="http://schemas.openxmlformats.org/officeDocument/2006/relationships/extended-properties" Target="/docProps/app.xml" Id="R55b0f382bb284db3" /><Relationship Type="http://schemas.openxmlformats.org/officeDocument/2006/relationships/officeDocument" Target="/ppt/presentation.xml" Id="R5a77e7ef18c1427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647a7687cf428f"/>
  </p:sldMasterIdLst>
  <p:notesMasterIdLst>
    <p:notesMasterId xmlns:r="http://schemas.openxmlformats.org/officeDocument/2006/relationships" r:id="R5a438342df784c35"/>
  </p:notesMasterIdLst>
  <p:sldIdLst>
    <p:sldId xmlns:r="http://schemas.openxmlformats.org/officeDocument/2006/relationships" id="256" r:id="R65bfa91d850e45a5"/>
    <p:sldId xmlns:r="http://schemas.openxmlformats.org/officeDocument/2006/relationships" id="257" r:id="R316d003412f5418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2f66961b614224" /><Relationship Type="http://schemas.openxmlformats.org/officeDocument/2006/relationships/slideMaster" Target="/ppt/slideMasters/slideMaster1.xml" Id="Ra7647a7687cf428f" /><Relationship Type="http://schemas.openxmlformats.org/officeDocument/2006/relationships/notesMaster" Target="/ppt/notesMasters/notesMaster1.xml" Id="R5a438342df784c35" /><Relationship Type="http://schemas.openxmlformats.org/officeDocument/2006/relationships/presProps" Target="/ppt/presProps.xml" Id="Rd126f7d1be974ccd" /><Relationship Type="http://schemas.openxmlformats.org/officeDocument/2006/relationships/tableStyles" Target="/ppt/tableStyles.xml" Id="R86949c39e1d84ec6" /><Relationship Type="http://schemas.openxmlformats.org/officeDocument/2006/relationships/slide" Target="/ppt/slides/slide1.xml" Id="R65bfa91d850e45a5" /><Relationship Type="http://schemas.openxmlformats.org/officeDocument/2006/relationships/slide" Target="/ppt/slides/slide2.xml" Id="R316d003412f541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603c74af7644ff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ace0d1c04d14573" /><Relationship Type="http://schemas.openxmlformats.org/officeDocument/2006/relationships/notesMaster" Target="/ppt/notesMasters/notesMaster1.xml" Id="R39f5e8f185ad473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3be78db516d4d7a" /><Relationship Type="http://schemas.openxmlformats.org/officeDocument/2006/relationships/notesMaster" Target="/ppt/notesMasters/notesMaster1.xml" Id="R5d46a51538b44b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dc1e5d2b8544d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65755bfc8de4035" /><Relationship Type="http://schemas.openxmlformats.org/officeDocument/2006/relationships/slideLayout" Target="/ppt/slideLayouts/slideLayout1.xml" Id="R0950a4f10db94d3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50a4f10db94d3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531caa6bca4714" /><Relationship Type="http://schemas.openxmlformats.org/officeDocument/2006/relationships/notesSlide" Target="/ppt/notesSlides/notesSlide1.xml" Id="Ra241d2b8b5e348f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0dbee24f7a4f79" /><Relationship Type="http://schemas.openxmlformats.org/officeDocument/2006/relationships/notesSlide" Target="/ppt/notesSlides/notesSlide2.xml" Id="Rf24f5cfc37ea488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0B2BDF-790F-4DC8-B50E-410746B91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2500"/>
            <a:ext cx="10287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Product Alpha R7 | p01-full-006577</a:t>
            </a:r>
          </a:p>
          <a:p xmlns:a="http://schemas.openxmlformats.org/drawingml/2006/main">
            <a:pPr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p01-src-006577 | CR-006577 | 2026-08-24</a:t>
            </a:r>
          </a:p>
        </p:txBody>
      </p:sp>
    </p:spTree>
    <p:extLst>
      <p:ext uri="{BB962C8B-B14F-4D97-AF65-F5344CB8AC3E}">
        <p14:creationId xmlns:p14="http://schemas.microsoft.com/office/powerpoint/2010/main" val="4727041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80885A-C98E-4287-A7E5-B17A2442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2500"/>
            <a:ext cx="10287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Release Gate Evidence</a:t>
            </a:r>
          </a:p>
          <a:p xmlns:a="http://schemas.openxmlformats.org/drawingml/2006/main">
            <a:pPr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ADR-042 | p95 184 ms | SLO 200 ms | dependency p01-full-008897</a:t>
            </a:r>
          </a:p>
        </p:txBody>
      </p:sp>
    </p:spTree>
    <p:extLst>
      <p:ext uri="{BB962C8B-B14F-4D97-AF65-F5344CB8AC3E}">
        <p14:creationId xmlns:p14="http://schemas.microsoft.com/office/powerpoint/2010/main" val="6236029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2026-08-24T00:55:33.1770000Z</dcterms:created>
  <dcterms:modified xsi:type="dcterms:W3CDTF">2026-08-24T00:55:33.1770000Z</dcterms:modified>
</coreProperties>
</file>