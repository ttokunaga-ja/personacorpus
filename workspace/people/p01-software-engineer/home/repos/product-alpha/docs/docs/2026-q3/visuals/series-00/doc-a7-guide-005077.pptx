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f13ebb225c46e4" /><Relationship Type="http://schemas.openxmlformats.org/officeDocument/2006/relationships/extended-properties" Target="/docProps/app.xml" Id="R0a382cc387dc4264" /><Relationship Type="http://schemas.openxmlformats.org/officeDocument/2006/relationships/officeDocument" Target="/ppt/presentation.xml" Id="R89e0472c45b84e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3ef855dd748ee"/>
  </p:sldMasterIdLst>
  <p:notesMasterIdLst>
    <p:notesMasterId xmlns:r="http://schemas.openxmlformats.org/officeDocument/2006/relationships" r:id="R720a3dd7261c4b1e"/>
  </p:notesMasterIdLst>
  <p:sldIdLst>
    <p:sldId xmlns:r="http://schemas.openxmlformats.org/officeDocument/2006/relationships" id="256" r:id="R41be393d98874e8b"/>
    <p:sldId xmlns:r="http://schemas.openxmlformats.org/officeDocument/2006/relationships" id="257" r:id="Rdaa66cf2088e4a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b33dcf4a554068" /><Relationship Type="http://schemas.openxmlformats.org/officeDocument/2006/relationships/slideMaster" Target="/ppt/slideMasters/slideMaster1.xml" Id="Raf03ef855dd748ee" /><Relationship Type="http://schemas.openxmlformats.org/officeDocument/2006/relationships/notesMaster" Target="/ppt/notesMasters/notesMaster1.xml" Id="R720a3dd7261c4b1e" /><Relationship Type="http://schemas.openxmlformats.org/officeDocument/2006/relationships/presProps" Target="/ppt/presProps.xml" Id="R29aff3d6f7f84d6b" /><Relationship Type="http://schemas.openxmlformats.org/officeDocument/2006/relationships/tableStyles" Target="/ppt/tableStyles.xml" Id="R7f86611727904356" /><Relationship Type="http://schemas.openxmlformats.org/officeDocument/2006/relationships/slide" Target="/ppt/slides/slide1.xml" Id="R41be393d98874e8b" /><Relationship Type="http://schemas.openxmlformats.org/officeDocument/2006/relationships/slide" Target="/ppt/slides/slide2.xml" Id="Rdaa66cf2088e4a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105cb9e6d42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3a838e46c41d5" /><Relationship Type="http://schemas.openxmlformats.org/officeDocument/2006/relationships/notesMaster" Target="/ppt/notesMasters/notesMaster1.xml" Id="R954a15ce04914f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dbbfe2a534047" /><Relationship Type="http://schemas.openxmlformats.org/officeDocument/2006/relationships/notesMaster" Target="/ppt/notesMasters/notesMaster1.xml" Id="R749a00ba630d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d22ab36d141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fa099e8927419a" /><Relationship Type="http://schemas.openxmlformats.org/officeDocument/2006/relationships/slideLayout" Target="/ppt/slideLayouts/slideLayout1.xml" Id="R971092c6cc4849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092c6cc48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fb17723eb412e" /><Relationship Type="http://schemas.openxmlformats.org/officeDocument/2006/relationships/notesSlide" Target="/ppt/notesSlides/notesSlide1.xml" Id="R1158acb575b545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5652ebad7430e" /><Relationship Type="http://schemas.openxmlformats.org/officeDocument/2006/relationships/notesSlide" Target="/ppt/notesSlides/notesSlide2.xml" Id="Rbed3ea26c121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F2FE7-9BBF-4555-B2D8-356B9E48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p01-full-005077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p01-src-005077 | CR-005077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446396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7A5AE-76C8-404A-B7D6-8FC3563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p01-full-008377</a:t>
            </a:r>
          </a:p>
        </p:txBody>
      </p:sp>
    </p:spTree>
    <p:extLst>
      <p:ext uri="{BB962C8B-B14F-4D97-AF65-F5344CB8AC3E}">
        <p14:creationId xmlns:p14="http://schemas.microsoft.com/office/powerpoint/2010/main" val="1375770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2026-08-24T00:55:33.0020000Z</dcterms:created>
  <dcterms:modified xsi:type="dcterms:W3CDTF">2026-08-24T00:55:33.0020000Z</dcterms:modified>
</coreProperties>
</file>