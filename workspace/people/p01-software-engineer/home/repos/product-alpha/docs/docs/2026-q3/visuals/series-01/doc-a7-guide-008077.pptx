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b909ea67944817" /><Relationship Type="http://schemas.openxmlformats.org/officeDocument/2006/relationships/extended-properties" Target="/docProps/app.xml" Id="Re59e34e6ac3d4d33" /><Relationship Type="http://schemas.openxmlformats.org/officeDocument/2006/relationships/officeDocument" Target="/ppt/presentation.xml" Id="R0c77dadc67c14c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ff23bfe09346fd"/>
  </p:sldMasterIdLst>
  <p:notesMasterIdLst>
    <p:notesMasterId xmlns:r="http://schemas.openxmlformats.org/officeDocument/2006/relationships" r:id="R04195e6950214269"/>
  </p:notesMasterIdLst>
  <p:sldIdLst>
    <p:sldId xmlns:r="http://schemas.openxmlformats.org/officeDocument/2006/relationships" id="256" r:id="R76c4e2f1a6ef4e42"/>
    <p:sldId xmlns:r="http://schemas.openxmlformats.org/officeDocument/2006/relationships" id="257" r:id="R3457a52ce9754f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713fd5d0ed484e" /><Relationship Type="http://schemas.openxmlformats.org/officeDocument/2006/relationships/slideMaster" Target="/ppt/slideMasters/slideMaster1.xml" Id="R86ff23bfe09346fd" /><Relationship Type="http://schemas.openxmlformats.org/officeDocument/2006/relationships/notesMaster" Target="/ppt/notesMasters/notesMaster1.xml" Id="R04195e6950214269" /><Relationship Type="http://schemas.openxmlformats.org/officeDocument/2006/relationships/presProps" Target="/ppt/presProps.xml" Id="Rfd1ad5dba3aa4ca7" /><Relationship Type="http://schemas.openxmlformats.org/officeDocument/2006/relationships/tableStyles" Target="/ppt/tableStyles.xml" Id="R4f10821e685546ff" /><Relationship Type="http://schemas.openxmlformats.org/officeDocument/2006/relationships/slide" Target="/ppt/slides/slide1.xml" Id="R76c4e2f1a6ef4e42" /><Relationship Type="http://schemas.openxmlformats.org/officeDocument/2006/relationships/slide" Target="/ppt/slides/slide2.xml" Id="R3457a52ce9754f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39b763c64e4f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dfd0876485473c" /><Relationship Type="http://schemas.openxmlformats.org/officeDocument/2006/relationships/notesMaster" Target="/ppt/notesMasters/notesMaster1.xml" Id="R796f53da4dda4d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7ad1ca4e154a74" /><Relationship Type="http://schemas.openxmlformats.org/officeDocument/2006/relationships/notesMaster" Target="/ppt/notesMasters/notesMaster1.xml" Id="R3f7c554d937a49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457512d4841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1f5d86ebf743a5" /><Relationship Type="http://schemas.openxmlformats.org/officeDocument/2006/relationships/slideLayout" Target="/ppt/slideLayouts/slideLayout1.xml" Id="R26607192fc4442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607192fc4442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a503391d24ccb" /><Relationship Type="http://schemas.openxmlformats.org/officeDocument/2006/relationships/notesSlide" Target="/ppt/notesSlides/notesSlide1.xml" Id="R485ab1ec208a44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2631a6a248f5" /><Relationship Type="http://schemas.openxmlformats.org/officeDocument/2006/relationships/notesSlide" Target="/ppt/notesSlides/notesSlide2.xml" Id="Ra4686b6020ec4e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D94ED-8EAE-47AD-B371-FFB48A10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p01-full-008077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p01-src-008077 | CR-008077 | 2026-08-24</a:t>
            </a:r>
          </a:p>
        </p:txBody>
      </p:sp>
    </p:spTree>
    <p:extLst>
      <p:ext uri="{BB962C8B-B14F-4D97-AF65-F5344CB8AC3E}">
        <p14:creationId xmlns:p14="http://schemas.microsoft.com/office/powerpoint/2010/main" val="1417651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FB817-6920-4D0E-A536-D1D523F5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p01-full-009397</a:t>
            </a:r>
          </a:p>
        </p:txBody>
      </p:sp>
    </p:spTree>
    <p:extLst>
      <p:ext uri="{BB962C8B-B14F-4D97-AF65-F5344CB8AC3E}">
        <p14:creationId xmlns:p14="http://schemas.microsoft.com/office/powerpoint/2010/main" val="1832971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2026-08-24T00:59:59.6590000Z</dcterms:created>
  <dcterms:modified xsi:type="dcterms:W3CDTF">2026-08-24T00:59:59.6590000Z</dcterms:modified>
</coreProperties>
</file>