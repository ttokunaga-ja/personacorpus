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107404dd5f44c8" /><Relationship Type="http://schemas.openxmlformats.org/officeDocument/2006/relationships/extended-properties" Target="/docProps/app.xml" Id="Rf228c9b6a9ec4337" /><Relationship Type="http://schemas.openxmlformats.org/officeDocument/2006/relationships/officeDocument" Target="/ppt/presentation.xml" Id="Ra3b783bce40f4b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95858d8ec43bf"/>
  </p:sldMasterIdLst>
  <p:notesMasterIdLst>
    <p:notesMasterId xmlns:r="http://schemas.openxmlformats.org/officeDocument/2006/relationships" r:id="Re7cf28c0f67b44d1"/>
  </p:notesMasterIdLst>
  <p:sldIdLst>
    <p:sldId xmlns:r="http://schemas.openxmlformats.org/officeDocument/2006/relationships" id="256" r:id="R215671e0d6a14275"/>
    <p:sldId xmlns:r="http://schemas.openxmlformats.org/officeDocument/2006/relationships" id="257" r:id="R3dcae16c3f4d4b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e8afb1de2b455f" /><Relationship Type="http://schemas.openxmlformats.org/officeDocument/2006/relationships/slideMaster" Target="/ppt/slideMasters/slideMaster1.xml" Id="R95495858d8ec43bf" /><Relationship Type="http://schemas.openxmlformats.org/officeDocument/2006/relationships/notesMaster" Target="/ppt/notesMasters/notesMaster1.xml" Id="Re7cf28c0f67b44d1" /><Relationship Type="http://schemas.openxmlformats.org/officeDocument/2006/relationships/presProps" Target="/ppt/presProps.xml" Id="Rf4454ed18b4544e9" /><Relationship Type="http://schemas.openxmlformats.org/officeDocument/2006/relationships/tableStyles" Target="/ppt/tableStyles.xml" Id="R4b0542397a0e483f" /><Relationship Type="http://schemas.openxmlformats.org/officeDocument/2006/relationships/slide" Target="/ppt/slides/slide1.xml" Id="R215671e0d6a14275" /><Relationship Type="http://schemas.openxmlformats.org/officeDocument/2006/relationships/slide" Target="/ppt/slides/slide2.xml" Id="R3dcae16c3f4d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7d9dca01b642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7c41bb2d0b46ee" /><Relationship Type="http://schemas.openxmlformats.org/officeDocument/2006/relationships/notesMaster" Target="/ppt/notesMasters/notesMaster1.xml" Id="Re7162c299e0d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4c20a30a24248" /><Relationship Type="http://schemas.openxmlformats.org/officeDocument/2006/relationships/notesMaster" Target="/ppt/notesMasters/notesMaster1.xml" Id="Rb114bb956f56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1150e01a24a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fe034178af42de" /><Relationship Type="http://schemas.openxmlformats.org/officeDocument/2006/relationships/slideLayout" Target="/ppt/slideLayouts/slideLayout1.xml" Id="Rf9a4d64458fb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4d64458fb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160df316a4793" /><Relationship Type="http://schemas.openxmlformats.org/officeDocument/2006/relationships/notesSlide" Target="/ppt/notesSlides/notesSlide1.xml" Id="R398e17baeee442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98099863d4ba5" /><Relationship Type="http://schemas.openxmlformats.org/officeDocument/2006/relationships/notesSlide" Target="/ppt/notesSlides/notesSlide2.xml" Id="Rd7f323c34a2a4f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511E5-850F-4FE5-90F6-0232B9A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p01-full-005377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p01-src-005377 | CR-005377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54597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377CF-1FB9-4381-911B-2F27498B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p01-full-008644</a:t>
            </a:r>
          </a:p>
        </p:txBody>
      </p:sp>
    </p:spTree>
    <p:extLst>
      <p:ext uri="{BB962C8B-B14F-4D97-AF65-F5344CB8AC3E}">
        <p14:creationId xmlns:p14="http://schemas.microsoft.com/office/powerpoint/2010/main" val="904112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2026-08-24T00:55:33.1010000Z</dcterms:created>
  <dcterms:modified xsi:type="dcterms:W3CDTF">2026-08-24T00:55:33.1010000Z</dcterms:modified>
</coreProperties>
</file>