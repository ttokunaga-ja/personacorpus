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5f2dae1790d4d1f" /><Relationship Type="http://schemas.openxmlformats.org/officeDocument/2006/relationships/extended-properties" Target="/docProps/app.xml" Id="Rc6a9af6270b34adb" /><Relationship Type="http://schemas.openxmlformats.org/officeDocument/2006/relationships/officeDocument" Target="/ppt/presentation.xml" Id="Rd60cac6811a34b2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2d125e0be8b49b2"/>
  </p:sldMasterIdLst>
  <p:notesMasterIdLst>
    <p:notesMasterId xmlns:r="http://schemas.openxmlformats.org/officeDocument/2006/relationships" r:id="R6bd5d2c5082e4b73"/>
  </p:notesMasterIdLst>
  <p:sldIdLst>
    <p:sldId xmlns:r="http://schemas.openxmlformats.org/officeDocument/2006/relationships" id="256" r:id="Ree4258f623454b4c"/>
    <p:sldId xmlns:r="http://schemas.openxmlformats.org/officeDocument/2006/relationships" id="257" r:id="R9a456ff6f5924a9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ee7ae54b6ed4450" /><Relationship Type="http://schemas.openxmlformats.org/officeDocument/2006/relationships/slideMaster" Target="/ppt/slideMasters/slideMaster1.xml" Id="R32d125e0be8b49b2" /><Relationship Type="http://schemas.openxmlformats.org/officeDocument/2006/relationships/notesMaster" Target="/ppt/notesMasters/notesMaster1.xml" Id="R6bd5d2c5082e4b73" /><Relationship Type="http://schemas.openxmlformats.org/officeDocument/2006/relationships/presProps" Target="/ppt/presProps.xml" Id="R80a16ad224384e21" /><Relationship Type="http://schemas.openxmlformats.org/officeDocument/2006/relationships/tableStyles" Target="/ppt/tableStyles.xml" Id="R012646b5448240fd" /><Relationship Type="http://schemas.openxmlformats.org/officeDocument/2006/relationships/slide" Target="/ppt/slides/slide1.xml" Id="Ree4258f623454b4c" /><Relationship Type="http://schemas.openxmlformats.org/officeDocument/2006/relationships/slide" Target="/ppt/slides/slide2.xml" Id="R9a456ff6f5924a9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2441926fc9b488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0bbf7e5b4764ff8" /><Relationship Type="http://schemas.openxmlformats.org/officeDocument/2006/relationships/notesMaster" Target="/ppt/notesMasters/notesMaster1.xml" Id="R7c8f479747f647e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6900d3def9b46fb" /><Relationship Type="http://schemas.openxmlformats.org/officeDocument/2006/relationships/notesMaster" Target="/ppt/notesMasters/notesMaster1.xml" Id="Rdcf920b8fd5a496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8c4b7490c148d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45bf872215c4f46" /><Relationship Type="http://schemas.openxmlformats.org/officeDocument/2006/relationships/slideLayout" Target="/ppt/slideLayouts/slideLayout1.xml" Id="R9f748f570c73420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f748f570c73420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3ac8e8347d4499" /><Relationship Type="http://schemas.openxmlformats.org/officeDocument/2006/relationships/notesSlide" Target="/ppt/notesSlides/notesSlide1.xml" Id="Rfd20257e68364f6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83698094404895" /><Relationship Type="http://schemas.openxmlformats.org/officeDocument/2006/relationships/notesSlide" Target="/ppt/notesSlides/notesSlide2.xml" Id="R42bd9693968d4c0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95F667-A1DD-4A1D-A339-E4E1C9FD5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52500"/>
            <a:ext cx="10287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Product Alpha R7 | p01-full-011177</a:t>
            </a:r>
          </a:p>
          <a:p xmlns:a="http://schemas.openxmlformats.org/drawingml/2006/main">
            <a:pPr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p01-src-011177 | CR-011177 | 2026-08-24</a:t>
            </a:r>
          </a:p>
        </p:txBody>
      </p:sp>
    </p:spTree>
    <p:extLst>
      <p:ext uri="{BB962C8B-B14F-4D97-AF65-F5344CB8AC3E}">
        <p14:creationId xmlns:p14="http://schemas.microsoft.com/office/powerpoint/2010/main" val="15393016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FCC30D-35CB-452B-B2A6-61477300C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52500"/>
            <a:ext cx="10287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Release Gate Evidence</a:t>
            </a:r>
          </a:p>
          <a:p xmlns:a="http://schemas.openxmlformats.org/drawingml/2006/main">
            <a:pPr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ADR-042 | p95 184 ms | SLO 200 ms | dependency p01-full-009942</a:t>
            </a:r>
          </a:p>
        </p:txBody>
      </p:sp>
    </p:spTree>
    <p:extLst>
      <p:ext uri="{BB962C8B-B14F-4D97-AF65-F5344CB8AC3E}">
        <p14:creationId xmlns:p14="http://schemas.microsoft.com/office/powerpoint/2010/main" val="16800550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2026-08-24T01:02:43.3650000Z</dcterms:created>
  <dcterms:modified xsi:type="dcterms:W3CDTF">2026-08-24T01:02:43.3650000Z</dcterms:modified>
</coreProperties>
</file>