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08cc5c9aed4c1e" /><Relationship Type="http://schemas.openxmlformats.org/officeDocument/2006/relationships/extended-properties" Target="/docProps/app.xml" Id="R88d4ec0c45464c8e" /><Relationship Type="http://schemas.openxmlformats.org/officeDocument/2006/relationships/officeDocument" Target="/ppt/presentation.xml" Id="R1164071c8e0148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0c8cdc41134299"/>
  </p:sldMasterIdLst>
  <p:notesMasterIdLst>
    <p:notesMasterId xmlns:r="http://schemas.openxmlformats.org/officeDocument/2006/relationships" r:id="R0b657d7563a94a33"/>
  </p:notesMasterIdLst>
  <p:sldIdLst>
    <p:sldId xmlns:r="http://schemas.openxmlformats.org/officeDocument/2006/relationships" id="256" r:id="R46502044e0544421"/>
    <p:sldId xmlns:r="http://schemas.openxmlformats.org/officeDocument/2006/relationships" id="257" r:id="Rdfcae75087b848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7005bc22654f67" /><Relationship Type="http://schemas.openxmlformats.org/officeDocument/2006/relationships/slideMaster" Target="/ppt/slideMasters/slideMaster1.xml" Id="R2a0c8cdc41134299" /><Relationship Type="http://schemas.openxmlformats.org/officeDocument/2006/relationships/notesMaster" Target="/ppt/notesMasters/notesMaster1.xml" Id="R0b657d7563a94a33" /><Relationship Type="http://schemas.openxmlformats.org/officeDocument/2006/relationships/presProps" Target="/ppt/presProps.xml" Id="R1cae706e75e44320" /><Relationship Type="http://schemas.openxmlformats.org/officeDocument/2006/relationships/tableStyles" Target="/ppt/tableStyles.xml" Id="Rb215eb8d62b64aba" /><Relationship Type="http://schemas.openxmlformats.org/officeDocument/2006/relationships/slide" Target="/ppt/slides/slide1.xml" Id="R46502044e0544421" /><Relationship Type="http://schemas.openxmlformats.org/officeDocument/2006/relationships/slide" Target="/ppt/slides/slide2.xml" Id="Rdfcae75087b848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258d7537334c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25162208ec470a" /><Relationship Type="http://schemas.openxmlformats.org/officeDocument/2006/relationships/notesMaster" Target="/ppt/notesMasters/notesMaster1.xml" Id="R48e8b5f4f57b4f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f718811d3c4c69" /><Relationship Type="http://schemas.openxmlformats.org/officeDocument/2006/relationships/notesMaster" Target="/ppt/notesMasters/notesMaster1.xml" Id="Reed5953b9f1a45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bfa92d66454d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ccb9129a0e44ca" /><Relationship Type="http://schemas.openxmlformats.org/officeDocument/2006/relationships/slideLayout" Target="/ppt/slideLayouts/slideLayout1.xml" Id="R301ea3a387a74e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1ea3a387a74e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ee2063b674359" /><Relationship Type="http://schemas.openxmlformats.org/officeDocument/2006/relationships/notesSlide" Target="/ppt/notesSlides/notesSlide1.xml" Id="R8437df2a671e4e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6920f55884f3e" /><Relationship Type="http://schemas.openxmlformats.org/officeDocument/2006/relationships/notesSlide" Target="/ppt/notesSlides/notesSlide2.xml" Id="R5c3a4bc22af049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60818-3D42-4EE3-9825-1159A84D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Product Alpha R7 | p01-full-011577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p01-src-011577 | CR-011577 | 2026-08-24</a:t>
            </a:r>
          </a:p>
        </p:txBody>
      </p:sp>
    </p:spTree>
    <p:extLst>
      <p:ext uri="{BB962C8B-B14F-4D97-AF65-F5344CB8AC3E}">
        <p14:creationId xmlns:p14="http://schemas.microsoft.com/office/powerpoint/2010/main" val="19435477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FA4EA2-8B62-4192-A9E7-06857C35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Release Gate Evidence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ADR-042 | p95 184 ms | SLO 200 ms | dependency p01-full-010010</a:t>
            </a:r>
          </a:p>
        </p:txBody>
      </p:sp>
    </p:spTree>
    <p:extLst>
      <p:ext uri="{BB962C8B-B14F-4D97-AF65-F5344CB8AC3E}">
        <p14:creationId xmlns:p14="http://schemas.microsoft.com/office/powerpoint/2010/main" val="11089425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2026-08-24T01:02:43.3970000Z</dcterms:created>
  <dcterms:modified xsi:type="dcterms:W3CDTF">2026-08-24T01:02:43.3970000Z</dcterms:modified>
</coreProperties>
</file>