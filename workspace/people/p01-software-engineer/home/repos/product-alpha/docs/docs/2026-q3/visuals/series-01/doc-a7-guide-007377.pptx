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5748d95b8f416e" /><Relationship Type="http://schemas.openxmlformats.org/officeDocument/2006/relationships/extended-properties" Target="/docProps/app.xml" Id="Rccd53d45126f47ec" /><Relationship Type="http://schemas.openxmlformats.org/officeDocument/2006/relationships/officeDocument" Target="/ppt/presentation.xml" Id="Rdeea76b697b54e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4cfb3bc7bf4951"/>
  </p:sldMasterIdLst>
  <p:notesMasterIdLst>
    <p:notesMasterId xmlns:r="http://schemas.openxmlformats.org/officeDocument/2006/relationships" r:id="R7c5dd421c6334481"/>
  </p:notesMasterIdLst>
  <p:sldIdLst>
    <p:sldId xmlns:r="http://schemas.openxmlformats.org/officeDocument/2006/relationships" id="256" r:id="R51b9fd707def4e7b"/>
    <p:sldId xmlns:r="http://schemas.openxmlformats.org/officeDocument/2006/relationships" id="257" r:id="R4d85eaca57da46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ffa764c9274645" /><Relationship Type="http://schemas.openxmlformats.org/officeDocument/2006/relationships/slideMaster" Target="/ppt/slideMasters/slideMaster1.xml" Id="R344cfb3bc7bf4951" /><Relationship Type="http://schemas.openxmlformats.org/officeDocument/2006/relationships/notesMaster" Target="/ppt/notesMasters/notesMaster1.xml" Id="R7c5dd421c6334481" /><Relationship Type="http://schemas.openxmlformats.org/officeDocument/2006/relationships/presProps" Target="/ppt/presProps.xml" Id="R37d5d647246346e9" /><Relationship Type="http://schemas.openxmlformats.org/officeDocument/2006/relationships/tableStyles" Target="/ppt/tableStyles.xml" Id="Rba00886e485a4323" /><Relationship Type="http://schemas.openxmlformats.org/officeDocument/2006/relationships/slide" Target="/ppt/slides/slide1.xml" Id="R51b9fd707def4e7b" /><Relationship Type="http://schemas.openxmlformats.org/officeDocument/2006/relationships/slide" Target="/ppt/slides/slide2.xml" Id="R4d85eaca57da46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e848ce411e40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0fc9b6888b4f32" /><Relationship Type="http://schemas.openxmlformats.org/officeDocument/2006/relationships/notesMaster" Target="/ppt/notesMasters/notesMaster1.xml" Id="R4630c5f9126442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783635aa28423e" /><Relationship Type="http://schemas.openxmlformats.org/officeDocument/2006/relationships/notesMaster" Target="/ppt/notesMasters/notesMaster1.xml" Id="R031b77f151174e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ba2a2b5ac45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07d25d432648ce" /><Relationship Type="http://schemas.openxmlformats.org/officeDocument/2006/relationships/slideLayout" Target="/ppt/slideLayouts/slideLayout1.xml" Id="Redf015a6f06448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f015a6f06448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0eae480554cab" /><Relationship Type="http://schemas.openxmlformats.org/officeDocument/2006/relationships/notesSlide" Target="/ppt/notesSlides/notesSlide1.xml" Id="R3db79b104cbb4b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f8a9664184576" /><Relationship Type="http://schemas.openxmlformats.org/officeDocument/2006/relationships/notesSlide" Target="/ppt/notesSlides/notesSlide2.xml" Id="Rdf17b360b64c41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2EF2D-886E-4BC3-8B12-2BC2A317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p01-full-007377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p01-src-007377 | CR-007377 | 2026-08-24</a:t>
            </a:r>
          </a:p>
        </p:txBody>
      </p:sp>
    </p:spTree>
    <p:extLst>
      <p:ext uri="{BB962C8B-B14F-4D97-AF65-F5344CB8AC3E}">
        <p14:creationId xmlns:p14="http://schemas.microsoft.com/office/powerpoint/2010/main" val="9954003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2C289-359D-4AA1-8FCA-020B9138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p01-full-009177</a:t>
            </a:r>
          </a:p>
        </p:txBody>
      </p:sp>
    </p:spTree>
    <p:extLst>
      <p:ext uri="{BB962C8B-B14F-4D97-AF65-F5344CB8AC3E}">
        <p14:creationId xmlns:p14="http://schemas.microsoft.com/office/powerpoint/2010/main" val="19085226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2026-08-24T00:59:59.6080000Z</dcterms:created>
  <dcterms:modified xsi:type="dcterms:W3CDTF">2026-08-24T00:59:59.6080000Z</dcterms:modified>
</coreProperties>
</file>