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4a031b063b4fcd" /><Relationship Type="http://schemas.openxmlformats.org/officeDocument/2006/relationships/extended-properties" Target="/docProps/app.xml" Id="R17214aa751464671" /><Relationship Type="http://schemas.openxmlformats.org/officeDocument/2006/relationships/officeDocument" Target="/ppt/presentation.xml" Id="Rb7d6e45fa2a443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b8e25ef1241c6"/>
  </p:sldMasterIdLst>
  <p:notesMasterIdLst>
    <p:notesMasterId xmlns:r="http://schemas.openxmlformats.org/officeDocument/2006/relationships" r:id="R46c9092ec0654ba7"/>
  </p:notesMasterIdLst>
  <p:sldIdLst>
    <p:sldId xmlns:r="http://schemas.openxmlformats.org/officeDocument/2006/relationships" id="256" r:id="R65309496a40f49e1"/>
    <p:sldId xmlns:r="http://schemas.openxmlformats.org/officeDocument/2006/relationships" id="257" r:id="Rc8c1d2196ccf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4be78da514c0a" /><Relationship Type="http://schemas.openxmlformats.org/officeDocument/2006/relationships/slideMaster" Target="/ppt/slideMasters/slideMaster1.xml" Id="R78bb8e25ef1241c6" /><Relationship Type="http://schemas.openxmlformats.org/officeDocument/2006/relationships/notesMaster" Target="/ppt/notesMasters/notesMaster1.xml" Id="R46c9092ec0654ba7" /><Relationship Type="http://schemas.openxmlformats.org/officeDocument/2006/relationships/presProps" Target="/ppt/presProps.xml" Id="R39a00c6992b74c0e" /><Relationship Type="http://schemas.openxmlformats.org/officeDocument/2006/relationships/tableStyles" Target="/ppt/tableStyles.xml" Id="Rde5d97d158a24c36" /><Relationship Type="http://schemas.openxmlformats.org/officeDocument/2006/relationships/slide" Target="/ppt/slides/slide1.xml" Id="R65309496a40f49e1" /><Relationship Type="http://schemas.openxmlformats.org/officeDocument/2006/relationships/slide" Target="/ppt/slides/slide2.xml" Id="Rc8c1d2196ccf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621e7c11b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1f7a16e9a46e7" /><Relationship Type="http://schemas.openxmlformats.org/officeDocument/2006/relationships/notesMaster" Target="/ppt/notesMasters/notesMaster1.xml" Id="R9c71a012b2da4a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baad8419414579" /><Relationship Type="http://schemas.openxmlformats.org/officeDocument/2006/relationships/notesMaster" Target="/ppt/notesMasters/notesMaster1.xml" Id="R4078ea653af947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4d6804b10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6786b96eaf473e" /><Relationship Type="http://schemas.openxmlformats.org/officeDocument/2006/relationships/slideLayout" Target="/ppt/slideLayouts/slideLayout1.xml" Id="Rc2354100e02b49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54100e02b49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1fdca763b406b" /><Relationship Type="http://schemas.openxmlformats.org/officeDocument/2006/relationships/notesSlide" Target="/ppt/notesSlides/notesSlide1.xml" Id="R337607f111f245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d35b14344966" /><Relationship Type="http://schemas.openxmlformats.org/officeDocument/2006/relationships/notesSlide" Target="/ppt/notesSlides/notesSlide2.xml" Id="R77d7a0d30eec42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32C63-2806-43C3-9C95-23571D99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p01-full-007230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p01-src-007230 | CR-007230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619529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4DAC-AAA9-4F59-9E80-BF778890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p01-full-009111</a:t>
            </a:r>
          </a:p>
        </p:txBody>
      </p:sp>
    </p:spTree>
    <p:extLst>
      <p:ext uri="{BB962C8B-B14F-4D97-AF65-F5344CB8AC3E}">
        <p14:creationId xmlns:p14="http://schemas.microsoft.com/office/powerpoint/2010/main" val="1522575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2026-08-24T00:59:59.5360000Z</dcterms:created>
  <dcterms:modified xsi:type="dcterms:W3CDTF">2026-08-24T00:59:59.5360000Z</dcterms:modified>
</coreProperties>
</file>