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f620aadef74400" /><Relationship Type="http://schemas.openxmlformats.org/officeDocument/2006/relationships/extended-properties" Target="/docProps/app.xml" Id="R4c49683d2b9b4054" /><Relationship Type="http://schemas.openxmlformats.org/officeDocument/2006/relationships/officeDocument" Target="/ppt/presentation.xml" Id="R7ed1b19c14f34a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c6d27c9c5d44c2"/>
  </p:sldMasterIdLst>
  <p:notesMasterIdLst>
    <p:notesMasterId xmlns:r="http://schemas.openxmlformats.org/officeDocument/2006/relationships" r:id="R6327c98fa26e4f54"/>
  </p:notesMasterIdLst>
  <p:sldIdLst>
    <p:sldId xmlns:r="http://schemas.openxmlformats.org/officeDocument/2006/relationships" id="256" r:id="R043f000270334c13"/>
    <p:sldId xmlns:r="http://schemas.openxmlformats.org/officeDocument/2006/relationships" id="257" r:id="R506ac1e6a78749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e8220454f746b9" /><Relationship Type="http://schemas.openxmlformats.org/officeDocument/2006/relationships/slideMaster" Target="/ppt/slideMasters/slideMaster1.xml" Id="R39c6d27c9c5d44c2" /><Relationship Type="http://schemas.openxmlformats.org/officeDocument/2006/relationships/notesMaster" Target="/ppt/notesMasters/notesMaster1.xml" Id="R6327c98fa26e4f54" /><Relationship Type="http://schemas.openxmlformats.org/officeDocument/2006/relationships/presProps" Target="/ppt/presProps.xml" Id="R21a7dcc821cf4567" /><Relationship Type="http://schemas.openxmlformats.org/officeDocument/2006/relationships/tableStyles" Target="/ppt/tableStyles.xml" Id="Rdd5c04017f1245b3" /><Relationship Type="http://schemas.openxmlformats.org/officeDocument/2006/relationships/slide" Target="/ppt/slides/slide1.xml" Id="R043f000270334c13" /><Relationship Type="http://schemas.openxmlformats.org/officeDocument/2006/relationships/slide" Target="/ppt/slides/slide2.xml" Id="R506ac1e6a78749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d9c48123e04d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3ebb9b21f54a12" /><Relationship Type="http://schemas.openxmlformats.org/officeDocument/2006/relationships/notesMaster" Target="/ppt/notesMasters/notesMaster1.xml" Id="Ra9b6dd55918241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bec3689ff143c0" /><Relationship Type="http://schemas.openxmlformats.org/officeDocument/2006/relationships/notesMaster" Target="/ppt/notesMasters/notesMaster1.xml" Id="Rb86b3a55f5ad46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fc786556845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f1e2148d364058" /><Relationship Type="http://schemas.openxmlformats.org/officeDocument/2006/relationships/slideLayout" Target="/ppt/slideLayouts/slideLayout1.xml" Id="R99c226ea29bf45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c226ea29bf45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4b046fccf4e84" /><Relationship Type="http://schemas.openxmlformats.org/officeDocument/2006/relationships/notesSlide" Target="/ppt/notesSlides/notesSlide1.xml" Id="R820a0b55e4b443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1f6a249e548b8" /><Relationship Type="http://schemas.openxmlformats.org/officeDocument/2006/relationships/notesSlide" Target="/ppt/notesSlides/notesSlide2.xml" Id="R53268b998b2d4f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A976C-1D70-4592-ADF9-2FB2DBBA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Product Alpha R7 | p01-full-002877</a:t>
            </a:r>
          </a:p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p01-src-002877</a:t>
            </a:r>
          </a:p>
        </p:txBody>
      </p:sp>
    </p:spTree>
    <p:extLst>
      <p:ext uri="{BB962C8B-B14F-4D97-AF65-F5344CB8AC3E}">
        <p14:creationId xmlns:p14="http://schemas.microsoft.com/office/powerpoint/2010/main" val="4530206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C7169-850B-4DE1-ACF5-FD36DC11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ADR-042 | p95 184 ms | SLO 200 ms</a:t>
            </a:r>
          </a:p>
        </p:txBody>
      </p:sp>
    </p:spTree>
    <p:extLst>
      <p:ext uri="{BB962C8B-B14F-4D97-AF65-F5344CB8AC3E}">
        <p14:creationId xmlns:p14="http://schemas.microsoft.com/office/powerpoint/2010/main" val="177962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2026-08-24T00:14:03.9670000Z</dcterms:created>
  <dcterms:modified xsi:type="dcterms:W3CDTF">2026-08-24T00:14:03.9670000Z</dcterms:modified>
</coreProperties>
</file>