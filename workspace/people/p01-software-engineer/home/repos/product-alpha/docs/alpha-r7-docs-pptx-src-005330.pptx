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79ce89e36e4d7f" /><Relationship Type="http://schemas.openxmlformats.org/officeDocument/2006/relationships/extended-properties" Target="/docProps/app.xml" Id="R02104f5210b742a2" /><Relationship Type="http://schemas.openxmlformats.org/officeDocument/2006/relationships/officeDocument" Target="/ppt/presentation.xml" Id="Rc8a3e375a48d4d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7771c5118945be"/>
  </p:sldMasterIdLst>
  <p:notesMasterIdLst>
    <p:notesMasterId xmlns:r="http://schemas.openxmlformats.org/officeDocument/2006/relationships" r:id="Rca908a5bfe484a6e"/>
  </p:notesMasterIdLst>
  <p:sldIdLst>
    <p:sldId xmlns:r="http://schemas.openxmlformats.org/officeDocument/2006/relationships" id="256" r:id="R15fb55fb99a94318"/>
    <p:sldId xmlns:r="http://schemas.openxmlformats.org/officeDocument/2006/relationships" id="257" r:id="R2a2e864d4b0942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bf2e34892c4304" /><Relationship Type="http://schemas.openxmlformats.org/officeDocument/2006/relationships/slideMaster" Target="/ppt/slideMasters/slideMaster1.xml" Id="R587771c5118945be" /><Relationship Type="http://schemas.openxmlformats.org/officeDocument/2006/relationships/notesMaster" Target="/ppt/notesMasters/notesMaster1.xml" Id="Rca908a5bfe484a6e" /><Relationship Type="http://schemas.openxmlformats.org/officeDocument/2006/relationships/presProps" Target="/ppt/presProps.xml" Id="Raf74f2555bd24b7e" /><Relationship Type="http://schemas.openxmlformats.org/officeDocument/2006/relationships/tableStyles" Target="/ppt/tableStyles.xml" Id="R05a1ee193faf4039" /><Relationship Type="http://schemas.openxmlformats.org/officeDocument/2006/relationships/slide" Target="/ppt/slides/slide1.xml" Id="R15fb55fb99a94318" /><Relationship Type="http://schemas.openxmlformats.org/officeDocument/2006/relationships/slide" Target="/ppt/slides/slide2.xml" Id="R2a2e864d4b0942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1d21bf9d5a46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91a5a50a234f5b" /><Relationship Type="http://schemas.openxmlformats.org/officeDocument/2006/relationships/notesMaster" Target="/ppt/notesMasters/notesMaster1.xml" Id="R9438f06b2a6745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37dc53040a4262" /><Relationship Type="http://schemas.openxmlformats.org/officeDocument/2006/relationships/notesMaster" Target="/ppt/notesMasters/notesMaster1.xml" Id="R2cb88d89d7f442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b19b8e6614a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d82fe7d1654433" /><Relationship Type="http://schemas.openxmlformats.org/officeDocument/2006/relationships/slideLayout" Target="/ppt/slideLayouts/slideLayout1.xml" Id="R47d78247630a43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d78247630a43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91044edca4dd1" /><Relationship Type="http://schemas.openxmlformats.org/officeDocument/2006/relationships/notesSlide" Target="/ppt/notesSlides/notesSlide1.xml" Id="Rd1a3680fe50345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443f1e69d4f47" /><Relationship Type="http://schemas.openxmlformats.org/officeDocument/2006/relationships/notesSlide" Target="/ppt/notesSlides/notesSlide2.xml" Id="R0eebb8c62b434a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E1D4A-302E-453D-B2B0-BA741574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p01-full-005330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p01-src-005330 | CR-005330 | 2026-08-24</a:t>
            </a:r>
          </a:p>
        </p:txBody>
      </p:sp>
    </p:spTree>
    <p:extLst>
      <p:ext uri="{BB962C8B-B14F-4D97-AF65-F5344CB8AC3E}">
        <p14:creationId xmlns:p14="http://schemas.microsoft.com/office/powerpoint/2010/main" val="805552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1FD6B-4B00-4A14-9EA6-E5C3CFBE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p01-full-008411</a:t>
            </a:r>
          </a:p>
        </p:txBody>
      </p:sp>
    </p:spTree>
    <p:extLst>
      <p:ext uri="{BB962C8B-B14F-4D97-AF65-F5344CB8AC3E}">
        <p14:creationId xmlns:p14="http://schemas.microsoft.com/office/powerpoint/2010/main" val="1230633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2026-08-24T00:55:33.0770000Z</dcterms:created>
  <dcterms:modified xsi:type="dcterms:W3CDTF">2026-08-24T00:55:33.0770000Z</dcterms:modified>
</coreProperties>
</file>