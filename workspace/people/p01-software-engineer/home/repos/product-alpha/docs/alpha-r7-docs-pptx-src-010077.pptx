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55c9c9347e43c6" /><Relationship Type="http://schemas.openxmlformats.org/officeDocument/2006/relationships/extended-properties" Target="/docProps/app.xml" Id="R773ae4bc06c94991" /><Relationship Type="http://schemas.openxmlformats.org/officeDocument/2006/relationships/officeDocument" Target="/ppt/presentation.xml" Id="Rf461ac3bd2b34a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7e51be6b6f4d3f"/>
  </p:sldMasterIdLst>
  <p:notesMasterIdLst>
    <p:notesMasterId xmlns:r="http://schemas.openxmlformats.org/officeDocument/2006/relationships" r:id="R9d9a532553d24ecc"/>
  </p:notesMasterIdLst>
  <p:sldIdLst>
    <p:sldId xmlns:r="http://schemas.openxmlformats.org/officeDocument/2006/relationships" id="256" r:id="Ree06b984695f4681"/>
    <p:sldId xmlns:r="http://schemas.openxmlformats.org/officeDocument/2006/relationships" id="257" r:id="R7918736797bd4e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cc772887444f37" /><Relationship Type="http://schemas.openxmlformats.org/officeDocument/2006/relationships/slideMaster" Target="/ppt/slideMasters/slideMaster1.xml" Id="Ree7e51be6b6f4d3f" /><Relationship Type="http://schemas.openxmlformats.org/officeDocument/2006/relationships/notesMaster" Target="/ppt/notesMasters/notesMaster1.xml" Id="R9d9a532553d24ecc" /><Relationship Type="http://schemas.openxmlformats.org/officeDocument/2006/relationships/presProps" Target="/ppt/presProps.xml" Id="Rf3a0109cff1a45aa" /><Relationship Type="http://schemas.openxmlformats.org/officeDocument/2006/relationships/tableStyles" Target="/ppt/tableStyles.xml" Id="R8a0507f437454621" /><Relationship Type="http://schemas.openxmlformats.org/officeDocument/2006/relationships/slide" Target="/ppt/slides/slide1.xml" Id="Ree06b984695f4681" /><Relationship Type="http://schemas.openxmlformats.org/officeDocument/2006/relationships/slide" Target="/ppt/slides/slide2.xml" Id="R7918736797bd4e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960193beb54b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ccf24d9eb3480e" /><Relationship Type="http://schemas.openxmlformats.org/officeDocument/2006/relationships/notesMaster" Target="/ppt/notesMasters/notesMaster1.xml" Id="R20161752bc6244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9b5ce22c194cba" /><Relationship Type="http://schemas.openxmlformats.org/officeDocument/2006/relationships/notesMaster" Target="/ppt/notesMasters/notesMaster1.xml" Id="R14bfd45475ad40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73087524d4c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986448222e4e07" /><Relationship Type="http://schemas.openxmlformats.org/officeDocument/2006/relationships/slideLayout" Target="/ppt/slideLayouts/slideLayout1.xml" Id="Rcc343f08e24041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343f08e24041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40d5db3374411" /><Relationship Type="http://schemas.openxmlformats.org/officeDocument/2006/relationships/notesSlide" Target="/ppt/notesSlides/notesSlide1.xml" Id="R9942fedf153645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f25d3ff3b455a" /><Relationship Type="http://schemas.openxmlformats.org/officeDocument/2006/relationships/notesSlide" Target="/ppt/notesSlides/notesSlide2.xml" Id="R16c169d092fb40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F4649-7965-4EE2-AC6D-B5260237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p01-full-010077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p01-src-010077 | CR-010077 | 2026-08-24</a:t>
            </a:r>
          </a:p>
        </p:txBody>
      </p:sp>
    </p:spTree>
    <p:extLst>
      <p:ext uri="{BB962C8B-B14F-4D97-AF65-F5344CB8AC3E}">
        <p14:creationId xmlns:p14="http://schemas.microsoft.com/office/powerpoint/2010/main" val="16500511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3FA62-25FB-4A82-A1A3-57AD1134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p01-full-009910</a:t>
            </a:r>
          </a:p>
        </p:txBody>
      </p:sp>
    </p:spTree>
    <p:extLst>
      <p:ext uri="{BB962C8B-B14F-4D97-AF65-F5344CB8AC3E}">
        <p14:creationId xmlns:p14="http://schemas.microsoft.com/office/powerpoint/2010/main" val="813389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2026-08-24T01:02:43.3280000Z</dcterms:created>
  <dcterms:modified xsi:type="dcterms:W3CDTF">2026-08-24T01:02:43.3280000Z</dcterms:modified>
</coreProperties>
</file>