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a7152c8c334df2" /><Relationship Type="http://schemas.openxmlformats.org/officeDocument/2006/relationships/extended-properties" Target="/docProps/app.xml" Id="R90e7df082181459d" /><Relationship Type="http://schemas.openxmlformats.org/officeDocument/2006/relationships/officeDocument" Target="/ppt/presentation.xml" Id="R6a260064d58c4c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f0805172ff4b6a"/>
  </p:sldMasterIdLst>
  <p:notesMasterIdLst>
    <p:notesMasterId xmlns:r="http://schemas.openxmlformats.org/officeDocument/2006/relationships" r:id="Rd1da04d5463344ba"/>
  </p:notesMasterIdLst>
  <p:sldIdLst>
    <p:sldId xmlns:r="http://schemas.openxmlformats.org/officeDocument/2006/relationships" id="256" r:id="R21dc4adec16f45e9"/>
    <p:sldId xmlns:r="http://schemas.openxmlformats.org/officeDocument/2006/relationships" id="257" r:id="R6285b02c132e49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370171766a4adb" /><Relationship Type="http://schemas.openxmlformats.org/officeDocument/2006/relationships/slideMaster" Target="/ppt/slideMasters/slideMaster1.xml" Id="R9df0805172ff4b6a" /><Relationship Type="http://schemas.openxmlformats.org/officeDocument/2006/relationships/notesMaster" Target="/ppt/notesMasters/notesMaster1.xml" Id="Rd1da04d5463344ba" /><Relationship Type="http://schemas.openxmlformats.org/officeDocument/2006/relationships/presProps" Target="/ppt/presProps.xml" Id="R25cb54aa57064f73" /><Relationship Type="http://schemas.openxmlformats.org/officeDocument/2006/relationships/tableStyles" Target="/ppt/tableStyles.xml" Id="R4ab8e8004cc64292" /><Relationship Type="http://schemas.openxmlformats.org/officeDocument/2006/relationships/slide" Target="/ppt/slides/slide1.xml" Id="R21dc4adec16f45e9" /><Relationship Type="http://schemas.openxmlformats.org/officeDocument/2006/relationships/slide" Target="/ppt/slides/slide2.xml" Id="R6285b02c132e49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ed8de6911e4d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23badb9eac49a9" /><Relationship Type="http://schemas.openxmlformats.org/officeDocument/2006/relationships/notesMaster" Target="/ppt/notesMasters/notesMaster1.xml" Id="R3dc63321b9394f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b7ace9713346bc" /><Relationship Type="http://schemas.openxmlformats.org/officeDocument/2006/relationships/notesMaster" Target="/ppt/notesMasters/notesMaster1.xml" Id="R2852ad3eccd34c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8082286474c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5c9231b49d4a34" /><Relationship Type="http://schemas.openxmlformats.org/officeDocument/2006/relationships/slideLayout" Target="/ppt/slideLayouts/slideLayout1.xml" Id="R84701fc10aee42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701fc10aee42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979e2bfe848cb" /><Relationship Type="http://schemas.openxmlformats.org/officeDocument/2006/relationships/notesSlide" Target="/ppt/notesSlides/notesSlide1.xml" Id="Rd53efb7988e843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0e23ea8cc48e3" /><Relationship Type="http://schemas.openxmlformats.org/officeDocument/2006/relationships/notesSlide" Target="/ppt/notesSlides/notesSlide2.xml" Id="R92c8bb2944904c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3F603-B47E-4AD2-B87B-0573A588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p01-full-008177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p01-src-008177 | CR-008177 | 2026-08-24</a:t>
            </a:r>
          </a:p>
        </p:txBody>
      </p:sp>
    </p:spTree>
    <p:extLst>
      <p:ext uri="{BB962C8B-B14F-4D97-AF65-F5344CB8AC3E}">
        <p14:creationId xmlns:p14="http://schemas.microsoft.com/office/powerpoint/2010/main" val="168990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F4E4F-6C53-42D3-8FBF-89C9CFC7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p01-full-009597</a:t>
            </a:r>
          </a:p>
        </p:txBody>
      </p:sp>
    </p:spTree>
    <p:extLst>
      <p:ext uri="{BB962C8B-B14F-4D97-AF65-F5344CB8AC3E}">
        <p14:creationId xmlns:p14="http://schemas.microsoft.com/office/powerpoint/2010/main" val="941434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2026-08-24T00:59:59.7100000Z</dcterms:created>
  <dcterms:modified xsi:type="dcterms:W3CDTF">2026-08-24T00:59:59.7100000Z</dcterms:modified>
</coreProperties>
</file>