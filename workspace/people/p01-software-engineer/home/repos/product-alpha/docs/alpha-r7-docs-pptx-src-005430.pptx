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16b66373a7402d" /><Relationship Type="http://schemas.openxmlformats.org/officeDocument/2006/relationships/extended-properties" Target="/docProps/app.xml" Id="R07c1928bfa294011" /><Relationship Type="http://schemas.openxmlformats.org/officeDocument/2006/relationships/officeDocument" Target="/ppt/presentation.xml" Id="Ra7f0029bbb6248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0ed850229400b"/>
  </p:sldMasterIdLst>
  <p:notesMasterIdLst>
    <p:notesMasterId xmlns:r="http://schemas.openxmlformats.org/officeDocument/2006/relationships" r:id="Rad450870656e42a1"/>
  </p:notesMasterIdLst>
  <p:sldIdLst>
    <p:sldId xmlns:r="http://schemas.openxmlformats.org/officeDocument/2006/relationships" id="256" r:id="Red95011706b14288"/>
    <p:sldId xmlns:r="http://schemas.openxmlformats.org/officeDocument/2006/relationships" id="257" r:id="Rfe2dc5d74faa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6e0a8d775b4c7a" /><Relationship Type="http://schemas.openxmlformats.org/officeDocument/2006/relationships/slideMaster" Target="/ppt/slideMasters/slideMaster1.xml" Id="Raf10ed850229400b" /><Relationship Type="http://schemas.openxmlformats.org/officeDocument/2006/relationships/notesMaster" Target="/ppt/notesMasters/notesMaster1.xml" Id="Rad450870656e42a1" /><Relationship Type="http://schemas.openxmlformats.org/officeDocument/2006/relationships/presProps" Target="/ppt/presProps.xml" Id="Rbec8695c9c6f4e1c" /><Relationship Type="http://schemas.openxmlformats.org/officeDocument/2006/relationships/tableStyles" Target="/ppt/tableStyles.xml" Id="Rf1f4522efe524c96" /><Relationship Type="http://schemas.openxmlformats.org/officeDocument/2006/relationships/slide" Target="/ppt/slides/slide1.xml" Id="Red95011706b14288" /><Relationship Type="http://schemas.openxmlformats.org/officeDocument/2006/relationships/slide" Target="/ppt/slides/slide2.xml" Id="Rfe2dc5d74faa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23ad8eb27d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f37d68f1394130" /><Relationship Type="http://schemas.openxmlformats.org/officeDocument/2006/relationships/notesMaster" Target="/ppt/notesMasters/notesMaster1.xml" Id="R08d946284e7f4f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eca1e18dff4a65" /><Relationship Type="http://schemas.openxmlformats.org/officeDocument/2006/relationships/notesMaster" Target="/ppt/notesMasters/notesMaster1.xml" Id="R33787f89fb7d42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1b496788448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2cfb25bfdc4100" /><Relationship Type="http://schemas.openxmlformats.org/officeDocument/2006/relationships/slideLayout" Target="/ppt/slideLayouts/slideLayout1.xml" Id="R2ff91d544bc5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91d544bc5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7d862c2cd440a" /><Relationship Type="http://schemas.openxmlformats.org/officeDocument/2006/relationships/notesSlide" Target="/ppt/notesSlides/notesSlide1.xml" Id="R2b1f952e360841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144e8e23c4e90" /><Relationship Type="http://schemas.openxmlformats.org/officeDocument/2006/relationships/notesSlide" Target="/ppt/notesSlides/notesSlide2.xml" Id="R64b43a34258644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AE840-46D7-4AF0-AAA3-D8100549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p01-full-005430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p01-src-005430 | CR-005430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214112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2722D-0F42-4E6B-BF7D-B752DFE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p01-full-008677</a:t>
            </a:r>
          </a:p>
        </p:txBody>
      </p:sp>
    </p:spTree>
    <p:extLst>
      <p:ext uri="{BB962C8B-B14F-4D97-AF65-F5344CB8AC3E}">
        <p14:creationId xmlns:p14="http://schemas.microsoft.com/office/powerpoint/2010/main" val="110901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2026-08-24T00:55:33.1270000Z</dcterms:created>
  <dcterms:modified xsi:type="dcterms:W3CDTF">2026-08-24T00:55:33.1270000Z</dcterms:modified>
</coreProperties>
</file>