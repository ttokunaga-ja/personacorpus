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7c5850b78d4c9c" /><Relationship Type="http://schemas.openxmlformats.org/officeDocument/2006/relationships/extended-properties" Target="/docProps/app.xml" Id="Rc47e69e8b5454764" /><Relationship Type="http://schemas.openxmlformats.org/officeDocument/2006/relationships/officeDocument" Target="/ppt/presentation.xml" Id="R4cf4a5af93f643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46b2cbde344ed"/>
  </p:sldMasterIdLst>
  <p:notesMasterIdLst>
    <p:notesMasterId xmlns:r="http://schemas.openxmlformats.org/officeDocument/2006/relationships" r:id="Rcf7eb8fd120c4955"/>
  </p:notesMasterIdLst>
  <p:sldIdLst>
    <p:sldId xmlns:r="http://schemas.openxmlformats.org/officeDocument/2006/relationships" id="256" r:id="R13e419f2f1f24e9a"/>
    <p:sldId xmlns:r="http://schemas.openxmlformats.org/officeDocument/2006/relationships" id="257" r:id="R44c71fdee822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0b8dfa528a40c2" /><Relationship Type="http://schemas.openxmlformats.org/officeDocument/2006/relationships/slideMaster" Target="/ppt/slideMasters/slideMaster1.xml" Id="R90446b2cbde344ed" /><Relationship Type="http://schemas.openxmlformats.org/officeDocument/2006/relationships/notesMaster" Target="/ppt/notesMasters/notesMaster1.xml" Id="Rcf7eb8fd120c4955" /><Relationship Type="http://schemas.openxmlformats.org/officeDocument/2006/relationships/presProps" Target="/ppt/presProps.xml" Id="R88eee4a0b4964850" /><Relationship Type="http://schemas.openxmlformats.org/officeDocument/2006/relationships/tableStyles" Target="/ppt/tableStyles.xml" Id="R0ddcae342e7f4a4d" /><Relationship Type="http://schemas.openxmlformats.org/officeDocument/2006/relationships/slide" Target="/ppt/slides/slide1.xml" Id="R13e419f2f1f24e9a" /><Relationship Type="http://schemas.openxmlformats.org/officeDocument/2006/relationships/slide" Target="/ppt/slides/slide2.xml" Id="R44c71fdee822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70a108b484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d45116a89a436e" /><Relationship Type="http://schemas.openxmlformats.org/officeDocument/2006/relationships/notesMaster" Target="/ppt/notesMasters/notesMaster1.xml" Id="R7e939ffb835647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ae91decbb64014" /><Relationship Type="http://schemas.openxmlformats.org/officeDocument/2006/relationships/notesMaster" Target="/ppt/notesMasters/notesMaster1.xml" Id="R32ff58e5327e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638b794294f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a5df89d5c74a68" /><Relationship Type="http://schemas.openxmlformats.org/officeDocument/2006/relationships/slideLayout" Target="/ppt/slideLayouts/slideLayout1.xml" Id="R69312da618c4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312da618c4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28a556a85428a" /><Relationship Type="http://schemas.openxmlformats.org/officeDocument/2006/relationships/notesSlide" Target="/ppt/notesSlides/notesSlide1.xml" Id="Rabc37b989a08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a5001c4a64ca8" /><Relationship Type="http://schemas.openxmlformats.org/officeDocument/2006/relationships/notesSlide" Target="/ppt/notesSlides/notesSlide2.xml" Id="Rd6ced8b5b65d44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9FF90-0A1B-4EC2-AC35-D315EEC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Alpha R7 | p01-full-003332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p01-src-003332</a:t>
            </a:r>
          </a:p>
        </p:txBody>
      </p:sp>
    </p:spTree>
    <p:extLst>
      <p:ext uri="{BB962C8B-B14F-4D97-AF65-F5344CB8AC3E}">
        <p14:creationId xmlns:p14="http://schemas.microsoft.com/office/powerpoint/2010/main" val="1199683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A6526-3632-4D7F-9E52-8715B7F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ADR-042 | p95 184 ms | SLO 200 ms</a:t>
            </a:r>
          </a:p>
        </p:txBody>
      </p:sp>
    </p:spTree>
    <p:extLst>
      <p:ext uri="{BB962C8B-B14F-4D97-AF65-F5344CB8AC3E}">
        <p14:creationId xmlns:p14="http://schemas.microsoft.com/office/powerpoint/2010/main" val="1737294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2026-08-24T00:14:04.0340000Z</dcterms:created>
  <dcterms:modified xsi:type="dcterms:W3CDTF">2026-08-24T00:14:04.0340000Z</dcterms:modified>
</coreProperties>
</file>