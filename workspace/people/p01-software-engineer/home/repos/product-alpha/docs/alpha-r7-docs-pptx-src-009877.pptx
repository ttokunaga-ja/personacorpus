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9c57c1433349b6" /><Relationship Type="http://schemas.openxmlformats.org/officeDocument/2006/relationships/extended-properties" Target="/docProps/app.xml" Id="R9d0d5de95fb04407" /><Relationship Type="http://schemas.openxmlformats.org/officeDocument/2006/relationships/officeDocument" Target="/ppt/presentation.xml" Id="R7a0c12dbd2a742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0cd3e6a1af42e5"/>
  </p:sldMasterIdLst>
  <p:notesMasterIdLst>
    <p:notesMasterId xmlns:r="http://schemas.openxmlformats.org/officeDocument/2006/relationships" r:id="R4ef112487a4e4066"/>
  </p:notesMasterIdLst>
  <p:sldIdLst>
    <p:sldId xmlns:r="http://schemas.openxmlformats.org/officeDocument/2006/relationships" id="256" r:id="Rd29dcc1dc3d94d9e"/>
    <p:sldId xmlns:r="http://schemas.openxmlformats.org/officeDocument/2006/relationships" id="257" r:id="R9ad2c6e73eb841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6fd742fbfe4c78" /><Relationship Type="http://schemas.openxmlformats.org/officeDocument/2006/relationships/slideMaster" Target="/ppt/slideMasters/slideMaster1.xml" Id="R270cd3e6a1af42e5" /><Relationship Type="http://schemas.openxmlformats.org/officeDocument/2006/relationships/notesMaster" Target="/ppt/notesMasters/notesMaster1.xml" Id="R4ef112487a4e4066" /><Relationship Type="http://schemas.openxmlformats.org/officeDocument/2006/relationships/presProps" Target="/ppt/presProps.xml" Id="R0e8d5093a49941ac" /><Relationship Type="http://schemas.openxmlformats.org/officeDocument/2006/relationships/tableStyles" Target="/ppt/tableStyles.xml" Id="Raf8e0532b7864e96" /><Relationship Type="http://schemas.openxmlformats.org/officeDocument/2006/relationships/slide" Target="/ppt/slides/slide1.xml" Id="Rd29dcc1dc3d94d9e" /><Relationship Type="http://schemas.openxmlformats.org/officeDocument/2006/relationships/slide" Target="/ppt/slides/slide2.xml" Id="R9ad2c6e73eb8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a3429fd79744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e1d45cf23744e0" /><Relationship Type="http://schemas.openxmlformats.org/officeDocument/2006/relationships/notesMaster" Target="/ppt/notesMasters/notesMaster1.xml" Id="R7641deeab44f44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8e3ebb06974ae7" /><Relationship Type="http://schemas.openxmlformats.org/officeDocument/2006/relationships/notesMaster" Target="/ppt/notesMasters/notesMaster1.xml" Id="Rcac908a394ea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a5ab8ca22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cf3da238c4c3f" /><Relationship Type="http://schemas.openxmlformats.org/officeDocument/2006/relationships/slideLayout" Target="/ppt/slideLayouts/slideLayout1.xml" Id="R81daa9a74117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aa9a74117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cd39b0d784a05" /><Relationship Type="http://schemas.openxmlformats.org/officeDocument/2006/relationships/notesSlide" Target="/ppt/notesSlides/notesSlide1.xml" Id="R1efe560860e9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25b12b7aa4487" /><Relationship Type="http://schemas.openxmlformats.org/officeDocument/2006/relationships/notesSlide" Target="/ppt/notesSlides/notesSlide2.xml" Id="Rb452cf76d90a48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BDAC-57BC-4CDC-BDD1-75158B8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p01-full-009877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p01-src-009877 | CR-009877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768910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107E4-32B8-497A-80E5-2E5B1146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p01-full-009677</a:t>
            </a:r>
          </a:p>
        </p:txBody>
      </p:sp>
    </p:spTree>
    <p:extLst>
      <p:ext uri="{BB962C8B-B14F-4D97-AF65-F5344CB8AC3E}">
        <p14:creationId xmlns:p14="http://schemas.microsoft.com/office/powerpoint/2010/main" val="1561510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2026-08-24T01:02:43.2860000Z</dcterms:created>
  <dcterms:modified xsi:type="dcterms:W3CDTF">2026-08-24T01:02:43.2860000Z</dcterms:modified>
</coreProperties>
</file>