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a079a55e09846ff" /><Relationship Type="http://schemas.openxmlformats.org/officeDocument/2006/relationships/extended-properties" Target="/docProps/app.xml" Id="Rcb68f17abbdf4fab" /><Relationship Type="http://schemas.openxmlformats.org/officeDocument/2006/relationships/officeDocument" Target="/ppt/presentation.xml" Id="Rb5348ee609fa404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64e4c2fbef548e0"/>
  </p:sldMasterIdLst>
  <p:notesMasterIdLst>
    <p:notesMasterId xmlns:r="http://schemas.openxmlformats.org/officeDocument/2006/relationships" r:id="R186377e7d9b540fb"/>
  </p:notesMasterIdLst>
  <p:sldIdLst>
    <p:sldId xmlns:r="http://schemas.openxmlformats.org/officeDocument/2006/relationships" id="256" r:id="R180fefc6092345d5"/>
    <p:sldId xmlns:r="http://schemas.openxmlformats.org/officeDocument/2006/relationships" id="257" r:id="R4056cc51bc89409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b44cdd41426472a" /><Relationship Type="http://schemas.openxmlformats.org/officeDocument/2006/relationships/slideMaster" Target="/ppt/slideMasters/slideMaster1.xml" Id="R864e4c2fbef548e0" /><Relationship Type="http://schemas.openxmlformats.org/officeDocument/2006/relationships/notesMaster" Target="/ppt/notesMasters/notesMaster1.xml" Id="R186377e7d9b540fb" /><Relationship Type="http://schemas.openxmlformats.org/officeDocument/2006/relationships/presProps" Target="/ppt/presProps.xml" Id="Raeede824996d47f8" /><Relationship Type="http://schemas.openxmlformats.org/officeDocument/2006/relationships/tableStyles" Target="/ppt/tableStyles.xml" Id="R56d4f2fbf1c34c63" /><Relationship Type="http://schemas.openxmlformats.org/officeDocument/2006/relationships/slide" Target="/ppt/slides/slide1.xml" Id="R180fefc6092345d5" /><Relationship Type="http://schemas.openxmlformats.org/officeDocument/2006/relationships/slide" Target="/ppt/slides/slide2.xml" Id="R4056cc51bc89409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383883046294cc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49d911fd9c94236" /><Relationship Type="http://schemas.openxmlformats.org/officeDocument/2006/relationships/notesMaster" Target="/ppt/notesMasters/notesMaster1.xml" Id="Rd896d1c6f8004f7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5c391dec0eb4ad2" /><Relationship Type="http://schemas.openxmlformats.org/officeDocument/2006/relationships/notesMaster" Target="/ppt/notesMasters/notesMaster1.xml" Id="R9bc4db2527c7448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15ec90968f4fc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e0676f8f4554b0f" /><Relationship Type="http://schemas.openxmlformats.org/officeDocument/2006/relationships/slideLayout" Target="/ppt/slideLayouts/slideLayout1.xml" Id="R4b7ca9e22a6a4ba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b7ca9e22a6a4ba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55f1bccfb74f4e" /><Relationship Type="http://schemas.openxmlformats.org/officeDocument/2006/relationships/notesSlide" Target="/ppt/notesSlides/notesSlide1.xml" Id="R7cf12655635743a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864cb77e9242b1" /><Relationship Type="http://schemas.openxmlformats.org/officeDocument/2006/relationships/notesSlide" Target="/ppt/notesSlides/notesSlide2.xml" Id="R1afc109bfc9a4ae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5F897E-D192-4642-8837-28EF15440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52500"/>
            <a:ext cx="10287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Product Alpha R7 | p01-full-011927</a:t>
            </a:r>
          </a:p>
          <a:p xmlns:a="http://schemas.openxmlformats.org/drawingml/2006/main">
            <a:pPr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p01-src-011927 | CR-011927 | 2026-08-24</a:t>
            </a:r>
          </a:p>
        </p:txBody>
      </p:sp>
    </p:spTree>
    <p:extLst>
      <p:ext uri="{BB962C8B-B14F-4D97-AF65-F5344CB8AC3E}">
        <p14:creationId xmlns:p14="http://schemas.microsoft.com/office/powerpoint/2010/main" val="3740019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53CF99-5B14-4A78-BAE9-DD31E1EFF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52500"/>
            <a:ext cx="10287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Release Gate Evidence</a:t>
            </a:r>
          </a:p>
          <a:p xmlns:a="http://schemas.openxmlformats.org/drawingml/2006/main">
            <a:pPr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ADR-042 | p95 184 ms | SLO 200 ms | dependency p01-full-010142</a:t>
            </a:r>
          </a:p>
        </p:txBody>
      </p:sp>
    </p:spTree>
    <p:extLst>
      <p:ext uri="{BB962C8B-B14F-4D97-AF65-F5344CB8AC3E}">
        <p14:creationId xmlns:p14="http://schemas.microsoft.com/office/powerpoint/2010/main" val="3076803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2026-08-24T01:02:43.4430000Z</dcterms:created>
  <dcterms:modified xsi:type="dcterms:W3CDTF">2026-08-24T01:02:43.4430000Z</dcterms:modified>
</coreProperties>
</file>