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e9133a74a4e29" /><Relationship Type="http://schemas.openxmlformats.org/officeDocument/2006/relationships/extended-properties" Target="/docProps/app.xml" Id="R8f0baaff4dd54a9c" /><Relationship Type="http://schemas.openxmlformats.org/officeDocument/2006/relationships/officeDocument" Target="/ppt/presentation.xml" Id="Rddba81203d4b4d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5afbe881d34342"/>
  </p:sldMasterIdLst>
  <p:notesMasterIdLst>
    <p:notesMasterId xmlns:r="http://schemas.openxmlformats.org/officeDocument/2006/relationships" r:id="R190eafbe18b44b00"/>
  </p:notesMasterIdLst>
  <p:sldIdLst>
    <p:sldId xmlns:r="http://schemas.openxmlformats.org/officeDocument/2006/relationships" id="256" r:id="R29660d1af3c94399"/>
    <p:sldId xmlns:r="http://schemas.openxmlformats.org/officeDocument/2006/relationships" id="257" r:id="Rd0d3daebcb4945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dff8b075a34097" /><Relationship Type="http://schemas.openxmlformats.org/officeDocument/2006/relationships/slideMaster" Target="/ppt/slideMasters/slideMaster1.xml" Id="Rd25afbe881d34342" /><Relationship Type="http://schemas.openxmlformats.org/officeDocument/2006/relationships/notesMaster" Target="/ppt/notesMasters/notesMaster1.xml" Id="R190eafbe18b44b00" /><Relationship Type="http://schemas.openxmlformats.org/officeDocument/2006/relationships/presProps" Target="/ppt/presProps.xml" Id="Reb3a21971b154c02" /><Relationship Type="http://schemas.openxmlformats.org/officeDocument/2006/relationships/tableStyles" Target="/ppt/tableStyles.xml" Id="R3eebf09d47854722" /><Relationship Type="http://schemas.openxmlformats.org/officeDocument/2006/relationships/slide" Target="/ppt/slides/slide1.xml" Id="R29660d1af3c94399" /><Relationship Type="http://schemas.openxmlformats.org/officeDocument/2006/relationships/slide" Target="/ppt/slides/slide2.xml" Id="Rd0d3daebcb49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5f1d3bbfcd4c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ba49b7991840b2" /><Relationship Type="http://schemas.openxmlformats.org/officeDocument/2006/relationships/notesMaster" Target="/ppt/notesMasters/notesMaster1.xml" Id="R038dddd672bd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1da24e45d4a5b" /><Relationship Type="http://schemas.openxmlformats.org/officeDocument/2006/relationships/notesMaster" Target="/ppt/notesMasters/notesMaster1.xml" Id="R60e278e037634d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9b0c5df724f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58cf4793b04b3f" /><Relationship Type="http://schemas.openxmlformats.org/officeDocument/2006/relationships/slideLayout" Target="/ppt/slideLayouts/slideLayout1.xml" Id="R0cf7d85c23264e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7d85c23264e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fb801919045bb" /><Relationship Type="http://schemas.openxmlformats.org/officeDocument/2006/relationships/notesSlide" Target="/ppt/notesSlides/notesSlide1.xml" Id="Ra2df9d09904641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79d12262441c2" /><Relationship Type="http://schemas.openxmlformats.org/officeDocument/2006/relationships/notesSlide" Target="/ppt/notesSlides/notesSlide2.xml" Id="R2d5450ae7e7f45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F7909-84A8-46D0-8628-261AFB09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p01-full-006177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p01-src-006177 | CR-006177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2100248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D1EF3-5680-4626-825B-C6AEBB0F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p01-full-008877</a:t>
            </a:r>
          </a:p>
        </p:txBody>
      </p:sp>
    </p:spTree>
    <p:extLst>
      <p:ext uri="{BB962C8B-B14F-4D97-AF65-F5344CB8AC3E}">
        <p14:creationId xmlns:p14="http://schemas.microsoft.com/office/powerpoint/2010/main" val="549247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2026-08-24T00:55:33.1510000Z</dcterms:created>
  <dcterms:modified xsi:type="dcterms:W3CDTF">2026-08-24T00:55:33.1510000Z</dcterms:modified>
</coreProperties>
</file>