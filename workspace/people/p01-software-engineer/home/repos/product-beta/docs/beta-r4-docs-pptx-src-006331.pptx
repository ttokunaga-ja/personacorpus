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ca497420d604e29" /><Relationship Type="http://schemas.openxmlformats.org/officeDocument/2006/relationships/extended-properties" Target="/docProps/app.xml" Id="R34b038185cdd47a1" /><Relationship Type="http://schemas.openxmlformats.org/officeDocument/2006/relationships/officeDocument" Target="/ppt/presentation.xml" Id="R1cec59bafdc748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2660805903426e"/>
  </p:sldMasterIdLst>
  <p:notesMasterIdLst>
    <p:notesMasterId xmlns:r="http://schemas.openxmlformats.org/officeDocument/2006/relationships" r:id="R77fe0bd365004cc1"/>
  </p:notesMasterIdLst>
  <p:sldIdLst>
    <p:sldId xmlns:r="http://schemas.openxmlformats.org/officeDocument/2006/relationships" id="256" r:id="R3476ed5980fa49ec"/>
    <p:sldId xmlns:r="http://schemas.openxmlformats.org/officeDocument/2006/relationships" id="257" r:id="Rabbff1d78f4f4e1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4d1b7932ebd47e7" /><Relationship Type="http://schemas.openxmlformats.org/officeDocument/2006/relationships/slideMaster" Target="/ppt/slideMasters/slideMaster1.xml" Id="R4d2660805903426e" /><Relationship Type="http://schemas.openxmlformats.org/officeDocument/2006/relationships/notesMaster" Target="/ppt/notesMasters/notesMaster1.xml" Id="R77fe0bd365004cc1" /><Relationship Type="http://schemas.openxmlformats.org/officeDocument/2006/relationships/presProps" Target="/ppt/presProps.xml" Id="R12255641e0984044" /><Relationship Type="http://schemas.openxmlformats.org/officeDocument/2006/relationships/tableStyles" Target="/ppt/tableStyles.xml" Id="R61e9a1d94a0f430f" /><Relationship Type="http://schemas.openxmlformats.org/officeDocument/2006/relationships/slide" Target="/ppt/slides/slide1.xml" Id="R3476ed5980fa49ec" /><Relationship Type="http://schemas.openxmlformats.org/officeDocument/2006/relationships/slide" Target="/ppt/slides/slide2.xml" Id="Rabbff1d78f4f4e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650edbcd320491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e9ba63abe543c9" /><Relationship Type="http://schemas.openxmlformats.org/officeDocument/2006/relationships/notesMaster" Target="/ppt/notesMasters/notesMaster1.xml" Id="R564065d4cf074dc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deb1ab1e3f14268" /><Relationship Type="http://schemas.openxmlformats.org/officeDocument/2006/relationships/notesMaster" Target="/ppt/notesMasters/notesMaster1.xml" Id="R079c580d7b7948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9385fc694c432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906aa87f45f4fc7" /><Relationship Type="http://schemas.openxmlformats.org/officeDocument/2006/relationships/slideLayout" Target="/ppt/slideLayouts/slideLayout1.xml" Id="Rb9f8ce2e3957496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f8ce2e3957496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5739e0d7b24635" /><Relationship Type="http://schemas.openxmlformats.org/officeDocument/2006/relationships/notesSlide" Target="/ppt/notesSlides/notesSlide1.xml" Id="R25a8cd31a1a9494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8b2bd4673e4241" /><Relationship Type="http://schemas.openxmlformats.org/officeDocument/2006/relationships/notesSlide" Target="/ppt/notesSlides/notesSlide2.xml" Id="Rb33e372cfa93401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D858EA-8E23-4D83-9360-E4AC86BF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ASTER LOOP  /  PRODUCT BETA R4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2D0BE4-8F56-4800-B56C-DFB0BC0FF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20618"/>
                </a:solidFill>
              </a:defRPr>
            </a:pPr>
            <a:r>
              <a:rPr sz="4050" b="1">
                <a:solidFill>
                  <a:srgbClr val="020618"/>
                </a:solidFill>
              </a:rPr>
              <a:t>Change-control brief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C13C9A-509B-43F6-832B-C063C5264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5556C"/>
                </a:solidFill>
              </a:defRPr>
            </a:pPr>
            <a:r>
              <a:rPr sz="1650">
                <a:solidFill>
                  <a:srgbClr val="45556C"/>
                </a:solidFill>
              </a:rPr>
              <a:t>A concise engineering decision record for a reusable Beta R4 delivery gate.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28FCE3-6032-4AE9-98E4-1BFCFC1D7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371600"/>
            <a:ext cx="24003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BFD47D-1381-415B-8A1B-78FA1B3D1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981200"/>
            <a:ext cx="1562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1D293D"/>
                </a:solidFill>
              </a:defRPr>
            </a:pPr>
            <a:r>
              <a:rPr sz="4800" b="1">
                <a:solidFill>
                  <a:srgbClr val="1D293D"/>
                </a:solidFill>
              </a:rPr>
              <a:t>R4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B06C01-5111-4776-AE8E-FC41CE47B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33700"/>
            <a:ext cx="1638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45556C"/>
                </a:solidFill>
              </a:defRPr>
            </a:pPr>
            <a:r>
              <a:rPr sz="1200">
                <a:solidFill>
                  <a:srgbClr val="45556C"/>
                </a:solidFill>
              </a:rPr>
              <a:t>2026-09-04</a:t>
            </a:r>
          </a:p>
          <a:p xmlns:a="http://schemas.openxmlformats.org/drawingml/2006/main">
            <a:pPr algn="ctr">
              <a:defRPr sz="1200">
                <a:solidFill>
                  <a:srgbClr val="45556C"/>
                </a:solidFill>
              </a:defRPr>
            </a:pPr>
            <a:r>
              <a:rPr sz="1200">
                <a:solidFill>
                  <a:srgbClr val="45556C"/>
                </a:solidFill>
              </a:rPr>
              <a:t>Schema freeze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0E9BCA-4C84-4DD3-A7FE-BF7CA1DA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581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5556C"/>
                </a:solidFill>
              </a:defRPr>
            </a:pPr>
            <a:r>
              <a:rPr sz="1125">
                <a:solidFill>
                  <a:srgbClr val="45556C"/>
                </a:solidFill>
              </a:rPr>
              <a:t>Artifact  p01-full-006331</a:t>
            </a:r>
          </a:p>
          <a:p xmlns:a="http://schemas.openxmlformats.org/drawingml/2006/main">
            <a:pPr>
              <a:defRPr sz="1125">
                <a:solidFill>
                  <a:srgbClr val="45556C"/>
                </a:solidFill>
              </a:defRPr>
            </a:pPr>
            <a:r>
              <a:rPr sz="1125">
                <a:solidFill>
                  <a:srgbClr val="45556C"/>
                </a:solidFill>
              </a:rPr>
              <a:t>Source    p01-src-006331</a:t>
            </a:r>
          </a:p>
          <a:p xmlns:a="http://schemas.openxmlformats.org/drawingml/2006/main">
            <a:pPr>
              <a:defRPr sz="1125">
                <a:solidFill>
                  <a:srgbClr val="45556C"/>
                </a:solidFill>
              </a:defRPr>
            </a:pPr>
            <a:r>
              <a:rPr sz="1125">
                <a:solidFill>
                  <a:srgbClr val="45556C"/>
                </a:solidFill>
              </a:rPr>
              <a:t>Input     p01-full-010195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F4622F-61A2-42A6-9446-A5C9C612B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076950"/>
            <a:ext cx="3581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2748E"/>
                </a:solidFill>
              </a:defRPr>
            </a:pPr>
            <a:r>
              <a:rPr sz="825">
                <a:solidFill>
                  <a:srgbClr val="62748E"/>
                </a:solidFill>
              </a:rPr>
              <a:t>Internal repository brief  •  synthetic planning facts</a:t>
            </a:r>
          </a:p>
        </p:txBody>
      </p:sp>
    </p:spTree>
    <p:extLst>
      <p:ext uri="{BB962C8B-B14F-4D97-AF65-F5344CB8AC3E}">
        <p14:creationId xmlns:p14="http://schemas.microsoft.com/office/powerpoint/2010/main" val="20759307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A2E404-9A63-4A95-8D10-71E2285CC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BETA R4 / ENGINEERING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3EFD9B-0B48-4488-B8B8-F2AE04183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The gate is the handoff.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1F77AA-3B18-4D7B-9647-326ADD116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5556C"/>
                </a:solidFill>
              </a:defRPr>
            </a:pPr>
            <a:r>
              <a:rPr sz="1500">
                <a:solidFill>
                  <a:srgbClr val="45556C"/>
                </a:solidFill>
              </a:rPr>
              <a:t>Change-control brief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301A1E-9AAC-4C09-84A4-31C7A7176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2288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B98ADB-B434-4C90-B3F6-039DCB9D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LATENCY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940D74-E18E-4BB0-B1C6-D24CF58FA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05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20618"/>
                </a:solidFill>
              </a:defRPr>
            </a:pPr>
            <a:r>
              <a:rPr sz="2250" b="1">
                <a:solidFill>
                  <a:srgbClr val="020618"/>
                </a:solidFill>
              </a:rPr>
              <a:t>225 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D09A59-7DB6-45B5-8A09-E7AEABB8A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5556C"/>
                </a:solidFill>
              </a:defRPr>
            </a:pPr>
            <a:r>
              <a:rPr sz="975">
                <a:solidFill>
                  <a:srgbClr val="45556C"/>
                </a:solidFill>
              </a:rPr>
              <a:t>service objective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56D240-FE70-4230-A775-F7022BE21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552700"/>
            <a:ext cx="22288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2102BD-3245-4383-9559-B29FD87A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7432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RECORDS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565AB5-88AE-447C-A402-7A7755A4B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105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20618"/>
                </a:solidFill>
              </a:defRPr>
            </a:pPr>
            <a:r>
              <a:rPr sz="2250" b="1">
                <a:solidFill>
                  <a:srgbClr val="020618"/>
                </a:solidFill>
              </a:rPr>
              <a:t>1,240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995594-0BE5-4809-9D33-452ABBA5F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7147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5556C"/>
                </a:solidFill>
              </a:defRPr>
            </a:pPr>
            <a:r>
              <a:rPr sz="975">
                <a:solidFill>
                  <a:srgbClr val="45556C"/>
                </a:solidFill>
              </a:rPr>
              <a:t>source observations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529E9C-9B53-4A76-8687-A3E388D85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552700"/>
            <a:ext cx="22288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4A4A50-11B3-4674-9F21-F7E202CF3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7432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RECONCILED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CDB0A6-65E7-4555-A4C8-B158D8E8D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105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20618"/>
                </a:solidFill>
              </a:defRPr>
            </a:pPr>
            <a:r>
              <a:rPr sz="2250" b="1">
                <a:solidFill>
                  <a:srgbClr val="020618"/>
                </a:solidFill>
              </a:rPr>
              <a:t>1,231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3C4EC7-832C-4B72-A11C-8A332DF1C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7147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5556C"/>
                </a:solidFill>
              </a:defRPr>
            </a:pPr>
            <a:r>
              <a:rPr sz="975">
                <a:solidFill>
                  <a:srgbClr val="45556C"/>
                </a:solidFill>
              </a:rPr>
              <a:t>ready observations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C2EA2C-4DC4-4E69-AA89-B187D440D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52700"/>
            <a:ext cx="22288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892952-4B26-4037-A017-E7315C6CB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432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EXCEPTIONS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5E8BA4-6225-4313-8DAC-E5CC520F9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05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20618"/>
                </a:solidFill>
              </a:defRPr>
            </a:pPr>
            <a:r>
              <a:rPr sz="2250" b="1">
                <a:solidFill>
                  <a:srgbClr val="020618"/>
                </a:solidFill>
              </a:rPr>
              <a:t>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C4D84A-38D7-4A6C-8998-82BF96342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7147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5556C"/>
                </a:solidFill>
              </a:defRPr>
            </a:pPr>
            <a:r>
              <a:rPr sz="975">
                <a:solidFill>
                  <a:srgbClr val="45556C"/>
                </a:solidFill>
              </a:rPr>
              <a:t>named for review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F34D51-2DAD-4CE7-B04F-7C543C4F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94678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C5DCBA-50BF-4729-B96E-65C455CF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958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Decision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FC5EC0-A7DF-4D7D-BDBD-AA80FFB0F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838700"/>
            <a:ext cx="7848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Persist the delivery gate before downstream publication; retain the nine exceptions in the review queue.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C4E03A-0847-4723-A985-5E58D3FD6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2748E"/>
                </a:solidFill>
              </a:defRPr>
            </a:pPr>
            <a:r>
              <a:rPr sz="900">
                <a:solidFill>
                  <a:srgbClr val="62748E"/>
                </a:solidFill>
              </a:rPr>
              <a:t>Dependency p01-full-010195  •  p01-full-006331 / p01-src-006331</a:t>
            </a:r>
          </a:p>
        </p:txBody>
      </p:sp>
    </p:spTree>
    <p:extLst>
      <p:ext uri="{BB962C8B-B14F-4D97-AF65-F5344CB8AC3E}">
        <p14:creationId xmlns:p14="http://schemas.microsoft.com/office/powerpoint/2010/main" val="7635685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2026-08-24T01:14:58.0840000Z</dcterms:created>
  <dcterms:modified xsi:type="dcterms:W3CDTF">2026-08-24T01:14:58.0840000Z</dcterms:modified>
</coreProperties>
</file>