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82ab6918e4317" /><Relationship Type="http://schemas.openxmlformats.org/officeDocument/2006/relationships/extended-properties" Target="/docProps/app.xml" Id="R19d9862563c043bd" /><Relationship Type="http://schemas.openxmlformats.org/officeDocument/2006/relationships/officeDocument" Target="/ppt/presentation.xml" Id="R02b337f7caef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a4c5d808f48ae"/>
  </p:sldMasterIdLst>
  <p:notesMasterIdLst>
    <p:notesMasterId xmlns:r="http://schemas.openxmlformats.org/officeDocument/2006/relationships" r:id="Rd05a6093f7b64385"/>
  </p:notesMasterIdLst>
  <p:sldIdLst>
    <p:sldId xmlns:r="http://schemas.openxmlformats.org/officeDocument/2006/relationships" id="256" r:id="Re159e4f7a16245ef"/>
    <p:sldId xmlns:r="http://schemas.openxmlformats.org/officeDocument/2006/relationships" id="257" r:id="R08419fe5db2541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59bac0b2d444da" /><Relationship Type="http://schemas.openxmlformats.org/officeDocument/2006/relationships/slideMaster" Target="/ppt/slideMasters/slideMaster1.xml" Id="R1cea4c5d808f48ae" /><Relationship Type="http://schemas.openxmlformats.org/officeDocument/2006/relationships/notesMaster" Target="/ppt/notesMasters/notesMaster1.xml" Id="Rd05a6093f7b64385" /><Relationship Type="http://schemas.openxmlformats.org/officeDocument/2006/relationships/presProps" Target="/ppt/presProps.xml" Id="R75ec1469b77c41d2" /><Relationship Type="http://schemas.openxmlformats.org/officeDocument/2006/relationships/tableStyles" Target="/ppt/tableStyles.xml" Id="R949f574466094444" /><Relationship Type="http://schemas.openxmlformats.org/officeDocument/2006/relationships/slide" Target="/ppt/slides/slide1.xml" Id="Re159e4f7a16245ef" /><Relationship Type="http://schemas.openxmlformats.org/officeDocument/2006/relationships/slide" Target="/ppt/slides/slide2.xml" Id="R08419fe5db25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c9f0ec4e64e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7771a0371a45d1" /><Relationship Type="http://schemas.openxmlformats.org/officeDocument/2006/relationships/notesMaster" Target="/ppt/notesMasters/notesMaster1.xml" Id="Ra64308f88a974c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dfa55156434452" /><Relationship Type="http://schemas.openxmlformats.org/officeDocument/2006/relationships/notesMaster" Target="/ppt/notesMasters/notesMaster1.xml" Id="R503d545635e747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0e1b633f2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f176bbb2fd4fa2" /><Relationship Type="http://schemas.openxmlformats.org/officeDocument/2006/relationships/slideLayout" Target="/ppt/slideLayouts/slideLayout1.xml" Id="R56c8633324c8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8633324c8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2d2401f6f4de9" /><Relationship Type="http://schemas.openxmlformats.org/officeDocument/2006/relationships/notesSlide" Target="/ppt/notesSlides/notesSlide1.xml" Id="R93bc1209803542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18842b1e24960" /><Relationship Type="http://schemas.openxmlformats.org/officeDocument/2006/relationships/notesSlide" Target="/ppt/notesSlides/notesSlide2.xml" Id="Ra51fb3083595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FFD90-4582-4D72-A164-A6606303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573FE-861C-4EF2-96EC-DAC6B8E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Quality signal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7D4C7-EAF1-4197-90A1-40CC13A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6DF58-5295-48DA-BEA9-D5EE4F7B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31293-5600-4D20-BB24-A1D64B1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E9541-E281-4401-AA4A-A9C0F9FC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5951E-08E3-4CBE-B5A2-7341111E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p01-full-008229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p01-src-008229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p01-full-010228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BA68D-7D94-46B4-AEF8-5D66C845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266183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43E4F-F6D7-46EB-9129-2AD8ABB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C5C64-093C-4F17-BB72-27AED3E3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BCFD7-B65D-43FF-8C18-F1E90C2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Quality signal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010FD-45C3-4B09-AA0E-55C476E0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8CD16-6570-44A8-B870-ADACBC0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62E57-FA94-438C-94AC-054AB4D8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368CA-1F4B-4B6B-9196-B550104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93E17-93E6-4767-8398-793980CF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41D0A-ADED-4F4A-B888-ABBD0177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36B8B-03CB-4B56-8D16-0C7B450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D0C01-E63D-48C8-8C28-19AF7C1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7AA69-95CE-4FA3-9748-324DC4AE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20D60-4938-4547-93F5-6C4C776D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CF9BD-354A-4E37-95CB-ED3A7551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27BE5-2D81-4EC0-BC2A-DBF20C8C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4B085-E70E-4561-A1B0-3B4A710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0F0C1-0E72-4A89-B680-DF066157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C4FD4-5269-4230-B32E-C399700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0B6BC-AA08-494A-B6DC-C8B72E6E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103F7-2BEF-40F3-9256-D58232F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0CC55-7BD1-4A98-8127-C0653B3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8464C-5A10-4013-B3CD-2B9A6C07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FA17D-EF6C-4727-9751-68AD687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p01-full-010228  •  p01-full-008229 / p01-src-008229</a:t>
            </a:r>
          </a:p>
        </p:txBody>
      </p:sp>
    </p:spTree>
    <p:extLst>
      <p:ext uri="{BB962C8B-B14F-4D97-AF65-F5344CB8AC3E}">
        <p14:creationId xmlns:p14="http://schemas.microsoft.com/office/powerpoint/2010/main" val="428317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2026-08-24T01:14:59.0420000Z</dcterms:created>
  <dcterms:modified xsi:type="dcterms:W3CDTF">2026-08-24T01:14:59.0420000Z</dcterms:modified>
</coreProperties>
</file>