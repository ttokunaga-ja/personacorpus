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b5e6af7deb4092" /><Relationship Type="http://schemas.openxmlformats.org/officeDocument/2006/relationships/extended-properties" Target="/docProps/app.xml" Id="R941e6da6765f49b4" /><Relationship Type="http://schemas.openxmlformats.org/officeDocument/2006/relationships/officeDocument" Target="/ppt/presentation.xml" Id="Rc9f621d1b7384a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df795d9674e7a"/>
  </p:sldMasterIdLst>
  <p:notesMasterIdLst>
    <p:notesMasterId xmlns:r="http://schemas.openxmlformats.org/officeDocument/2006/relationships" r:id="R6109c91aa3564e22"/>
  </p:notesMasterIdLst>
  <p:sldIdLst>
    <p:sldId xmlns:r="http://schemas.openxmlformats.org/officeDocument/2006/relationships" id="256" r:id="R9f3ede0e82094bef"/>
    <p:sldId xmlns:r="http://schemas.openxmlformats.org/officeDocument/2006/relationships" id="257" r:id="Rf9adea69c78f4d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9ee30b7bc64746" /><Relationship Type="http://schemas.openxmlformats.org/officeDocument/2006/relationships/slideMaster" Target="/ppt/slideMasters/slideMaster1.xml" Id="R1dadf795d9674e7a" /><Relationship Type="http://schemas.openxmlformats.org/officeDocument/2006/relationships/notesMaster" Target="/ppt/notesMasters/notesMaster1.xml" Id="R6109c91aa3564e22" /><Relationship Type="http://schemas.openxmlformats.org/officeDocument/2006/relationships/presProps" Target="/ppt/presProps.xml" Id="R0fbc1d57300349aa" /><Relationship Type="http://schemas.openxmlformats.org/officeDocument/2006/relationships/tableStyles" Target="/ppt/tableStyles.xml" Id="R4c2d4f292da74dc8" /><Relationship Type="http://schemas.openxmlformats.org/officeDocument/2006/relationships/slide" Target="/ppt/slides/slide1.xml" Id="R9f3ede0e82094bef" /><Relationship Type="http://schemas.openxmlformats.org/officeDocument/2006/relationships/slide" Target="/ppt/slides/slide2.xml" Id="Rf9adea69c78f4d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6be709c0f8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8fabe393be445d" /><Relationship Type="http://schemas.openxmlformats.org/officeDocument/2006/relationships/notesMaster" Target="/ppt/notesMasters/notesMaster1.xml" Id="R54cf986dedc044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f7d1dba4f04102" /><Relationship Type="http://schemas.openxmlformats.org/officeDocument/2006/relationships/notesMaster" Target="/ppt/notesMasters/notesMaster1.xml" Id="R26e4db0107fc47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da83c80604a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84a72d8e849f1" /><Relationship Type="http://schemas.openxmlformats.org/officeDocument/2006/relationships/slideLayout" Target="/ppt/slideLayouts/slideLayout1.xml" Id="R8b931fe7617e4c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931fe7617e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b2b60b8bb422c" /><Relationship Type="http://schemas.openxmlformats.org/officeDocument/2006/relationships/notesSlide" Target="/ppt/notesSlides/notesSlide1.xml" Id="Ra9a421bc60d645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21a4e85224b3a" /><Relationship Type="http://schemas.openxmlformats.org/officeDocument/2006/relationships/notesSlide" Target="/ppt/notesSlides/notesSlide2.xml" Id="R25dbffe937844c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BB693-B3E8-45BA-8C6A-A0690B9D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23CCF-119F-4525-B073-0F8543D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Release learning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BDD74-6F33-491E-93AF-94DC8ED9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D52E4-F03A-4A31-986F-6C87B7C7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40AD3-917A-4483-BA76-7F19CEC9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829A9-AA59-4B0B-B31E-6047E263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3A6CA-5679-4443-8CCC-942BC5BE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p01-full-011128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p01-src-011128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p01-full-011059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F629E-A6F6-4CD3-BED2-D038D4B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1909042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B85D7-1F86-41FA-983D-06DF3DD5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D9595-23BE-4FBE-8730-D32C4FE0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E28C6-BAD8-41C4-B409-AB91423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Release learning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3ED16-E6EC-4700-9819-C1D1FAD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A043B-24C0-47B0-80AD-4BD880C9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0C745-3D9D-4F3E-AFA3-FF04D46F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8F3C6-9FD8-4F84-B432-D03B4624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ECA89-55EA-4E03-9504-094DD83B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46141-BF24-4420-BACC-8AA24070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01044-0C6C-4779-BCCD-DD59FAD3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C9CA0-D755-4D72-BDB6-801F4B03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C30E1-C345-430F-A48C-1FB094B9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FCD0C-6C28-4F46-A63D-493641EB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5B846-DA55-46A6-BEF6-E5719D72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318C9-210F-4C75-A58F-4F4CBBEC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552B8-ECED-4723-A118-0A7858F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2C54E-C5D1-4266-9E7A-EBFF1797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2F1A2-87A5-4538-A595-D1069204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6EF18-1B35-4212-BB3E-5A6135C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3C823-EB54-4997-A83E-708D0117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6C740-FAE3-4715-AD2C-97688741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F5513-0CFA-4F04-B9E3-D4028246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DE658-614A-4BF0-B038-27B78684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p01-full-011059  •  p01-full-011128 / p01-src-011128</a:t>
            </a:r>
          </a:p>
        </p:txBody>
      </p:sp>
    </p:spTree>
    <p:extLst>
      <p:ext uri="{BB962C8B-B14F-4D97-AF65-F5344CB8AC3E}">
        <p14:creationId xmlns:p14="http://schemas.microsoft.com/office/powerpoint/2010/main" val="400188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2026-08-24T01:19:16.8880000Z</dcterms:created>
  <dcterms:modified xsi:type="dcterms:W3CDTF">2026-08-24T01:19:16.8880000Z</dcterms:modified>
</coreProperties>
</file>