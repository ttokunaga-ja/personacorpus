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3ac1a16ee4f22" /><Relationship Type="http://schemas.openxmlformats.org/officeDocument/2006/relationships/extended-properties" Target="/docProps/app.xml" Id="R829bb9c0e7074831" /><Relationship Type="http://schemas.openxmlformats.org/officeDocument/2006/relationships/officeDocument" Target="/ppt/presentation.xml" Id="R9556eda6e234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30f28d45848aa"/>
  </p:sldMasterIdLst>
  <p:notesMasterIdLst>
    <p:notesMasterId xmlns:r="http://schemas.openxmlformats.org/officeDocument/2006/relationships" r:id="R0f19309d35fe40bf"/>
  </p:notesMasterIdLst>
  <p:sldIdLst>
    <p:sldId xmlns:r="http://schemas.openxmlformats.org/officeDocument/2006/relationships" id="256" r:id="R9bef059994e246c8"/>
    <p:sldId xmlns:r="http://schemas.openxmlformats.org/officeDocument/2006/relationships" id="257" r:id="R740a4895c4a5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6a6891e6b54e79" /><Relationship Type="http://schemas.openxmlformats.org/officeDocument/2006/relationships/slideMaster" Target="/ppt/slideMasters/slideMaster1.xml" Id="Rdf130f28d45848aa" /><Relationship Type="http://schemas.openxmlformats.org/officeDocument/2006/relationships/notesMaster" Target="/ppt/notesMasters/notesMaster1.xml" Id="R0f19309d35fe40bf" /><Relationship Type="http://schemas.openxmlformats.org/officeDocument/2006/relationships/presProps" Target="/ppt/presProps.xml" Id="Ra719915bf6a54364" /><Relationship Type="http://schemas.openxmlformats.org/officeDocument/2006/relationships/tableStyles" Target="/ppt/tableStyles.xml" Id="R6f84cf154ccf450d" /><Relationship Type="http://schemas.openxmlformats.org/officeDocument/2006/relationships/slide" Target="/ppt/slides/slide1.xml" Id="R9bef059994e246c8" /><Relationship Type="http://schemas.openxmlformats.org/officeDocument/2006/relationships/slide" Target="/ppt/slides/slide2.xml" Id="R740a4895c4a5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fe358bc8d1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bb281266e411e" /><Relationship Type="http://schemas.openxmlformats.org/officeDocument/2006/relationships/notesMaster" Target="/ppt/notesMasters/notesMaster1.xml" Id="R6e7bc89ae29c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678c1c223484d" /><Relationship Type="http://schemas.openxmlformats.org/officeDocument/2006/relationships/notesMaster" Target="/ppt/notesMasters/notesMaster1.xml" Id="R1373f8a2309b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de39bac3c4b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fda610f44741e4" /><Relationship Type="http://schemas.openxmlformats.org/officeDocument/2006/relationships/slideLayout" Target="/ppt/slideLayouts/slideLayout1.xml" Id="R6842ca7406e9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2ca7406e9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c8e246cd14d45" /><Relationship Type="http://schemas.openxmlformats.org/officeDocument/2006/relationships/notesSlide" Target="/ppt/notesSlides/notesSlide1.xml" Id="R36efc49862b3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9a155d5284773" /><Relationship Type="http://schemas.openxmlformats.org/officeDocument/2006/relationships/notesSlide" Target="/ppt/notesSlides/notesSlide2.xml" Id="R45d554a75f3943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84276-A732-49E5-844F-F3987293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89A5C-4232-487C-A9CB-FF50470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Reliability review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A2B01-1423-4443-91E6-57E58A5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B5E99-58D1-43B5-BBE0-6B94C30F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57CC-EC97-40FB-995F-D66373B0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23464-BBA1-4DAF-94B8-9159F74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B2437-7DFE-4A7F-902D-553ADF3D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p01-full-005531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p01-src-005531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p01-full-009798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C6D20-3944-4BFE-ABE4-3D0F576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105799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A4478-61DA-4B05-94AF-32A31472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4F0C-5A1E-4642-ABC1-6BE1CA52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A11DF-F452-4BC6-B06C-8C7A009C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Reliability review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128A2-ACEB-421B-8B29-2223ACA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25AF6-AFB5-4FCF-AB08-71B35343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9EC75-7D81-46C6-953F-1246A8A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86803-CB99-44D9-A844-0541430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45F4E-D4BE-4AE8-ACD2-038F5D82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4099-4CF1-49D0-AF2D-3636F34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6E206-9781-4340-8A84-E8769A0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BFAB9-E167-42FB-BA5C-DC30DB3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53F83-CBC5-42CE-96FB-CB36C5A7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54B8B-DCF4-4C8B-82DD-E5513DFE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676A7-0719-4E03-9A97-81CB0DC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739A0-2C56-4091-8474-C2BC4C1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19D95-F4E5-4F5C-BA7E-D37F1FA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1F096-E642-42F0-85EB-9A54DCAB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3FF4E-9C43-4359-97BC-B4BD29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BD333-9041-4A1B-8C31-5F9CC5B1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AFE70-6C79-4D4D-B817-8477FF6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F55A1-28A3-48F9-A10B-AF158B80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77F0F-FF6E-48FE-B0A0-B172BE4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31F26-A022-40E9-A177-C9E0536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p01-full-009798  •  p01-full-005531 / p01-src-005531</a:t>
            </a:r>
          </a:p>
        </p:txBody>
      </p:sp>
    </p:spTree>
    <p:extLst>
      <p:ext uri="{BB962C8B-B14F-4D97-AF65-F5344CB8AC3E}">
        <p14:creationId xmlns:p14="http://schemas.microsoft.com/office/powerpoint/2010/main" val="401910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2026-08-24T01:10:14.9550000Z</dcterms:created>
  <dcterms:modified xsi:type="dcterms:W3CDTF">2026-08-24T01:10:14.9550000Z</dcterms:modified>
</coreProperties>
</file>