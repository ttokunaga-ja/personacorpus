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92d11a2797489e" /><Relationship Type="http://schemas.openxmlformats.org/officeDocument/2006/relationships/extended-properties" Target="/docProps/app.xml" Id="R88fd32a1df504fb5" /><Relationship Type="http://schemas.openxmlformats.org/officeDocument/2006/relationships/officeDocument" Target="/ppt/presentation.xml" Id="Rcfdf0fba1fc942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98edffff2f40f3"/>
  </p:sldMasterIdLst>
  <p:notesMasterIdLst>
    <p:notesMasterId xmlns:r="http://schemas.openxmlformats.org/officeDocument/2006/relationships" r:id="Ree08bfe567f74560"/>
  </p:notesMasterIdLst>
  <p:sldIdLst>
    <p:sldId xmlns:r="http://schemas.openxmlformats.org/officeDocument/2006/relationships" id="256" r:id="R6e6f4fe0c57c4f86"/>
    <p:sldId xmlns:r="http://schemas.openxmlformats.org/officeDocument/2006/relationships" id="257" r:id="R08c05fb6488a4f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5b37db2fbb4a76" /><Relationship Type="http://schemas.openxmlformats.org/officeDocument/2006/relationships/slideMaster" Target="/ppt/slideMasters/slideMaster1.xml" Id="Rc498edffff2f40f3" /><Relationship Type="http://schemas.openxmlformats.org/officeDocument/2006/relationships/notesMaster" Target="/ppt/notesMasters/notesMaster1.xml" Id="Ree08bfe567f74560" /><Relationship Type="http://schemas.openxmlformats.org/officeDocument/2006/relationships/presProps" Target="/ppt/presProps.xml" Id="R4b804d4daf324060" /><Relationship Type="http://schemas.openxmlformats.org/officeDocument/2006/relationships/tableStyles" Target="/ppt/tableStyles.xml" Id="R33584a5345d9491a" /><Relationship Type="http://schemas.openxmlformats.org/officeDocument/2006/relationships/slide" Target="/ppt/slides/slide1.xml" Id="R6e6f4fe0c57c4f86" /><Relationship Type="http://schemas.openxmlformats.org/officeDocument/2006/relationships/slide" Target="/ppt/slides/slide2.xml" Id="R08c05fb6488a4f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15d487700340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d9724575214876" /><Relationship Type="http://schemas.openxmlformats.org/officeDocument/2006/relationships/notesMaster" Target="/ppt/notesMasters/notesMaster1.xml" Id="R0d6b308b1f6f41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c921cecbbc4a6b" /><Relationship Type="http://schemas.openxmlformats.org/officeDocument/2006/relationships/notesMaster" Target="/ppt/notesMasters/notesMaster1.xml" Id="Rf8f8c285283d4a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fa91fb799c41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f4ab3419304e0c" /><Relationship Type="http://schemas.openxmlformats.org/officeDocument/2006/relationships/slideLayout" Target="/ppt/slideLayouts/slideLayout1.xml" Id="R5a371fbaa59242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371fbaa59242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f4276d0e048fa" /><Relationship Type="http://schemas.openxmlformats.org/officeDocument/2006/relationships/notesSlide" Target="/ppt/notesSlides/notesSlide1.xml" Id="R580b3ea4f7444d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afeb678b048ab" /><Relationship Type="http://schemas.openxmlformats.org/officeDocument/2006/relationships/notesSlide" Target="/ppt/notesSlides/notesSlide2.xml" Id="R176c95b3ef7542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6B1F6-D083-491A-BC34-AB34A3C7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ASTER LOOP  /  PRODUCT BETA 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96768-59E4-4F7B-AE1B-05D51C49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20618"/>
                </a:solidFill>
              </a:defRPr>
            </a:pPr>
            <a:r>
              <a:rPr sz="4050" b="1">
                <a:solidFill>
                  <a:srgbClr val="020618"/>
                </a:solidFill>
              </a:rPr>
              <a:t>Service boundary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3CEFE-3CD1-415B-9F3B-EEDB4DA5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56C"/>
                </a:solidFill>
              </a:defRPr>
            </a:pPr>
            <a:r>
              <a:rPr sz="1650">
                <a:solidFill>
                  <a:srgbClr val="45556C"/>
                </a:solidFill>
              </a:rPr>
              <a:t>A concise engineering decision record for a reusable Beta R4 delivery gate.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ABDE4-F1E2-4714-B189-22DCBD9D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71600"/>
            <a:ext cx="24003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1A344-1539-467F-8142-617AD562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156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D293D"/>
                </a:solidFill>
              </a:defRPr>
            </a:pPr>
            <a:r>
              <a:rPr sz="4800" b="1">
                <a:solidFill>
                  <a:srgbClr val="1D293D"/>
                </a:solidFill>
              </a:rPr>
              <a:t>R4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DB747-5163-4F0F-9582-F5F1FC0B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337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2026-09-04</a:t>
            </a:r>
          </a:p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Schema freeze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B069E-F934-47D3-982B-C71C6F21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Artifact  p01-full-010628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Source    p01-src-010628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Input     p01-full-010859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7114D-A791-4346-918F-2BCEE527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76950"/>
            <a:ext cx="358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Internal repository brief  •  synthetic planning facts</a:t>
            </a:r>
          </a:p>
        </p:txBody>
      </p:sp>
    </p:spTree>
    <p:extLst>
      <p:ext uri="{BB962C8B-B14F-4D97-AF65-F5344CB8AC3E}">
        <p14:creationId xmlns:p14="http://schemas.microsoft.com/office/powerpoint/2010/main" val="2347242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A8E9D2-54C4-4519-8C45-C9DE9A9D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BETA R4 / 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A4E92-BD06-4A42-BBC6-9B14AB84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The gate is the handoff.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E1F84-1FEF-4A8C-BFBD-E07998D2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56C"/>
                </a:solidFill>
              </a:defRPr>
            </a:pPr>
            <a:r>
              <a:rPr sz="1500">
                <a:solidFill>
                  <a:srgbClr val="45556C"/>
                </a:solidFill>
              </a:rPr>
              <a:t>Service boundary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B661D-4C42-4036-9753-05833294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83602-9ECF-418F-9D25-3FD948D8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LATENCY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D2928-5ABC-4818-8CA7-D0900E5B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225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55A51-CD54-4C66-96E0-68FA2B27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service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C61C2-6723-4576-B463-B5E6441E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A53AF-D21B-4FC8-80CB-7E5EF969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C72DC-1DC8-49E2-A391-3161BC9F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00AD9-CC78-419B-9EF1-6937D3ED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source observations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9767E-1BCF-4A4B-B2EA-82CA6856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92AFF-705F-42C3-B823-2F15770B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RECONCILED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6BBAEA-8D1E-490C-878F-77A6F2D7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1,231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41D4DA-2F26-42BF-B713-91CE1E64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ready observations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03F4ED-F126-4488-8B6C-C3945C64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E4BC5A-2469-43D2-9B41-CC96B900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EXCEPTIONS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8880A3-AF21-4EA0-89FC-F5B7510E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E43949-29A6-426F-8FB0-9AF4AB2F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named for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325524-57B2-4027-9797-6D2DB55E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9467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FBB296-82EA-462D-AC85-27B7AF02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138DA6-8B36-4F37-9213-BB360388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38700"/>
            <a:ext cx="784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Persist the delivery gate before downstream publication; retain the nine exceptions in the review queue.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C40E51-CD82-4099-B395-9C4F6C64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Dependency p01-full-010859  •  p01-full-010628 / p01-src-010628</a:t>
            </a:r>
          </a:p>
        </p:txBody>
      </p:sp>
    </p:spTree>
    <p:extLst>
      <p:ext uri="{BB962C8B-B14F-4D97-AF65-F5344CB8AC3E}">
        <p14:creationId xmlns:p14="http://schemas.microsoft.com/office/powerpoint/2010/main" val="8258357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2026-08-24T01:19:16.2980000Z</dcterms:created>
  <dcterms:modified xsi:type="dcterms:W3CDTF">2026-08-24T01:19:16.2980000Z</dcterms:modified>
</coreProperties>
</file>