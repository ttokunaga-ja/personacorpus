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676d37f07e411e" /><Relationship Type="http://schemas.openxmlformats.org/officeDocument/2006/relationships/extended-properties" Target="/docProps/app.xml" Id="R97e7b84612e0477a" /><Relationship Type="http://schemas.openxmlformats.org/officeDocument/2006/relationships/officeDocument" Target="/ppt/presentation.xml" Id="Rafc037b07b7b45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55b564c69f4142"/>
  </p:sldMasterIdLst>
  <p:notesMasterIdLst>
    <p:notesMasterId xmlns:r="http://schemas.openxmlformats.org/officeDocument/2006/relationships" r:id="Ra1272758bcdb4ffb"/>
  </p:notesMasterIdLst>
  <p:sldIdLst>
    <p:sldId xmlns:r="http://schemas.openxmlformats.org/officeDocument/2006/relationships" id="256" r:id="Rbb07a3548aea4c8e"/>
    <p:sldId xmlns:r="http://schemas.openxmlformats.org/officeDocument/2006/relationships" id="257" r:id="R317b4d66380f42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e5027fea64fe7" /><Relationship Type="http://schemas.openxmlformats.org/officeDocument/2006/relationships/slideMaster" Target="/ppt/slideMasters/slideMaster1.xml" Id="R6255b564c69f4142" /><Relationship Type="http://schemas.openxmlformats.org/officeDocument/2006/relationships/notesMaster" Target="/ppt/notesMasters/notesMaster1.xml" Id="Ra1272758bcdb4ffb" /><Relationship Type="http://schemas.openxmlformats.org/officeDocument/2006/relationships/presProps" Target="/ppt/presProps.xml" Id="Rb3e119a5a7d64b89" /><Relationship Type="http://schemas.openxmlformats.org/officeDocument/2006/relationships/tableStyles" Target="/ppt/tableStyles.xml" Id="R5c5c8549ae1f4d1d" /><Relationship Type="http://schemas.openxmlformats.org/officeDocument/2006/relationships/slide" Target="/ppt/slides/slide1.xml" Id="Rbb07a3548aea4c8e" /><Relationship Type="http://schemas.openxmlformats.org/officeDocument/2006/relationships/slide" Target="/ppt/slides/slide2.xml" Id="R317b4d66380f42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a6a5857af443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a27cbf88f348be" /><Relationship Type="http://schemas.openxmlformats.org/officeDocument/2006/relationships/notesMaster" Target="/ppt/notesMasters/notesMaster1.xml" Id="Ra796a74f9d7e41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ab983d20c74d56" /><Relationship Type="http://schemas.openxmlformats.org/officeDocument/2006/relationships/notesMaster" Target="/ppt/notesMasters/notesMaster1.xml" Id="Re2cdf0d9ec7d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2c88d6c6e45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a7e9064ba450e" /><Relationship Type="http://schemas.openxmlformats.org/officeDocument/2006/relationships/slideLayout" Target="/ppt/slideLayouts/slideLayout1.xml" Id="Re65639439e3d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5639439e3d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2e8b5cfe84898" /><Relationship Type="http://schemas.openxmlformats.org/officeDocument/2006/relationships/notesSlide" Target="/ppt/notesSlides/notesSlide1.xml" Id="R450c1346438e44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a5a06942340f6" /><Relationship Type="http://schemas.openxmlformats.org/officeDocument/2006/relationships/notesSlide" Target="/ppt/notesSlides/notesSlide2.xml" Id="R5e13801f4b3448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CD1C0-8F91-46CF-A615-608A2F47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80C5A-64B9-4AB6-A78D-9939483F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Launch-readiness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15407-3BF8-421A-B1BC-71540D69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5BF39-90A8-4F8C-B063-BD42638D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5CBD6-6F06-4043-93B1-F4CCA9AF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A7205-576C-4BF3-9EAE-48CD4B98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725C0-38AB-4147-85E9-45A16EDA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p01-full-009428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p01-src-009428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p01-full-010659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D59BE-6216-44B1-8ADF-E4F02FFE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447060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82F9F-2C5C-4D8D-8D17-FFB50254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40547-D055-438A-910E-1805A51A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6004D-68CB-4C12-B5AB-6B355447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Launch-readiness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84209-D24E-4CC5-871D-4AA0D2DD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B0B84-307F-481B-A750-725FADF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43F3E-64C1-4C6A-840F-12668566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D4798-EEC1-433D-8AC5-1D8491A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E72B7-8D6E-41F1-8092-6B34DCF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19A91-F4E8-4A41-9193-37667E93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40BDE-D647-44E3-A4FF-EBD0EABF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EF49D-A9E8-47CF-8B35-44B6D778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87AEF-B154-47F5-AA07-5E83C231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FF582-30ED-4221-A931-691A2480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15CA1-A01F-43E5-9986-947EC48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18F9B-18C5-4EFA-A51D-66A369B5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371C1-09D6-46EA-9C2D-FF12E45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1D06E-E73D-454E-BBAC-AEB3FC0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FAA06-75E2-4ED3-A732-85021D12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A665A-68BC-448B-9B2D-DCD786AC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0D234-A0D2-4878-A8F1-301FB8ED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B6EC4-5D50-40D5-BD09-05C1FB09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FF18A-1F17-41A6-ADCB-A18699C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4AB26-AA38-4A5F-93AE-0FFA9E8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p01-full-010659  •  p01-full-009428 / p01-src-009428</a:t>
            </a:r>
          </a:p>
        </p:txBody>
      </p:sp>
    </p:spTree>
    <p:extLst>
      <p:ext uri="{BB962C8B-B14F-4D97-AF65-F5344CB8AC3E}">
        <p14:creationId xmlns:p14="http://schemas.microsoft.com/office/powerpoint/2010/main" val="1516065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2026-08-24T01:14:59.8130000Z</dcterms:created>
  <dcterms:modified xsi:type="dcterms:W3CDTF">2026-08-24T01:14:59.8130000Z</dcterms:modified>
</coreProperties>
</file>