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f506ad7bd47a6" /><Relationship Type="http://schemas.openxmlformats.org/officeDocument/2006/relationships/extended-properties" Target="/docProps/app.xml" Id="Rbddcb72d35374247" /><Relationship Type="http://schemas.openxmlformats.org/officeDocument/2006/relationships/officeDocument" Target="/ppt/presentation.xml" Id="R8db7a67d0594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15bbb4b8514562"/>
  </p:sldMasterIdLst>
  <p:notesMasterIdLst>
    <p:notesMasterId xmlns:r="http://schemas.openxmlformats.org/officeDocument/2006/relationships" r:id="R8389455ad8234a02"/>
  </p:notesMasterIdLst>
  <p:sldIdLst>
    <p:sldId xmlns:r="http://schemas.openxmlformats.org/officeDocument/2006/relationships" id="256" r:id="Rc4cb23de2bd54ff8"/>
    <p:sldId xmlns:r="http://schemas.openxmlformats.org/officeDocument/2006/relationships" id="257" r:id="R97a185a2223841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45ba43c998416f" /><Relationship Type="http://schemas.openxmlformats.org/officeDocument/2006/relationships/slideMaster" Target="/ppt/slideMasters/slideMaster1.xml" Id="R1e15bbb4b8514562" /><Relationship Type="http://schemas.openxmlformats.org/officeDocument/2006/relationships/notesMaster" Target="/ppt/notesMasters/notesMaster1.xml" Id="R8389455ad8234a02" /><Relationship Type="http://schemas.openxmlformats.org/officeDocument/2006/relationships/presProps" Target="/ppt/presProps.xml" Id="R62343892f15f4d8c" /><Relationship Type="http://schemas.openxmlformats.org/officeDocument/2006/relationships/tableStyles" Target="/ppt/tableStyles.xml" Id="R934088d68d6f443b" /><Relationship Type="http://schemas.openxmlformats.org/officeDocument/2006/relationships/slide" Target="/ppt/slides/slide1.xml" Id="Rc4cb23de2bd54ff8" /><Relationship Type="http://schemas.openxmlformats.org/officeDocument/2006/relationships/slide" Target="/ppt/slides/slide2.xml" Id="R97a185a2223841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894869bd1b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91f673a0e4ed4" /><Relationship Type="http://schemas.openxmlformats.org/officeDocument/2006/relationships/notesMaster" Target="/ppt/notesMasters/notesMaster1.xml" Id="R11fe7434d7224f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ef10ede5d246c8" /><Relationship Type="http://schemas.openxmlformats.org/officeDocument/2006/relationships/notesMaster" Target="/ppt/notesMasters/notesMaster1.xml" Id="R6004018fe74449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af37925f84c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e10b7aef1c49c7" /><Relationship Type="http://schemas.openxmlformats.org/officeDocument/2006/relationships/slideLayout" Target="/ppt/slideLayouts/slideLayout1.xml" Id="R9147d63fc32e49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47d63fc32e49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804ba03734eae" /><Relationship Type="http://schemas.openxmlformats.org/officeDocument/2006/relationships/notesSlide" Target="/ppt/notesSlides/notesSlide1.xml" Id="R1acc2f64fad64b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7546da0b0423b" /><Relationship Type="http://schemas.openxmlformats.org/officeDocument/2006/relationships/notesSlide" Target="/ppt/notesSlides/notesSlide2.xml" Id="Rc109ac7136574b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FE7BF-362E-478B-9952-C7C69CCC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9EC70-A27B-4839-85D1-F220CA9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Operational evidence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8B092-FAA5-40F7-B1A6-203CB34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177E6-B760-4C65-B89D-6DA44772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28F35-ACA7-403B-B319-847C0B1A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1C5A2-4E07-4AB6-B98F-DC1BC9E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E11D2-6A61-4B67-AE75-669874D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p01-full-011078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p01-src-011078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p01-full-010909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33831-7EAF-48A8-AF60-2AE7D710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183196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CA014-4CB1-45BD-8E53-EB855133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C06C4-B63B-4EB8-B6C7-6B2456E8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E4DF1-6E5D-47EE-85E3-846C252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Operational evidence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FCF21-C91E-4100-89F7-4F473BA0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B6429-04D1-436D-843A-051F83F7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9E620-BE9D-4432-B5E7-7DD0DC13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A8A06-8EAB-4A24-BED1-F5C50AD8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F2195-B075-450C-ADB9-7AD116F1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DBE1A-1B74-42DB-8849-29B51C72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799D7-E024-4DC6-834D-E0A3B50E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B3F6-33C9-45D2-A0E5-A7B03FC9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777C7-F031-42DC-88EA-6FC758F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DD7CB-9783-45BC-A3D7-B054804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16982-574B-44FD-8905-30E06785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8E63F-539C-469C-9897-D97C009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D2663-A570-4CF0-8A96-BC1D8972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DDBC6-533F-4AA5-AF65-DB8DAA1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599BF-ECEC-4DAB-998E-A315A33C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662A8-5255-4C2D-B7C5-48F932C8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1FA96-F955-460F-BC1A-D24CC467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8241C-0D61-4DB5-9C1F-DC07C2D7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3861B-2CDD-4585-A192-E3D9F760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EF356-F140-4242-8A69-806A3F7B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p01-full-010909  •  p01-full-011078 / p01-src-011078</a:t>
            </a:r>
          </a:p>
        </p:txBody>
      </p:sp>
    </p:spTree>
    <p:extLst>
      <p:ext uri="{BB962C8B-B14F-4D97-AF65-F5344CB8AC3E}">
        <p14:creationId xmlns:p14="http://schemas.microsoft.com/office/powerpoint/2010/main" val="233174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2026-08-24T01:19:16.5960000Z</dcterms:created>
  <dcterms:modified xsi:type="dcterms:W3CDTF">2026-08-24T01:19:16.5960000Z</dcterms:modified>
</coreProperties>
</file>