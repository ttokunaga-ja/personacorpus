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3211956b744d4a" /><Relationship Type="http://schemas.openxmlformats.org/officeDocument/2006/relationships/extended-properties" Target="/docProps/app.xml" Id="Rd7e718d2df784cd5" /><Relationship Type="http://schemas.openxmlformats.org/officeDocument/2006/relationships/officeDocument" Target="/ppt/presentation.xml" Id="R640f49fc91a248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1ddd3dd85641dd"/>
  </p:sldMasterIdLst>
  <p:notesMasterIdLst>
    <p:notesMasterId xmlns:r="http://schemas.openxmlformats.org/officeDocument/2006/relationships" r:id="R62fda651b7fa4d08"/>
  </p:notesMasterIdLst>
  <p:sldIdLst>
    <p:sldId xmlns:r="http://schemas.openxmlformats.org/officeDocument/2006/relationships" id="256" r:id="Rf6cfac2b5177471d"/>
    <p:sldId xmlns:r="http://schemas.openxmlformats.org/officeDocument/2006/relationships" id="257" r:id="R6cc89a2de43245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c7ba2c8df84a89" /><Relationship Type="http://schemas.openxmlformats.org/officeDocument/2006/relationships/slideMaster" Target="/ppt/slideMasters/slideMaster1.xml" Id="R0a1ddd3dd85641dd" /><Relationship Type="http://schemas.openxmlformats.org/officeDocument/2006/relationships/notesMaster" Target="/ppt/notesMasters/notesMaster1.xml" Id="R62fda651b7fa4d08" /><Relationship Type="http://schemas.openxmlformats.org/officeDocument/2006/relationships/presProps" Target="/ppt/presProps.xml" Id="R9e1fa6fea76c48f2" /><Relationship Type="http://schemas.openxmlformats.org/officeDocument/2006/relationships/tableStyles" Target="/ppt/tableStyles.xml" Id="Rb7ef0fef39b64a30" /><Relationship Type="http://schemas.openxmlformats.org/officeDocument/2006/relationships/slide" Target="/ppt/slides/slide1.xml" Id="Rf6cfac2b5177471d" /><Relationship Type="http://schemas.openxmlformats.org/officeDocument/2006/relationships/slide" Target="/ppt/slides/slide2.xml" Id="R6cc89a2de43245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809155cf9d43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af8ac38fe64efb" /><Relationship Type="http://schemas.openxmlformats.org/officeDocument/2006/relationships/notesMaster" Target="/ppt/notesMasters/notesMaster1.xml" Id="Raaf0738af27a43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990ae66aa141a2" /><Relationship Type="http://schemas.openxmlformats.org/officeDocument/2006/relationships/notesMaster" Target="/ppt/notesMasters/notesMaster1.xml" Id="R3fa8ee8c38f64f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7dab0e2c74e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76d96d42bc41d2" /><Relationship Type="http://schemas.openxmlformats.org/officeDocument/2006/relationships/slideLayout" Target="/ppt/slideLayouts/slideLayout1.xml" Id="R09a8ebccbe5141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a8ebccbe5141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cf6ac3864426f" /><Relationship Type="http://schemas.openxmlformats.org/officeDocument/2006/relationships/notesSlide" Target="/ppt/notesSlides/notesSlide1.xml" Id="R9a0d37aff05549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0c290d17942c1" /><Relationship Type="http://schemas.openxmlformats.org/officeDocument/2006/relationships/notesSlide" Target="/ppt/notesSlides/notesSlide2.xml" Id="Rc7ef860b66fd43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6B78B-F858-4A7F-86BD-7A6A5E17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7D91D-8DEC-4584-B4AC-12B58E0D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Release handoff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78F31-AEAC-4935-A206-E7DE6F50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CDF1B-A4E7-4E3C-B6C9-96C62E61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0B1FA-F249-4618-94B7-DB6DC50D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3C221-FC2F-432B-9B0F-2ED381EA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DBD77-C890-4E4A-AA46-E7E9D733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p01-full-004078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p01-src-004078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p01-full-009728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AB68D-8AEF-4589-B32C-8C03CD40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1586004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82C06E-6520-44DD-9B9C-EB383DEC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82A36-08CE-44FC-BD75-567DC968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FC3CA-6B1F-49BB-A8D4-BD4518F8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Release handoff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22D95-5FFA-4B71-9E90-B7686EFA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21821-35C0-41AF-A399-F5A7FDF3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5B9AE-6AE8-4452-B453-13F8D66A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242DD-283A-4DAE-AEDB-2ECB3049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F28E9-6EB1-4723-A199-D82032F9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31429-600B-4EA6-A007-145C9F26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96BC9-4C5C-4496-9585-26E820FD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1C3A4-3AFF-4E55-8950-0576C3D6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ACAE4-4FAD-4C04-B437-E60FBF3C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9E57B-A77D-45EC-A68D-F7944C43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8A992-7893-4890-B876-9A10639D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40A5A-39F1-4ADE-BBA5-29959036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8AB83-B555-49B0-B391-BB5934BA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84D34-C276-465C-8659-D2D4496D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3BFA3-48BA-4C1B-BC49-A146AE7A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D48D4-767A-486D-950E-A882E17B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77098B-6DCC-42B3-B2E7-BE254D4C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EEA7D-358F-4554-A38B-579832D8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68568-D2A7-4B17-A9AA-38C10267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4082F-1DA1-40AE-A318-3016E865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p01-full-009728  •  p01-full-004078 / p01-src-004078</a:t>
            </a:r>
          </a:p>
        </p:txBody>
      </p:sp>
    </p:spTree>
    <p:extLst>
      <p:ext uri="{BB962C8B-B14F-4D97-AF65-F5344CB8AC3E}">
        <p14:creationId xmlns:p14="http://schemas.microsoft.com/office/powerpoint/2010/main" val="1142641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2026-08-24T01:10:14.2200000Z</dcterms:created>
  <dcterms:modified xsi:type="dcterms:W3CDTF">2026-08-24T01:10:14.2210000Z</dcterms:modified>
</coreProperties>
</file>