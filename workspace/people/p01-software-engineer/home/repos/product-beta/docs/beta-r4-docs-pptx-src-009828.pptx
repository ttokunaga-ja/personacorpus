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4c062c977d4d4e" /><Relationship Type="http://schemas.openxmlformats.org/officeDocument/2006/relationships/extended-properties" Target="/docProps/app.xml" Id="R1bb598cdae7e4566" /><Relationship Type="http://schemas.openxmlformats.org/officeDocument/2006/relationships/officeDocument" Target="/ppt/presentation.xml" Id="R74865a4e67f845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a3940e35d49e9"/>
  </p:sldMasterIdLst>
  <p:notesMasterIdLst>
    <p:notesMasterId xmlns:r="http://schemas.openxmlformats.org/officeDocument/2006/relationships" r:id="Re4e83a9788a44531"/>
  </p:notesMasterIdLst>
  <p:sldIdLst>
    <p:sldId xmlns:r="http://schemas.openxmlformats.org/officeDocument/2006/relationships" id="256" r:id="R61ba02a08b184eac"/>
    <p:sldId xmlns:r="http://schemas.openxmlformats.org/officeDocument/2006/relationships" id="257" r:id="R38e60c3f18c848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3c35083ff4328" /><Relationship Type="http://schemas.openxmlformats.org/officeDocument/2006/relationships/slideMaster" Target="/ppt/slideMasters/slideMaster1.xml" Id="Rf97a3940e35d49e9" /><Relationship Type="http://schemas.openxmlformats.org/officeDocument/2006/relationships/notesMaster" Target="/ppt/notesMasters/notesMaster1.xml" Id="Re4e83a9788a44531" /><Relationship Type="http://schemas.openxmlformats.org/officeDocument/2006/relationships/presProps" Target="/ppt/presProps.xml" Id="Rc3e338b0a7574db5" /><Relationship Type="http://schemas.openxmlformats.org/officeDocument/2006/relationships/tableStyles" Target="/ppt/tableStyles.xml" Id="Rd0c8784d437342d6" /><Relationship Type="http://schemas.openxmlformats.org/officeDocument/2006/relationships/slide" Target="/ppt/slides/slide1.xml" Id="R61ba02a08b184eac" /><Relationship Type="http://schemas.openxmlformats.org/officeDocument/2006/relationships/slide" Target="/ppt/slides/slide2.xml" Id="R38e60c3f18c848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b13a1fdb7c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084a212874128" /><Relationship Type="http://schemas.openxmlformats.org/officeDocument/2006/relationships/notesMaster" Target="/ppt/notesMasters/notesMaster1.xml" Id="Rfcf320b65eab4d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2b7f5641d4d15" /><Relationship Type="http://schemas.openxmlformats.org/officeDocument/2006/relationships/notesMaster" Target="/ppt/notesMasters/notesMaster1.xml" Id="R67f7b508999e49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e1de69ade540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325a08101d49cf" /><Relationship Type="http://schemas.openxmlformats.org/officeDocument/2006/relationships/slideLayout" Target="/ppt/slideLayouts/slideLayout1.xml" Id="Rf658d06320c94c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58d06320c94c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eb63cb6b74584" /><Relationship Type="http://schemas.openxmlformats.org/officeDocument/2006/relationships/notesSlide" Target="/ppt/notesSlides/notesSlide1.xml" Id="R9586879de65a4d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8a7f4f9834297" /><Relationship Type="http://schemas.openxmlformats.org/officeDocument/2006/relationships/notesSlide" Target="/ppt/notesSlides/notesSlide2.xml" Id="Rb2aec07ccde14a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5C3E1-980A-409C-BDA2-2435A58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ASTER LOOP  /  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01F37-EEE0-4218-944C-CF75F2B9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20618"/>
                </a:solidFill>
              </a:defRPr>
            </a:pPr>
            <a:r>
              <a:rPr sz="4050" b="1">
                <a:solidFill>
                  <a:srgbClr val="020618"/>
                </a:solidFill>
              </a:rPr>
              <a:t>Recovery posture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FD1EF-A741-416F-8A16-945F9036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A concise engineering decision record for a reusable Beta R4 delivery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D9968-1B86-43A7-A150-FF4B4913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71600"/>
            <a:ext cx="2400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1A443-EE09-4C88-B2D4-A858912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81200"/>
            <a:ext cx="156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1D293D"/>
                </a:solidFill>
              </a:defRPr>
            </a:pPr>
            <a:r>
              <a:rPr sz="4800" b="1">
                <a:solidFill>
                  <a:srgbClr val="1D293D"/>
                </a:solidFill>
              </a:rPr>
              <a:t>R4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25EFE-D11D-4223-8628-6432A9B0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1638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2026-09-04</a:t>
            </a:r>
          </a:p>
          <a:p xmlns:a="http://schemas.openxmlformats.org/drawingml/2006/main">
            <a:pPr algn="ctr">
              <a:defRPr sz="1200">
                <a:solidFill>
                  <a:srgbClr val="45556C"/>
                </a:solidFill>
              </a:defRPr>
            </a:pPr>
            <a:r>
              <a:rPr sz="1200">
                <a:solidFill>
                  <a:srgbClr val="45556C"/>
                </a:solidFill>
              </a:rPr>
              <a:t>Schema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10F55-611A-45AC-8D42-ADDBA51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Artifact  p01-full-009828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Source    p01-src-009828</a:t>
            </a:r>
          </a:p>
          <a:p xmlns:a="http://schemas.openxmlformats.org/drawingml/2006/main">
            <a:pPr>
              <a:defRPr sz="1125">
                <a:solidFill>
                  <a:srgbClr val="45556C"/>
                </a:solidFill>
              </a:defRPr>
            </a:pPr>
            <a:r>
              <a:rPr sz="1125">
                <a:solidFill>
                  <a:srgbClr val="45556C"/>
                </a:solidFill>
              </a:rPr>
              <a:t>Input     p01-full-010695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79726-1B71-4664-A985-A0B5006F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76950"/>
            <a:ext cx="358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2748E"/>
                </a:solidFill>
              </a:defRPr>
            </a:pPr>
            <a:r>
              <a:rPr sz="825">
                <a:solidFill>
                  <a:srgbClr val="62748E"/>
                </a:solidFill>
              </a:rPr>
              <a:t>Internal repository brief  •  synthetic planning facts</a:t>
            </a:r>
          </a:p>
        </p:txBody>
      </p:sp>
    </p:spTree>
    <p:extLst>
      <p:ext uri="{BB962C8B-B14F-4D97-AF65-F5344CB8AC3E}">
        <p14:creationId xmlns:p14="http://schemas.microsoft.com/office/powerpoint/2010/main" val="940899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7BCEB0-F357-4610-8AD3-320775F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BETA R4 / ENGINEERING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F9348-25BA-4D9D-8B50-5F6FB16C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The gate is the handoff.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5DD0A-80F6-4D9E-BF6A-D563B63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56C"/>
                </a:solidFill>
              </a:defRPr>
            </a:pPr>
            <a:r>
              <a:rPr sz="1500">
                <a:solidFill>
                  <a:srgbClr val="45556C"/>
                </a:solidFill>
              </a:rPr>
              <a:t>Recovery posture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6F20A-9889-411F-A0AB-38670DD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D4A30-9D2E-4925-9589-6D449757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LATENCY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8C8D9-D8CD-481C-887E-DAA01C2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225 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8A1AF-CF06-4683-9424-CBB658E6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service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521B0-C066-4E9F-AB7F-1CB147C7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499FA-E36E-446A-8B9E-9A979BF2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B6CCA-4C87-4133-A55F-40DEB2FF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005D3-7235-4924-9A5F-299447D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source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C0D7F-D7CD-4114-BF6C-3AF7364E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06D9F-66D9-40F5-916D-42DA317E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RECONCILED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A9DEE6-836E-47CB-BB08-211240AC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1,231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D8A95-94D5-404F-A0F4-FEE2BE27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ready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A617B3-FA9D-4D14-90A1-AE679EEE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22288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454796-F2BA-4A92-807E-4F15CDE7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EXCEPTIONS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79E604-C552-42DA-AD0A-F5D99E5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85D61-623A-475B-AEA2-649F48E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5556C"/>
                </a:solidFill>
              </a:defRPr>
            </a:pPr>
            <a:r>
              <a:rPr sz="975">
                <a:solidFill>
                  <a:srgbClr val="45556C"/>
                </a:solidFill>
              </a:rPr>
              <a:t>named for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AD2BD-9792-4DF2-A309-8B062437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467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CDCFA-15A7-46EB-8D81-2E1D45D9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6CD47-F3D8-4DCE-BB94-B434475F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784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Persist the delivery gate before downstream publication; retain the nine exceptions in the review queue.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2FFA3-9661-4AA3-AB5C-DC8AF6C0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2748E"/>
                </a:solidFill>
              </a:defRPr>
            </a:pPr>
            <a:r>
              <a:rPr sz="900">
                <a:solidFill>
                  <a:srgbClr val="62748E"/>
                </a:solidFill>
              </a:rPr>
              <a:t>Dependency p01-full-010695  •  p01-full-009828 / p01-src-009828</a:t>
            </a:r>
          </a:p>
        </p:txBody>
      </p:sp>
    </p:spTree>
    <p:extLst>
      <p:ext uri="{BB962C8B-B14F-4D97-AF65-F5344CB8AC3E}">
        <p14:creationId xmlns:p14="http://schemas.microsoft.com/office/powerpoint/2010/main" val="796509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2026-08-24T01:19:15.1240000Z</dcterms:created>
  <dcterms:modified xsi:type="dcterms:W3CDTF">2026-08-24T01:19:15.1240000Z</dcterms:modified>
</coreProperties>
</file>