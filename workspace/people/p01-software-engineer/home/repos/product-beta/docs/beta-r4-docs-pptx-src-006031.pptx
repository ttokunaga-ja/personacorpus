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ae106535a74730" /><Relationship Type="http://schemas.openxmlformats.org/officeDocument/2006/relationships/extended-properties" Target="/docProps/app.xml" Id="Re8ce2fb032504751" /><Relationship Type="http://schemas.openxmlformats.org/officeDocument/2006/relationships/officeDocument" Target="/ppt/presentation.xml" Id="Rb6d5cceef13f49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efe958cbbb4c47"/>
  </p:sldMasterIdLst>
  <p:notesMasterIdLst>
    <p:notesMasterId xmlns:r="http://schemas.openxmlformats.org/officeDocument/2006/relationships" r:id="R177c00a776fe4f31"/>
  </p:notesMasterIdLst>
  <p:sldIdLst>
    <p:sldId xmlns:r="http://schemas.openxmlformats.org/officeDocument/2006/relationships" id="256" r:id="R939b22870c914c79"/>
    <p:sldId xmlns:r="http://schemas.openxmlformats.org/officeDocument/2006/relationships" id="257" r:id="Refba03108bfd4d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655afff8184407" /><Relationship Type="http://schemas.openxmlformats.org/officeDocument/2006/relationships/slideMaster" Target="/ppt/slideMasters/slideMaster1.xml" Id="R36efe958cbbb4c47" /><Relationship Type="http://schemas.openxmlformats.org/officeDocument/2006/relationships/notesMaster" Target="/ppt/notesMasters/notesMaster1.xml" Id="R177c00a776fe4f31" /><Relationship Type="http://schemas.openxmlformats.org/officeDocument/2006/relationships/presProps" Target="/ppt/presProps.xml" Id="R2214d7a154bb410b" /><Relationship Type="http://schemas.openxmlformats.org/officeDocument/2006/relationships/tableStyles" Target="/ppt/tableStyles.xml" Id="R80e1c11664784f95" /><Relationship Type="http://schemas.openxmlformats.org/officeDocument/2006/relationships/slide" Target="/ppt/slides/slide1.xml" Id="R939b22870c914c79" /><Relationship Type="http://schemas.openxmlformats.org/officeDocument/2006/relationships/slide" Target="/ppt/slides/slide2.xml" Id="Refba03108bfd4d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9aad2a9ef640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9c7ecb20bc4c9a" /><Relationship Type="http://schemas.openxmlformats.org/officeDocument/2006/relationships/notesMaster" Target="/ppt/notesMasters/notesMaster1.xml" Id="R596cfad3cf7745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73bb7423d2425c" /><Relationship Type="http://schemas.openxmlformats.org/officeDocument/2006/relationships/notesMaster" Target="/ppt/notesMasters/notesMaster1.xml" Id="R8a4a359bae9f4f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d76d835c44e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1b3330db694a54" /><Relationship Type="http://schemas.openxmlformats.org/officeDocument/2006/relationships/slideLayout" Target="/ppt/slideLayouts/slideLayout1.xml" Id="R1632d41f572d40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32d41f572d40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204d278f34d57" /><Relationship Type="http://schemas.openxmlformats.org/officeDocument/2006/relationships/notesSlide" Target="/ppt/notesSlides/notesSlide1.xml" Id="Rd91d7d198ceb4e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552627dcf4140" /><Relationship Type="http://schemas.openxmlformats.org/officeDocument/2006/relationships/notesSlide" Target="/ppt/notesSlides/notesSlide2.xml" Id="Rd3de4592e4cc43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F7A53-26EF-4460-BE37-34766292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BC7FE-3E5F-4E0D-94E2-258CA8D0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Interface readiness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A1D37-C028-4B28-A591-14B2CFE8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2DC4A-3A74-4773-8C8A-FDBE1BF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9FB80-8863-4F5B-871D-0C0D9A9C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2CF27-6B84-41C7-879D-6AFFA061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C428F-763E-434D-80B9-72CC881A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p01-full-006031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p01-src-006031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p01-full-009898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84591-4C6D-4671-99D4-5C1C7441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776724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BC8DE8-5F47-4309-AED1-15CBDD69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24F2A-03D1-4726-9407-1E8C0447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37FCA-80C6-49A7-A930-2EA463F1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Interface readiness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2B91A-C06D-47D3-99F9-0F6898E9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BCF8B-163F-4EFA-A200-7D93004C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08168-3DF8-424D-9E5E-C26F0211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F5817-3950-439C-8870-062D8045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5B1A1-1298-4C91-82E8-26CBE265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9E6B1-96C1-4BD0-AC29-F122AF46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21888-FA0F-47A4-8063-FA7D4BFA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46849-B047-47E3-9C04-74C953C3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8C334-8981-46E9-8AFA-ED97714D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A987A-D564-4310-BC02-3D1797E6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4CC21-6D68-402F-B21C-3B1AD3B1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D7BF3-ECC6-4A7B-9125-6E946025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468AA-BD88-4AE8-96C2-3DE5122E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0A5EE-53E6-4841-ADE9-7FD08E77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3CB87-B184-46D4-80A3-51DA0011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EE53E-AFA1-4413-9AD0-68C7297B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3A575-6B0B-43E1-B7B8-0ABD7BE3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296B9-82C5-4128-966E-C4B79EE2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492737-B7E4-4F1E-AAB7-F185C1FE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183DC-A03D-4760-A902-A3C6C8C3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p01-full-009898  •  p01-full-006031 / p01-src-006031</a:t>
            </a:r>
          </a:p>
        </p:txBody>
      </p:sp>
    </p:spTree>
    <p:extLst>
      <p:ext uri="{BB962C8B-B14F-4D97-AF65-F5344CB8AC3E}">
        <p14:creationId xmlns:p14="http://schemas.microsoft.com/office/powerpoint/2010/main" val="1216640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2026-08-24T01:10:15.2200000Z</dcterms:created>
  <dcterms:modified xsi:type="dcterms:W3CDTF">2026-08-24T01:10:15.2200000Z</dcterms:modified>
</coreProperties>
</file>