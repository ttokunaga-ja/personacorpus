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9cb5f368594691" /><Relationship Type="http://schemas.openxmlformats.org/officeDocument/2006/relationships/extended-properties" Target="/docProps/app.xml" Id="R4764fd3e91aa42da" /><Relationship Type="http://schemas.openxmlformats.org/officeDocument/2006/relationships/officeDocument" Target="/ppt/presentation.xml" Id="R8cb60ab1d13a48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71e0edf9743d4"/>
  </p:sldMasterIdLst>
  <p:notesMasterIdLst>
    <p:notesMasterId xmlns:r="http://schemas.openxmlformats.org/officeDocument/2006/relationships" r:id="R934bb46fe3a2450e"/>
  </p:notesMasterIdLst>
  <p:sldIdLst>
    <p:sldId xmlns:r="http://schemas.openxmlformats.org/officeDocument/2006/relationships" id="256" r:id="Rd4a23494afc04403"/>
    <p:sldId xmlns:r="http://schemas.openxmlformats.org/officeDocument/2006/relationships" id="257" r:id="Ra6447a61232f46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ab67e63ca844cf" /><Relationship Type="http://schemas.openxmlformats.org/officeDocument/2006/relationships/slideMaster" Target="/ppt/slideMasters/slideMaster1.xml" Id="R7a871e0edf9743d4" /><Relationship Type="http://schemas.openxmlformats.org/officeDocument/2006/relationships/notesMaster" Target="/ppt/notesMasters/notesMaster1.xml" Id="R934bb46fe3a2450e" /><Relationship Type="http://schemas.openxmlformats.org/officeDocument/2006/relationships/presProps" Target="/ppt/presProps.xml" Id="Rbee9ac75d0b147cc" /><Relationship Type="http://schemas.openxmlformats.org/officeDocument/2006/relationships/tableStyles" Target="/ppt/tableStyles.xml" Id="R7f8b56ddbd124255" /><Relationship Type="http://schemas.openxmlformats.org/officeDocument/2006/relationships/slide" Target="/ppt/slides/slide1.xml" Id="Rd4a23494afc04403" /><Relationship Type="http://schemas.openxmlformats.org/officeDocument/2006/relationships/slide" Target="/ppt/slides/slide2.xml" Id="Ra6447a61232f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5f6064540243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31092550f4cdc" /><Relationship Type="http://schemas.openxmlformats.org/officeDocument/2006/relationships/notesMaster" Target="/ppt/notesMasters/notesMaster1.xml" Id="R797e9a326df9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a85eed9df74988" /><Relationship Type="http://schemas.openxmlformats.org/officeDocument/2006/relationships/notesMaster" Target="/ppt/notesMasters/notesMaster1.xml" Id="Rbb8e4f8d2251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228ae8294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2ab5d3bd648f1" /><Relationship Type="http://schemas.openxmlformats.org/officeDocument/2006/relationships/slideLayout" Target="/ppt/slideLayouts/slideLayout1.xml" Id="Rdd595774c25745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595774c25745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15101e58448a5" /><Relationship Type="http://schemas.openxmlformats.org/officeDocument/2006/relationships/notesSlide" Target="/ppt/notesSlides/notesSlide1.xml" Id="Ra0790e56710548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4b9d3beac49f2" /><Relationship Type="http://schemas.openxmlformats.org/officeDocument/2006/relationships/notesSlide" Target="/ppt/notesSlides/notesSlide2.xml" Id="R1816a6955c874d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20670-037E-4298-BB1B-CF4592E5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8CB86-35F3-4ED5-9290-E61A1497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Operational cadence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57C43-E35C-4026-AE25-4F4391CA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9ED77-C853-458D-9B1C-A2B47062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2796E-4CF8-4B4C-9850-9DDAFAF1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A4925-94A2-4419-BB5D-E322CEB0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61CC2-7C18-4658-882B-84FD3193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p01-full-008628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p01-src-008628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p01-full-010311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8F9D4-2718-4688-82DB-10748CE4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968795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09F6F-1BC1-4627-8044-59016A30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10AEF-8307-4D01-A1B7-4F8573F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C2F19-D830-4854-B5DB-6FCD3176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Operational cadence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D4E82-D7D2-4028-ACD4-AD8D4C1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5E5C7-9293-468B-B45F-168AD389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F61D4-2DE2-4B65-A720-5EFE1D8E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4D6A2-F40E-485E-9E85-80D08E07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D36D2-181D-4139-A2AA-35F9398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B6B6B-9146-4909-BF84-D600790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2A071-F0C5-4C8E-AC22-F35F4AC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A2866-6EF0-4B9B-B1EE-935BF65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465CB-5D83-4A78-913E-E697EB26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3BCF2-96F4-497D-81CE-060C54C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8E966-DCB0-441E-8CFF-6230D329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38AC8-92D2-453E-9714-04B4E19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DC998-C16B-4B28-89BD-4931C71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C531C-6556-47FC-9206-2C51D15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6CAA6-05B6-4946-B549-7D0646A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FEE2B-C3D0-418F-BBCB-7C3DBA6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B5683-3CF7-43F0-B3FD-E843FD89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1E66B-5411-44B2-88D5-B7F5729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4384C-E444-439A-A2E0-6351AE6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3DE86-7DA7-4E47-9621-00F6E29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p01-full-010311  •  p01-full-008628 / p01-src-008628</a:t>
            </a:r>
          </a:p>
        </p:txBody>
      </p:sp>
    </p:spTree>
    <p:extLst>
      <p:ext uri="{BB962C8B-B14F-4D97-AF65-F5344CB8AC3E}">
        <p14:creationId xmlns:p14="http://schemas.microsoft.com/office/powerpoint/2010/main" val="518606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2026-08-24T01:14:59.3130000Z</dcterms:created>
  <dcterms:modified xsi:type="dcterms:W3CDTF">2026-08-24T01:14:59.3130000Z</dcterms:modified>
</coreProperties>
</file>