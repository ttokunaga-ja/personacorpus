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1af3ea395146f7" /><Relationship Type="http://schemas.openxmlformats.org/officeDocument/2006/relationships/extended-properties" Target="/docProps/app.xml" Id="R8cd008fa56764da2" /><Relationship Type="http://schemas.openxmlformats.org/officeDocument/2006/relationships/officeDocument" Target="/ppt/presentation.xml" Id="Ra939337641264a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c3f10d89e3470d"/>
  </p:sldMasterIdLst>
  <p:notesMasterIdLst>
    <p:notesMasterId xmlns:r="http://schemas.openxmlformats.org/officeDocument/2006/relationships" r:id="R01dcbc7c22f248b7"/>
  </p:notesMasterIdLst>
  <p:sldIdLst>
    <p:sldId xmlns:r="http://schemas.openxmlformats.org/officeDocument/2006/relationships" id="256" r:id="R929e358a632f49f6"/>
    <p:sldId xmlns:r="http://schemas.openxmlformats.org/officeDocument/2006/relationships" id="257" r:id="Rd56720c7c5ec4d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9542a9f2664845" /><Relationship Type="http://schemas.openxmlformats.org/officeDocument/2006/relationships/slideMaster" Target="/ppt/slideMasters/slideMaster1.xml" Id="Rfdc3f10d89e3470d" /><Relationship Type="http://schemas.openxmlformats.org/officeDocument/2006/relationships/notesMaster" Target="/ppt/notesMasters/notesMaster1.xml" Id="R01dcbc7c22f248b7" /><Relationship Type="http://schemas.openxmlformats.org/officeDocument/2006/relationships/presProps" Target="/ppt/presProps.xml" Id="Rbfa544132c6c4586" /><Relationship Type="http://schemas.openxmlformats.org/officeDocument/2006/relationships/tableStyles" Target="/ppt/tableStyles.xml" Id="R42042ddae8bb401c" /><Relationship Type="http://schemas.openxmlformats.org/officeDocument/2006/relationships/slide" Target="/ppt/slides/slide1.xml" Id="R929e358a632f49f6" /><Relationship Type="http://schemas.openxmlformats.org/officeDocument/2006/relationships/slide" Target="/ppt/slides/slide2.xml" Id="Rd56720c7c5ec4d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2f2c7edefc47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6896ea70a648a4" /><Relationship Type="http://schemas.openxmlformats.org/officeDocument/2006/relationships/notesMaster" Target="/ppt/notesMasters/notesMaster1.xml" Id="R540618863ac644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7f4596fd994a09" /><Relationship Type="http://schemas.openxmlformats.org/officeDocument/2006/relationships/notesMaster" Target="/ppt/notesMasters/notesMaster1.xml" Id="R54e0a0186ecc41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0f0cc59ce48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458a3b6b4c4235" /><Relationship Type="http://schemas.openxmlformats.org/officeDocument/2006/relationships/slideLayout" Target="/ppt/slideLayouts/slideLayout1.xml" Id="Rc37d9e146cc24c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7d9e146cc24c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31bd4265c4251" /><Relationship Type="http://schemas.openxmlformats.org/officeDocument/2006/relationships/notesSlide" Target="/ppt/notesSlides/notesSlide1.xml" Id="R206f94c8923842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070e961144073" /><Relationship Type="http://schemas.openxmlformats.org/officeDocument/2006/relationships/notesSlide" Target="/ppt/notesSlides/notesSlide2.xml" Id="R3521f516fb874d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F1429-7450-423E-BA50-845CD5BD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ASTER LOOP  /  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9FD6B-A5BF-4D4B-B0A2-83597950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Readiness review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61D37-2148-4BA3-BAA5-1F3764FC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A concise engineering decision record for a reusable Beta R4 delivery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02903-DBE7-43CE-83E5-5E6EB243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DCA71-299C-4620-9487-AF228405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D293D"/>
                </a:solidFill>
              </a:defRPr>
            </a:pPr>
            <a:r>
              <a:rPr sz="4800" b="1">
                <a:solidFill>
                  <a:srgbClr val="1D293D"/>
                </a:solidFill>
              </a:rPr>
              <a:t>R4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32300-5CBA-450B-841B-A34280F2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2026-09-04</a:t>
            </a:r>
          </a:p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Schema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ED4EF-CC12-47C2-B52A-F8F55D12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Artifact  p01-full-009928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Source    p01-src-009928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Input     p01-full-010728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7AF75-7886-403D-987F-7BC1AF32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76950"/>
            <a:ext cx="358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Internal repository brief  •  synthetic planning facts</a:t>
            </a:r>
          </a:p>
        </p:txBody>
      </p:sp>
    </p:spTree>
    <p:extLst>
      <p:ext uri="{BB962C8B-B14F-4D97-AF65-F5344CB8AC3E}">
        <p14:creationId xmlns:p14="http://schemas.microsoft.com/office/powerpoint/2010/main" val="1748684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36B43-304D-47FD-9578-FE734DAD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BETA R4 /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0B333-2D91-4F6B-9D76-AD53EB68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gate is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5E6E7-4FF7-4C63-A5A1-70866847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Readiness review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32BE3-1BFA-48FC-A7C1-0AE7B4A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B580F-1B33-4808-A6D0-11E7DEDC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C25B9-2D9C-4CEE-8B98-05B28FE2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225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28B1D-C9B0-4DB8-9064-066D570B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service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AC641-3EE8-4F9E-8370-E58C2784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A65C4-C29E-496D-8F05-FFBF5A0D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2B1B8-53A6-443A-A3ED-64C9A54A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34089-8D49-4311-B751-8AC59F2B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source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FAFDB-AAFA-4117-89FA-1A359179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9B61E-0972-4B0B-A1B8-F20FBCA3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RECONCILED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CA71D-73C5-47C7-A9BF-AC23DCD4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2D780-6B70-493E-B2CA-2AE8CAEA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ready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70268-4C06-4DD7-8D67-062E585D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4FC62-06C5-4BED-BF8C-D3AD1508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3E6AF-0E0F-4757-9B6D-3793D6AD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6F777A-DE85-49A5-9F73-E9AE5AE9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named for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05E6F-5BD3-4B0B-BF87-F4AE7333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46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F4D18-B4FF-43E6-9B20-A35ACB44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26FCE-23B1-4D69-9BF3-85615D13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784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Persist the delivery gate before downstream publication; retain the nine exceptions in the review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7DFAFD-965C-4582-B1C5-F30ED52E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Dependency p01-full-010728  •  p01-full-009928 / p01-src-009928</a:t>
            </a:r>
          </a:p>
        </p:txBody>
      </p:sp>
    </p:spTree>
    <p:extLst>
      <p:ext uri="{BB962C8B-B14F-4D97-AF65-F5344CB8AC3E}">
        <p14:creationId xmlns:p14="http://schemas.microsoft.com/office/powerpoint/2010/main" val="894575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2026-08-24T01:19:16.0200000Z</dcterms:created>
  <dcterms:modified xsi:type="dcterms:W3CDTF">2026-08-24T01:19:16.0200000Z</dcterms:modified>
</coreProperties>
</file>