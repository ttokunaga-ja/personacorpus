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e121590b824ed6" /><Relationship Type="http://schemas.openxmlformats.org/officeDocument/2006/relationships/extended-properties" Target="/docProps/app.xml" Id="R94792b94dfeb4026" /><Relationship Type="http://schemas.openxmlformats.org/officeDocument/2006/relationships/officeDocument" Target="/ppt/presentation.xml" Id="Rf892203419fc45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fbafef0b954218"/>
  </p:sldMasterIdLst>
  <p:notesMasterIdLst>
    <p:notesMasterId xmlns:r="http://schemas.openxmlformats.org/officeDocument/2006/relationships" r:id="Rf66cba59be084f0d"/>
  </p:notesMasterIdLst>
  <p:sldIdLst>
    <p:sldId xmlns:r="http://schemas.openxmlformats.org/officeDocument/2006/relationships" id="256" r:id="Rf6fcd0817b1d405a"/>
    <p:sldId xmlns:r="http://schemas.openxmlformats.org/officeDocument/2006/relationships" id="257" r:id="R0b738a25e6234c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01ef01aeb84ced" /><Relationship Type="http://schemas.openxmlformats.org/officeDocument/2006/relationships/slideMaster" Target="/ppt/slideMasters/slideMaster1.xml" Id="R5efbafef0b954218" /><Relationship Type="http://schemas.openxmlformats.org/officeDocument/2006/relationships/notesMaster" Target="/ppt/notesMasters/notesMaster1.xml" Id="Rf66cba59be084f0d" /><Relationship Type="http://schemas.openxmlformats.org/officeDocument/2006/relationships/presProps" Target="/ppt/presProps.xml" Id="R973c1c1334b14e35" /><Relationship Type="http://schemas.openxmlformats.org/officeDocument/2006/relationships/tableStyles" Target="/ppt/tableStyles.xml" Id="Radbd6c2851174a45" /><Relationship Type="http://schemas.openxmlformats.org/officeDocument/2006/relationships/slide" Target="/ppt/slides/slide1.xml" Id="Rf6fcd0817b1d405a" /><Relationship Type="http://schemas.openxmlformats.org/officeDocument/2006/relationships/slide" Target="/ppt/slides/slide2.xml" Id="R0b738a25e6234c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de798bd4b04c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8a82893bb84208" /><Relationship Type="http://schemas.openxmlformats.org/officeDocument/2006/relationships/notesMaster" Target="/ppt/notesMasters/notesMaster1.xml" Id="Reeaf9da224f54b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66ca9c673d4bf6" /><Relationship Type="http://schemas.openxmlformats.org/officeDocument/2006/relationships/notesMaster" Target="/ppt/notesMasters/notesMaster1.xml" Id="Rcb647697afe646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fd0a8461e044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bf4dc5652b41a5" /><Relationship Type="http://schemas.openxmlformats.org/officeDocument/2006/relationships/slideLayout" Target="/ppt/slideLayouts/slideLayout1.xml" Id="R3e3a7e94da0444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3a7e94da0444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20e716a814872" /><Relationship Type="http://schemas.openxmlformats.org/officeDocument/2006/relationships/notesSlide" Target="/ppt/notesSlides/notesSlide1.xml" Id="R998f5dc96e8c48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5ce666ee34a59" /><Relationship Type="http://schemas.openxmlformats.org/officeDocument/2006/relationships/notesSlide" Target="/ppt/notesSlides/notesSlide2.xml" Id="R322f114993b548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BE8B5-9834-4284-9E00-0EDDDFE9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ASTER LOOP  /  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B77B0-771B-4CE5-8C70-33C23561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Delivery gate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B748F-126C-4E16-9B1A-0F3BC37D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A concise engineering decision record for a reusable Beta R4 delivery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CF9CD-C04D-447F-9500-E3D4EDF7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71600"/>
            <a:ext cx="2400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455A0-C3D8-4C9C-8E22-FF4DAD65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156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D293D"/>
                </a:solidFill>
              </a:defRPr>
            </a:pPr>
            <a:r>
              <a:rPr sz="4800" b="1">
                <a:solidFill>
                  <a:srgbClr val="1D293D"/>
                </a:solidFill>
              </a:rPr>
              <a:t>R4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4B529-F126-41CB-9872-20099DE7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2026-09-04</a:t>
            </a:r>
          </a:p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Schema freeze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24D42-4E3F-4C7A-93C0-41B187B2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Artifact  p01-full-006078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Source    p01-src-006078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Input     p01-full-009943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15A52-AC3C-4297-B317-106BEB91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76950"/>
            <a:ext cx="358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Internal repository brief  •  synthetic planning facts</a:t>
            </a:r>
          </a:p>
        </p:txBody>
      </p:sp>
    </p:spTree>
    <p:extLst>
      <p:ext uri="{BB962C8B-B14F-4D97-AF65-F5344CB8AC3E}">
        <p14:creationId xmlns:p14="http://schemas.microsoft.com/office/powerpoint/2010/main" val="409601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46F0E1-960D-4BF9-91C7-D5EDC830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BETA R4 /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B172E-A4D8-493D-8670-8709C647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The gate is the handoff.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32A7C-E251-4FB0-9F3B-ADC306C5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Delivery gate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82C7B-DEB3-465E-8149-AA4BAB69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2CF94-EBDE-4B60-A047-2D0EE13A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LATENCY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F69E2-BECA-435E-B0F4-50B3212A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225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9CFF3-1073-4154-9052-DDFC08D6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service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34D4B-4D32-4EC7-9B66-51582C81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6A3BB-E627-4D45-8DA2-476E0B36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C0265-169C-4A77-8CF2-93F7CD0A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795FF-A420-4EB4-BF3B-36E944E2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source observations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00FBF-A233-4D61-9E70-716103CB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A92DF-421B-4132-80C1-50514AA2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RECONCILED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36FA8-961F-4C56-B379-26513E1D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CE5C1-6BEE-4EE2-80EA-E4B6D5BA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ready observations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5AC28-8780-40E0-9B5B-6D56D74A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B82BA-9AA4-4A52-954A-5891AA0C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EXCEPTIONS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B0D3A7-764F-4D19-992D-4007749C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F6D8F-16C3-4CA5-9560-F44256FA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named for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EB4883-9287-4D5D-B528-AA44BE33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467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45EBD-73FD-469F-BAD1-8DC32A12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B0D30A-3643-49A2-9008-04390477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38700"/>
            <a:ext cx="784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Persist the delivery gate before downstream publication; retain the nine exceptions in the review queue.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645759-304D-45B0-AFA4-FB9952B3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Dependency p01-full-009943  •  p01-full-006078 / p01-src-006078</a:t>
            </a:r>
          </a:p>
        </p:txBody>
      </p:sp>
    </p:spTree>
    <p:extLst>
      <p:ext uri="{BB962C8B-B14F-4D97-AF65-F5344CB8AC3E}">
        <p14:creationId xmlns:p14="http://schemas.microsoft.com/office/powerpoint/2010/main" val="11617746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2026-08-24T01:10:15.4900000Z</dcterms:created>
  <dcterms:modified xsi:type="dcterms:W3CDTF">2026-08-24T01:10:15.4900000Z</dcterms:modified>
</coreProperties>
</file>