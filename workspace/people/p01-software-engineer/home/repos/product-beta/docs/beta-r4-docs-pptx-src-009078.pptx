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a4fa594ba14d38" /><Relationship Type="http://schemas.openxmlformats.org/officeDocument/2006/relationships/extended-properties" Target="/docProps/app.xml" Id="Raf297c56aa8e4115" /><Relationship Type="http://schemas.openxmlformats.org/officeDocument/2006/relationships/officeDocument" Target="/ppt/presentation.xml" Id="Ra1b2ae18ab46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353aea44894432"/>
  </p:sldMasterIdLst>
  <p:notesMasterIdLst>
    <p:notesMasterId xmlns:r="http://schemas.openxmlformats.org/officeDocument/2006/relationships" r:id="R798c40b17e5f43e6"/>
  </p:notesMasterIdLst>
  <p:sldIdLst>
    <p:sldId xmlns:r="http://schemas.openxmlformats.org/officeDocument/2006/relationships" id="256" r:id="Ra1f2e94e4eeb46d1"/>
    <p:sldId xmlns:r="http://schemas.openxmlformats.org/officeDocument/2006/relationships" id="257" r:id="R54e6200e8da945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6dcafae5e34afb" /><Relationship Type="http://schemas.openxmlformats.org/officeDocument/2006/relationships/slideMaster" Target="/ppt/slideMasters/slideMaster1.xml" Id="R47353aea44894432" /><Relationship Type="http://schemas.openxmlformats.org/officeDocument/2006/relationships/notesMaster" Target="/ppt/notesMasters/notesMaster1.xml" Id="R798c40b17e5f43e6" /><Relationship Type="http://schemas.openxmlformats.org/officeDocument/2006/relationships/presProps" Target="/ppt/presProps.xml" Id="R4a0aa90c817d4732" /><Relationship Type="http://schemas.openxmlformats.org/officeDocument/2006/relationships/tableStyles" Target="/ppt/tableStyles.xml" Id="Rddaa03c79ee0472b" /><Relationship Type="http://schemas.openxmlformats.org/officeDocument/2006/relationships/slide" Target="/ppt/slides/slide1.xml" Id="Ra1f2e94e4eeb46d1" /><Relationship Type="http://schemas.openxmlformats.org/officeDocument/2006/relationships/slide" Target="/ppt/slides/slide2.xml" Id="R54e6200e8da945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6b2f9b85ed41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28c579ec5d4a78" /><Relationship Type="http://schemas.openxmlformats.org/officeDocument/2006/relationships/notesMaster" Target="/ppt/notesMasters/notesMaster1.xml" Id="R15e6db605b7142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766e7649fd438d" /><Relationship Type="http://schemas.openxmlformats.org/officeDocument/2006/relationships/notesMaster" Target="/ppt/notesMasters/notesMaster1.xml" Id="Re31ff91444f347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d48791b9f4d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0998dc28114a18" /><Relationship Type="http://schemas.openxmlformats.org/officeDocument/2006/relationships/slideLayout" Target="/ppt/slideLayouts/slideLayout1.xml" Id="Rbf46fecad59448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46fecad59448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d21b4c44a4e51" /><Relationship Type="http://schemas.openxmlformats.org/officeDocument/2006/relationships/notesSlide" Target="/ppt/notesSlides/notesSlide1.xml" Id="Rd4d0a8e8bd3840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e5822120a4e38" /><Relationship Type="http://schemas.openxmlformats.org/officeDocument/2006/relationships/notesSlide" Target="/ppt/notesSlides/notesSlide2.xml" Id="Rc4f8e8c4840d44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9E850-E6A9-4AC2-A651-9C6B68BD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21D50-1CE6-4FCE-9DC9-3BCC63E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Traceability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64699-E8D5-48C5-9778-3C0FE1E9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FB1F1-2FFF-42DD-A9B5-41256959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E6EF-E323-42C1-91CC-6787D8E7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F69EB-E8A9-4955-940C-FB669EC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34F31-CAA8-4673-BE91-25C6FDF1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p01-full-009078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p01-src-009078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p01-full-010359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67D34-ED1B-44DC-B518-77058890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453433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4A3CB-F1E9-4A6F-BC4C-B449332A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AE2B2-6BB5-4A30-BA9F-04DDC352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25A03-EC8D-4126-A777-842DA9D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Traceability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E9E59-8981-4A63-96DA-73EC29F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C40E1-3A90-4C41-8750-DFC86D9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1D3FE-B362-495F-829A-6E8F50F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CEE44-8B83-44FE-87FD-5B6EA520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5BF2A-10B9-4A4D-94CF-CEBBE646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1B389-AF7B-4EA9-A630-82CB131D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88CAF-D327-4C99-BF9A-FCB6224E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ABFD3-C2DB-4D35-B2C0-8371E925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942C0-E3C9-4767-955E-2C2D0DA7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97115-EC2B-4A90-83F9-67715C8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592A2-0FA2-40E9-856B-73BA2756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F76FC-B005-43C5-8441-E0142DF0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14017-B182-47F3-A171-9996DD78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C56BF-9688-4D13-8484-70F86B97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97FB1-2FCA-4BDF-B87D-60CDE600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00ECB-8AB0-4B67-B211-A15C0E44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2F152-7C82-4A3E-973F-DD396BE0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81C53-E75D-445E-9C43-E5A3B545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520A7-0F65-4749-8173-0A29779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FD295-86E4-4983-BFA7-CD2C2F04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p01-full-010359  •  p01-full-009078 / p01-src-009078</a:t>
            </a:r>
          </a:p>
        </p:txBody>
      </p:sp>
    </p:spTree>
    <p:extLst>
      <p:ext uri="{BB962C8B-B14F-4D97-AF65-F5344CB8AC3E}">
        <p14:creationId xmlns:p14="http://schemas.microsoft.com/office/powerpoint/2010/main" val="1284328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2026-08-24T01:14:59.5680000Z</dcterms:created>
  <dcterms:modified xsi:type="dcterms:W3CDTF">2026-08-24T01:14:59.5680000Z</dcterms:modified>
</coreProperties>
</file>