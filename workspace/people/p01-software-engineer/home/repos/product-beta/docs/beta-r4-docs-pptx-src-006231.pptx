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d1b5faab344baf" /><Relationship Type="http://schemas.openxmlformats.org/officeDocument/2006/relationships/extended-properties" Target="/docProps/app.xml" Id="Ra5c17e0d44e44fd5" /><Relationship Type="http://schemas.openxmlformats.org/officeDocument/2006/relationships/officeDocument" Target="/ppt/presentation.xml" Id="Rf1757f2afae04c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d8b17b67d94f3f"/>
  </p:sldMasterIdLst>
  <p:notesMasterIdLst>
    <p:notesMasterId xmlns:r="http://schemas.openxmlformats.org/officeDocument/2006/relationships" r:id="Rff0309bce35142ea"/>
  </p:notesMasterIdLst>
  <p:sldIdLst>
    <p:sldId xmlns:r="http://schemas.openxmlformats.org/officeDocument/2006/relationships" id="256" r:id="Rf95cf00e5594407c"/>
    <p:sldId xmlns:r="http://schemas.openxmlformats.org/officeDocument/2006/relationships" id="257" r:id="Rf9459754fead44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85a5531c6444cb" /><Relationship Type="http://schemas.openxmlformats.org/officeDocument/2006/relationships/slideMaster" Target="/ppt/slideMasters/slideMaster1.xml" Id="R5ed8b17b67d94f3f" /><Relationship Type="http://schemas.openxmlformats.org/officeDocument/2006/relationships/notesMaster" Target="/ppt/notesMasters/notesMaster1.xml" Id="Rff0309bce35142ea" /><Relationship Type="http://schemas.openxmlformats.org/officeDocument/2006/relationships/presProps" Target="/ppt/presProps.xml" Id="Rbe6cd5ea92224619" /><Relationship Type="http://schemas.openxmlformats.org/officeDocument/2006/relationships/tableStyles" Target="/ppt/tableStyles.xml" Id="R4b204e4c73be4c11" /><Relationship Type="http://schemas.openxmlformats.org/officeDocument/2006/relationships/slide" Target="/ppt/slides/slide1.xml" Id="Rf95cf00e5594407c" /><Relationship Type="http://schemas.openxmlformats.org/officeDocument/2006/relationships/slide" Target="/ppt/slides/slide2.xml" Id="Rf9459754fead44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bdc95aa5649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72b3fae6674bfb" /><Relationship Type="http://schemas.openxmlformats.org/officeDocument/2006/relationships/notesMaster" Target="/ppt/notesMasters/notesMaster1.xml" Id="Rdf86d4dd6a3a43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6dc6c5026a4796" /><Relationship Type="http://schemas.openxmlformats.org/officeDocument/2006/relationships/notesMaster" Target="/ppt/notesMasters/notesMaster1.xml" Id="R8ef24d1d300842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21db85a23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c3d4a17b54658" /><Relationship Type="http://schemas.openxmlformats.org/officeDocument/2006/relationships/slideLayout" Target="/ppt/slideLayouts/slideLayout1.xml" Id="R645f6e7ccf4b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f6e7ccf4b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e6daa35014ab2" /><Relationship Type="http://schemas.openxmlformats.org/officeDocument/2006/relationships/notesSlide" Target="/ppt/notesSlides/notesSlide1.xml" Id="R6c648ddb00774e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86e967e7c4be5" /><Relationship Type="http://schemas.openxmlformats.org/officeDocument/2006/relationships/notesSlide" Target="/ppt/notesSlides/notesSlide2.xml" Id="Rcb47cd4f8dc548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009F9-3260-4614-9155-7010A3B3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161E7-2013-4F38-B5F4-94A788B3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Evidence reconciliation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DA4EA-B555-427A-9F13-8A116761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DB5EA-FF21-49E8-B667-043DA043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8C9F6-6D78-48DA-9294-646E057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6810B-31A2-4096-BCA1-A1D686BC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511F8-93EF-450E-9E49-2EA8E39A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p01-full-006231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p01-src-006231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p01-full-010159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017F1-E466-404F-8D6E-24E31391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149361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7740D1-CD49-4A3A-A7DE-131276C0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220D3-1FD0-475C-BDD8-E25752EF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6CAC0-9400-4B8F-A2CD-4E8030C3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Evidence reconciliation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93758-7821-4FCC-B6D7-2F5774BD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C6047-5306-46A5-B979-50656BF4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858A9-F703-43FB-AB5E-76454528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0DEA7-6472-49E0-A710-6389B015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D4B06-009A-4406-8DB0-F47317F6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3FD40-E759-4D4D-96A1-2D5406BB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D929E-C6F5-4613-8F62-8217AA2B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B83B5-6D6C-4B7F-BE4E-628D4B3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20D76-D570-4737-8F57-101F421E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1506B-35D7-4CFB-A9ED-94BC69AD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8EC03-0655-4A0D-A844-D977E97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945C8-EA57-46FE-B6BF-0456EDE0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F7391-3471-49A9-A4D8-30899A61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D9506-4EC4-4524-8D79-7D910CFA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3E45D-1F82-4A3C-AE29-63704E3F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2218C-AFDF-457F-8D1C-8A47D8FC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AD5E5-25FC-47B9-896E-5CBBAAC5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057C9-46C8-4FD4-BE37-9DD56B2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239EC-37C8-4609-9AA0-767D0F3E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C67C3-1987-4DDA-9C52-D46C01F5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p01-full-010159  •  p01-full-006231 / p01-src-006231</a:t>
            </a:r>
          </a:p>
        </p:txBody>
      </p:sp>
    </p:spTree>
    <p:extLst>
      <p:ext uri="{BB962C8B-B14F-4D97-AF65-F5344CB8AC3E}">
        <p14:creationId xmlns:p14="http://schemas.microsoft.com/office/powerpoint/2010/main" val="1761032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2026-08-24T01:10:15.8050000Z</dcterms:created>
  <dcterms:modified xsi:type="dcterms:W3CDTF">2026-08-24T01:10:15.8050000Z</dcterms:modified>
</coreProperties>
</file>