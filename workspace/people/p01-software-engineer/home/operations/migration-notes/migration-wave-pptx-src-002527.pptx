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3ab887999e42e9" /><Relationship Type="http://schemas.openxmlformats.org/officeDocument/2006/relationships/extended-properties" Target="/docProps/app.xml" Id="R1fa00366f21b4371" /><Relationship Type="http://schemas.openxmlformats.org/officeDocument/2006/relationships/officeDocument" Target="/ppt/presentation.xml" Id="Re94de45e0f384c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4d564d476413a"/>
  </p:sldMasterIdLst>
  <p:notesMasterIdLst>
    <p:notesMasterId xmlns:r="http://schemas.openxmlformats.org/officeDocument/2006/relationships" r:id="R8822ab256b3046df"/>
  </p:notesMasterIdLst>
  <p:sldIdLst>
    <p:sldId xmlns:r="http://schemas.openxmlformats.org/officeDocument/2006/relationships" id="256" r:id="Recf1757caab3463a"/>
    <p:sldId xmlns:r="http://schemas.openxmlformats.org/officeDocument/2006/relationships" id="257" r:id="R1552a5dbf5ed43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80a7a7efa34603" /><Relationship Type="http://schemas.openxmlformats.org/officeDocument/2006/relationships/slideMaster" Target="/ppt/slideMasters/slideMaster1.xml" Id="Ra764d564d476413a" /><Relationship Type="http://schemas.openxmlformats.org/officeDocument/2006/relationships/notesMaster" Target="/ppt/notesMasters/notesMaster1.xml" Id="R8822ab256b3046df" /><Relationship Type="http://schemas.openxmlformats.org/officeDocument/2006/relationships/presProps" Target="/ppt/presProps.xml" Id="R360305298dd0407d" /><Relationship Type="http://schemas.openxmlformats.org/officeDocument/2006/relationships/tableStyles" Target="/ppt/tableStyles.xml" Id="R28e9f6a033cb47c6" /><Relationship Type="http://schemas.openxmlformats.org/officeDocument/2006/relationships/slide" Target="/ppt/slides/slide1.xml" Id="Recf1757caab3463a" /><Relationship Type="http://schemas.openxmlformats.org/officeDocument/2006/relationships/slide" Target="/ppt/slides/slide2.xml" Id="R1552a5dbf5ed43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48b586ef4840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a054d3653d4087" /><Relationship Type="http://schemas.openxmlformats.org/officeDocument/2006/relationships/notesMaster" Target="/ppt/notesMasters/notesMaster1.xml" Id="Rc3d84bb877e14a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b0acc8ae4e4aef" /><Relationship Type="http://schemas.openxmlformats.org/officeDocument/2006/relationships/notesMaster" Target="/ppt/notesMasters/notesMaster1.xml" Id="Ra18beef4cf584a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0e0d6585546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2d305822a847bb" /><Relationship Type="http://schemas.openxmlformats.org/officeDocument/2006/relationships/slideLayout" Target="/ppt/slideLayouts/slideLayout1.xml" Id="R65049ec850ee43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049ec850ee43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53235dd8b42c1" /><Relationship Type="http://schemas.openxmlformats.org/officeDocument/2006/relationships/notesSlide" Target="/ppt/notesSlides/notesSlide1.xml" Id="R7949bc37206b4b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c927627f24796" /><Relationship Type="http://schemas.openxmlformats.org/officeDocument/2006/relationships/notesSlide" Target="/ppt/notesSlides/notesSlide2.xml" Id="R14071081f1bd45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CBFDF-1AAA-4F6B-93FD-A8768D21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MIGRATION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8E4D7-B960-4B3D-B492-90014B2B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MIG-26Q3-W02: controlled cutover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050AE-6079-4284-BB5D-BAE4CE2E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catalog-index advances when replay, routing, and restore evidence agree.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B3D7B-E1FE-44D4-8344-2F0DE60A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28748-52AD-423E-A935-1D0779E1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48A42-BCF9-42DF-A55C-B141B44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Snapshot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B9681-CE44-4807-9D9C-B17FDA0C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76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856E9-2183-4901-A004-9AC3DFF0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87644-D670-41B5-AD00-C3E373E1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Ordered replay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621E9-068B-42C1-B459-4F730F4F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76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79013-D054-471D-B16B-6AA4DFB9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D482B-7430-4329-8FF4-982DE2C5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Route switch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2BB8D-E031-4668-9B7E-9C306A5D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46ECD-6A31-43C6-8EB8-68D9A639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7B1E1-17CC-4495-A02B-4359197A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76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Closeout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A41B1-53E4-41CA-9994-CB7065E3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RPO 5m  •  RTO 45m  •  Cutover 2026-09-14  •  Closeout 2026-09-18</a:t>
            </a:r>
          </a:p>
        </p:txBody>
      </p:sp>
    </p:spTree>
    <p:extLst>
      <p:ext uri="{BB962C8B-B14F-4D97-AF65-F5344CB8AC3E}">
        <p14:creationId xmlns:p14="http://schemas.microsoft.com/office/powerpoint/2010/main" val="1148353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3880D-68F2-4DB6-B5CD-8A103EEE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EVIDENCE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3714D-904B-44FA-AA51-3B286DA2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Three services, one wave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2FD32-B468-4B04-B772-12F71520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EE11A-E859-4C8A-AC78-89056729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574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event-bus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7A1B5-5A2C-4DAC-8B41-4B7A7C4A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28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67DAF-3E40-43A9-B0E6-D2F99950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447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F5792-D11B-4193-9A81-8B0BC350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574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Readiness evidence reviewed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67396-1F61-4AD2-9186-7736B4CF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643A3-364B-47EC-9BA2-9998F53C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observability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B4B4F-602B-4CDD-A6A6-2FA3DF9F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28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FFA72-AD33-4BB2-A588-91822D80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95625"/>
            <a:ext cx="447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C4E69-8824-4ACC-9281-1761DA62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Replay evidence reconciled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DF10A-EFDC-40F6-B167-EA03C52C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06046-ECE4-4047-8A9C-DD93DE1E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57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contract-registry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CE62A-9E77-4767-B4A8-CE26604B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291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0DDD1-D234-426D-9757-0154ED72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447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E5EE2-71FD-4F40-B97B-83D65FAF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576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Readiness evidence reviewed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BCF39-116F-4136-A647-6498CF4E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Synthetic operational evidence; closeout preserves the program anchors.</a:t>
            </a:r>
          </a:p>
        </p:txBody>
      </p:sp>
    </p:spTree>
    <p:extLst>
      <p:ext uri="{BB962C8B-B14F-4D97-AF65-F5344CB8AC3E}">
        <p14:creationId xmlns:p14="http://schemas.microsoft.com/office/powerpoint/2010/main" val="323676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2026-08-23T22:25:51.5500000Z</dcterms:created>
  <dcterms:modified xsi:type="dcterms:W3CDTF">2026-08-23T22:25:51.5500000Z</dcterms:modified>
</coreProperties>
</file>