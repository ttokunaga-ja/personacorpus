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ce72f2b784d4e" /><Relationship Type="http://schemas.openxmlformats.org/officeDocument/2006/relationships/extended-properties" Target="/docProps/app.xml" Id="R039ff2b5cbb744c7" /><Relationship Type="http://schemas.openxmlformats.org/officeDocument/2006/relationships/officeDocument" Target="/ppt/presentation.xml" Id="R2a91a36b5475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568bb0b0c484b"/>
  </p:sldMasterIdLst>
  <p:notesMasterIdLst>
    <p:notesMasterId xmlns:r="http://schemas.openxmlformats.org/officeDocument/2006/relationships" r:id="Rd41fd625679d49f8"/>
  </p:notesMasterIdLst>
  <p:sldIdLst>
    <p:sldId xmlns:r="http://schemas.openxmlformats.org/officeDocument/2006/relationships" id="256" r:id="Rb8fbe8e3e46245de"/>
    <p:sldId xmlns:r="http://schemas.openxmlformats.org/officeDocument/2006/relationships" id="257" r:id="Rc4cebc046d5f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81cdfd4684464" /><Relationship Type="http://schemas.openxmlformats.org/officeDocument/2006/relationships/slideMaster" Target="/ppt/slideMasters/slideMaster1.xml" Id="Rbdc568bb0b0c484b" /><Relationship Type="http://schemas.openxmlformats.org/officeDocument/2006/relationships/notesMaster" Target="/ppt/notesMasters/notesMaster1.xml" Id="Rd41fd625679d49f8" /><Relationship Type="http://schemas.openxmlformats.org/officeDocument/2006/relationships/presProps" Target="/ppt/presProps.xml" Id="Ra0d59e476d1744b4" /><Relationship Type="http://schemas.openxmlformats.org/officeDocument/2006/relationships/tableStyles" Target="/ppt/tableStyles.xml" Id="Rb2f05da7dea342d3" /><Relationship Type="http://schemas.openxmlformats.org/officeDocument/2006/relationships/slide" Target="/ppt/slides/slide1.xml" Id="Rb8fbe8e3e46245de" /><Relationship Type="http://schemas.openxmlformats.org/officeDocument/2006/relationships/slide" Target="/ppt/slides/slide2.xml" Id="Rc4cebc046d5f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e0579d96f4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3a2864a6294c5e" /><Relationship Type="http://schemas.openxmlformats.org/officeDocument/2006/relationships/notesMaster" Target="/ppt/notesMasters/notesMaster1.xml" Id="R6e157827bda84e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98805e1f1c40fd" /><Relationship Type="http://schemas.openxmlformats.org/officeDocument/2006/relationships/notesMaster" Target="/ppt/notesMasters/notesMaster1.xml" Id="Raa590d75ae9143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0650c67114a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2c34bc2554419" /><Relationship Type="http://schemas.openxmlformats.org/officeDocument/2006/relationships/slideLayout" Target="/ppt/slideLayouts/slideLayout1.xml" Id="Rbbe42d8ffb7c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e42d8ffb7c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8a24911814526" /><Relationship Type="http://schemas.openxmlformats.org/officeDocument/2006/relationships/notesSlide" Target="/ppt/notesSlides/notesSlide1.xml" Id="Rcce3748e5dfe45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ac68410d94967" /><Relationship Type="http://schemas.openxmlformats.org/officeDocument/2006/relationships/notesSlide" Target="/ppt/notesSlides/notesSlide2.xml" Id="Rbf1830f08bfc4f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3C751-AF79-4A41-AAEA-DB9D906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MIGRATION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774AA-A410-4827-AD99-1F339B58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MIG-26Q3-W01: controlled cutover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49332-C6E4-4051-A1A5-64CC69CB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edge-api advances when replay, routing, and restore evidence agree.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C9F5E-85B9-4604-A4ED-473B5CB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3BD78-FB76-49AE-9537-DECEC4F8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D205B-4010-4143-A155-FE43C17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3CF55-D1DB-45AD-BFEB-F78DD850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D4F2-C7E5-4496-B63D-E41B0774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2398D-187B-449D-B114-F5621884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Ordered replay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76A03-81CF-428D-A8E3-CFCDFBB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B8B85-D2EB-4313-8C34-5DE4D286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B70A7-9C62-4B8C-92EE-0D4EF9FA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Route switch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26C48-0D51-40F8-8095-2C18BDC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2F8A6-7847-40E8-AB47-AD6F6D6D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59E1A-43DC-462C-BFF4-23D435B2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Closeout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1F04E-6BCD-4265-B6E4-3256AD6A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RPO 5m  •  RTO 45m  •  Cutover 2026-09-14  •  Closeout 2026-09-18</a:t>
            </a:r>
          </a:p>
        </p:txBody>
      </p:sp>
    </p:spTree>
    <p:extLst>
      <p:ext uri="{BB962C8B-B14F-4D97-AF65-F5344CB8AC3E}">
        <p14:creationId xmlns:p14="http://schemas.microsoft.com/office/powerpoint/2010/main" val="1329270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B492F-33BA-4DF2-889E-5309818D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EVIDENCE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A9061-E7B4-49CD-A1BA-F0F06601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Three services, one wave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592DB-17B8-4F24-A660-334380D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B38F3-0628-4ED7-8C4B-53DC5C8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7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edge-api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AFD5C-3DC0-42E5-8CF9-A720BCE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28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4B9CC-8FB5-4D6E-BEBF-8B1CACD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B66EE-9B5F-4D3A-8AD1-6ACB70B0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57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Readiness evidence 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32C5B-FE48-47FC-9941-8405C4CF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21477-83FA-4B7A-A0CA-6C81EA38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release-coordinator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05A7F-1E34-4093-8C69-1FF2793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28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31EB9-74A4-4458-94F0-9CD43929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BB682-FBE8-4BCB-9A93-8B3FF655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Replay evidence reconciled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BB38D-707D-43FD-A8AD-CD602B2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8DFBD-68FB-4173-AB82-D5B1169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57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decision-store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9ACF9-8822-4FE4-BFC6-FD55B890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79537-DCB3-4CA9-BF1B-259C7F0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31B04-FE06-4FB9-856D-C67130D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57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Readiness evidence reviewed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05C40-70DE-4E01-995A-1C8009F1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Synthetic operational evidence; closeout preserves the program anchors.</a:t>
            </a:r>
          </a:p>
        </p:txBody>
      </p:sp>
    </p:spTree>
    <p:extLst>
      <p:ext uri="{BB962C8B-B14F-4D97-AF65-F5344CB8AC3E}">
        <p14:creationId xmlns:p14="http://schemas.microsoft.com/office/powerpoint/2010/main" val="124576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2026-08-23T22:25:51.2920000Z</dcterms:created>
  <dcterms:modified xsi:type="dcterms:W3CDTF">2026-08-23T22:25:51.2920000Z</dcterms:modified>
</coreProperties>
</file>