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b912697cfd494e" /><Relationship Type="http://schemas.openxmlformats.org/officeDocument/2006/relationships/extended-properties" Target="/docProps/app.xml" Id="R7b4051fbdd5a4771" /><Relationship Type="http://schemas.openxmlformats.org/officeDocument/2006/relationships/officeDocument" Target="/ppt/presentation.xml" Id="R7f285107561446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05013870fe4d50"/>
  </p:sldMasterIdLst>
  <p:notesMasterIdLst>
    <p:notesMasterId xmlns:r="http://schemas.openxmlformats.org/officeDocument/2006/relationships" r:id="R67a489baca184832"/>
  </p:notesMasterIdLst>
  <p:sldIdLst>
    <p:sldId xmlns:r="http://schemas.openxmlformats.org/officeDocument/2006/relationships" id="256" r:id="R17fcb3083e664d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275da2fbe34fa7" /><Relationship Type="http://schemas.openxmlformats.org/officeDocument/2006/relationships/slideMaster" Target="/ppt/slideMasters/slideMaster1.xml" Id="R4e05013870fe4d50" /><Relationship Type="http://schemas.openxmlformats.org/officeDocument/2006/relationships/notesMaster" Target="/ppt/notesMasters/notesMaster1.xml" Id="R67a489baca184832" /><Relationship Type="http://schemas.openxmlformats.org/officeDocument/2006/relationships/presProps" Target="/ppt/presProps.xml" Id="Ra792422a70144f32" /><Relationship Type="http://schemas.openxmlformats.org/officeDocument/2006/relationships/tableStyles" Target="/ppt/tableStyles.xml" Id="Ra74b885d3b3a4873" /><Relationship Type="http://schemas.openxmlformats.org/officeDocument/2006/relationships/slide" Target="/ppt/slides/slide1.xml" Id="R17fcb3083e664d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f78d7d5ae74d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0da772cc374dd1" /><Relationship Type="http://schemas.openxmlformats.org/officeDocument/2006/relationships/notesMaster" Target="/ppt/notesMasters/notesMaster1.xml" Id="R72c9328e846e4b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c077da2b642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3fdc0cd21d4a74" /><Relationship Type="http://schemas.openxmlformats.org/officeDocument/2006/relationships/slideLayout" Target="/ppt/slideLayouts/slideLayout1.xml" Id="R0ea3de577d0e4d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a3de577d0e4d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f41c3cb274135" /><Relationship Type="http://schemas.openxmlformats.org/officeDocument/2006/relationships/notesSlide" Target="/ppt/notesSlides/notesSlide1.xml" Id="Rae7ecd0fcb944e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B6A35-ED67-4D4E-9259-443F55EE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B"/>
                </a:solidFill>
              </a:defRPr>
            </a:pPr>
            <a:r>
              <a:rPr sz="2250" b="1">
                <a:solidFill>
                  <a:srgbClr val="0F172B"/>
                </a:solidFill>
              </a:rPr>
              <a:t>INCOMING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5A43B-3E44-46AB-B898-8B3F6318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INBOX-002176  |  Product Beta R4  |  unreviewed inbox transport copy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54635-7E83-4898-99C3-CCF8FD08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Intake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28 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6BD7D-608A-41B0-B74A-B61F3796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Edge API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32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F0F81-895A-4BAE-92A2-A835171D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Coordinator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46 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F8F60-4511-423F-A7EA-FB62991B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Decision store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24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AB927-93D9-4AF4-B5FA-44C3AC07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Event bus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18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C9A78-B1D6-4321-A551-8E8B6B25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Observe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36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E2B8C-C5CD-4AED-9CEC-FB7DE67A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Reported attachment p95: 185 ms</a:t>
            </a:r>
          </a:p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Accepted Alpha observation remains 184 ms. Review is required before any accepted record is created.</a:t>
            </a:r>
          </a:p>
        </p:txBody>
      </p:sp>
    </p:spTree>
    <p:extLst>
      <p:ext uri="{BB962C8B-B14F-4D97-AF65-F5344CB8AC3E}">
        <p14:creationId xmlns:p14="http://schemas.microsoft.com/office/powerpoint/2010/main" val="305717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2026-08-23T22:36:24.2830000Z</dcterms:created>
  <dcterms:modified xsi:type="dcterms:W3CDTF">2026-08-23T22:36:24.2830000Z</dcterms:modified>
</coreProperties>
</file>