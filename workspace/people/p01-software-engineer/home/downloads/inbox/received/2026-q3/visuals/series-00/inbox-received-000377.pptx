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0da637a9d747f8" /><Relationship Type="http://schemas.openxmlformats.org/officeDocument/2006/relationships/extended-properties" Target="/docProps/app.xml" Id="R36d3daa3f19b4237" /><Relationship Type="http://schemas.openxmlformats.org/officeDocument/2006/relationships/officeDocument" Target="/ppt/presentation.xml" Id="Re76a183bbf16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c501648724d79"/>
  </p:sldMasterIdLst>
  <p:notesMasterIdLst>
    <p:notesMasterId xmlns:r="http://schemas.openxmlformats.org/officeDocument/2006/relationships" r:id="R3d2bfa96e3d5474f"/>
  </p:notesMasterIdLst>
  <p:sldIdLst>
    <p:sldId xmlns:r="http://schemas.openxmlformats.org/officeDocument/2006/relationships" id="256" r:id="Rb12974a9ec9840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b1db641be344a7" /><Relationship Type="http://schemas.openxmlformats.org/officeDocument/2006/relationships/slideMaster" Target="/ppt/slideMasters/slideMaster1.xml" Id="R745c501648724d79" /><Relationship Type="http://schemas.openxmlformats.org/officeDocument/2006/relationships/notesMaster" Target="/ppt/notesMasters/notesMaster1.xml" Id="R3d2bfa96e3d5474f" /><Relationship Type="http://schemas.openxmlformats.org/officeDocument/2006/relationships/presProps" Target="/ppt/presProps.xml" Id="R3b2597b4228045b0" /><Relationship Type="http://schemas.openxmlformats.org/officeDocument/2006/relationships/tableStyles" Target="/ppt/tableStyles.xml" Id="R449235fcce194070" /><Relationship Type="http://schemas.openxmlformats.org/officeDocument/2006/relationships/slide" Target="/ppt/slides/slide1.xml" Id="Rb12974a9ec9840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710cae6e241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dddb9aea7428e" /><Relationship Type="http://schemas.openxmlformats.org/officeDocument/2006/relationships/notesMaster" Target="/ppt/notesMasters/notesMaster1.xml" Id="Ra043fc0b91c0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1b5547578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bb6ea4bca4807" /><Relationship Type="http://schemas.openxmlformats.org/officeDocument/2006/relationships/slideLayout" Target="/ppt/slideLayouts/slideLayout1.xml" Id="R0f1aebb1c1ba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aebb1c1ba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c163f64f341fc" /><Relationship Type="http://schemas.openxmlformats.org/officeDocument/2006/relationships/notesSlide" Target="/ppt/notesSlides/notesSlide1.xml" Id="Rb4aca34a7f2b40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EFC92-E3CE-4BA1-A677-A707E2E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INCOMING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6D5AE-06DE-4932-8C53-0DBEC122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INBOX-000377  |  Product Alpha R7  |  unreviewed inbox transport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EDB3A-103E-45A8-9120-41678EAA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Intake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28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1ADD3-9818-42B9-B6A5-3D8AA634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Edge API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32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47EB5-C724-4460-ADE0-0C916A71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Coordinator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46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D8B39-185F-4C93-8C76-50EBA5F9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Decision store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24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BC936-176E-480A-9C7E-549795FA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Event bus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18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D8E75-C52F-41F8-B126-1396F8C0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Observe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5A0F7-22C8-4253-8C89-BA2E062B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Reported attachment p95: 186 ms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Accepted Alpha observation remains 184 ms. Review is required before any accepted record is created.</a:t>
            </a:r>
          </a:p>
        </p:txBody>
      </p:sp>
    </p:spTree>
    <p:extLst>
      <p:ext uri="{BB962C8B-B14F-4D97-AF65-F5344CB8AC3E}">
        <p14:creationId xmlns:p14="http://schemas.microsoft.com/office/powerpoint/2010/main" val="2034718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2026-08-23T22:36:23.9260000Z</dcterms:created>
  <dcterms:modified xsi:type="dcterms:W3CDTF">2026-08-23T22:36:23.9260000Z</dcterms:modified>
</coreProperties>
</file>