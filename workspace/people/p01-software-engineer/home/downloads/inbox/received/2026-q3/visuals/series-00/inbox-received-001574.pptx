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604a8ea3414738" /><Relationship Type="http://schemas.openxmlformats.org/officeDocument/2006/relationships/extended-properties" Target="/docProps/app.xml" Id="R7264c2076b524702" /><Relationship Type="http://schemas.openxmlformats.org/officeDocument/2006/relationships/officeDocument" Target="/ppt/presentation.xml" Id="R85240babbe934e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a408cfec6a463d"/>
  </p:sldMasterIdLst>
  <p:notesMasterIdLst>
    <p:notesMasterId xmlns:r="http://schemas.openxmlformats.org/officeDocument/2006/relationships" r:id="R929fdd1b16e94c91"/>
  </p:notesMasterIdLst>
  <p:sldIdLst>
    <p:sldId xmlns:r="http://schemas.openxmlformats.org/officeDocument/2006/relationships" id="256" r:id="R8bba1442a5894b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6b0627086d4f2b" /><Relationship Type="http://schemas.openxmlformats.org/officeDocument/2006/relationships/slideMaster" Target="/ppt/slideMasters/slideMaster1.xml" Id="R29a408cfec6a463d" /><Relationship Type="http://schemas.openxmlformats.org/officeDocument/2006/relationships/notesMaster" Target="/ppt/notesMasters/notesMaster1.xml" Id="R929fdd1b16e94c91" /><Relationship Type="http://schemas.openxmlformats.org/officeDocument/2006/relationships/presProps" Target="/ppt/presProps.xml" Id="R262580f7c41748d5" /><Relationship Type="http://schemas.openxmlformats.org/officeDocument/2006/relationships/tableStyles" Target="/ppt/tableStyles.xml" Id="R4aa464ca5ccb4148" /><Relationship Type="http://schemas.openxmlformats.org/officeDocument/2006/relationships/slide" Target="/ppt/slides/slide1.xml" Id="R8bba1442a5894b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1a55f714fe42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49b19a62de4bda" /><Relationship Type="http://schemas.openxmlformats.org/officeDocument/2006/relationships/notesMaster" Target="/ppt/notesMasters/notesMaster1.xml" Id="Re784d1585d1446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91deda59e46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e32a3323fd404d" /><Relationship Type="http://schemas.openxmlformats.org/officeDocument/2006/relationships/slideLayout" Target="/ppt/slideLayouts/slideLayout1.xml" Id="R866e1365856948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6e1365856948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47cb9a60f4809" /><Relationship Type="http://schemas.openxmlformats.org/officeDocument/2006/relationships/notesSlide" Target="/ppt/notesSlides/notesSlide1.xml" Id="R0b76a22d40b94f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A1514-B47E-4CB6-BB3B-7EB4C5EE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B"/>
                </a:solidFill>
              </a:defRPr>
            </a:pPr>
            <a:r>
              <a:rPr sz="2250" b="1">
                <a:solidFill>
                  <a:srgbClr val="0F172B"/>
                </a:solidFill>
              </a:rPr>
              <a:t>INCOMING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5303F-F647-4124-A65D-8CE26FF4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INBOX-001574  |  Product Beta R4  |  unreviewed inbox transport copy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8C188-A6C4-476C-B8F4-EC4C16AD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Intake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28 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3DC77-DFEA-4C09-BD12-3D0AB737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Edge API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32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3A1BB-883F-4E53-8866-6EC24A38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Coordinator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46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3F519-141E-485D-854B-E5970CF9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Decision store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24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8C538-667D-4334-AF81-2C2E9910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Event bus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18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C8CE3-DF6B-426C-8322-9BC0B53F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Observe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C7B8C-177E-4D33-B991-80938722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Reported attachment p95: 188 ms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Accepted Alpha observation remains 184 ms. Review is required before any accepted record is created.</a:t>
            </a:r>
          </a:p>
        </p:txBody>
      </p:sp>
    </p:spTree>
    <p:extLst>
      <p:ext uri="{BB962C8B-B14F-4D97-AF65-F5344CB8AC3E}">
        <p14:creationId xmlns:p14="http://schemas.microsoft.com/office/powerpoint/2010/main" val="875608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2026-08-23T22:36:24.1730000Z</dcterms:created>
  <dcterms:modified xsi:type="dcterms:W3CDTF">2026-08-23T22:36:24.1730000Z</dcterms:modified>
</coreProperties>
</file>