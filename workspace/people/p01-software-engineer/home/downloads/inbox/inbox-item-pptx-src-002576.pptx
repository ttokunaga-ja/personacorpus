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bad5ddaf7d44e8e" /><Relationship Type="http://schemas.openxmlformats.org/officeDocument/2006/relationships/extended-properties" Target="/docProps/app.xml" Id="Raa85906fa2054e44" /><Relationship Type="http://schemas.openxmlformats.org/officeDocument/2006/relationships/officeDocument" Target="/ppt/presentation.xml" Id="R48351a4d3d8e4e1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c5fa0aba3143a2"/>
  </p:sldMasterIdLst>
  <p:notesMasterIdLst>
    <p:notesMasterId xmlns:r="http://schemas.openxmlformats.org/officeDocument/2006/relationships" r:id="R2b5d694eddb1449f"/>
  </p:notesMasterIdLst>
  <p:sldIdLst>
    <p:sldId xmlns:r="http://schemas.openxmlformats.org/officeDocument/2006/relationships" id="256" r:id="R77bf1e8b7df340f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ee22800f40412d" /><Relationship Type="http://schemas.openxmlformats.org/officeDocument/2006/relationships/slideMaster" Target="/ppt/slideMasters/slideMaster1.xml" Id="Rf1c5fa0aba3143a2" /><Relationship Type="http://schemas.openxmlformats.org/officeDocument/2006/relationships/notesMaster" Target="/ppt/notesMasters/notesMaster1.xml" Id="R2b5d694eddb1449f" /><Relationship Type="http://schemas.openxmlformats.org/officeDocument/2006/relationships/presProps" Target="/ppt/presProps.xml" Id="Re625d6a0de81434c" /><Relationship Type="http://schemas.openxmlformats.org/officeDocument/2006/relationships/tableStyles" Target="/ppt/tableStyles.xml" Id="R32ff51f399dd4436" /><Relationship Type="http://schemas.openxmlformats.org/officeDocument/2006/relationships/slide" Target="/ppt/slides/slide1.xml" Id="R77bf1e8b7df340f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55dfeab808443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6dde0b87d84df0" /><Relationship Type="http://schemas.openxmlformats.org/officeDocument/2006/relationships/notesMaster" Target="/ppt/notesMasters/notesMaster1.xml" Id="R28f3cfc336d349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613f6344a6411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0dfd7d553084309" /><Relationship Type="http://schemas.openxmlformats.org/officeDocument/2006/relationships/slideLayout" Target="/ppt/slideLayouts/slideLayout1.xml" Id="Rfd603d7077694a8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603d7077694a8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c09ddb9b1e40a7" /><Relationship Type="http://schemas.openxmlformats.org/officeDocument/2006/relationships/notesSlide" Target="/ppt/notesSlides/notesSlide1.xml" Id="Rf5345eb2e6fe443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117CE4-E2F4-47C7-BFA9-16DB88EE6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172B"/>
                </a:solidFill>
              </a:defRPr>
            </a:pPr>
            <a:r>
              <a:rPr sz="2250" b="1">
                <a:solidFill>
                  <a:srgbClr val="0F172B"/>
                </a:solidFill>
              </a:rPr>
              <a:t>INCOMING ENGINEERING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52BEE9-4F38-40F4-96CB-CC7607CEF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5556C"/>
                </a:solidFill>
              </a:defRPr>
            </a:pPr>
            <a:r>
              <a:rPr sz="1200" b="0">
                <a:solidFill>
                  <a:srgbClr val="45556C"/>
                </a:solidFill>
              </a:rPr>
              <a:t>INBOX-002576  |  Product Beta R4  |  unreviewed inbox transport copy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6346FC-8C41-46E5-B213-2A64928C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42875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00968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Intake</a:t>
            </a:r>
          </a:p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28 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5F7552-A93C-48EB-A396-7C4F25E8E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190750"/>
            <a:ext cx="142875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00968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Edge API</a:t>
            </a:r>
          </a:p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32 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F1AF8D-A770-4C87-9745-462F4504C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90750"/>
            <a:ext cx="142875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FE9A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Coordinator</a:t>
            </a:r>
          </a:p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46 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A510E6-1E17-4415-B7CD-56516EF6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90750"/>
            <a:ext cx="142875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FE9A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Decision store</a:t>
            </a:r>
          </a:p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24 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0DB3FC-B0BD-4DAD-932F-8FEA37B0B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190750"/>
            <a:ext cx="142875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00968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Event bus</a:t>
            </a:r>
          </a:p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18 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8A5FEA-EDE9-4406-A106-8F5CF2BD7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190750"/>
            <a:ext cx="142875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00968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Observe</a:t>
            </a:r>
          </a:p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36 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741B7A-816B-4789-8E74-63E041657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14158"/>
                </a:solidFill>
              </a:defRPr>
            </a:pPr>
            <a:r>
              <a:rPr sz="1725" b="0">
                <a:solidFill>
                  <a:srgbClr val="314158"/>
                </a:solidFill>
              </a:rPr>
              <a:t>Reported attachment p95: 185 ms</a:t>
            </a:r>
          </a:p>
          <a:p xmlns:a="http://schemas.openxmlformats.org/drawingml/2006/main">
            <a:pPr>
              <a:defRPr sz="1725" b="0">
                <a:solidFill>
                  <a:srgbClr val="314158"/>
                </a:solidFill>
              </a:defRPr>
            </a:pPr>
            <a:r>
              <a:rPr sz="1725" b="0">
                <a:solidFill>
                  <a:srgbClr val="314158"/>
                </a:solidFill>
              </a:rPr>
              <a:t>Accepted Alpha observation remains 184 ms. Review is required before any accepted record is created.</a:t>
            </a:r>
          </a:p>
        </p:txBody>
      </p:sp>
    </p:spTree>
    <p:extLst>
      <p:ext uri="{BB962C8B-B14F-4D97-AF65-F5344CB8AC3E}">
        <p14:creationId xmlns:p14="http://schemas.microsoft.com/office/powerpoint/2010/main" val="8086659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2026-08-23T22:36:24.3990000Z</dcterms:created>
  <dcterms:modified xsi:type="dcterms:W3CDTF">2026-08-23T22:36:24.3990000Z</dcterms:modified>
</coreProperties>
</file>