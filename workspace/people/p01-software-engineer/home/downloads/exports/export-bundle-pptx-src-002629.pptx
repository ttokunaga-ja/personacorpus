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a74167ecae476f" /><Relationship Type="http://schemas.openxmlformats.org/officeDocument/2006/relationships/extended-properties" Target="/docProps/app.xml" Id="R28ec97af9ab24558" /><Relationship Type="http://schemas.openxmlformats.org/officeDocument/2006/relationships/officeDocument" Target="/ppt/presentation.xml" Id="R83f83836996845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507b2a63ef4f2e"/>
  </p:sldMasterIdLst>
  <p:notesMasterIdLst>
    <p:notesMasterId xmlns:r="http://schemas.openxmlformats.org/officeDocument/2006/relationships" r:id="Re0db6b0b7bfe4e76"/>
  </p:notesMasterIdLst>
  <p:sldIdLst>
    <p:sldId xmlns:r="http://schemas.openxmlformats.org/officeDocument/2006/relationships" id="256" r:id="Rba6456d91430461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c4405178e84ba1" /><Relationship Type="http://schemas.openxmlformats.org/officeDocument/2006/relationships/slideMaster" Target="/ppt/slideMasters/slideMaster1.xml" Id="Rad507b2a63ef4f2e" /><Relationship Type="http://schemas.openxmlformats.org/officeDocument/2006/relationships/notesMaster" Target="/ppt/notesMasters/notesMaster1.xml" Id="Re0db6b0b7bfe4e76" /><Relationship Type="http://schemas.openxmlformats.org/officeDocument/2006/relationships/presProps" Target="/ppt/presProps.xml" Id="R1007de24c987497b" /><Relationship Type="http://schemas.openxmlformats.org/officeDocument/2006/relationships/tableStyles" Target="/ppt/tableStyles.xml" Id="Rbee0b07d073c4deb" /><Relationship Type="http://schemas.openxmlformats.org/officeDocument/2006/relationships/slide" Target="/ppt/slides/slide1.xml" Id="Rba6456d9143046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a2d596d54a04d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abb59e69f14fab" /><Relationship Type="http://schemas.openxmlformats.org/officeDocument/2006/relationships/notesMaster" Target="/ppt/notesMasters/notesMaster1.xml" Id="R20ceae3939cf42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55ae7021aa40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698bf1293f4b59" /><Relationship Type="http://schemas.openxmlformats.org/officeDocument/2006/relationships/slideLayout" Target="/ppt/slideLayouts/slideLayout1.xml" Id="R785b6aaba2644e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5b6aaba2644e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d40217ad8243c7" /><Relationship Type="http://schemas.openxmlformats.org/officeDocument/2006/relationships/notesSlide" Target="/ppt/notesSlides/notesSlide1.xml" Id="R55967d897f5c414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804EF0-89C8-4B19-B7D3-EF51C72F4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20618"/>
                </a:solidFill>
              </a:defRPr>
            </a:pPr>
            <a:r>
              <a:rPr sz="3000" b="1">
                <a:solidFill>
                  <a:srgbClr val="020618"/>
                </a:solidFill>
              </a:rPr>
              <a:t>Synthetic Export: EXP-26Q3-002629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6C749A-755B-4357-9641-327C64A3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6667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Aster Loop engineering transport copy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Source: p01-src-002629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Dependency: p01-full-010983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Generated: 2026-08-26T09:43:00+09:00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Project: Product Beta R4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Latency anchor: 225 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Synthetic evidence only; no new project truth.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D0B3CC-4B9B-4CF9-8AE7-6096A8133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2857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CAE2A1-9376-4004-8C66-86F5A8CF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05125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14158"/>
                </a:solidFill>
              </a:defRPr>
            </a:pPr>
            <a:r>
              <a:rPr sz="1800" b="1">
                <a:solidFill>
                  <a:srgbClr val="314158"/>
                </a:solidFill>
              </a:rPr>
              <a:t>RECONCILED</a:t>
            </a:r>
          </a:p>
          <a:p xmlns:a="http://schemas.openxmlformats.org/drawingml/2006/main">
            <a:pPr algn="ctr">
              <a:defRPr sz="1800" b="1">
                <a:solidFill>
                  <a:srgbClr val="314158"/>
                </a:solidFill>
              </a:defRPr>
            </a:pPr>
            <a:r>
              <a:rPr sz="1800" b="1">
                <a:solidFill>
                  <a:srgbClr val="314158"/>
                </a:solidFill>
              </a:rPr>
              <a:t>EXPORT</a:t>
            </a:r>
          </a:p>
        </p:txBody>
      </p:sp>
    </p:spTree>
    <p:extLst>
      <p:ext uri="{BB962C8B-B14F-4D97-AF65-F5344CB8AC3E}">
        <p14:creationId xmlns:p14="http://schemas.microsoft.com/office/powerpoint/2010/main" val="6367705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2026-08-23T22:28:37.6280000Z</dcterms:created>
  <dcterms:modified xsi:type="dcterms:W3CDTF">2026-08-23T22:28:37.6280000Z</dcterms:modified>
</coreProperties>
</file>