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07f5063264261" /><Relationship Type="http://schemas.openxmlformats.org/officeDocument/2006/relationships/extended-properties" Target="/docProps/app.xml" Id="R48c7ae1b66c240a1" /><Relationship Type="http://schemas.openxmlformats.org/officeDocument/2006/relationships/officeDocument" Target="/ppt/presentation.xml" Id="R4ac10c84855d46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ae9fd6a94d4482"/>
  </p:sldMasterIdLst>
  <p:notesMasterIdLst>
    <p:notesMasterId xmlns:r="http://schemas.openxmlformats.org/officeDocument/2006/relationships" r:id="R757193be4f474b48"/>
  </p:notesMasterIdLst>
  <p:sldIdLst>
    <p:sldId xmlns:r="http://schemas.openxmlformats.org/officeDocument/2006/relationships" id="256" r:id="Rf93d3513f1f541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90ca55135d4ab4" /><Relationship Type="http://schemas.openxmlformats.org/officeDocument/2006/relationships/slideMaster" Target="/ppt/slideMasters/slideMaster1.xml" Id="Ra2ae9fd6a94d4482" /><Relationship Type="http://schemas.openxmlformats.org/officeDocument/2006/relationships/notesMaster" Target="/ppt/notesMasters/notesMaster1.xml" Id="R757193be4f474b48" /><Relationship Type="http://schemas.openxmlformats.org/officeDocument/2006/relationships/presProps" Target="/ppt/presProps.xml" Id="Rc3c3caa3d7da4600" /><Relationship Type="http://schemas.openxmlformats.org/officeDocument/2006/relationships/tableStyles" Target="/ppt/tableStyles.xml" Id="R950b3346b10e493f" /><Relationship Type="http://schemas.openxmlformats.org/officeDocument/2006/relationships/slide" Target="/ppt/slides/slide1.xml" Id="Rf93d3513f1f541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d7a6d49e324f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9438dc373444a6" /><Relationship Type="http://schemas.openxmlformats.org/officeDocument/2006/relationships/notesMaster" Target="/ppt/notesMasters/notesMaster1.xml" Id="R7df0d8ff06f143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8d94dd3d046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23cdcb2b924c60" /><Relationship Type="http://schemas.openxmlformats.org/officeDocument/2006/relationships/slideLayout" Target="/ppt/slideLayouts/slideLayout1.xml" Id="Rf4dc9d291eb848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dc9d291eb848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f3b10d33c44b1" /><Relationship Type="http://schemas.openxmlformats.org/officeDocument/2006/relationships/notesSlide" Target="/ppt/notesSlides/notesSlide1.xml" Id="Re505b8e96df146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BFDFB-1495-43EA-B2F0-B9EF8CD7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Synthetic Export: EXP-26Q3-001731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FB9EE-D45B-4199-ACA6-50D75CBC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66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Aster Loop engineering transport copy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Source: p01-src-001731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Dependency: p01-full-010883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Generated: 2026-08-24T11:57:00+09:00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Project: Product Beta R4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Latency anchor: 225 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Synthetic evidence only; no new project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D40E3-FBEF-410A-BA57-BF14E730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94A3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F7DDB-8A6A-4E51-9830-FED8E5B9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14158"/>
                </a:solidFill>
              </a:defRPr>
            </a:pPr>
            <a:r>
              <a:rPr sz="1800" b="1">
                <a:solidFill>
                  <a:srgbClr val="314158"/>
                </a:solidFill>
              </a:rPr>
              <a:t>RECONCILED</a:t>
            </a:r>
          </a:p>
          <a:p xmlns:a="http://schemas.openxmlformats.org/drawingml/2006/main">
            <a:pPr algn="ctr">
              <a:defRPr sz="1800" b="1">
                <a:solidFill>
                  <a:srgbClr val="314158"/>
                </a:solidFill>
              </a:defRPr>
            </a:pPr>
            <a:r>
              <a:rPr sz="1800" b="1">
                <a:solidFill>
                  <a:srgbClr val="314158"/>
                </a:solidFill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1814171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2026-08-23T22:28:37.5920000Z</dcterms:created>
  <dcterms:modified xsi:type="dcterms:W3CDTF">2026-08-23T22:28:37.5920000Z</dcterms:modified>
</coreProperties>
</file>