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96c6fe5f594e1e" /><Relationship Type="http://schemas.openxmlformats.org/officeDocument/2006/relationships/extended-properties" Target="/docProps/app.xml" Id="R2ff4636dd5574625" /><Relationship Type="http://schemas.openxmlformats.org/officeDocument/2006/relationships/officeDocument" Target="/ppt/presentation.xml" Id="R43925c1b45114f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4449d516bb4130"/>
  </p:sldMasterIdLst>
  <p:notesMasterIdLst>
    <p:notesMasterId xmlns:r="http://schemas.openxmlformats.org/officeDocument/2006/relationships" r:id="Rf5533829ed694e4e"/>
  </p:notesMasterIdLst>
  <p:sldIdLst>
    <p:sldId xmlns:r="http://schemas.openxmlformats.org/officeDocument/2006/relationships" id="256" r:id="R79eff374ccc04cc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f5353c2e5346be" /><Relationship Type="http://schemas.openxmlformats.org/officeDocument/2006/relationships/slideMaster" Target="/ppt/slideMasters/slideMaster1.xml" Id="Rb64449d516bb4130" /><Relationship Type="http://schemas.openxmlformats.org/officeDocument/2006/relationships/notesMaster" Target="/ppt/notesMasters/notesMaster1.xml" Id="Rf5533829ed694e4e" /><Relationship Type="http://schemas.openxmlformats.org/officeDocument/2006/relationships/presProps" Target="/ppt/presProps.xml" Id="R23733b114bf54247" /><Relationship Type="http://schemas.openxmlformats.org/officeDocument/2006/relationships/tableStyles" Target="/ppt/tableStyles.xml" Id="R503ffedc910c49f9" /><Relationship Type="http://schemas.openxmlformats.org/officeDocument/2006/relationships/slide" Target="/ppt/slides/slide1.xml" Id="R79eff374ccc04c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db9b3377c746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a2254a2f7547bb" /><Relationship Type="http://schemas.openxmlformats.org/officeDocument/2006/relationships/notesMaster" Target="/ppt/notesMasters/notesMaster1.xml" Id="Rc361e6d4642746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e82ffa310e45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da3ca517814387" /><Relationship Type="http://schemas.openxmlformats.org/officeDocument/2006/relationships/slideLayout" Target="/ppt/slideLayouts/slideLayout1.xml" Id="Rb731790add2b49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31790add2b49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a88dc8bf2b4678" /><Relationship Type="http://schemas.openxmlformats.org/officeDocument/2006/relationships/notesSlide" Target="/ppt/notesSlides/notesSlide1.xml" Id="R1f3d215e39304e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9E175-3BB2-4FB4-BAEE-89AABD65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Synthetic Export: EXP-26Q3-000929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77B805-AD8F-4608-B3A9-A0440D9B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6667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Aster Loop engineering transport copy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Source: p01-src-000929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Dependency: p01-full-010519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Generated: 2026-08-06T10:23:00+09:00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Project: Product Beta R4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Latency anchor: 225 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Synthetic evidence only; no new project truth.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1AFDEE-C93F-487A-96B1-C0FD7191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285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AF1B64-A588-480D-8CF8-98DCF926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0512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14158"/>
                </a:solidFill>
              </a:defRPr>
            </a:pPr>
            <a:r>
              <a:rPr sz="1800" b="1">
                <a:solidFill>
                  <a:srgbClr val="314158"/>
                </a:solidFill>
              </a:rPr>
              <a:t>RECONCILED</a:t>
            </a:r>
          </a:p>
          <a:p xmlns:a="http://schemas.openxmlformats.org/drawingml/2006/main">
            <a:pPr algn="ctr">
              <a:defRPr sz="1800" b="1">
                <a:solidFill>
                  <a:srgbClr val="314158"/>
                </a:solidFill>
              </a:defRPr>
            </a:pPr>
            <a:r>
              <a:rPr sz="1800" b="1">
                <a:solidFill>
                  <a:srgbClr val="314158"/>
                </a:solidFill>
              </a:rPr>
              <a:t>EXPORT</a:t>
            </a:r>
          </a:p>
        </p:txBody>
      </p:sp>
    </p:spTree>
    <p:extLst>
      <p:ext uri="{BB962C8B-B14F-4D97-AF65-F5344CB8AC3E}">
        <p14:creationId xmlns:p14="http://schemas.microsoft.com/office/powerpoint/2010/main" val="13176670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2026-08-23T22:28:37.4810000Z</dcterms:created>
  <dcterms:modified xsi:type="dcterms:W3CDTF">2026-08-23T22:28:37.4810000Z</dcterms:modified>
</coreProperties>
</file>