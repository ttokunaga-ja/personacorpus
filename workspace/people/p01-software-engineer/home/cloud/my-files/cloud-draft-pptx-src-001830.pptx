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8537516e6d4ebd" /><Relationship Type="http://schemas.openxmlformats.org/officeDocument/2006/relationships/extended-properties" Target="/docProps/app.xml" Id="R940fa2aaa38242f8" /><Relationship Type="http://schemas.openxmlformats.org/officeDocument/2006/relationships/officeDocument" Target="/ppt/presentation.xml" Id="Rb0e7fd37244c4f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38019c997e476a"/>
  </p:sldMasterIdLst>
  <p:notesMasterIdLst>
    <p:notesMasterId xmlns:r="http://schemas.openxmlformats.org/officeDocument/2006/relationships" r:id="R6c9b6868aa1d4146"/>
  </p:notesMasterIdLst>
  <p:sldIdLst>
    <p:sldId xmlns:r="http://schemas.openxmlformats.org/officeDocument/2006/relationships" id="256" r:id="Rae246b3178a140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52348787b543f9" /><Relationship Type="http://schemas.openxmlformats.org/officeDocument/2006/relationships/slideMaster" Target="/ppt/slideMasters/slideMaster1.xml" Id="Rbf38019c997e476a" /><Relationship Type="http://schemas.openxmlformats.org/officeDocument/2006/relationships/notesMaster" Target="/ppt/notesMasters/notesMaster1.xml" Id="R6c9b6868aa1d4146" /><Relationship Type="http://schemas.openxmlformats.org/officeDocument/2006/relationships/presProps" Target="/ppt/presProps.xml" Id="Rf8f77208966f48c8" /><Relationship Type="http://schemas.openxmlformats.org/officeDocument/2006/relationships/tableStyles" Target="/ppt/tableStyles.xml" Id="R55fea526c20f4568" /><Relationship Type="http://schemas.openxmlformats.org/officeDocument/2006/relationships/slide" Target="/ppt/slides/slide1.xml" Id="Rae246b3178a140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fdc2bb0e3c41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82fea38a144a06" /><Relationship Type="http://schemas.openxmlformats.org/officeDocument/2006/relationships/notesMaster" Target="/ppt/notesMasters/notesMaster1.xml" Id="R5bb676a7fae645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96a3346fd4e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82cf19fcf6457d" /><Relationship Type="http://schemas.openxmlformats.org/officeDocument/2006/relationships/slideLayout" Target="/ppt/slideLayouts/slideLayout1.xml" Id="R2ac4d02dcbf94d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4d02dcbf94d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9ac7c96884ed4" /><Relationship Type="http://schemas.openxmlformats.org/officeDocument/2006/relationships/notesSlide" Target="/ppt/notesSlides/notesSlide1.xml" Id="R34cc8188e0ef40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9B109-DFBF-4D82-AE27-34BD317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Product Beta R4: Draft Contract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4D522-7765-4050-9051-9ABAEC50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9906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Schema freeze: 2026-09-04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1,240 contract checks: 1,231 pass; 9 review items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Approval boundary: Release Coordinator to Decision Store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Event Bus delivery begins after a durable decision</a:t>
            </a:r>
          </a:p>
        </p:txBody>
      </p:sp>
    </p:spTree>
    <p:extLst>
      <p:ext uri="{BB962C8B-B14F-4D97-AF65-F5344CB8AC3E}">
        <p14:creationId xmlns:p14="http://schemas.microsoft.com/office/powerpoint/2010/main" val="620810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2026-08-23T22:40:22.5630000Z</dcterms:created>
  <dcterms:modified xsi:type="dcterms:W3CDTF">2026-08-23T22:40:22.5630000Z</dcterms:modified>
</coreProperties>
</file>