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b260512625425a" /><Relationship Type="http://schemas.openxmlformats.org/officeDocument/2006/relationships/extended-properties" Target="/docProps/app.xml" Id="Rf609593033954394" /><Relationship Type="http://schemas.openxmlformats.org/officeDocument/2006/relationships/officeDocument" Target="/ppt/presentation.xml" Id="R115e7935c14a44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1483009cde4ccb"/>
  </p:sldMasterIdLst>
  <p:notesMasterIdLst>
    <p:notesMasterId xmlns:r="http://schemas.openxmlformats.org/officeDocument/2006/relationships" r:id="R126eb1c180314ebe"/>
  </p:notesMasterIdLst>
  <p:sldIdLst>
    <p:sldId xmlns:r="http://schemas.openxmlformats.org/officeDocument/2006/relationships" id="256" r:id="R68946ce62c8b4267"/>
    <p:sldId xmlns:r="http://schemas.openxmlformats.org/officeDocument/2006/relationships" id="257" r:id="R71ee1c817d3c4952"/>
    <p:sldId xmlns:r="http://schemas.openxmlformats.org/officeDocument/2006/relationships" id="258" r:id="Reeca5e8f94e64c92"/>
    <p:sldId xmlns:r="http://schemas.openxmlformats.org/officeDocument/2006/relationships" id="259" r:id="R9f9493bb56fe46ba"/>
    <p:sldId xmlns:r="http://schemas.openxmlformats.org/officeDocument/2006/relationships" id="260" r:id="R1f09a55bcc3149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5611e4fe4c4ebd" /><Relationship Type="http://schemas.openxmlformats.org/officeDocument/2006/relationships/slideMaster" Target="/ppt/slideMasters/slideMaster1.xml" Id="Rda1483009cde4ccb" /><Relationship Type="http://schemas.openxmlformats.org/officeDocument/2006/relationships/notesMaster" Target="/ppt/notesMasters/notesMaster1.xml" Id="R126eb1c180314ebe" /><Relationship Type="http://schemas.openxmlformats.org/officeDocument/2006/relationships/presProps" Target="/ppt/presProps.xml" Id="R9310246e1f224708" /><Relationship Type="http://schemas.openxmlformats.org/officeDocument/2006/relationships/tableStyles" Target="/ppt/tableStyles.xml" Id="R285e26458a254667" /><Relationship Type="http://schemas.openxmlformats.org/officeDocument/2006/relationships/slide" Target="/ppt/slides/slide1.xml" Id="R68946ce62c8b4267" /><Relationship Type="http://schemas.openxmlformats.org/officeDocument/2006/relationships/slide" Target="/ppt/slides/slide2.xml" Id="R71ee1c817d3c4952" /><Relationship Type="http://schemas.openxmlformats.org/officeDocument/2006/relationships/slide" Target="/ppt/slides/slide3.xml" Id="Reeca5e8f94e64c92" /><Relationship Type="http://schemas.openxmlformats.org/officeDocument/2006/relationships/slide" Target="/ppt/slides/slide4.xml" Id="R9f9493bb56fe46ba" /><Relationship Type="http://schemas.openxmlformats.org/officeDocument/2006/relationships/slide" Target="/ppt/slides/slide5.xml" Id="R1f09a55bcc3149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6173a6f4834c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ea379079af4b94" /><Relationship Type="http://schemas.openxmlformats.org/officeDocument/2006/relationships/notesMaster" Target="/ppt/notesMasters/notesMaster1.xml" Id="R8a836472834a47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254b28d548409c" /><Relationship Type="http://schemas.openxmlformats.org/officeDocument/2006/relationships/notesMaster" Target="/ppt/notesMasters/notesMaster1.xml" Id="Rae85af4108d144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f6eb626ba745eb" /><Relationship Type="http://schemas.openxmlformats.org/officeDocument/2006/relationships/notesMaster" Target="/ppt/notesMasters/notesMaster1.xml" Id="R13bda2e0352840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2f6db428cf4c51" /><Relationship Type="http://schemas.openxmlformats.org/officeDocument/2006/relationships/notesMaster" Target="/ppt/notesMasters/notesMaster1.xml" Id="R0a7187c9d4f94d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f2251490c840b5" /><Relationship Type="http://schemas.openxmlformats.org/officeDocument/2006/relationships/notesMaster" Target="/ppt/notesMasters/notesMaster1.xml" Id="Rfebebec0141348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b5cb926a914f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0659475fe9414d" /><Relationship Type="http://schemas.openxmlformats.org/officeDocument/2006/relationships/slideLayout" Target="/ppt/slideLayouts/slideLayout1.xml" Id="R4bdac24682394f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dac24682394f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d1cca27c1463f" /><Relationship Type="http://schemas.openxmlformats.org/officeDocument/2006/relationships/notesSlide" Target="/ppt/notesSlides/notesSlide1.xml" Id="Rf5e516ec51e242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380b5365e4daa" /><Relationship Type="http://schemas.openxmlformats.org/officeDocument/2006/relationships/notesSlide" Target="/ppt/notesSlides/notesSlide2.xml" Id="R37213392bb7147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a543865d6452f" /><Relationship Type="http://schemas.openxmlformats.org/officeDocument/2006/relationships/notesSlide" Target="/ppt/notesSlides/notesSlide3.xml" Id="Rde7fceb71dc944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16c6ef5c64a93" /><Relationship Type="http://schemas.openxmlformats.org/officeDocument/2006/relationships/notesSlide" Target="/ppt/notesSlides/notesSlide4.xml" Id="R459a1158b0c140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4c273c2d74ef4" /><Relationship Type="http://schemas.openxmlformats.org/officeDocument/2006/relationships/notesSlide" Target="/ppt/notesSlides/notesSlide5.xml" Id="Rb65b74e2f86b44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4B9E4B-AD9B-41CE-8308-268426CE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B"/>
                </a:solidFill>
              </a:defRPr>
            </a:pPr>
            <a:r>
              <a:rPr sz="975" b="1">
                <a:solidFill>
                  <a:srgbClr val="0F172B"/>
                </a:solidFill>
              </a:rPr>
              <a:t>ASTER LOOP K.K. | PRODUCT ALPHA R7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318DB-2F40-4E75-B0B6-59CF52D7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172B"/>
                </a:solidFill>
              </a:defRPr>
            </a:pPr>
            <a:r>
              <a:rPr sz="2700" b="1">
                <a:solidFill>
                  <a:srgbClr val="0F172B"/>
                </a:solidFill>
              </a:rPr>
              <a:t>Async release gate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108A7-B160-4226-8715-21895B76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solidFill>
              <a:schemeClr val="accent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855BD-3A6C-4EBE-A4B2-8985D910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667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The R7 control plane is aligned around an explicit approval transition and a p95 184 ms target.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6EC01-776A-484E-851D-78E177C5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743C84-F850-49F8-8D1E-BA193DF2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288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Outcome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AF13C-63DE-4E95-82A5-1B7BBDCD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F172B"/>
                </a:solidFill>
              </a:defRPr>
            </a:pPr>
            <a:r>
              <a:rPr sz="1125" b="0">
                <a:solidFill>
                  <a:srgbClr val="0F172B"/>
                </a:solidFill>
              </a:rPr>
              <a:t>Request and event fixtures aligned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B66B30-0341-4BC7-97D1-75D520C2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14625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D53547-9F96-4421-B7E9-724A037A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289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3CCDD-254E-4C60-9DFD-9DFB7CCF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9562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F172B"/>
                </a:solidFill>
              </a:defRPr>
            </a:pPr>
            <a:r>
              <a:rPr sz="1125" b="0">
                <a:solidFill>
                  <a:srgbClr val="0F172B"/>
                </a:solidFill>
              </a:rPr>
              <a:t>ADR-042 gates worker execution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EEA83E-0CA6-4AD8-8265-A3757F90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8F167-D3DC-4AA3-8694-E4E9AEE1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29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619B6E-3206-46F8-8999-0332F8C5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957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F172B"/>
                </a:solidFill>
              </a:defRPr>
            </a:pPr>
            <a:r>
              <a:rPr sz="1125" b="0">
                <a:solidFill>
                  <a:srgbClr val="0F172B"/>
                </a:solidFill>
              </a:rPr>
              <a:t>Release window monitored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B22423-2601-487B-BD68-6A11FF7F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0F172B"/>
                </a:solidFill>
              </a:defRPr>
            </a:pPr>
            <a:r>
              <a:rPr sz="825" b="0">
                <a:solidFill>
                  <a:srgbClr val="0F172B"/>
                </a:solidFill>
              </a:rPr>
              <a:t>2026-07-13 | ADR-042 | synthetic internal status</a:t>
            </a:r>
          </a:p>
        </p:txBody>
      </p:sp>
    </p:spTree>
    <p:extLst>
      <p:ext uri="{BB962C8B-B14F-4D97-AF65-F5344CB8AC3E}">
        <p14:creationId xmlns:p14="http://schemas.microsoft.com/office/powerpoint/2010/main" val="2617102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2E74E-CFE5-4C2F-9FF2-E95E8E6D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B"/>
                </a:solidFill>
              </a:defRPr>
            </a:pPr>
            <a:r>
              <a:rPr sz="975" b="1">
                <a:solidFill>
                  <a:srgbClr val="0F172B"/>
                </a:solidFill>
              </a:rPr>
              <a:t>ASTER LOOP K.K. | PRODUCT ALPHA R7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90D4F-44E4-421E-8E37-5A9498BA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172B"/>
                </a:solidFill>
              </a:defRPr>
            </a:pPr>
            <a:r>
              <a:rPr sz="2700" b="1">
                <a:solidFill>
                  <a:srgbClr val="0F172B"/>
                </a:solidFill>
              </a:rPr>
              <a:t>Metrics remain control-plane focused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9F734E-24EC-44BC-89D3-7A0A006D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solidFill>
              <a:schemeClr val="accent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788F8-3137-476F-B9BD-8A781250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667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The 184 ms target applies to create and status response time, not asynchronous worker duration.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71607-6225-4947-9CDF-AEE198A6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D2396-DD06-4E0B-9574-A82A114D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288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p95 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C6C22-8FE7-4E89-AF09-FC73088F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F172B"/>
                </a:solidFill>
              </a:defRPr>
            </a:pPr>
            <a:r>
              <a:rPr sz="1125" b="0">
                <a:solidFill>
                  <a:srgbClr val="0F172B"/>
                </a:solidFill>
              </a:rPr>
              <a:t>184 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732A1-02FD-4FB1-9DE8-E3FC621C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14625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22912-F32F-4E4F-B687-CC1144C9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289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Correlation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B501E0-7960-4867-89BC-B6047FCF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9562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F172B"/>
                </a:solidFill>
              </a:defRPr>
            </a:pPr>
            <a:r>
              <a:rPr sz="1125" b="0">
                <a:solidFill>
                  <a:srgbClr val="0F172B"/>
                </a:solidFill>
              </a:rPr>
              <a:t>Request ID plus event 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F40411-FE4F-4E41-B089-3A14AAE2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1C064-A58B-439E-BB73-F2841F04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29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58C198-2007-46FB-87B4-8FA5275A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957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F172B"/>
                </a:solidFill>
              </a:defRPr>
            </a:pPr>
            <a:r>
              <a:rPr sz="1125" b="0">
                <a:solidFill>
                  <a:srgbClr val="0F172B"/>
                </a:solidFill>
              </a:rPr>
              <a:t>Deterministic staging fixtures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7748AA-5601-46A4-975C-0054BBC8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0F172B"/>
                </a:solidFill>
              </a:defRPr>
            </a:pPr>
            <a:r>
              <a:rPr sz="825" b="0">
                <a:solidFill>
                  <a:srgbClr val="0F172B"/>
                </a:solidFill>
              </a:rPr>
              <a:t>2026-07-13 | ADR-042 | synthetic internal status</a:t>
            </a:r>
          </a:p>
        </p:txBody>
      </p:sp>
    </p:spTree>
    <p:extLst>
      <p:ext uri="{BB962C8B-B14F-4D97-AF65-F5344CB8AC3E}">
        <p14:creationId xmlns:p14="http://schemas.microsoft.com/office/powerpoint/2010/main" val="19774112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618B20-3688-408D-97B5-9FB5B7A7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B"/>
                </a:solidFill>
              </a:defRPr>
            </a:pPr>
            <a:r>
              <a:rPr sz="975" b="1">
                <a:solidFill>
                  <a:srgbClr val="0F172B"/>
                </a:solidFill>
              </a:rPr>
              <a:t>ASTER LOOP K.K. | PRODUCT ALPHA R7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48D8A-8A65-4FBA-B996-33BC8756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172B"/>
                </a:solidFill>
              </a:defRPr>
            </a:pPr>
            <a:r>
              <a:rPr sz="2700" b="1">
                <a:solidFill>
                  <a:srgbClr val="0F172B"/>
                </a:solidFill>
              </a:rPr>
              <a:t>ADR-042 keeps the authorization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E6910-7D76-4354-B7DC-0B310265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solidFill>
              <a:schemeClr val="accent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82AFB-3D2B-48CE-8FA7-BD9DC1DA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667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Validated requests await approval; the worker begins only after approved state.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1EC81-C15B-4407-BBA5-D00CBE76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372C3-A61A-4D36-84E0-94F9EB46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288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Before approval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66F25-5129-4E3B-827A-50D78F60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F172B"/>
                </a:solidFill>
              </a:defRPr>
            </a:pPr>
            <a:r>
              <a:rPr sz="1125" b="0">
                <a:solidFill>
                  <a:srgbClr val="0F172B"/>
                </a:solidFill>
              </a:rPr>
              <a:t>awaiting approval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67B2B-EC6E-44F6-B893-D659450F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14625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57E3D-F016-4EAF-8AC4-4B356508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289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After approval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4A1EC-5947-4F91-B2B4-ED5F22FB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9562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F172B"/>
                </a:solidFill>
              </a:defRPr>
            </a:pPr>
            <a:r>
              <a:rPr sz="1125" b="0">
                <a:solidFill>
                  <a:srgbClr val="0F172B"/>
                </a:solidFill>
              </a:rPr>
              <a:t>running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AE7EB2-B138-483F-80B7-F4C1865E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24847-7548-4DD0-B67F-DDDBF1FF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29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Terminal states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FE2BE2-6AC2-4A8D-88BF-052FE0FD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957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F172B"/>
                </a:solidFill>
              </a:defRPr>
            </a:pPr>
            <a:r>
              <a:rPr sz="1125" b="0">
                <a:solidFill>
                  <a:srgbClr val="0F172B"/>
                </a:solidFill>
              </a:rPr>
              <a:t>completed or failed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07F0E-89F4-453F-B5A5-2E3B6017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0F172B"/>
                </a:solidFill>
              </a:defRPr>
            </a:pPr>
            <a:r>
              <a:rPr sz="825" b="0">
                <a:solidFill>
                  <a:srgbClr val="0F172B"/>
                </a:solidFill>
              </a:rPr>
              <a:t>2026-07-13 | ADR-042 | synthetic internal status</a:t>
            </a:r>
          </a:p>
        </p:txBody>
      </p:sp>
    </p:spTree>
    <p:extLst>
      <p:ext uri="{BB962C8B-B14F-4D97-AF65-F5344CB8AC3E}">
        <p14:creationId xmlns:p14="http://schemas.microsoft.com/office/powerpoint/2010/main" val="6382988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C33634-1BCB-477B-9E89-74F6D6F2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B"/>
                </a:solidFill>
              </a:defRPr>
            </a:pPr>
            <a:r>
              <a:rPr sz="975" b="1">
                <a:solidFill>
                  <a:srgbClr val="0F172B"/>
                </a:solidFill>
              </a:rPr>
              <a:t>ASTER LOOP K.K. | PRODUCT ALPHA R7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72D69-E2DD-428B-99CB-BFF62C40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172B"/>
                </a:solidFill>
              </a:defRPr>
            </a:pPr>
            <a:r>
              <a:rPr sz="2700" b="1">
                <a:solidFill>
                  <a:srgbClr val="0F172B"/>
                </a:solidFill>
              </a:rPr>
              <a:t>Risks have explicit follow-up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3A468-8E13-4FCC-B271-6A83F51A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solidFill>
              <a:schemeClr val="accent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437C6-2395-4C78-A444-BAA87DA1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667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Approval delay and duplicate delivery do not bypass the state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640FF-3393-4BED-874E-A5E0CB4C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52FFE-0AAE-4A9E-83AD-B131545E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288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Latency breach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E038A-E0EA-4647-BE27-EC6C02CF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F172B"/>
                </a:solidFill>
              </a:defRPr>
            </a:pPr>
            <a:r>
              <a:rPr sz="1125" b="0">
                <a:solidFill>
                  <a:srgbClr val="0F172B"/>
                </a:solidFill>
              </a:rPr>
              <a:t>Pause expansion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8010F-C2AE-42B8-813D-DD27D102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14625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94156-C300-483A-9DCC-041EDF62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289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Missing approval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B4424-AE8F-433A-966E-6E0EAE48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9562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F172B"/>
                </a:solidFill>
              </a:defRPr>
            </a:pPr>
            <a:r>
              <a:rPr sz="1125" b="0">
                <a:solidFill>
                  <a:srgbClr val="0F172B"/>
                </a:solidFill>
              </a:rPr>
              <a:t>Escalate owner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48F17-AAD7-4099-B2EF-9A5C8159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EDDCE8-7BC2-41CA-838B-23556565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29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Duplicate event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9B788-33E6-49F3-9ED0-E9018CDC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957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F172B"/>
                </a:solidFill>
              </a:defRPr>
            </a:pPr>
            <a:r>
              <a:rPr sz="1125" b="0">
                <a:solidFill>
                  <a:srgbClr val="0F172B"/>
                </a:solidFill>
              </a:rPr>
              <a:t>Deduplicate by event 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AD8BF6-048D-4FA8-B8A4-3FA04ECC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0F172B"/>
                </a:solidFill>
              </a:defRPr>
            </a:pPr>
            <a:r>
              <a:rPr sz="825" b="0">
                <a:solidFill>
                  <a:srgbClr val="0F172B"/>
                </a:solidFill>
              </a:rPr>
              <a:t>2026-07-13 | ADR-042 | synthetic internal status</a:t>
            </a:r>
          </a:p>
        </p:txBody>
      </p:sp>
    </p:spTree>
    <p:extLst>
      <p:ext uri="{BB962C8B-B14F-4D97-AF65-F5344CB8AC3E}">
        <p14:creationId xmlns:p14="http://schemas.microsoft.com/office/powerpoint/2010/main" val="18731162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F47C15-E0D5-49CE-869F-D87B5DA1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B"/>
                </a:solidFill>
              </a:defRPr>
            </a:pPr>
            <a:r>
              <a:rPr sz="975" b="1">
                <a:solidFill>
                  <a:srgbClr val="0F172B"/>
                </a:solidFill>
              </a:rPr>
              <a:t>ASTER LOOP K.K. | PRODUCT ALPHA R7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A97D7-15DB-48FC-8002-312B8646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172B"/>
                </a:solidFill>
              </a:defRPr>
            </a:pPr>
            <a:r>
              <a:rPr sz="2700" b="1">
                <a:solidFill>
                  <a:srgbClr val="0F172B"/>
                </a:solidFill>
              </a:rPr>
              <a:t>Next steps are bounded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AE265-CDA3-4B8D-968C-56BC1C90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solidFill>
              <a:schemeClr val="accent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A7696-1559-421E-8666-A9CA20A0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667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Run compatibility tests, review evidence, and issue the handoff summary after the window.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32339-5179-4BD3-A850-B1F8B9CA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B9946-CD12-4AB2-B502-F3D0E640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288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F8A032-0B51-4381-B05F-3EB23A42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F172B"/>
                </a:solidFill>
              </a:defRPr>
            </a:pPr>
            <a:r>
              <a:rPr sz="1125" b="0">
                <a:solidFill>
                  <a:srgbClr val="0F172B"/>
                </a:solidFill>
              </a:rPr>
              <a:t>Contract fixtures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7DC71C-FB96-47F6-A019-396F0487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14625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6AEB8E-A049-4BCA-A614-28F6D5D3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289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During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E72AC-3C4A-4ECF-A0F5-B9A20FDF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9562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F172B"/>
                </a:solidFill>
              </a:defRPr>
            </a:pPr>
            <a:r>
              <a:rPr sz="1125" b="0">
                <a:solidFill>
                  <a:srgbClr val="0F172B"/>
                </a:solidFill>
              </a:rPr>
              <a:t>Monitor p95 and approval delay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1F996A-17A0-4E18-83C6-B680C5A7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0F9A08-B8FC-45FC-ADA3-6BFBD962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29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After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3904B4-A9DB-4941-A45A-D891B2E7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957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F172B"/>
                </a:solidFill>
              </a:defRPr>
            </a:pPr>
            <a:r>
              <a:rPr sz="1125" b="0">
                <a:solidFill>
                  <a:srgbClr val="0F172B"/>
                </a:solidFill>
              </a:rPr>
              <a:t>Publish synthetic follow-up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D308BF-FA29-4624-9277-C326C715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0F172B"/>
                </a:solidFill>
              </a:defRPr>
            </a:pPr>
            <a:r>
              <a:rPr sz="825" b="0">
                <a:solidFill>
                  <a:srgbClr val="0F172B"/>
                </a:solidFill>
              </a:rPr>
              <a:t>2026-07-13 | ADR-042 | synthetic internal status</a:t>
            </a:r>
          </a:p>
        </p:txBody>
      </p:sp>
    </p:spTree>
    <p:extLst>
      <p:ext uri="{BB962C8B-B14F-4D97-AF65-F5344CB8AC3E}">
        <p14:creationId xmlns:p14="http://schemas.microsoft.com/office/powerpoint/2010/main" val="2247125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2026-08-22T11:09:03.7660000Z</dcterms:created>
  <dcterms:modified xsi:type="dcterms:W3CDTF">2026-08-22T11:09:03.7660000Z</dcterms:modified>
</coreProperties>
</file>