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ed8a1bd58d45fb" /><Relationship Type="http://schemas.openxmlformats.org/officeDocument/2006/relationships/extended-properties" Target="/docProps/app.xml" Id="Rd9eb89404c7847f9" /><Relationship Type="http://schemas.openxmlformats.org/officeDocument/2006/relationships/officeDocument" Target="/ppt/presentation.xml" Id="R3ccfffc39d3243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cd409a00f40d7"/>
  </p:sldMasterIdLst>
  <p:notesMasterIdLst>
    <p:notesMasterId xmlns:r="http://schemas.openxmlformats.org/officeDocument/2006/relationships" r:id="Re8c9aa86d81342f0"/>
  </p:notesMasterIdLst>
  <p:sldIdLst>
    <p:sldId xmlns:r="http://schemas.openxmlformats.org/officeDocument/2006/relationships" id="256" r:id="R0563f8bb2ddd48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e94ae671514623" /><Relationship Type="http://schemas.openxmlformats.org/officeDocument/2006/relationships/slideMaster" Target="/ppt/slideMasters/slideMaster1.xml" Id="Rd7fcd409a00f40d7" /><Relationship Type="http://schemas.openxmlformats.org/officeDocument/2006/relationships/notesMaster" Target="/ppt/notesMasters/notesMaster1.xml" Id="Re8c9aa86d81342f0" /><Relationship Type="http://schemas.openxmlformats.org/officeDocument/2006/relationships/presProps" Target="/ppt/presProps.xml" Id="Rb67b1ca9ee1a4af9" /><Relationship Type="http://schemas.openxmlformats.org/officeDocument/2006/relationships/tableStyles" Target="/ppt/tableStyles.xml" Id="R788a76a6bb9f4c86" /><Relationship Type="http://schemas.openxmlformats.org/officeDocument/2006/relationships/slide" Target="/ppt/slides/slide1.xml" Id="R0563f8bb2ddd48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949779a9241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edb98dd554774" /><Relationship Type="http://schemas.openxmlformats.org/officeDocument/2006/relationships/notesMaster" Target="/ppt/notesMasters/notesMaster1.xml" Id="Rae012505893b45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a94d5d1b24a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f9d0aea0604efe" /><Relationship Type="http://schemas.openxmlformats.org/officeDocument/2006/relationships/slideLayout" Target="/ppt/slideLayouts/slideLayout1.xml" Id="Rb95221f78af94c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5221f78af94c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554beeb7e4bc1" /><Relationship Type="http://schemas.openxmlformats.org/officeDocument/2006/relationships/chart" Target="/ppt/slides/charts/chart1.xml" Id="R3d1b048956304249" /><Relationship Type="http://schemas.openxmlformats.org/officeDocument/2006/relationships/notesSlide" Target="/ppt/notesSlides/notesSlide1.xml" Id="R1409f3eb3fc24cf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Gate decisions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Sampled</c:v>
              </c:pt>
              <c:pt idx="1">
                <c:v>Approved</c:v>
              </c:pt>
              <c:pt idx="2">
                <c:v>Non-approved</c:v>
              </c:pt>
            </c:strLit>
          </c:cat>
          <c:val>
            <c:numLit>
              <c:formatCode>General</c:formatCode>
              <c:ptCount val="3"/>
              <c:pt idx="0">
                <c:v>9000</c:v>
              </c:pt>
              <c:pt idx="1">
                <c:v>8883</c:v>
              </c:pt>
              <c:pt idx="2">
                <c:v>117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6644A-1AEA-451B-9410-7C48AAE9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Accepted release-gate collaboration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84B20-F52E-467B-8980-3A487708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p01-full-001128</a:t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Product Alpha R7</a:t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ADR-042 keeps the asynchronous release gate</a:t>
            </a:r>
          </a:p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Reviewed team-shared copy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0" y="1619250"/>
          <a:ext xmlns:a="http://schemas.openxmlformats.org/drawingml/2006/main" cx="4762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1b04895630424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8AD60-AD0B-4499-B945-54D2CC8D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Synthetic Aster Loop evidence | reviewed by Release Coordinator | 2026-07-20</a:t>
            </a:r>
          </a:p>
        </p:txBody>
      </p:sp>
    </p:spTree>
    <p:extLst>
      <p:ext uri="{BB962C8B-B14F-4D97-AF65-F5344CB8AC3E}">
        <p14:creationId xmlns:p14="http://schemas.microsoft.com/office/powerpoint/2010/main" val="1580641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2026-08-23T22:24:38.1800000Z</dcterms:created>
  <dcterms:modified xsi:type="dcterms:W3CDTF">2026-08-23T22:24:38.1800000Z</dcterms:modified>
</coreProperties>
</file>