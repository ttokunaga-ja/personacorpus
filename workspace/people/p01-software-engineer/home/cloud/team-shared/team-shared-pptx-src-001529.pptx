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99a4eb96b445b5" /><Relationship Type="http://schemas.openxmlformats.org/officeDocument/2006/relationships/extended-properties" Target="/docProps/app.xml" Id="R6f49a6494bb54d9a" /><Relationship Type="http://schemas.openxmlformats.org/officeDocument/2006/relationships/officeDocument" Target="/ppt/presentation.xml" Id="R732b9c99017242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cd8121532241be"/>
  </p:sldMasterIdLst>
  <p:notesMasterIdLst>
    <p:notesMasterId xmlns:r="http://schemas.openxmlformats.org/officeDocument/2006/relationships" r:id="Re770c213616a4c0c"/>
  </p:notesMasterIdLst>
  <p:sldIdLst>
    <p:sldId xmlns:r="http://schemas.openxmlformats.org/officeDocument/2006/relationships" id="256" r:id="R9990fa2125c64e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e76fba43a840c4" /><Relationship Type="http://schemas.openxmlformats.org/officeDocument/2006/relationships/slideMaster" Target="/ppt/slideMasters/slideMaster1.xml" Id="Rf6cd8121532241be" /><Relationship Type="http://schemas.openxmlformats.org/officeDocument/2006/relationships/notesMaster" Target="/ppt/notesMasters/notesMaster1.xml" Id="Re770c213616a4c0c" /><Relationship Type="http://schemas.openxmlformats.org/officeDocument/2006/relationships/presProps" Target="/ppt/presProps.xml" Id="R447743f88b1c4cc5" /><Relationship Type="http://schemas.openxmlformats.org/officeDocument/2006/relationships/tableStyles" Target="/ppt/tableStyles.xml" Id="Re6ada9fc8f7f43bf" /><Relationship Type="http://schemas.openxmlformats.org/officeDocument/2006/relationships/slide" Target="/ppt/slides/slide1.xml" Id="R9990fa2125c64e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2441222f9a41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633205b3d1421d" /><Relationship Type="http://schemas.openxmlformats.org/officeDocument/2006/relationships/notesMaster" Target="/ppt/notesMasters/notesMaster1.xml" Id="Ra4c1de1474b040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2e877058214f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34d7ee5cce4848" /><Relationship Type="http://schemas.openxmlformats.org/officeDocument/2006/relationships/slideLayout" Target="/ppt/slideLayouts/slideLayout1.xml" Id="R1b45aceb2d964b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45aceb2d964b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84441641b45af" /><Relationship Type="http://schemas.openxmlformats.org/officeDocument/2006/relationships/chart" Target="/ppt/slides/charts/chart1.xml" Id="Rc81a4d3b501f426f" /><Relationship Type="http://schemas.openxmlformats.org/officeDocument/2006/relationships/notesSlide" Target="/ppt/notesSlides/notesSlide1.xml" Id="Rc62d42aafd134fb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Gate decisions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3"/>
              <c:pt idx="0">
                <c:v>Sampled</c:v>
              </c:pt>
              <c:pt idx="1">
                <c:v>Approved</c:v>
              </c:pt>
              <c:pt idx="2">
                <c:v>Non-approved</c:v>
              </c:pt>
            </c:strLit>
          </c:cat>
          <c:val>
            <c:numLit>
              <c:formatCode>General</c:formatCode>
              <c:ptCount val="3"/>
              <c:pt idx="0">
                <c:v>9000</c:v>
              </c:pt>
              <c:pt idx="1">
                <c:v>8883</c:v>
              </c:pt>
              <c:pt idx="2">
                <c:v>117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1E1FD-BD9F-4848-BB89-6E7D5348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Accepted release-gate collaboration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29ED2-766E-496B-866F-304E9E10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p01-full-001529</a:t>
            </a:r>
          </a:p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Product Alpha R7</a:t>
            </a:r>
          </a:p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ADR-042 keeps the asynchronous release gate</a:t>
            </a:r>
          </a:p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Reviewed team-shared copy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191250" y="1619250"/>
          <a:ext xmlns:a="http://schemas.openxmlformats.org/drawingml/2006/main" cx="476250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1a4d3b501f426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21A32-FF64-415A-88B4-6C2674E0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48E"/>
                </a:solidFill>
              </a:defRPr>
            </a:pPr>
            <a:r>
              <a:rPr sz="1050">
                <a:solidFill>
                  <a:srgbClr val="62748E"/>
                </a:solidFill>
              </a:rPr>
              <a:t>Synthetic Aster Loop evidence | reviewed by Release Coordinator | 2026-07-20</a:t>
            </a:r>
          </a:p>
        </p:txBody>
      </p:sp>
    </p:spTree>
    <p:extLst>
      <p:ext uri="{BB962C8B-B14F-4D97-AF65-F5344CB8AC3E}">
        <p14:creationId xmlns:p14="http://schemas.microsoft.com/office/powerpoint/2010/main" val="1610665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2026-08-23T22:24:38.3140000Z</dcterms:created>
  <dcterms:modified xsi:type="dcterms:W3CDTF">2026-08-23T22:24:38.3140000Z</dcterms:modified>
</coreProperties>
</file>