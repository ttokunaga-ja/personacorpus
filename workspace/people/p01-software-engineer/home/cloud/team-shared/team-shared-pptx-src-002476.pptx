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b7d6fa64ed4e45" /><Relationship Type="http://schemas.openxmlformats.org/officeDocument/2006/relationships/extended-properties" Target="/docProps/app.xml" Id="R454fe76478d74f7a" /><Relationship Type="http://schemas.openxmlformats.org/officeDocument/2006/relationships/officeDocument" Target="/ppt/presentation.xml" Id="R410ad4442bce4e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b7a18de1454eeb"/>
  </p:sldMasterIdLst>
  <p:notesMasterIdLst>
    <p:notesMasterId xmlns:r="http://schemas.openxmlformats.org/officeDocument/2006/relationships" r:id="R8110b943026a4a7e"/>
  </p:notesMasterIdLst>
  <p:sldIdLst>
    <p:sldId xmlns:r="http://schemas.openxmlformats.org/officeDocument/2006/relationships" id="256" r:id="R2d1ee8d921ed42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929b3b078f4a42" /><Relationship Type="http://schemas.openxmlformats.org/officeDocument/2006/relationships/slideMaster" Target="/ppt/slideMasters/slideMaster1.xml" Id="R42b7a18de1454eeb" /><Relationship Type="http://schemas.openxmlformats.org/officeDocument/2006/relationships/notesMaster" Target="/ppt/notesMasters/notesMaster1.xml" Id="R8110b943026a4a7e" /><Relationship Type="http://schemas.openxmlformats.org/officeDocument/2006/relationships/presProps" Target="/ppt/presProps.xml" Id="R2f7fde6c33cc4516" /><Relationship Type="http://schemas.openxmlformats.org/officeDocument/2006/relationships/tableStyles" Target="/ppt/tableStyles.xml" Id="R5197a54628bb441f" /><Relationship Type="http://schemas.openxmlformats.org/officeDocument/2006/relationships/slide" Target="/ppt/slides/slide1.xml" Id="R2d1ee8d921ed42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824a2ba55341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d4705f806644b0" /><Relationship Type="http://schemas.openxmlformats.org/officeDocument/2006/relationships/notesMaster" Target="/ppt/notesMasters/notesMaster1.xml" Id="R1c2f35ce6bb14c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aa6d5cffc43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67f4afb12e4499" /><Relationship Type="http://schemas.openxmlformats.org/officeDocument/2006/relationships/slideLayout" Target="/ppt/slideLayouts/slideLayout1.xml" Id="Rdcbf6854d65c4a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bf6854d65c4a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f7ce39d174dcb" /><Relationship Type="http://schemas.openxmlformats.org/officeDocument/2006/relationships/chart" Target="/ppt/slides/charts/chart1.xml" Id="R6e1d9a3eb1534885" /><Relationship Type="http://schemas.openxmlformats.org/officeDocument/2006/relationships/notesSlide" Target="/ppt/notesSlides/notesSlide1.xml" Id="R5e74e768e0874fc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Gate decisions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3"/>
              <c:pt idx="0">
                <c:v>Sampled</c:v>
              </c:pt>
              <c:pt idx="1">
                <c:v>Approved</c:v>
              </c:pt>
              <c:pt idx="2">
                <c:v>Non-approved</c:v>
              </c:pt>
            </c:strLit>
          </c:cat>
          <c:val>
            <c:numLit>
              <c:formatCode>General</c:formatCode>
              <c:ptCount val="3"/>
              <c:pt idx="0">
                <c:v>9000</c:v>
              </c:pt>
              <c:pt idx="1">
                <c:v>8883</c:v>
              </c:pt>
              <c:pt idx="2">
                <c:v>117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CCF38-8A7F-4AA7-AA52-2389867D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Accepted release-gate collaboration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E45DA-B259-4675-BD38-F8334900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p01-full-002476</a:t>
            </a:r>
          </a:p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Product Alpha R7</a:t>
            </a:r>
          </a:p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ADR-042 keeps the asynchronous release gate</a:t>
            </a:r>
          </a:p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Reviewed team-shared copy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191250" y="1619250"/>
          <a:ext xmlns:a="http://schemas.openxmlformats.org/drawingml/2006/main" cx="4762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1d9a3eb153488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EA5A8-FB92-42AE-9040-EBDAC155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48E"/>
                </a:solidFill>
              </a:defRPr>
            </a:pPr>
            <a:r>
              <a:rPr sz="1050">
                <a:solidFill>
                  <a:srgbClr val="62748E"/>
                </a:solidFill>
              </a:rPr>
              <a:t>Synthetic Aster Loop evidence | reviewed by Release Coordinator | 2026-07-20</a:t>
            </a:r>
          </a:p>
        </p:txBody>
      </p:sp>
    </p:spTree>
    <p:extLst>
      <p:ext uri="{BB962C8B-B14F-4D97-AF65-F5344CB8AC3E}">
        <p14:creationId xmlns:p14="http://schemas.microsoft.com/office/powerpoint/2010/main" val="1953584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2026-08-23T22:24:38.3570000Z</dcterms:created>
  <dcterms:modified xsi:type="dcterms:W3CDTF">2026-08-23T22:24:38.3570000Z</dcterms:modified>
</coreProperties>
</file>