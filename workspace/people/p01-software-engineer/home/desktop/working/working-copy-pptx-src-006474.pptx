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35905b0bd4468a" /><Relationship Type="http://schemas.openxmlformats.org/officeDocument/2006/relationships/extended-properties" Target="/docProps/app.xml" Id="Re2a1583180e14fcd" /><Relationship Type="http://schemas.openxmlformats.org/officeDocument/2006/relationships/officeDocument" Target="/ppt/presentation.xml" Id="R5d01ff7b667e4a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ecb476d6ba4524"/>
  </p:sldMasterIdLst>
  <p:notesMasterIdLst>
    <p:notesMasterId xmlns:r="http://schemas.openxmlformats.org/officeDocument/2006/relationships" r:id="R1faf5a53e9de4b3e"/>
  </p:notesMasterIdLst>
  <p:sldIdLst>
    <p:sldId xmlns:r="http://schemas.openxmlformats.org/officeDocument/2006/relationships" id="256" r:id="R50b347ef88274c2f"/>
    <p:sldId xmlns:r="http://schemas.openxmlformats.org/officeDocument/2006/relationships" id="257" r:id="R66222e48a6b04c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86783f53664f8a" /><Relationship Type="http://schemas.openxmlformats.org/officeDocument/2006/relationships/slideMaster" Target="/ppt/slideMasters/slideMaster1.xml" Id="Rd6ecb476d6ba4524" /><Relationship Type="http://schemas.openxmlformats.org/officeDocument/2006/relationships/notesMaster" Target="/ppt/notesMasters/notesMaster1.xml" Id="R1faf5a53e9de4b3e" /><Relationship Type="http://schemas.openxmlformats.org/officeDocument/2006/relationships/presProps" Target="/ppt/presProps.xml" Id="R8eebf4bad28245ed" /><Relationship Type="http://schemas.openxmlformats.org/officeDocument/2006/relationships/tableStyles" Target="/ppt/tableStyles.xml" Id="R04825730de144b76" /><Relationship Type="http://schemas.openxmlformats.org/officeDocument/2006/relationships/slide" Target="/ppt/slides/slide1.xml" Id="R50b347ef88274c2f" /><Relationship Type="http://schemas.openxmlformats.org/officeDocument/2006/relationships/slide" Target="/ppt/slides/slide2.xml" Id="R66222e48a6b04c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87105e721b4f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9ef1c062a0408e" /><Relationship Type="http://schemas.openxmlformats.org/officeDocument/2006/relationships/notesMaster" Target="/ppt/notesMasters/notesMaster1.xml" Id="R03bab792a6c642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52561410c14df1" /><Relationship Type="http://schemas.openxmlformats.org/officeDocument/2006/relationships/notesMaster" Target="/ppt/notesMasters/notesMaster1.xml" Id="Rc34fe73fd83343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daec9332f4b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be53fd7a77480d" /><Relationship Type="http://schemas.openxmlformats.org/officeDocument/2006/relationships/slideLayout" Target="/ppt/slideLayouts/slideLayout1.xml" Id="Rfc7254f7434b4b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7254f7434b4b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51c193d024cf7" /><Relationship Type="http://schemas.openxmlformats.org/officeDocument/2006/relationships/notesSlide" Target="/ppt/notesSlides/notesSlide1.xml" Id="R2269c094442f4d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9323d500f4f7a" /><Relationship Type="http://schemas.openxmlformats.org/officeDocument/2006/relationships/notesSlide" Target="/ppt/notesSlides/notesSlide2.xml" Id="R8afa2dbbe24d4c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A46D0-FCB2-4181-9BAC-7D411567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1E06B-D31B-4F73-A8E7-4EDBFC82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p01-src-006474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679692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758B4-4694-4CCC-9D08-E6BDC4D5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3F4CE-D65C-4D15-964C-5C5B7D2E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194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680122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2026-08-24T00:00:50.3340000Z</dcterms:created>
  <dcterms:modified xsi:type="dcterms:W3CDTF">2026-08-24T00:00:50.3340000Z</dcterms:modified>
</coreProperties>
</file>