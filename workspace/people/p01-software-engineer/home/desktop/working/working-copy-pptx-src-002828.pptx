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dc1c13e66d4659" /><Relationship Type="http://schemas.openxmlformats.org/officeDocument/2006/relationships/extended-properties" Target="/docProps/app.xml" Id="R80b3da3827644a96" /><Relationship Type="http://schemas.openxmlformats.org/officeDocument/2006/relationships/officeDocument" Target="/ppt/presentation.xml" Id="Rdba79fa1ee2f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f260236124ca5"/>
  </p:sldMasterIdLst>
  <p:notesMasterIdLst>
    <p:notesMasterId xmlns:r="http://schemas.openxmlformats.org/officeDocument/2006/relationships" r:id="R2b0dcbee0d674924"/>
  </p:notesMasterIdLst>
  <p:sldIdLst>
    <p:sldId xmlns:r="http://schemas.openxmlformats.org/officeDocument/2006/relationships" id="256" r:id="R8b7ca9a30d72409f"/>
    <p:sldId xmlns:r="http://schemas.openxmlformats.org/officeDocument/2006/relationships" id="257" r:id="R7ac08277804f44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596d15fa2345ef" /><Relationship Type="http://schemas.openxmlformats.org/officeDocument/2006/relationships/slideMaster" Target="/ppt/slideMasters/slideMaster1.xml" Id="Ra2cf260236124ca5" /><Relationship Type="http://schemas.openxmlformats.org/officeDocument/2006/relationships/notesMaster" Target="/ppt/notesMasters/notesMaster1.xml" Id="R2b0dcbee0d674924" /><Relationship Type="http://schemas.openxmlformats.org/officeDocument/2006/relationships/presProps" Target="/ppt/presProps.xml" Id="R5429a66cf9574a5e" /><Relationship Type="http://schemas.openxmlformats.org/officeDocument/2006/relationships/tableStyles" Target="/ppt/tableStyles.xml" Id="Rf793a8e1bf834694" /><Relationship Type="http://schemas.openxmlformats.org/officeDocument/2006/relationships/slide" Target="/ppt/slides/slide1.xml" Id="R8b7ca9a30d72409f" /><Relationship Type="http://schemas.openxmlformats.org/officeDocument/2006/relationships/slide" Target="/ppt/slides/slide2.xml" Id="R7ac08277804f44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254a18bb84d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d64ab3c05f4ec3" /><Relationship Type="http://schemas.openxmlformats.org/officeDocument/2006/relationships/notesMaster" Target="/ppt/notesMasters/notesMaster1.xml" Id="R3b04283b4cb645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8a59c2fff54fbe" /><Relationship Type="http://schemas.openxmlformats.org/officeDocument/2006/relationships/notesMaster" Target="/ppt/notesMasters/notesMaster1.xml" Id="R12605be057a944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75c3ef38445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83f771342849dc" /><Relationship Type="http://schemas.openxmlformats.org/officeDocument/2006/relationships/slideLayout" Target="/ppt/slideLayouts/slideLayout1.xml" Id="R1e8710bcbb9e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710bcbb9e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09722bec2402a" /><Relationship Type="http://schemas.openxmlformats.org/officeDocument/2006/relationships/notesSlide" Target="/ppt/notesSlides/notesSlide1.xml" Id="R5686fe13c76c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3c8c3124b4ff0" /><Relationship Type="http://schemas.openxmlformats.org/officeDocument/2006/relationships/notesSlide" Target="/ppt/notesSlides/notesSlide2.xml" Id="R26f5d113d2a04b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C204F-97DB-43BD-A055-32B5844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53150-54D1-49EF-A82E-FCBB15BF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p01-src-002828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1414955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A66C5-B4FC-4092-9B4E-63557C2F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B0D7D-3BC0-4123-8D50-9AEAE46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173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779229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2026-08-24T00:00:50.0940000Z</dcterms:created>
  <dcterms:modified xsi:type="dcterms:W3CDTF">2026-08-24T00:00:50.0940000Z</dcterms:modified>
</coreProperties>
</file>