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e75bea16324fa4" /><Relationship Type="http://schemas.openxmlformats.org/officeDocument/2006/relationships/extended-properties" Target="/docProps/app.xml" Id="R8ce543eeb4be4635" /><Relationship Type="http://schemas.openxmlformats.org/officeDocument/2006/relationships/officeDocument" Target="/ppt/presentation.xml" Id="Re3c0c7d2b11240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353e99b6094149"/>
  </p:sldMasterIdLst>
  <p:notesMasterIdLst>
    <p:notesMasterId xmlns:r="http://schemas.openxmlformats.org/officeDocument/2006/relationships" r:id="Rb7a7279204b44ddc"/>
  </p:notesMasterIdLst>
  <p:sldIdLst>
    <p:sldId xmlns:r="http://schemas.openxmlformats.org/officeDocument/2006/relationships" id="256" r:id="Rba7c580248b8404c"/>
    <p:sldId xmlns:r="http://schemas.openxmlformats.org/officeDocument/2006/relationships" id="257" r:id="R6255d672f2e140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1a03e397ea4a17" /><Relationship Type="http://schemas.openxmlformats.org/officeDocument/2006/relationships/slideMaster" Target="/ppt/slideMasters/slideMaster1.xml" Id="R1b353e99b6094149" /><Relationship Type="http://schemas.openxmlformats.org/officeDocument/2006/relationships/notesMaster" Target="/ppt/notesMasters/notesMaster1.xml" Id="Rb7a7279204b44ddc" /><Relationship Type="http://schemas.openxmlformats.org/officeDocument/2006/relationships/presProps" Target="/ppt/presProps.xml" Id="R0ca2ab59c0364546" /><Relationship Type="http://schemas.openxmlformats.org/officeDocument/2006/relationships/tableStyles" Target="/ppt/tableStyles.xml" Id="Rc26821ab1d9e4b3d" /><Relationship Type="http://schemas.openxmlformats.org/officeDocument/2006/relationships/slide" Target="/ppt/slides/slide1.xml" Id="Rba7c580248b8404c" /><Relationship Type="http://schemas.openxmlformats.org/officeDocument/2006/relationships/slide" Target="/ppt/slides/slide2.xml" Id="R6255d672f2e140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7d0859447047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251d4c4f0b4d31" /><Relationship Type="http://schemas.openxmlformats.org/officeDocument/2006/relationships/notesMaster" Target="/ppt/notesMasters/notesMaster1.xml" Id="R119e1a312c0f4e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3a5fcc49f64e1e" /><Relationship Type="http://schemas.openxmlformats.org/officeDocument/2006/relationships/notesMaster" Target="/ppt/notesMasters/notesMaster1.xml" Id="R2928222ce8934e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d7e891239849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255d0927aa4455" /><Relationship Type="http://schemas.openxmlformats.org/officeDocument/2006/relationships/slideLayout" Target="/ppt/slideLayouts/slideLayout1.xml" Id="Rb24232b252734d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4232b252734d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91ebb318a414b" /><Relationship Type="http://schemas.openxmlformats.org/officeDocument/2006/relationships/notesSlide" Target="/ppt/notesSlides/notesSlide1.xml" Id="Rdcfdbb30d90f4b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31eb0e7d14787" /><Relationship Type="http://schemas.openxmlformats.org/officeDocument/2006/relationships/notesSlide" Target="/ppt/notesSlides/notesSlide2.xml" Id="Rb44e378f7b4145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61D83-8F30-4E06-B59C-A57B818D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Aster Loop working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401D1-B60F-416C-B234-38CDFC5E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Source: p01-src-009532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Ephemeral desktop working presentation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Scope: Product Engineering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Status: draft; not an accepted record</a:t>
            </a:r>
          </a:p>
        </p:txBody>
      </p:sp>
    </p:spTree>
    <p:extLst>
      <p:ext uri="{BB962C8B-B14F-4D97-AF65-F5344CB8AC3E}">
        <p14:creationId xmlns:p14="http://schemas.microsoft.com/office/powerpoint/2010/main" val="7243787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16611-78AA-4C34-8E9D-75F377E8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Working checks and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7B1D5-A48F-41D6-8FA7-F146F3DB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Draft review: Product Alpha R7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ADR-042 remains the reference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Working p95: 177 ms; accepted reference: 184 ms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No release decision is made in this desktop copy.</a:t>
            </a:r>
          </a:p>
        </p:txBody>
      </p:sp>
    </p:spTree>
    <p:extLst>
      <p:ext uri="{BB962C8B-B14F-4D97-AF65-F5344CB8AC3E}">
        <p14:creationId xmlns:p14="http://schemas.microsoft.com/office/powerpoint/2010/main" val="1581174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2026-08-24T00:00:50.6220000Z</dcterms:created>
  <dcterms:modified xsi:type="dcterms:W3CDTF">2026-08-24T00:00:50.6220000Z</dcterms:modified>
</coreProperties>
</file>