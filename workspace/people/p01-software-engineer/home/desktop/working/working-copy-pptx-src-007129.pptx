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ac7dfe1e842df" /><Relationship Type="http://schemas.openxmlformats.org/officeDocument/2006/relationships/extended-properties" Target="/docProps/app.xml" Id="Rd665831e5d7f4592" /><Relationship Type="http://schemas.openxmlformats.org/officeDocument/2006/relationships/officeDocument" Target="/ppt/presentation.xml" Id="R727481a8026542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1d75ef2a08419c"/>
  </p:sldMasterIdLst>
  <p:notesMasterIdLst>
    <p:notesMasterId xmlns:r="http://schemas.openxmlformats.org/officeDocument/2006/relationships" r:id="R1b4371c0f2594afb"/>
  </p:notesMasterIdLst>
  <p:sldIdLst>
    <p:sldId xmlns:r="http://schemas.openxmlformats.org/officeDocument/2006/relationships" id="256" r:id="R354058de83744224"/>
    <p:sldId xmlns:r="http://schemas.openxmlformats.org/officeDocument/2006/relationships" id="257" r:id="Rae573c93acf144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d4c35612541d2" /><Relationship Type="http://schemas.openxmlformats.org/officeDocument/2006/relationships/slideMaster" Target="/ppt/slideMasters/slideMaster1.xml" Id="R4b1d75ef2a08419c" /><Relationship Type="http://schemas.openxmlformats.org/officeDocument/2006/relationships/notesMaster" Target="/ppt/notesMasters/notesMaster1.xml" Id="R1b4371c0f2594afb" /><Relationship Type="http://schemas.openxmlformats.org/officeDocument/2006/relationships/presProps" Target="/ppt/presProps.xml" Id="Rcea3b1c247ad49d4" /><Relationship Type="http://schemas.openxmlformats.org/officeDocument/2006/relationships/tableStyles" Target="/ppt/tableStyles.xml" Id="R6627f070b33e4635" /><Relationship Type="http://schemas.openxmlformats.org/officeDocument/2006/relationships/slide" Target="/ppt/slides/slide1.xml" Id="R354058de83744224" /><Relationship Type="http://schemas.openxmlformats.org/officeDocument/2006/relationships/slide" Target="/ppt/slides/slide2.xml" Id="Rae573c93acf144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8b8c97a14741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e4cdf753a54be5" /><Relationship Type="http://schemas.openxmlformats.org/officeDocument/2006/relationships/notesMaster" Target="/ppt/notesMasters/notesMaster1.xml" Id="Rb856a4df05c44a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2335393364420" /><Relationship Type="http://schemas.openxmlformats.org/officeDocument/2006/relationships/notesMaster" Target="/ppt/notesMasters/notesMaster1.xml" Id="R8402bc3129e544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f8e5abd0a4c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2c8f8552d34ec2" /><Relationship Type="http://schemas.openxmlformats.org/officeDocument/2006/relationships/slideLayout" Target="/ppt/slideLayouts/slideLayout1.xml" Id="Rb283de38a33a4a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83de38a33a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7c32e5a2c46a5" /><Relationship Type="http://schemas.openxmlformats.org/officeDocument/2006/relationships/notesSlide" Target="/ppt/notesSlides/notesSlide1.xml" Id="R8b0c13e3298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31eb170654bf5" /><Relationship Type="http://schemas.openxmlformats.org/officeDocument/2006/relationships/notesSlide" Target="/ppt/notesSlides/notesSlide2.xml" Id="Rf3d6a18394e949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E3AC8-E34F-4665-A051-FA467C3D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7132A-3ABE-4B74-A89C-5D0EF1A2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p01-src-007129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1915843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C1BE5-5DE5-410E-9011-DAFE03E7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8B2BC-AF26-4A48-834D-2027CAF5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497531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2026-08-24T00:00:50.3860000Z</dcterms:created>
  <dcterms:modified xsi:type="dcterms:W3CDTF">2026-08-24T00:00:50.3860000Z</dcterms:modified>
</coreProperties>
</file>