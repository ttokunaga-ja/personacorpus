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4d7e81e4cd04365" /><Relationship Type="http://schemas.openxmlformats.org/officeDocument/2006/relationships/extended-properties" Target="/docProps/app.xml" Id="Ra964ceb9a52b4db9" /><Relationship Type="http://schemas.openxmlformats.org/officeDocument/2006/relationships/officeDocument" Target="/ppt/presentation.xml" Id="R6720a292ad6d44c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dcca731e4064e0c"/>
  </p:sldMasterIdLst>
  <p:notesMasterIdLst>
    <p:notesMasterId xmlns:r="http://schemas.openxmlformats.org/officeDocument/2006/relationships" r:id="Rba8da4646bcc47c5"/>
  </p:notesMasterIdLst>
  <p:sldIdLst>
    <p:sldId xmlns:r="http://schemas.openxmlformats.org/officeDocument/2006/relationships" id="256" r:id="R7a2cadbeea024bfc"/>
    <p:sldId xmlns:r="http://schemas.openxmlformats.org/officeDocument/2006/relationships" id="257" r:id="R7a4a800e97fb4b1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6d6754957684de4" /><Relationship Type="http://schemas.openxmlformats.org/officeDocument/2006/relationships/slideMaster" Target="/ppt/slideMasters/slideMaster1.xml" Id="R6dcca731e4064e0c" /><Relationship Type="http://schemas.openxmlformats.org/officeDocument/2006/relationships/notesMaster" Target="/ppt/notesMasters/notesMaster1.xml" Id="Rba8da4646bcc47c5" /><Relationship Type="http://schemas.openxmlformats.org/officeDocument/2006/relationships/presProps" Target="/ppt/presProps.xml" Id="R0bfc1c2069fd49a9" /><Relationship Type="http://schemas.openxmlformats.org/officeDocument/2006/relationships/tableStyles" Target="/ppt/tableStyles.xml" Id="R6d44058a5b5a4906" /><Relationship Type="http://schemas.openxmlformats.org/officeDocument/2006/relationships/slide" Target="/ppt/slides/slide1.xml" Id="R7a2cadbeea024bfc" /><Relationship Type="http://schemas.openxmlformats.org/officeDocument/2006/relationships/slide" Target="/ppt/slides/slide2.xml" Id="R7a4a800e97fb4b1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8ec2702a2744c5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89cf81e789040ae" /><Relationship Type="http://schemas.openxmlformats.org/officeDocument/2006/relationships/notesMaster" Target="/ppt/notesMasters/notesMaster1.xml" Id="Rae483788e0244d7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80949ee107c444a" /><Relationship Type="http://schemas.openxmlformats.org/officeDocument/2006/relationships/notesMaster" Target="/ppt/notesMasters/notesMaster1.xml" Id="R25b5b2882e3144d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34e22309cb4c4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955ec38048f4944" /><Relationship Type="http://schemas.openxmlformats.org/officeDocument/2006/relationships/slideLayout" Target="/ppt/slideLayouts/slideLayout1.xml" Id="R451df23dd7154a4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51df23dd7154a4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289e98a3cd41cf" /><Relationship Type="http://schemas.openxmlformats.org/officeDocument/2006/relationships/notesSlide" Target="/ppt/notesSlides/notesSlide1.xml" Id="R972fad2dd59a45b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04b276a1ab4349" /><Relationship Type="http://schemas.openxmlformats.org/officeDocument/2006/relationships/notesSlide" Target="/ppt/notesSlides/notesSlide2.xml" Id="Ra7b34b77ad2b412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5CDB2B-EB74-4153-AC79-21114895C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20618"/>
                </a:solidFill>
              </a:defRPr>
            </a:pPr>
            <a:r>
              <a:rPr sz="2700" b="1">
                <a:solidFill>
                  <a:srgbClr val="020618"/>
                </a:solidFill>
              </a:rPr>
              <a:t>Aster Loop working copy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D4A061-62FD-463B-B47B-B14D403CB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95250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Source: p01-src-004774</a:t>
            </a:r>
          </a:p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Ephemeral desktop working presentation</a:t>
            </a:r>
          </a:p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Scope: Product Engineering</a:t>
            </a:r>
          </a:p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Status: draft; not an accepted record</a:t>
            </a:r>
          </a:p>
        </p:txBody>
      </p:sp>
    </p:spTree>
    <p:extLst>
      <p:ext uri="{BB962C8B-B14F-4D97-AF65-F5344CB8AC3E}">
        <p14:creationId xmlns:p14="http://schemas.microsoft.com/office/powerpoint/2010/main" val="98775361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328807-8F39-4537-B0FC-192125F7D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20618"/>
                </a:solidFill>
              </a:defRPr>
            </a:pPr>
            <a:r>
              <a:rPr sz="2700" b="1">
                <a:solidFill>
                  <a:srgbClr val="020618"/>
                </a:solidFill>
              </a:rPr>
              <a:t>Working checks and next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6B65EC-08FF-4F14-99A3-84FF9ED63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95250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Draft review: Product Alpha R7</a:t>
            </a:r>
          </a:p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ADR-042 remains the reference</a:t>
            </a:r>
          </a:p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Working p95: 194 ms; accepted reference: 184 ms</a:t>
            </a:r>
          </a:p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No release decision is made in this desktop copy.</a:t>
            </a:r>
          </a:p>
        </p:txBody>
      </p:sp>
    </p:spTree>
    <p:extLst>
      <p:ext uri="{BB962C8B-B14F-4D97-AF65-F5344CB8AC3E}">
        <p14:creationId xmlns:p14="http://schemas.microsoft.com/office/powerpoint/2010/main" val="25958581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2026-08-24T00:00:50.2010000Z</dcterms:created>
  <dcterms:modified xsi:type="dcterms:W3CDTF">2026-08-24T00:00:50.2010000Z</dcterms:modified>
</coreProperties>
</file>