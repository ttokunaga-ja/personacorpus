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be72a8131442a" /><Relationship Type="http://schemas.openxmlformats.org/officeDocument/2006/relationships/extended-properties" Target="/docProps/app.xml" Id="Rcc4a58813b974c8a" /><Relationship Type="http://schemas.openxmlformats.org/officeDocument/2006/relationships/officeDocument" Target="/ppt/presentation.xml" Id="R230e731cc697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bbd57f79204c1f"/>
  </p:sldMasterIdLst>
  <p:notesMasterIdLst>
    <p:notesMasterId xmlns:r="http://schemas.openxmlformats.org/officeDocument/2006/relationships" r:id="R73ab1cdab0fc41a0"/>
  </p:notesMasterIdLst>
  <p:sldIdLst>
    <p:sldId xmlns:r="http://schemas.openxmlformats.org/officeDocument/2006/relationships" id="256" r:id="Rce3898d4954947f0"/>
    <p:sldId xmlns:r="http://schemas.openxmlformats.org/officeDocument/2006/relationships" id="257" r:id="R83b7f16e031940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2e3f253c1647cb" /><Relationship Type="http://schemas.openxmlformats.org/officeDocument/2006/relationships/slideMaster" Target="/ppt/slideMasters/slideMaster1.xml" Id="R3fbbd57f79204c1f" /><Relationship Type="http://schemas.openxmlformats.org/officeDocument/2006/relationships/notesMaster" Target="/ppt/notesMasters/notesMaster1.xml" Id="R73ab1cdab0fc41a0" /><Relationship Type="http://schemas.openxmlformats.org/officeDocument/2006/relationships/presProps" Target="/ppt/presProps.xml" Id="Rf5d618c92d494815" /><Relationship Type="http://schemas.openxmlformats.org/officeDocument/2006/relationships/tableStyles" Target="/ppt/tableStyles.xml" Id="R1024909a6ab040fe" /><Relationship Type="http://schemas.openxmlformats.org/officeDocument/2006/relationships/slide" Target="/ppt/slides/slide1.xml" Id="Rce3898d4954947f0" /><Relationship Type="http://schemas.openxmlformats.org/officeDocument/2006/relationships/slide" Target="/ppt/slides/slide2.xml" Id="R83b7f16e0319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876ba26905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4d4400baa458e" /><Relationship Type="http://schemas.openxmlformats.org/officeDocument/2006/relationships/notesMaster" Target="/ppt/notesMasters/notesMaster1.xml" Id="R06808888ae21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7b10b2e4594934" /><Relationship Type="http://schemas.openxmlformats.org/officeDocument/2006/relationships/notesMaster" Target="/ppt/notesMasters/notesMaster1.xml" Id="R4ef484da69ce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01b875b5e41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e9b755adf4715" /><Relationship Type="http://schemas.openxmlformats.org/officeDocument/2006/relationships/slideLayout" Target="/ppt/slideLayouts/slideLayout1.xml" Id="Rad3911fb8641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911fb8641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9ea15cad344bc" /><Relationship Type="http://schemas.openxmlformats.org/officeDocument/2006/relationships/notesSlide" Target="/ppt/notesSlides/notesSlide1.xml" Id="R33442557c7bf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7c4d78c6b44cf" /><Relationship Type="http://schemas.openxmlformats.org/officeDocument/2006/relationships/notesSlide" Target="/ppt/notesSlides/notesSlide2.xml" Id="Ra206c5ed1d27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66D70-2065-42A2-88BA-FDD9FB1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ECF7D-EF90-4D12-B941-08CFD5C3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p01-src-008031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859638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C3A5D-4F1F-4EAD-8E86-FAE3068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9D82-41DF-4B82-986F-BB512286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176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473856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2026-08-24T00:00:50.5070000Z</dcterms:created>
  <dcterms:modified xsi:type="dcterms:W3CDTF">2026-08-24T00:00:50.5070000Z</dcterms:modified>
</coreProperties>
</file>