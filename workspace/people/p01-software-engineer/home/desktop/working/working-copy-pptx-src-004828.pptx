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78204b9fd4794" /><Relationship Type="http://schemas.openxmlformats.org/officeDocument/2006/relationships/extended-properties" Target="/docProps/app.xml" Id="R306586200ae34fc0" /><Relationship Type="http://schemas.openxmlformats.org/officeDocument/2006/relationships/officeDocument" Target="/ppt/presentation.xml" Id="Rb0a5e0309a14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2215b8ac543f3"/>
  </p:sldMasterIdLst>
  <p:notesMasterIdLst>
    <p:notesMasterId xmlns:r="http://schemas.openxmlformats.org/officeDocument/2006/relationships" r:id="Rb33cc4d1cadc46cd"/>
  </p:notesMasterIdLst>
  <p:sldIdLst>
    <p:sldId xmlns:r="http://schemas.openxmlformats.org/officeDocument/2006/relationships" id="256" r:id="Rb11e7bfc11044680"/>
    <p:sldId xmlns:r="http://schemas.openxmlformats.org/officeDocument/2006/relationships" id="257" r:id="R75fbe0d07a9d4c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a26a905d3546d6" /><Relationship Type="http://schemas.openxmlformats.org/officeDocument/2006/relationships/slideMaster" Target="/ppt/slideMasters/slideMaster1.xml" Id="Rdcb2215b8ac543f3" /><Relationship Type="http://schemas.openxmlformats.org/officeDocument/2006/relationships/notesMaster" Target="/ppt/notesMasters/notesMaster1.xml" Id="Rb33cc4d1cadc46cd" /><Relationship Type="http://schemas.openxmlformats.org/officeDocument/2006/relationships/presProps" Target="/ppt/presProps.xml" Id="R1e798f56df114c55" /><Relationship Type="http://schemas.openxmlformats.org/officeDocument/2006/relationships/tableStyles" Target="/ppt/tableStyles.xml" Id="R530d92d884024e22" /><Relationship Type="http://schemas.openxmlformats.org/officeDocument/2006/relationships/slide" Target="/ppt/slides/slide1.xml" Id="Rb11e7bfc11044680" /><Relationship Type="http://schemas.openxmlformats.org/officeDocument/2006/relationships/slide" Target="/ppt/slides/slide2.xml" Id="R75fbe0d07a9d4c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142d7d9554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b102857a774d79" /><Relationship Type="http://schemas.openxmlformats.org/officeDocument/2006/relationships/notesMaster" Target="/ppt/notesMasters/notesMaster1.xml" Id="R880da47e9dcd4d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b6c15b080c4245" /><Relationship Type="http://schemas.openxmlformats.org/officeDocument/2006/relationships/notesMaster" Target="/ppt/notesMasters/notesMaster1.xml" Id="Re4cadc5a31d243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e5fb99505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8f9ed7b114154" /><Relationship Type="http://schemas.openxmlformats.org/officeDocument/2006/relationships/slideLayout" Target="/ppt/slideLayouts/slideLayout1.xml" Id="R7165f95037b1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5f95037b1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d57c95e494597" /><Relationship Type="http://schemas.openxmlformats.org/officeDocument/2006/relationships/notesSlide" Target="/ppt/notesSlides/notesSlide1.xml" Id="R327e98791ff544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3e6223b014dea" /><Relationship Type="http://schemas.openxmlformats.org/officeDocument/2006/relationships/notesSlide" Target="/ppt/notesSlides/notesSlide2.xml" Id="R1ba44a4c245d4b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F2D18-6D79-4F5A-B9E1-C13CCE93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76558-648D-4455-A943-EB5C7176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p01-src-004828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497068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8A7FE-4A9D-4592-B538-D4643E9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B469D-90A9-49AA-A2A2-FBB3519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421532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2026-08-24T00:00:50.2290000Z</dcterms:created>
  <dcterms:modified xsi:type="dcterms:W3CDTF">2026-08-24T00:00:50.2290000Z</dcterms:modified>
</coreProperties>
</file>