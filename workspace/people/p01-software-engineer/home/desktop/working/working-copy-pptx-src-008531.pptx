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f673cb5c307402e" /><Relationship Type="http://schemas.openxmlformats.org/officeDocument/2006/relationships/extended-properties" Target="/docProps/app.xml" Id="Rc0f64850f9f643e5" /><Relationship Type="http://schemas.openxmlformats.org/officeDocument/2006/relationships/officeDocument" Target="/ppt/presentation.xml" Id="Rc3f97699042d461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5906d5d50d44c1e"/>
  </p:sldMasterIdLst>
  <p:notesMasterIdLst>
    <p:notesMasterId xmlns:r="http://schemas.openxmlformats.org/officeDocument/2006/relationships" r:id="R11ed3e60f8f649f2"/>
  </p:notesMasterIdLst>
  <p:sldIdLst>
    <p:sldId xmlns:r="http://schemas.openxmlformats.org/officeDocument/2006/relationships" id="256" r:id="R43144b574a0d4cbe"/>
    <p:sldId xmlns:r="http://schemas.openxmlformats.org/officeDocument/2006/relationships" id="257" r:id="R599b189bc848465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d7f1ed200dd49a2" /><Relationship Type="http://schemas.openxmlformats.org/officeDocument/2006/relationships/slideMaster" Target="/ppt/slideMasters/slideMaster1.xml" Id="R85906d5d50d44c1e" /><Relationship Type="http://schemas.openxmlformats.org/officeDocument/2006/relationships/notesMaster" Target="/ppt/notesMasters/notesMaster1.xml" Id="R11ed3e60f8f649f2" /><Relationship Type="http://schemas.openxmlformats.org/officeDocument/2006/relationships/presProps" Target="/ppt/presProps.xml" Id="Rc750cb1af3b8482d" /><Relationship Type="http://schemas.openxmlformats.org/officeDocument/2006/relationships/tableStyles" Target="/ppt/tableStyles.xml" Id="R2ca08653da6943c3" /><Relationship Type="http://schemas.openxmlformats.org/officeDocument/2006/relationships/slide" Target="/ppt/slides/slide1.xml" Id="R43144b574a0d4cbe" /><Relationship Type="http://schemas.openxmlformats.org/officeDocument/2006/relationships/slide" Target="/ppt/slides/slide2.xml" Id="R599b189bc84846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4354bf11db5476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05a8ea11bd14b91" /><Relationship Type="http://schemas.openxmlformats.org/officeDocument/2006/relationships/notesMaster" Target="/ppt/notesMasters/notesMaster1.xml" Id="Rb4f69df0a3344f6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d8f435c89874a97" /><Relationship Type="http://schemas.openxmlformats.org/officeDocument/2006/relationships/notesMaster" Target="/ppt/notesMasters/notesMaster1.xml" Id="Rc531429d5ed64bc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0a6881f8ea417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d76d3a3cb3646f2" /><Relationship Type="http://schemas.openxmlformats.org/officeDocument/2006/relationships/slideLayout" Target="/ppt/slideLayouts/slideLayout1.xml" Id="R69bc3db276e1475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9bc3db276e1475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390d50bcfa447e" /><Relationship Type="http://schemas.openxmlformats.org/officeDocument/2006/relationships/notesSlide" Target="/ppt/notesSlides/notesSlide1.xml" Id="R0fbfaf2809e945c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1a5aaaa62d43aa" /><Relationship Type="http://schemas.openxmlformats.org/officeDocument/2006/relationships/notesSlide" Target="/ppt/notesSlides/notesSlide2.xml" Id="Rbf27651ebd5e416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A1B813-6B94-40BA-A3B2-5E0A5CFC3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Aster Loop working copy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1CCAE7-7673-4B9B-B30F-93EB0EF6B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525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Source: p01-src-008531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Ephemeral desktop working presentation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Scope: Product Engineering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Status: draft; not an accepted record</a:t>
            </a:r>
          </a:p>
        </p:txBody>
      </p:sp>
    </p:spTree>
    <p:extLst>
      <p:ext uri="{BB962C8B-B14F-4D97-AF65-F5344CB8AC3E}">
        <p14:creationId xmlns:p14="http://schemas.microsoft.com/office/powerpoint/2010/main" val="19563474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5C8D7D-9300-42D6-BA5B-1B23C72E9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Working checks and next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362E24-D172-4E07-A6AC-50ADBA916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525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Draft review: Product Alpha R7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ADR-042 remains the reference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Working p95: 176 ms; accepted reference: 184 ms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No release decision is made in this desktop copy.</a:t>
            </a:r>
          </a:p>
        </p:txBody>
      </p:sp>
    </p:spTree>
    <p:extLst>
      <p:ext uri="{BB962C8B-B14F-4D97-AF65-F5344CB8AC3E}">
        <p14:creationId xmlns:p14="http://schemas.microsoft.com/office/powerpoint/2010/main" val="9545891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2026-08-24T00:00:50.5520000Z</dcterms:created>
  <dcterms:modified xsi:type="dcterms:W3CDTF">2026-08-24T00:00:50.5520000Z</dcterms:modified>
</coreProperties>
</file>