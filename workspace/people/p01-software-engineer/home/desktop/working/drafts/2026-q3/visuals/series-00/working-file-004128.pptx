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b48c37a5d4892" /><Relationship Type="http://schemas.openxmlformats.org/officeDocument/2006/relationships/extended-properties" Target="/docProps/app.xml" Id="R417c0ae9a8d24efd" /><Relationship Type="http://schemas.openxmlformats.org/officeDocument/2006/relationships/officeDocument" Target="/ppt/presentation.xml" Id="Rc612a59e3c4a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a68bf29d84f1a"/>
  </p:sldMasterIdLst>
  <p:notesMasterIdLst>
    <p:notesMasterId xmlns:r="http://schemas.openxmlformats.org/officeDocument/2006/relationships" r:id="Rfa954c2a495f478c"/>
  </p:notesMasterIdLst>
  <p:sldIdLst>
    <p:sldId xmlns:r="http://schemas.openxmlformats.org/officeDocument/2006/relationships" id="256" r:id="Rd4efe5852bcc4980"/>
    <p:sldId xmlns:r="http://schemas.openxmlformats.org/officeDocument/2006/relationships" id="257" r:id="R7f7d8c069e2e42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508955b608417a" /><Relationship Type="http://schemas.openxmlformats.org/officeDocument/2006/relationships/slideMaster" Target="/ppt/slideMasters/slideMaster1.xml" Id="Ra63a68bf29d84f1a" /><Relationship Type="http://schemas.openxmlformats.org/officeDocument/2006/relationships/notesMaster" Target="/ppt/notesMasters/notesMaster1.xml" Id="Rfa954c2a495f478c" /><Relationship Type="http://schemas.openxmlformats.org/officeDocument/2006/relationships/presProps" Target="/ppt/presProps.xml" Id="R3936b3c299134c55" /><Relationship Type="http://schemas.openxmlformats.org/officeDocument/2006/relationships/tableStyles" Target="/ppt/tableStyles.xml" Id="R099a521497754b18" /><Relationship Type="http://schemas.openxmlformats.org/officeDocument/2006/relationships/slide" Target="/ppt/slides/slide1.xml" Id="Rd4efe5852bcc4980" /><Relationship Type="http://schemas.openxmlformats.org/officeDocument/2006/relationships/slide" Target="/ppt/slides/slide2.xml" Id="R7f7d8c069e2e42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ea192f3557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43744f04c46d2" /><Relationship Type="http://schemas.openxmlformats.org/officeDocument/2006/relationships/notesMaster" Target="/ppt/notesMasters/notesMaster1.xml" Id="R26e94a006858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5de9f82ecd4d51" /><Relationship Type="http://schemas.openxmlformats.org/officeDocument/2006/relationships/notesMaster" Target="/ppt/notesMasters/notesMaster1.xml" Id="R1bbee293fedf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a9be129f5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448e7edd44b7f" /><Relationship Type="http://schemas.openxmlformats.org/officeDocument/2006/relationships/slideLayout" Target="/ppt/slideLayouts/slideLayout1.xml" Id="R95106469aece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06469aece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254fe04644db5" /><Relationship Type="http://schemas.openxmlformats.org/officeDocument/2006/relationships/notesSlide" Target="/ppt/notesSlides/notesSlide1.xml" Id="Rd30cc31ef82b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900265fcb478e" /><Relationship Type="http://schemas.openxmlformats.org/officeDocument/2006/relationships/notesSlide" Target="/ppt/notesSlides/notesSlide2.xml" Id="R1e93e9e5ccca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60E0A-E452-4A3C-BB36-C6CDC28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2A255-19B2-45B1-8ABD-9FDE1FE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p01-src-004128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296154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F5628-A537-46E3-8BC1-7C267FA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8564E-12F5-4834-B8A5-7E2FBA70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144988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2026-08-24T00:00:50.1500000Z</dcterms:created>
  <dcterms:modified xsi:type="dcterms:W3CDTF">2026-08-24T00:00:50.1500000Z</dcterms:modified>
</coreProperties>
</file>