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179f2a17954547" /><Relationship Type="http://schemas.openxmlformats.org/officeDocument/2006/relationships/extended-properties" Target="/docProps/app.xml" Id="R9791da4c64f84336" /><Relationship Type="http://schemas.openxmlformats.org/officeDocument/2006/relationships/officeDocument" Target="/ppt/presentation.xml" Id="R394e9d5f96b243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54e026f4894cdc"/>
  </p:sldMasterIdLst>
  <p:notesMasterIdLst>
    <p:notesMasterId xmlns:r="http://schemas.openxmlformats.org/officeDocument/2006/relationships" r:id="Rcf9aa44271a34a04"/>
  </p:notesMasterIdLst>
  <p:sldIdLst>
    <p:sldId xmlns:r="http://schemas.openxmlformats.org/officeDocument/2006/relationships" id="256" r:id="R29aa29213102468e"/>
    <p:sldId xmlns:r="http://schemas.openxmlformats.org/officeDocument/2006/relationships" id="257" r:id="R84393b3255b149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af7ef2275f42ca" /><Relationship Type="http://schemas.openxmlformats.org/officeDocument/2006/relationships/slideMaster" Target="/ppt/slideMasters/slideMaster1.xml" Id="Re254e026f4894cdc" /><Relationship Type="http://schemas.openxmlformats.org/officeDocument/2006/relationships/notesMaster" Target="/ppt/notesMasters/notesMaster1.xml" Id="Rcf9aa44271a34a04" /><Relationship Type="http://schemas.openxmlformats.org/officeDocument/2006/relationships/presProps" Target="/ppt/presProps.xml" Id="R17d4dd7416174432" /><Relationship Type="http://schemas.openxmlformats.org/officeDocument/2006/relationships/tableStyles" Target="/ppt/tableStyles.xml" Id="R59706311c3934339" /><Relationship Type="http://schemas.openxmlformats.org/officeDocument/2006/relationships/slide" Target="/ppt/slides/slide1.xml" Id="R29aa29213102468e" /><Relationship Type="http://schemas.openxmlformats.org/officeDocument/2006/relationships/slide" Target="/ppt/slides/slide2.xml" Id="R84393b3255b149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3a025b419c48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bf788f1429421b" /><Relationship Type="http://schemas.openxmlformats.org/officeDocument/2006/relationships/notesMaster" Target="/ppt/notesMasters/notesMaster1.xml" Id="R970a537ddccf44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540395c7dc4c51" /><Relationship Type="http://schemas.openxmlformats.org/officeDocument/2006/relationships/notesMaster" Target="/ppt/notesMasters/notesMaster1.xml" Id="R6d4c806f8e7c47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123e8125141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64c52dc93d4f54" /><Relationship Type="http://schemas.openxmlformats.org/officeDocument/2006/relationships/slideLayout" Target="/ppt/slideLayouts/slideLayout1.xml" Id="R3f89e7678b2147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89e7678b2147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896b96b98403e" /><Relationship Type="http://schemas.openxmlformats.org/officeDocument/2006/relationships/notesSlide" Target="/ppt/notesSlides/notesSlide1.xml" Id="R4123c0cb11de4f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cf38e76ec47aa" /><Relationship Type="http://schemas.openxmlformats.org/officeDocument/2006/relationships/notesSlide" Target="/ppt/notesSlides/notesSlide2.xml" Id="R31f883d2d43342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312A6-1178-45C1-A811-6CB6DC13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E8C8D-B81A-4394-AB91-5EFB4934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p01-src-003628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70684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DBFD6-1DCA-4289-A0C8-4A178C51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31E8C-F169-4264-945D-5B1CC1E2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173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541158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2026-08-24T00:00:50.1230000Z</dcterms:created>
  <dcterms:modified xsi:type="dcterms:W3CDTF">2026-08-24T00:00:50.1230000Z</dcterms:modified>
</coreProperties>
</file>