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0bb9da1a3458b" /><Relationship Type="http://schemas.openxmlformats.org/officeDocument/2006/relationships/extended-properties" Target="/docProps/app.xml" Id="R1ec0c9e2609e4f9d" /><Relationship Type="http://schemas.openxmlformats.org/officeDocument/2006/relationships/officeDocument" Target="/ppt/presentation.xml" Id="R12f02a8e847c46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c6bff92de84ff8"/>
  </p:sldMasterIdLst>
  <p:notesMasterIdLst>
    <p:notesMasterId xmlns:r="http://schemas.openxmlformats.org/officeDocument/2006/relationships" r:id="Rcb3d10c8fe82414d"/>
  </p:notesMasterIdLst>
  <p:sldIdLst>
    <p:sldId xmlns:r="http://schemas.openxmlformats.org/officeDocument/2006/relationships" id="256" r:id="Rac519d2348cb48b5"/>
    <p:sldId xmlns:r="http://schemas.openxmlformats.org/officeDocument/2006/relationships" id="257" r:id="R42be1aec225e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591f985b214052" /><Relationship Type="http://schemas.openxmlformats.org/officeDocument/2006/relationships/slideMaster" Target="/ppt/slideMasters/slideMaster1.xml" Id="R42c6bff92de84ff8" /><Relationship Type="http://schemas.openxmlformats.org/officeDocument/2006/relationships/notesMaster" Target="/ppt/notesMasters/notesMaster1.xml" Id="Rcb3d10c8fe82414d" /><Relationship Type="http://schemas.openxmlformats.org/officeDocument/2006/relationships/presProps" Target="/ppt/presProps.xml" Id="R52e316b719cc4bf1" /><Relationship Type="http://schemas.openxmlformats.org/officeDocument/2006/relationships/tableStyles" Target="/ppt/tableStyles.xml" Id="R23dfb1c87d8e4df9" /><Relationship Type="http://schemas.openxmlformats.org/officeDocument/2006/relationships/slide" Target="/ppt/slides/slide1.xml" Id="Rac519d2348cb48b5" /><Relationship Type="http://schemas.openxmlformats.org/officeDocument/2006/relationships/slide" Target="/ppt/slides/slide2.xml" Id="R42be1aec225e41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cabe86b283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159a7b88144ee6" /><Relationship Type="http://schemas.openxmlformats.org/officeDocument/2006/relationships/notesMaster" Target="/ppt/notesMasters/notesMaster1.xml" Id="Redfe07298cae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d8067f125f41e8" /><Relationship Type="http://schemas.openxmlformats.org/officeDocument/2006/relationships/notesMaster" Target="/ppt/notesMasters/notesMaster1.xml" Id="R9041fb8ab30644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5896848a844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1fb5d39cd843e7" /><Relationship Type="http://schemas.openxmlformats.org/officeDocument/2006/relationships/slideLayout" Target="/ppt/slideLayouts/slideLayout1.xml" Id="R354522770e2940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4522770e2940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833c050c94d19" /><Relationship Type="http://schemas.openxmlformats.org/officeDocument/2006/relationships/notesSlide" Target="/ppt/notesSlides/notesSlide1.xml" Id="R8b6f4de1a730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a3cefeccc464e" /><Relationship Type="http://schemas.openxmlformats.org/officeDocument/2006/relationships/notesSlide" Target="/ppt/notesSlides/notesSlide2.xml" Id="R46966fe4c6844a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B3904-31C2-4BB0-8DBF-434EB686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2864C-BDFC-455A-AF46-B8F1ADDE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p01-src-001628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825777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F9B21-05B1-4E06-B95F-8F0C6E5D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279DF-176E-417F-8FC2-38A0FD53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173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383501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2026-08-24T00:00:49.9970000Z</dcterms:created>
  <dcterms:modified xsi:type="dcterms:W3CDTF">2026-08-24T00:00:49.9970000Z</dcterms:modified>
</coreProperties>
</file>