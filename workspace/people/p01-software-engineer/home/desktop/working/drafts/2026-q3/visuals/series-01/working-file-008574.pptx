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8ee4369d774e75" /><Relationship Type="http://schemas.openxmlformats.org/officeDocument/2006/relationships/extended-properties" Target="/docProps/app.xml" Id="R4a3e4ab01ae04067" /><Relationship Type="http://schemas.openxmlformats.org/officeDocument/2006/relationships/officeDocument" Target="/ppt/presentation.xml" Id="R97a47d15798b47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002e3ba414929"/>
  </p:sldMasterIdLst>
  <p:notesMasterIdLst>
    <p:notesMasterId xmlns:r="http://schemas.openxmlformats.org/officeDocument/2006/relationships" r:id="R1941532babd2467f"/>
  </p:notesMasterIdLst>
  <p:sldIdLst>
    <p:sldId xmlns:r="http://schemas.openxmlformats.org/officeDocument/2006/relationships" id="256" r:id="R9e2e0bfd4bdf4056"/>
    <p:sldId xmlns:r="http://schemas.openxmlformats.org/officeDocument/2006/relationships" id="257" r:id="Rafdd2e44a9c94c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e30c36b5f0441c" /><Relationship Type="http://schemas.openxmlformats.org/officeDocument/2006/relationships/slideMaster" Target="/ppt/slideMasters/slideMaster1.xml" Id="R5e3002e3ba414929" /><Relationship Type="http://schemas.openxmlformats.org/officeDocument/2006/relationships/notesMaster" Target="/ppt/notesMasters/notesMaster1.xml" Id="R1941532babd2467f" /><Relationship Type="http://schemas.openxmlformats.org/officeDocument/2006/relationships/presProps" Target="/ppt/presProps.xml" Id="R22fd75c646514c4d" /><Relationship Type="http://schemas.openxmlformats.org/officeDocument/2006/relationships/tableStyles" Target="/ppt/tableStyles.xml" Id="R0be2d259d5bf46a1" /><Relationship Type="http://schemas.openxmlformats.org/officeDocument/2006/relationships/slide" Target="/ppt/slides/slide1.xml" Id="R9e2e0bfd4bdf4056" /><Relationship Type="http://schemas.openxmlformats.org/officeDocument/2006/relationships/slide" Target="/ppt/slides/slide2.xml" Id="Rafdd2e44a9c94c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3585728f9c43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b4f3fadb4c4e78" /><Relationship Type="http://schemas.openxmlformats.org/officeDocument/2006/relationships/notesMaster" Target="/ppt/notesMasters/notesMaster1.xml" Id="R7bf9f6e7fa6a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f9aea038374593" /><Relationship Type="http://schemas.openxmlformats.org/officeDocument/2006/relationships/notesMaster" Target="/ppt/notesMasters/notesMaster1.xml" Id="R16131da04133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8eed9f0ac48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506072da44463d" /><Relationship Type="http://schemas.openxmlformats.org/officeDocument/2006/relationships/slideLayout" Target="/ppt/slideLayouts/slideLayout1.xml" Id="R3754e7329f4944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54e7329f4944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7554898174fc0" /><Relationship Type="http://schemas.openxmlformats.org/officeDocument/2006/relationships/notesSlide" Target="/ppt/notesSlides/notesSlide1.xml" Id="Re525bf740b5249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fbbe9e99d42b1" /><Relationship Type="http://schemas.openxmlformats.org/officeDocument/2006/relationships/notesSlide" Target="/ppt/notesSlides/notesSlide2.xml" Id="R828c0f6f89fa40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CF747-16CB-46B9-8C63-9D825457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94959-DF6F-4C35-A386-14460ED7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p01-src-008574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1009065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E2F72-B8A3-4F74-A2C1-96AD9FAC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5CAC3-BCA5-4763-ACAC-3B8FDE0B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194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070330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2026-08-24T00:00:50.5770000Z</dcterms:created>
  <dcterms:modified xsi:type="dcterms:W3CDTF">2026-08-24T00:00:50.5770000Z</dcterms:modified>
</coreProperties>
</file>