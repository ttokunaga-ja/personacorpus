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f555096a1f4231" /><Relationship Type="http://schemas.openxmlformats.org/officeDocument/2006/relationships/extended-properties" Target="/docProps/app.xml" Id="R9e3b5d68fd964734" /><Relationship Type="http://schemas.openxmlformats.org/officeDocument/2006/relationships/officeDocument" Target="/ppt/presentation.xml" Id="R3a0362585e1f47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a4931b47f24861"/>
  </p:sldMasterIdLst>
  <p:notesMasterIdLst>
    <p:notesMasterId xmlns:r="http://schemas.openxmlformats.org/officeDocument/2006/relationships" r:id="Rcd97abb814744776"/>
  </p:notesMasterIdLst>
  <p:sldIdLst>
    <p:sldId xmlns:r="http://schemas.openxmlformats.org/officeDocument/2006/relationships" id="256" r:id="Rf87cb9c841a140c6"/>
    <p:sldId xmlns:r="http://schemas.openxmlformats.org/officeDocument/2006/relationships" id="257" r:id="Rb39a3b0d6eef4d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82b14a27eb427e" /><Relationship Type="http://schemas.openxmlformats.org/officeDocument/2006/relationships/slideMaster" Target="/ppt/slideMasters/slideMaster1.xml" Id="R2aa4931b47f24861" /><Relationship Type="http://schemas.openxmlformats.org/officeDocument/2006/relationships/notesMaster" Target="/ppt/notesMasters/notesMaster1.xml" Id="Rcd97abb814744776" /><Relationship Type="http://schemas.openxmlformats.org/officeDocument/2006/relationships/presProps" Target="/ppt/presProps.xml" Id="R50d9d6667c8342c2" /><Relationship Type="http://schemas.openxmlformats.org/officeDocument/2006/relationships/tableStyles" Target="/ppt/tableStyles.xml" Id="R3c31f42f2ed0494a" /><Relationship Type="http://schemas.openxmlformats.org/officeDocument/2006/relationships/slide" Target="/ppt/slides/slide1.xml" Id="Rf87cb9c841a140c6" /><Relationship Type="http://schemas.openxmlformats.org/officeDocument/2006/relationships/slide" Target="/ppt/slides/slide2.xml" Id="Rb39a3b0d6eef4d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d1252688594e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314202d2d941ee" /><Relationship Type="http://schemas.openxmlformats.org/officeDocument/2006/relationships/notesMaster" Target="/ppt/notesMasters/notesMaster1.xml" Id="Rce4d6ad945ae46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23c11c48d34824" /><Relationship Type="http://schemas.openxmlformats.org/officeDocument/2006/relationships/notesMaster" Target="/ppt/notesMasters/notesMaster1.xml" Id="R68142ac7aff04a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7e8e34a7ce43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202f913ab24388" /><Relationship Type="http://schemas.openxmlformats.org/officeDocument/2006/relationships/slideLayout" Target="/ppt/slideLayouts/slideLayout1.xml" Id="R0484cc77941a42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84cc77941a42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ee8bb10b894b0b" /><Relationship Type="http://schemas.openxmlformats.org/officeDocument/2006/relationships/notesSlide" Target="/ppt/notesSlides/notesSlide1.xml" Id="R808af0dd9ca74b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c50730a0440f8" /><Relationship Type="http://schemas.openxmlformats.org/officeDocument/2006/relationships/notesSlide" Target="/ppt/notesSlides/notesSlide2.xml" Id="R203e46ef26fe446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F9E409-A3B0-44EC-82CF-62D16E22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Aster Loop working copy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E88503-2D9B-4485-BBC3-1CFFD691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Source: p01-src-006429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Ephemeral desktop working presentation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Scope: Product Engineering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Status: draft; not an accepted record</a:t>
            </a:r>
          </a:p>
        </p:txBody>
      </p:sp>
    </p:spTree>
    <p:extLst>
      <p:ext uri="{BB962C8B-B14F-4D97-AF65-F5344CB8AC3E}">
        <p14:creationId xmlns:p14="http://schemas.microsoft.com/office/powerpoint/2010/main" val="10557378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025548-2353-4C22-9C38-4F6301C4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Working checks and next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9383D-A489-4F96-88E6-AE9BCE93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Draft review: Product Alpha R7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ADR-042 remains the reference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Working p95: 174 ms; accepted reference: 184 ms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No release decision is made in this desktop copy.</a:t>
            </a:r>
          </a:p>
        </p:txBody>
      </p:sp>
    </p:spTree>
    <p:extLst>
      <p:ext uri="{BB962C8B-B14F-4D97-AF65-F5344CB8AC3E}">
        <p14:creationId xmlns:p14="http://schemas.microsoft.com/office/powerpoint/2010/main" val="9756348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2026-08-24T00:00:50.3030000Z</dcterms:created>
  <dcterms:modified xsi:type="dcterms:W3CDTF">2026-08-24T00:00:50.3030000Z</dcterms:modified>
</coreProperties>
</file>