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fccedec5d44aa3" /><Relationship Type="http://schemas.openxmlformats.org/officeDocument/2006/relationships/extended-properties" Target="/docProps/app.xml" Id="R69c246f0bc614a76" /><Relationship Type="http://schemas.openxmlformats.org/officeDocument/2006/relationships/officeDocument" Target="/ppt/presentation.xml" Id="R896bc49e0f3c41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550e67f4a440f6"/>
  </p:sldMasterIdLst>
  <p:notesMasterIdLst>
    <p:notesMasterId xmlns:r="http://schemas.openxmlformats.org/officeDocument/2006/relationships" r:id="Rd65c159fa83e4888"/>
  </p:notesMasterIdLst>
  <p:sldIdLst>
    <p:sldId xmlns:r="http://schemas.openxmlformats.org/officeDocument/2006/relationships" id="256" r:id="R74ed0408d662446c"/>
    <p:sldId xmlns:r="http://schemas.openxmlformats.org/officeDocument/2006/relationships" id="257" r:id="R174c8e64d64940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c3b91d90c94d56" /><Relationship Type="http://schemas.openxmlformats.org/officeDocument/2006/relationships/slideMaster" Target="/ppt/slideMasters/slideMaster1.xml" Id="Rb2550e67f4a440f6" /><Relationship Type="http://schemas.openxmlformats.org/officeDocument/2006/relationships/notesMaster" Target="/ppt/notesMasters/notesMaster1.xml" Id="Rd65c159fa83e4888" /><Relationship Type="http://schemas.openxmlformats.org/officeDocument/2006/relationships/presProps" Target="/ppt/presProps.xml" Id="R73fbf49a66614802" /><Relationship Type="http://schemas.openxmlformats.org/officeDocument/2006/relationships/tableStyles" Target="/ppt/tableStyles.xml" Id="R9d379655a4c140a7" /><Relationship Type="http://schemas.openxmlformats.org/officeDocument/2006/relationships/slide" Target="/ppt/slides/slide1.xml" Id="R74ed0408d662446c" /><Relationship Type="http://schemas.openxmlformats.org/officeDocument/2006/relationships/slide" Target="/ppt/slides/slide2.xml" Id="R174c8e64d64940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750d6d45c6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10b1a26074a38" /><Relationship Type="http://schemas.openxmlformats.org/officeDocument/2006/relationships/notesMaster" Target="/ppt/notesMasters/notesMaster1.xml" Id="R79a1a137437648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cba716d6e047ca" /><Relationship Type="http://schemas.openxmlformats.org/officeDocument/2006/relationships/notesMaster" Target="/ppt/notesMasters/notesMaster1.xml" Id="R843e842193d947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872986f8b44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e2125952154d85" /><Relationship Type="http://schemas.openxmlformats.org/officeDocument/2006/relationships/slideLayout" Target="/ppt/slideLayouts/slideLayout1.xml" Id="R89bd962fc5f846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bd962fc5f846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ba8b872cf49c7" /><Relationship Type="http://schemas.openxmlformats.org/officeDocument/2006/relationships/notesSlide" Target="/ppt/notesSlides/notesSlide1.xml" Id="Rc2c02cf052cb4b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12bc8744d46a4" /><Relationship Type="http://schemas.openxmlformats.org/officeDocument/2006/relationships/notesSlide" Target="/ppt/notesSlides/notesSlide2.xml" Id="R140871b0757945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1BC75A-C564-4EE2-AEC9-74309C28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801D6-A352-4243-A515-01C73F10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p01-src-005574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2075948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33FD2-7224-4CE1-9AE0-6E012030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0E8BF-1C68-42FB-875F-3F0DF791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194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977913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2026-08-24T00:00:50.2780000Z</dcterms:created>
  <dcterms:modified xsi:type="dcterms:W3CDTF">2026-08-24T00:00:50.2780000Z</dcterms:modified>
</coreProperties>
</file>