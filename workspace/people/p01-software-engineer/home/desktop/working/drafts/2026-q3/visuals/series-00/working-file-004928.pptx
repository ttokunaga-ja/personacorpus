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008d3451d4477" /><Relationship Type="http://schemas.openxmlformats.org/officeDocument/2006/relationships/extended-properties" Target="/docProps/app.xml" Id="Rb3bffc184cdb4a12" /><Relationship Type="http://schemas.openxmlformats.org/officeDocument/2006/relationships/officeDocument" Target="/ppt/presentation.xml" Id="Rab3b837a013d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69c4fd845b49f3"/>
  </p:sldMasterIdLst>
  <p:notesMasterIdLst>
    <p:notesMasterId xmlns:r="http://schemas.openxmlformats.org/officeDocument/2006/relationships" r:id="Re10b87a72c004051"/>
  </p:notesMasterIdLst>
  <p:sldIdLst>
    <p:sldId xmlns:r="http://schemas.openxmlformats.org/officeDocument/2006/relationships" id="256" r:id="Rca11bfb75ca140a0"/>
    <p:sldId xmlns:r="http://schemas.openxmlformats.org/officeDocument/2006/relationships" id="257" r:id="Rde20c474fb3e41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6ec948a0024d9c" /><Relationship Type="http://schemas.openxmlformats.org/officeDocument/2006/relationships/slideMaster" Target="/ppt/slideMasters/slideMaster1.xml" Id="R4b69c4fd845b49f3" /><Relationship Type="http://schemas.openxmlformats.org/officeDocument/2006/relationships/notesMaster" Target="/ppt/notesMasters/notesMaster1.xml" Id="Re10b87a72c004051" /><Relationship Type="http://schemas.openxmlformats.org/officeDocument/2006/relationships/presProps" Target="/ppt/presProps.xml" Id="Rb3a7c7090e994164" /><Relationship Type="http://schemas.openxmlformats.org/officeDocument/2006/relationships/tableStyles" Target="/ppt/tableStyles.xml" Id="R64bb3383cfeb4293" /><Relationship Type="http://schemas.openxmlformats.org/officeDocument/2006/relationships/slide" Target="/ppt/slides/slide1.xml" Id="Rca11bfb75ca140a0" /><Relationship Type="http://schemas.openxmlformats.org/officeDocument/2006/relationships/slide" Target="/ppt/slides/slide2.xml" Id="Rde20c474fb3e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f11f27f037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594582e7fb42cb" /><Relationship Type="http://schemas.openxmlformats.org/officeDocument/2006/relationships/notesMaster" Target="/ppt/notesMasters/notesMaster1.xml" Id="Rcc35a271b80a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801c6ce08346ab" /><Relationship Type="http://schemas.openxmlformats.org/officeDocument/2006/relationships/notesMaster" Target="/ppt/notesMasters/notesMaster1.xml" Id="Ra1f3fd77b6bd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f4e226c8d49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dab4d6b1904c94" /><Relationship Type="http://schemas.openxmlformats.org/officeDocument/2006/relationships/slideLayout" Target="/ppt/slideLayouts/slideLayout1.xml" Id="R2ed51edd60c746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d51edd60c746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0b34b7f814e24" /><Relationship Type="http://schemas.openxmlformats.org/officeDocument/2006/relationships/notesSlide" Target="/ppt/notesSlides/notesSlide1.xml" Id="R04aac4d11e01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67dbc20eb4e61" /><Relationship Type="http://schemas.openxmlformats.org/officeDocument/2006/relationships/notesSlide" Target="/ppt/notesSlides/notesSlide2.xml" Id="R4882e09bcfd7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AE734-55BC-45CD-B7FB-8A9A48F0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A16B8-0797-49EA-8420-E56C7110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p01-src-004928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2013468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81467-F7CE-4066-9727-CCA9D14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907F-A511-4B66-8D95-D84D7C96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173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431599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2026-08-24T00:00:50.2540000Z</dcterms:created>
  <dcterms:modified xsi:type="dcterms:W3CDTF">2026-08-24T00:00:50.2540000Z</dcterms:modified>
</coreProperties>
</file>