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dbc411aec4b01" /><Relationship Type="http://schemas.openxmlformats.org/officeDocument/2006/relationships/extended-properties" Target="/docProps/app.xml" Id="R46af51394f7945a3" /><Relationship Type="http://schemas.openxmlformats.org/officeDocument/2006/relationships/officeDocument" Target="/ppt/presentation.xml" Id="R27ce7a5d8dfc4a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186a0dd5264c9d"/>
  </p:sldMasterIdLst>
  <p:notesMasterIdLst>
    <p:notesMasterId xmlns:r="http://schemas.openxmlformats.org/officeDocument/2006/relationships" r:id="R5bda6c0da6374d4f"/>
  </p:notesMasterIdLst>
  <p:sldIdLst>
    <p:sldId xmlns:r="http://schemas.openxmlformats.org/officeDocument/2006/relationships" id="256" r:id="R9ccabb7d1f814869"/>
    <p:sldId xmlns:r="http://schemas.openxmlformats.org/officeDocument/2006/relationships" id="257" r:id="R20cd60a590e34b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814cb0feb94640" /><Relationship Type="http://schemas.openxmlformats.org/officeDocument/2006/relationships/slideMaster" Target="/ppt/slideMasters/slideMaster1.xml" Id="Re8186a0dd5264c9d" /><Relationship Type="http://schemas.openxmlformats.org/officeDocument/2006/relationships/notesMaster" Target="/ppt/notesMasters/notesMaster1.xml" Id="R5bda6c0da6374d4f" /><Relationship Type="http://schemas.openxmlformats.org/officeDocument/2006/relationships/presProps" Target="/ppt/presProps.xml" Id="R9f83ebdb82dd477d" /><Relationship Type="http://schemas.openxmlformats.org/officeDocument/2006/relationships/tableStyles" Target="/ppt/tableStyles.xml" Id="R84d288bc592f40c5" /><Relationship Type="http://schemas.openxmlformats.org/officeDocument/2006/relationships/slide" Target="/ppt/slides/slide1.xml" Id="R9ccabb7d1f814869" /><Relationship Type="http://schemas.openxmlformats.org/officeDocument/2006/relationships/slide" Target="/ppt/slides/slide2.xml" Id="R20cd60a590e34b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0b35e1212c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d2b519324341a8" /><Relationship Type="http://schemas.openxmlformats.org/officeDocument/2006/relationships/notesMaster" Target="/ppt/notesMasters/notesMaster1.xml" Id="Re58955664748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002084bc2744e7" /><Relationship Type="http://schemas.openxmlformats.org/officeDocument/2006/relationships/notesMaster" Target="/ppt/notesMasters/notesMaster1.xml" Id="R7d167957a82b4e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3a2702f6e49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8cf41ecda46da" /><Relationship Type="http://schemas.openxmlformats.org/officeDocument/2006/relationships/slideLayout" Target="/ppt/slideLayouts/slideLayout1.xml" Id="R8f88852786bb4f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88852786bb4f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5edd241814241" /><Relationship Type="http://schemas.openxmlformats.org/officeDocument/2006/relationships/notesSlide" Target="/ppt/notesSlides/notesSlide1.xml" Id="R70abdcf59d354d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4236417bc4577" /><Relationship Type="http://schemas.openxmlformats.org/officeDocument/2006/relationships/notesSlide" Target="/ppt/notesSlides/notesSlide2.xml" Id="R3dccbfff5a714e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3CC16-796F-4524-8A3B-39AC6244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85689-1A27-4AD8-9044-5BB3F69E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p01-src-010332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492018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DAA83-5C73-45C9-8F61-D6834988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EA14D-98C0-414D-B4AF-32178462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177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899905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2026-08-24T00:00:50.6420000Z</dcterms:created>
  <dcterms:modified xsi:type="dcterms:W3CDTF">2026-08-24T00:00:50.6420000Z</dcterms:modified>
</coreProperties>
</file>