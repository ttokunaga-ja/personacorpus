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4a3f87be32419c" /><Relationship Type="http://schemas.openxmlformats.org/officeDocument/2006/relationships/extended-properties" Target="/docProps/app.xml" Id="R945d175eff914bc0" /><Relationship Type="http://schemas.openxmlformats.org/officeDocument/2006/relationships/officeDocument" Target="/ppt/presentation.xml" Id="R796c29fe748e4e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0f6bf527147b1"/>
  </p:sldMasterIdLst>
  <p:notesMasterIdLst>
    <p:notesMasterId xmlns:r="http://schemas.openxmlformats.org/officeDocument/2006/relationships" r:id="R15f1f08e3d0e4c65"/>
  </p:notesMasterIdLst>
  <p:sldIdLst>
    <p:sldId xmlns:r="http://schemas.openxmlformats.org/officeDocument/2006/relationships" id="256" r:id="Re234cb8b10cf44b5"/>
    <p:sldId xmlns:r="http://schemas.openxmlformats.org/officeDocument/2006/relationships" id="257" r:id="R89348d23e0204d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f852131f384c2e" /><Relationship Type="http://schemas.openxmlformats.org/officeDocument/2006/relationships/slideMaster" Target="/ppt/slideMasters/slideMaster1.xml" Id="R9180f6bf527147b1" /><Relationship Type="http://schemas.openxmlformats.org/officeDocument/2006/relationships/notesMaster" Target="/ppt/notesMasters/notesMaster1.xml" Id="R15f1f08e3d0e4c65" /><Relationship Type="http://schemas.openxmlformats.org/officeDocument/2006/relationships/presProps" Target="/ppt/presProps.xml" Id="R09d77d15f7784415" /><Relationship Type="http://schemas.openxmlformats.org/officeDocument/2006/relationships/tableStyles" Target="/ppt/tableStyles.xml" Id="R99263a41fca342ef" /><Relationship Type="http://schemas.openxmlformats.org/officeDocument/2006/relationships/slide" Target="/ppt/slides/slide1.xml" Id="Re234cb8b10cf44b5" /><Relationship Type="http://schemas.openxmlformats.org/officeDocument/2006/relationships/slide" Target="/ppt/slides/slide2.xml" Id="R89348d23e0204d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b63a7989964d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45c5903ff4022" /><Relationship Type="http://schemas.openxmlformats.org/officeDocument/2006/relationships/notesMaster" Target="/ppt/notesMasters/notesMaster1.xml" Id="R12669e2837194d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dc65b1c9574cbb" /><Relationship Type="http://schemas.openxmlformats.org/officeDocument/2006/relationships/notesMaster" Target="/ppt/notesMasters/notesMaster1.xml" Id="Rf3e35d96108c4a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687d56835146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68a5a64af24f54" /><Relationship Type="http://schemas.openxmlformats.org/officeDocument/2006/relationships/slideLayout" Target="/ppt/slideLayouts/slideLayout1.xml" Id="Rf96d7e5bf4cd45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6d7e5bf4cd45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abc946ab472c" /><Relationship Type="http://schemas.openxmlformats.org/officeDocument/2006/relationships/notesSlide" Target="/ppt/notesSlides/notesSlide1.xml" Id="R634d7924b8084b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5644fd6604580" /><Relationship Type="http://schemas.openxmlformats.org/officeDocument/2006/relationships/notesSlide" Target="/ppt/notesSlides/notesSlide2.xml" Id="R6c5278f2366940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80D51-8B37-445C-9680-89990D66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Aster Loop working copy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BE181-9E48-48E4-B76B-3C214076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Source: p01-src-006529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Ephemeral desktop working presentation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Scope: Product Engineering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Status: draft; not an accepted record</a:t>
            </a:r>
          </a:p>
        </p:txBody>
      </p:sp>
    </p:spTree>
    <p:extLst>
      <p:ext uri="{BB962C8B-B14F-4D97-AF65-F5344CB8AC3E}">
        <p14:creationId xmlns:p14="http://schemas.microsoft.com/office/powerpoint/2010/main" val="1040692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B10C4-1C4E-421E-973D-6C58360D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Working checks and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904E4-7722-42BD-B759-87AABC6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525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Draft review: Product Alpha R7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ADR-042 remains the reference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Working p95: 174 ms; accepted reference: 184 ms</a:t>
            </a:r>
          </a:p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No release decision is made in this desktop copy.</a:t>
            </a:r>
          </a:p>
        </p:txBody>
      </p:sp>
    </p:spTree>
    <p:extLst>
      <p:ext uri="{BB962C8B-B14F-4D97-AF65-F5344CB8AC3E}">
        <p14:creationId xmlns:p14="http://schemas.microsoft.com/office/powerpoint/2010/main" val="1682644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2026-08-24T00:00:50.3580000Z</dcterms:created>
  <dcterms:modified xsi:type="dcterms:W3CDTF">2026-08-24T00:00:50.3580000Z</dcterms:modified>
</coreProperties>
</file>