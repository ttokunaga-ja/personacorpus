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6ec5bf52364418" /><Relationship Type="http://schemas.openxmlformats.org/officeDocument/2006/relationships/extended-properties" Target="/docProps/app.xml" Id="R501f055eb9f34901" /><Relationship Type="http://schemas.openxmlformats.org/officeDocument/2006/relationships/officeDocument" Target="/ppt/presentation.xml" Id="R9c5cfa9fbb794f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410043dba6431c"/>
  </p:sldMasterIdLst>
  <p:notesMasterIdLst>
    <p:notesMasterId xmlns:r="http://schemas.openxmlformats.org/officeDocument/2006/relationships" r:id="Rb523d065c5c44d45"/>
  </p:notesMasterIdLst>
  <p:sldIdLst>
    <p:sldId xmlns:r="http://schemas.openxmlformats.org/officeDocument/2006/relationships" id="256" r:id="R75b4797001f346bb"/>
    <p:sldId xmlns:r="http://schemas.openxmlformats.org/officeDocument/2006/relationships" id="257" r:id="R90f46ead54734c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f2502e81fd4015" /><Relationship Type="http://schemas.openxmlformats.org/officeDocument/2006/relationships/slideMaster" Target="/ppt/slideMasters/slideMaster1.xml" Id="Rb0410043dba6431c" /><Relationship Type="http://schemas.openxmlformats.org/officeDocument/2006/relationships/notesMaster" Target="/ppt/notesMasters/notesMaster1.xml" Id="Rb523d065c5c44d45" /><Relationship Type="http://schemas.openxmlformats.org/officeDocument/2006/relationships/presProps" Target="/ppt/presProps.xml" Id="Ra5c4947713a4418b" /><Relationship Type="http://schemas.openxmlformats.org/officeDocument/2006/relationships/tableStyles" Target="/ppt/tableStyles.xml" Id="R5668f13af8e5421c" /><Relationship Type="http://schemas.openxmlformats.org/officeDocument/2006/relationships/slide" Target="/ppt/slides/slide1.xml" Id="R75b4797001f346bb" /><Relationship Type="http://schemas.openxmlformats.org/officeDocument/2006/relationships/slide" Target="/ppt/slides/slide2.xml" Id="R90f46ead54734c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7b3c12b2c941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3dfc590e14681" /><Relationship Type="http://schemas.openxmlformats.org/officeDocument/2006/relationships/notesMaster" Target="/ppt/notesMasters/notesMaster1.xml" Id="Ra21c6a90d58e41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aa33c100184626" /><Relationship Type="http://schemas.openxmlformats.org/officeDocument/2006/relationships/notesMaster" Target="/ppt/notesMasters/notesMaster1.xml" Id="R65f95c60b3654e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8d1ba9c4b4e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7114213ec047b8" /><Relationship Type="http://schemas.openxmlformats.org/officeDocument/2006/relationships/slideLayout" Target="/ppt/slideLayouts/slideLayout1.xml" Id="R0594a2665024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4a2665024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3197b7e0e4103" /><Relationship Type="http://schemas.openxmlformats.org/officeDocument/2006/relationships/notesSlide" Target="/ppt/notesSlides/notesSlide1.xml" Id="R6ce7a279b3154e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c9f671b4040bd" /><Relationship Type="http://schemas.openxmlformats.org/officeDocument/2006/relationships/notesSlide" Target="/ppt/notesSlides/notesSlide2.xml" Id="Rf4f679987d48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2E827-E694-4793-B701-F2F9B53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C6726-DFE6-430B-A0A0-13C52A70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p01-src-009331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1700307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AF40F-8841-4A0E-A81B-4ED4FE8A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3E791-D1A6-4F8E-9EFA-40A4FDDD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176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2087047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2026-08-24T00:00:50.5990000Z</dcterms:created>
  <dcterms:modified xsi:type="dcterms:W3CDTF">2026-08-24T00:00:50.5990000Z</dcterms:modified>
</coreProperties>
</file>