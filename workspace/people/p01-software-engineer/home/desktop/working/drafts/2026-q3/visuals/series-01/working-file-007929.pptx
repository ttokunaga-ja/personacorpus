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f96227139343ed" /><Relationship Type="http://schemas.openxmlformats.org/officeDocument/2006/relationships/extended-properties" Target="/docProps/app.xml" Id="R1027aefcd12e49da" /><Relationship Type="http://schemas.openxmlformats.org/officeDocument/2006/relationships/officeDocument" Target="/ppt/presentation.xml" Id="Rd7782e66a2784a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96676d36e4500"/>
  </p:sldMasterIdLst>
  <p:notesMasterIdLst>
    <p:notesMasterId xmlns:r="http://schemas.openxmlformats.org/officeDocument/2006/relationships" r:id="R25475c099cda4b73"/>
  </p:notesMasterIdLst>
  <p:sldIdLst>
    <p:sldId xmlns:r="http://schemas.openxmlformats.org/officeDocument/2006/relationships" id="256" r:id="Rf7216df8b6a949a5"/>
    <p:sldId xmlns:r="http://schemas.openxmlformats.org/officeDocument/2006/relationships" id="257" r:id="R42ffb7b32a134a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764e6ce9c4a79" /><Relationship Type="http://schemas.openxmlformats.org/officeDocument/2006/relationships/slideMaster" Target="/ppt/slideMasters/slideMaster1.xml" Id="R55696676d36e4500" /><Relationship Type="http://schemas.openxmlformats.org/officeDocument/2006/relationships/notesMaster" Target="/ppt/notesMasters/notesMaster1.xml" Id="R25475c099cda4b73" /><Relationship Type="http://schemas.openxmlformats.org/officeDocument/2006/relationships/presProps" Target="/ppt/presProps.xml" Id="R5af3a38d854d4a43" /><Relationship Type="http://schemas.openxmlformats.org/officeDocument/2006/relationships/tableStyles" Target="/ppt/tableStyles.xml" Id="R49aa57fb23d34073" /><Relationship Type="http://schemas.openxmlformats.org/officeDocument/2006/relationships/slide" Target="/ppt/slides/slide1.xml" Id="Rf7216df8b6a949a5" /><Relationship Type="http://schemas.openxmlformats.org/officeDocument/2006/relationships/slide" Target="/ppt/slides/slide2.xml" Id="R42ffb7b32a13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5daae5f0c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3fdc1841e4520" /><Relationship Type="http://schemas.openxmlformats.org/officeDocument/2006/relationships/notesMaster" Target="/ppt/notesMasters/notesMaster1.xml" Id="Rca2f2a464a2646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26d0b32f24ec5" /><Relationship Type="http://schemas.openxmlformats.org/officeDocument/2006/relationships/notesMaster" Target="/ppt/notesMasters/notesMaster1.xml" Id="R6ce429aca5fe45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0f115d9d5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a95f124ced4fba" /><Relationship Type="http://schemas.openxmlformats.org/officeDocument/2006/relationships/slideLayout" Target="/ppt/slideLayouts/slideLayout1.xml" Id="Rb3407fb4fa5c48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407fb4fa5c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888e74d424c90" /><Relationship Type="http://schemas.openxmlformats.org/officeDocument/2006/relationships/notesSlide" Target="/ppt/notesSlides/notesSlide1.xml" Id="R7b0a35557de54a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18bdf1ec4970" /><Relationship Type="http://schemas.openxmlformats.org/officeDocument/2006/relationships/notesSlide" Target="/ppt/notesSlides/notesSlide2.xml" Id="R163ef673ac0d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E8F5-0488-4D1E-A065-3055366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DF288-B028-419E-AE62-89BD218B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p01-src-007929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2084383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9D8EF-5C43-4D89-A8EF-573E29F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ECC0A-43CF-4276-B26B-B12861A9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526800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2026-08-24T00:00:50.4850000Z</dcterms:created>
  <dcterms:modified xsi:type="dcterms:W3CDTF">2026-08-24T00:00:50.4850000Z</dcterms:modified>
</coreProperties>
</file>