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ef69acb8ac46c1" /><Relationship Type="http://schemas.openxmlformats.org/officeDocument/2006/relationships/extended-properties" Target="/docProps/app.xml" Id="R7dfd27ffeee74920" /><Relationship Type="http://schemas.openxmlformats.org/officeDocument/2006/relationships/officeDocument" Target="/ppt/presentation.xml" Id="R83789953fbc846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eba359af354739"/>
  </p:sldMasterIdLst>
  <p:notesMasterIdLst>
    <p:notesMasterId xmlns:r="http://schemas.openxmlformats.org/officeDocument/2006/relationships" r:id="Rf724ae7b7ca84ab3"/>
  </p:notesMasterIdLst>
  <p:sldIdLst>
    <p:sldId xmlns:r="http://schemas.openxmlformats.org/officeDocument/2006/relationships" id="256" r:id="Rdcf1c151cbdb4498"/>
    <p:sldId xmlns:r="http://schemas.openxmlformats.org/officeDocument/2006/relationships" id="257" r:id="R57b18dfd41174e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639fcd3ffe401e" /><Relationship Type="http://schemas.openxmlformats.org/officeDocument/2006/relationships/slideMaster" Target="/ppt/slideMasters/slideMaster1.xml" Id="R4beba359af354739" /><Relationship Type="http://schemas.openxmlformats.org/officeDocument/2006/relationships/notesMaster" Target="/ppt/notesMasters/notesMaster1.xml" Id="Rf724ae7b7ca84ab3" /><Relationship Type="http://schemas.openxmlformats.org/officeDocument/2006/relationships/presProps" Target="/ppt/presProps.xml" Id="R506bdd438f844b9d" /><Relationship Type="http://schemas.openxmlformats.org/officeDocument/2006/relationships/tableStyles" Target="/ppt/tableStyles.xml" Id="R52e129293256466d" /><Relationship Type="http://schemas.openxmlformats.org/officeDocument/2006/relationships/slide" Target="/ppt/slides/slide1.xml" Id="Rdcf1c151cbdb4498" /><Relationship Type="http://schemas.openxmlformats.org/officeDocument/2006/relationships/slide" Target="/ppt/slides/slide2.xml" Id="R57b18dfd41174e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a71a44151348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7c3dd60f3847f4" /><Relationship Type="http://schemas.openxmlformats.org/officeDocument/2006/relationships/notesMaster" Target="/ppt/notesMasters/notesMaster1.xml" Id="R8bc03a7583fa41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deccc5e41e4217" /><Relationship Type="http://schemas.openxmlformats.org/officeDocument/2006/relationships/notesMaster" Target="/ppt/notesMasters/notesMaster1.xml" Id="R070cf367a7bf4c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2d6261c9846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01406a6eb54121" /><Relationship Type="http://schemas.openxmlformats.org/officeDocument/2006/relationships/slideLayout" Target="/ppt/slideLayouts/slideLayout1.xml" Id="Rad4a4abc478548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4a4abc478548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2e863c46f4b99" /><Relationship Type="http://schemas.openxmlformats.org/officeDocument/2006/relationships/notesSlide" Target="/ppt/notesSlides/notesSlide1.xml" Id="Rbd920f72a33548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adc4b698a4c04" /><Relationship Type="http://schemas.openxmlformats.org/officeDocument/2006/relationships/notesSlide" Target="/ppt/notesSlides/notesSlide2.xml" Id="R8bec22de07ac4d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89426-4F1A-4431-A48A-0CC6C21D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AEF52-5222-4EBD-BC1E-898023B5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p01-src-004428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1334783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DFC1C-1761-4EB8-A97E-1623D91D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0CAB7-00AB-4086-917D-666861B6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173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1016431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2026-08-24T00:00:50.1760000Z</dcterms:created>
  <dcterms:modified xsi:type="dcterms:W3CDTF">2026-08-24T00:00:50.1760000Z</dcterms:modified>
</coreProperties>
</file>