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b0d70a37647d2" /><Relationship Type="http://schemas.openxmlformats.org/officeDocument/2006/relationships/extended-properties" Target="/docProps/app.xml" Id="Rd9aa4f1cd506423c" /><Relationship Type="http://schemas.openxmlformats.org/officeDocument/2006/relationships/officeDocument" Target="/ppt/presentation.xml" Id="R5878626bc05f45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689649103e4ff0"/>
  </p:sldMasterIdLst>
  <p:notesMasterIdLst>
    <p:notesMasterId xmlns:r="http://schemas.openxmlformats.org/officeDocument/2006/relationships" r:id="R230cea1b6e7c4057"/>
  </p:notesMasterIdLst>
  <p:sldIdLst>
    <p:sldId xmlns:r="http://schemas.openxmlformats.org/officeDocument/2006/relationships" id="256" r:id="Ra881dba2437f423f"/>
    <p:sldId xmlns:r="http://schemas.openxmlformats.org/officeDocument/2006/relationships" id="257" r:id="R8a63f05978a3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4758413ec403e" /><Relationship Type="http://schemas.openxmlformats.org/officeDocument/2006/relationships/slideMaster" Target="/ppt/slideMasters/slideMaster1.xml" Id="Rc0689649103e4ff0" /><Relationship Type="http://schemas.openxmlformats.org/officeDocument/2006/relationships/notesMaster" Target="/ppt/notesMasters/notesMaster1.xml" Id="R230cea1b6e7c4057" /><Relationship Type="http://schemas.openxmlformats.org/officeDocument/2006/relationships/presProps" Target="/ppt/presProps.xml" Id="Rd7d9a6f5ab744615" /><Relationship Type="http://schemas.openxmlformats.org/officeDocument/2006/relationships/tableStyles" Target="/ppt/tableStyles.xml" Id="Recb9cd6d12a34425" /><Relationship Type="http://schemas.openxmlformats.org/officeDocument/2006/relationships/slide" Target="/ppt/slides/slide1.xml" Id="Ra881dba2437f423f" /><Relationship Type="http://schemas.openxmlformats.org/officeDocument/2006/relationships/slide" Target="/ppt/slides/slide2.xml" Id="R8a63f05978a3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9927465df2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5d9e68a6f34a70" /><Relationship Type="http://schemas.openxmlformats.org/officeDocument/2006/relationships/notesMaster" Target="/ppt/notesMasters/notesMaster1.xml" Id="R3c8296b20268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725159fef4dc4" /><Relationship Type="http://schemas.openxmlformats.org/officeDocument/2006/relationships/notesMaster" Target="/ppt/notesMasters/notesMaster1.xml" Id="R54abe633181f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1ea7c8ca5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d6a4219b594277" /><Relationship Type="http://schemas.openxmlformats.org/officeDocument/2006/relationships/slideLayout" Target="/ppt/slideLayouts/slideLayout1.xml" Id="R3f94e1ffef42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94e1ffef42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6c5436ce0476b" /><Relationship Type="http://schemas.openxmlformats.org/officeDocument/2006/relationships/notesSlide" Target="/ppt/notesSlides/notesSlide1.xml" Id="Rea0665601b8c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6bcc234b74640" /><Relationship Type="http://schemas.openxmlformats.org/officeDocument/2006/relationships/notesSlide" Target="/ppt/notesSlides/notesSlide2.xml" Id="R2d691f64193146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56916-8C38-4D6A-8CE6-3E689EC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AC631-DEAD-4DE7-A8D1-DADF80BA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p01-src-007774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819978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34653-C06B-45A5-988C-7D7D8EC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718A7-37B8-41C0-9B9B-FBACC385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256450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2026-08-24T00:00:50.4620000Z</dcterms:created>
  <dcterms:modified xsi:type="dcterms:W3CDTF">2026-08-24T00:00:50.4620000Z</dcterms:modified>
</coreProperties>
</file>