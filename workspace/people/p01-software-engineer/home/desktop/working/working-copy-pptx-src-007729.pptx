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0995d9fab4d11" /><Relationship Type="http://schemas.openxmlformats.org/officeDocument/2006/relationships/extended-properties" Target="/docProps/app.xml" Id="R7a018f9ac8b04d12" /><Relationship Type="http://schemas.openxmlformats.org/officeDocument/2006/relationships/officeDocument" Target="/ppt/presentation.xml" Id="Rc1a7ecaec96046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96f95b2ef94c8b"/>
  </p:sldMasterIdLst>
  <p:notesMasterIdLst>
    <p:notesMasterId xmlns:r="http://schemas.openxmlformats.org/officeDocument/2006/relationships" r:id="R5975b19eb79c4fc6"/>
  </p:notesMasterIdLst>
  <p:sldIdLst>
    <p:sldId xmlns:r="http://schemas.openxmlformats.org/officeDocument/2006/relationships" id="256" r:id="Refd549422e874d1f"/>
    <p:sldId xmlns:r="http://schemas.openxmlformats.org/officeDocument/2006/relationships" id="257" r:id="R9a9affeafa4946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98a6b006e948d7" /><Relationship Type="http://schemas.openxmlformats.org/officeDocument/2006/relationships/slideMaster" Target="/ppt/slideMasters/slideMaster1.xml" Id="R2196f95b2ef94c8b" /><Relationship Type="http://schemas.openxmlformats.org/officeDocument/2006/relationships/notesMaster" Target="/ppt/notesMasters/notesMaster1.xml" Id="R5975b19eb79c4fc6" /><Relationship Type="http://schemas.openxmlformats.org/officeDocument/2006/relationships/presProps" Target="/ppt/presProps.xml" Id="R63e253f2813040e1" /><Relationship Type="http://schemas.openxmlformats.org/officeDocument/2006/relationships/tableStyles" Target="/ppt/tableStyles.xml" Id="Rc269f48d7e18400b" /><Relationship Type="http://schemas.openxmlformats.org/officeDocument/2006/relationships/slide" Target="/ppt/slides/slide1.xml" Id="Refd549422e874d1f" /><Relationship Type="http://schemas.openxmlformats.org/officeDocument/2006/relationships/slide" Target="/ppt/slides/slide2.xml" Id="R9a9affeafa4946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6c0322187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43ed94a13c4ec1" /><Relationship Type="http://schemas.openxmlformats.org/officeDocument/2006/relationships/notesMaster" Target="/ppt/notesMasters/notesMaster1.xml" Id="Rcd70867d361545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4fbd87231c435d" /><Relationship Type="http://schemas.openxmlformats.org/officeDocument/2006/relationships/notesMaster" Target="/ppt/notesMasters/notesMaster1.xml" Id="R4f9a468ace82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c9895cc354c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8e89e9935d44e5" /><Relationship Type="http://schemas.openxmlformats.org/officeDocument/2006/relationships/slideLayout" Target="/ppt/slideLayouts/slideLayout1.xml" Id="R79e24f6338234d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e24f6338234d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878d575c74b98" /><Relationship Type="http://schemas.openxmlformats.org/officeDocument/2006/relationships/notesSlide" Target="/ppt/notesSlides/notesSlide1.xml" Id="R1168dc05ffaf4b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c99df148841b9" /><Relationship Type="http://schemas.openxmlformats.org/officeDocument/2006/relationships/notesSlide" Target="/ppt/notesSlides/notesSlide2.xml" Id="R35fee61823c94c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C872E-24BE-4BFB-88D8-56ECB104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EF41B-8AEC-438B-AD45-CD901D86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p01-src-007729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430775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6B32C-522D-4996-84C3-4BFC934F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AC360-E1D1-45F9-874E-85053C2E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629073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2026-08-24T00:00:50.4400000Z</dcterms:created>
  <dcterms:modified xsi:type="dcterms:W3CDTF">2026-08-24T00:00:50.4400000Z</dcterms:modified>
</coreProperties>
</file>