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9af9e059a4ea6" /><Relationship Type="http://schemas.openxmlformats.org/officeDocument/2006/relationships/extended-properties" Target="/docProps/app.xml" Id="R168573c7da614157" /><Relationship Type="http://schemas.openxmlformats.org/officeDocument/2006/relationships/officeDocument" Target="/ppt/presentation.xml" Id="R6d0053e1c22b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0ad2667304290"/>
  </p:sldMasterIdLst>
  <p:notesMasterIdLst>
    <p:notesMasterId xmlns:r="http://schemas.openxmlformats.org/officeDocument/2006/relationships" r:id="R36c8252ceec14776"/>
  </p:notesMasterIdLst>
  <p:sldIdLst>
    <p:sldId xmlns:r="http://schemas.openxmlformats.org/officeDocument/2006/relationships" id="256" r:id="R0888a24598054103"/>
    <p:sldId xmlns:r="http://schemas.openxmlformats.org/officeDocument/2006/relationships" id="257" r:id="R93d497a4b2a943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5613994dff4eb1" /><Relationship Type="http://schemas.openxmlformats.org/officeDocument/2006/relationships/slideMaster" Target="/ppt/slideMasters/slideMaster1.xml" Id="R4760ad2667304290" /><Relationship Type="http://schemas.openxmlformats.org/officeDocument/2006/relationships/notesMaster" Target="/ppt/notesMasters/notesMaster1.xml" Id="R36c8252ceec14776" /><Relationship Type="http://schemas.openxmlformats.org/officeDocument/2006/relationships/presProps" Target="/ppt/presProps.xml" Id="R41da931c1348477c" /><Relationship Type="http://schemas.openxmlformats.org/officeDocument/2006/relationships/tableStyles" Target="/ppt/tableStyles.xml" Id="R6fb3a688b22d49d0" /><Relationship Type="http://schemas.openxmlformats.org/officeDocument/2006/relationships/slide" Target="/ppt/slides/slide1.xml" Id="R0888a24598054103" /><Relationship Type="http://schemas.openxmlformats.org/officeDocument/2006/relationships/slide" Target="/ppt/slides/slide2.xml" Id="R93d497a4b2a9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305b543d24f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7935a93b54a99" /><Relationship Type="http://schemas.openxmlformats.org/officeDocument/2006/relationships/notesMaster" Target="/ppt/notesMasters/notesMaster1.xml" Id="R8709049cd148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5f1203e964e56" /><Relationship Type="http://schemas.openxmlformats.org/officeDocument/2006/relationships/notesMaster" Target="/ppt/notesMasters/notesMaster1.xml" Id="Rca086baf6c0c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da0a506e642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1779302b94f6a" /><Relationship Type="http://schemas.openxmlformats.org/officeDocument/2006/relationships/slideLayout" Target="/ppt/slideLayouts/slideLayout1.xml" Id="R67183cc06145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183cc06145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854f29cd8444a" /><Relationship Type="http://schemas.openxmlformats.org/officeDocument/2006/relationships/notesSlide" Target="/ppt/notesSlides/notesSlide1.xml" Id="Rd135b722b8ef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2ed4197b4c2c" /><Relationship Type="http://schemas.openxmlformats.org/officeDocument/2006/relationships/notesSlide" Target="/ppt/notesSlides/notesSlide2.xml" Id="R6c9ac3881cfb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22A59-FACF-4614-BA69-11C5A6D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9EBA1-B940-4D18-A48E-AC50F8A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p01-src-008474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776761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3C297-D9CE-4F9A-91AE-DB07E57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C5A40-AEB0-4C34-835C-9C496D9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283705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2026-08-24T00:00:50.5300000Z</dcterms:created>
  <dcterms:modified xsi:type="dcterms:W3CDTF">2026-08-24T00:00:50.5300000Z</dcterms:modified>
</coreProperties>
</file>