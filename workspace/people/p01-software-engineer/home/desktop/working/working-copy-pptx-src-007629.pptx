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f12452f5f4e87" /><Relationship Type="http://schemas.openxmlformats.org/officeDocument/2006/relationships/extended-properties" Target="/docProps/app.xml" Id="R926dfa021bfa496b" /><Relationship Type="http://schemas.openxmlformats.org/officeDocument/2006/relationships/officeDocument" Target="/ppt/presentation.xml" Id="R20894c39d35e49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0a35ee9fd4eb0"/>
  </p:sldMasterIdLst>
  <p:notesMasterIdLst>
    <p:notesMasterId xmlns:r="http://schemas.openxmlformats.org/officeDocument/2006/relationships" r:id="R4411264021ea4aba"/>
  </p:notesMasterIdLst>
  <p:sldIdLst>
    <p:sldId xmlns:r="http://schemas.openxmlformats.org/officeDocument/2006/relationships" id="256" r:id="R8d31da9ce1864705"/>
    <p:sldId xmlns:r="http://schemas.openxmlformats.org/officeDocument/2006/relationships" id="257" r:id="Reba37ba41a57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eae58b10e4eb4" /><Relationship Type="http://schemas.openxmlformats.org/officeDocument/2006/relationships/slideMaster" Target="/ppt/slideMasters/slideMaster1.xml" Id="R5be0a35ee9fd4eb0" /><Relationship Type="http://schemas.openxmlformats.org/officeDocument/2006/relationships/notesMaster" Target="/ppt/notesMasters/notesMaster1.xml" Id="R4411264021ea4aba" /><Relationship Type="http://schemas.openxmlformats.org/officeDocument/2006/relationships/presProps" Target="/ppt/presProps.xml" Id="R82be1b6aa286425e" /><Relationship Type="http://schemas.openxmlformats.org/officeDocument/2006/relationships/tableStyles" Target="/ppt/tableStyles.xml" Id="R5f46c253b2664a79" /><Relationship Type="http://schemas.openxmlformats.org/officeDocument/2006/relationships/slide" Target="/ppt/slides/slide1.xml" Id="R8d31da9ce1864705" /><Relationship Type="http://schemas.openxmlformats.org/officeDocument/2006/relationships/slide" Target="/ppt/slides/slide2.xml" Id="Reba37ba41a57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ead12f9bf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ad1fe8752a4195" /><Relationship Type="http://schemas.openxmlformats.org/officeDocument/2006/relationships/notesMaster" Target="/ppt/notesMasters/notesMaster1.xml" Id="Rc73896c3f9ef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6c49928204323" /><Relationship Type="http://schemas.openxmlformats.org/officeDocument/2006/relationships/notesMaster" Target="/ppt/notesMasters/notesMaster1.xml" Id="R264e663122ef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775bb5458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052763331e4b2f" /><Relationship Type="http://schemas.openxmlformats.org/officeDocument/2006/relationships/slideLayout" Target="/ppt/slideLayouts/slideLayout1.xml" Id="Rf057e9a4c16845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7e9a4c16845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7db3cfa6c481b" /><Relationship Type="http://schemas.openxmlformats.org/officeDocument/2006/relationships/notesSlide" Target="/ppt/notesSlides/notesSlide1.xml" Id="R04e29112cdb44c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ddfaf2a154bea" /><Relationship Type="http://schemas.openxmlformats.org/officeDocument/2006/relationships/notesSlide" Target="/ppt/notesSlides/notesSlide2.xml" Id="Rf3250676a3f541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9AB8F-5AAD-4064-A323-6BF1F84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52B55-810E-4807-BE12-FCB2807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p01-src-007629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2034523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303F6-608F-4F81-B7D2-7F57BAF7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6E0DC-07D3-4DF0-ACDD-047BB090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527763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2026-08-24T00:00:50.4120000Z</dcterms:created>
  <dcterms:modified xsi:type="dcterms:W3CDTF">2026-08-24T00:00:50.4120000Z</dcterms:modified>
</coreProperties>
</file>