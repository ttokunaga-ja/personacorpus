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adae97bf046e9" /><Relationship Type="http://schemas.openxmlformats.org/officeDocument/2006/relationships/extended-properties" Target="/docProps/app.xml" Id="Rf5e0f6204452455a" /><Relationship Type="http://schemas.openxmlformats.org/officeDocument/2006/relationships/officeDocument" Target="/ppt/presentation.xml" Id="Ra239c729f626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dbb1a43c95426e"/>
  </p:sldMasterIdLst>
  <p:notesMasterIdLst>
    <p:notesMasterId xmlns:r="http://schemas.openxmlformats.org/officeDocument/2006/relationships" r:id="Rc08624cc2c814dab"/>
  </p:notesMasterIdLst>
  <p:sldIdLst>
    <p:sldId xmlns:r="http://schemas.openxmlformats.org/officeDocument/2006/relationships" id="256" r:id="Rebd9eb5a0cf04b92"/>
    <p:sldId xmlns:r="http://schemas.openxmlformats.org/officeDocument/2006/relationships" id="257" r:id="Re099a50aaff141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14b54b2074909" /><Relationship Type="http://schemas.openxmlformats.org/officeDocument/2006/relationships/slideMaster" Target="/ppt/slideMasters/slideMaster1.xml" Id="Raedbb1a43c95426e" /><Relationship Type="http://schemas.openxmlformats.org/officeDocument/2006/relationships/notesMaster" Target="/ppt/notesMasters/notesMaster1.xml" Id="Rc08624cc2c814dab" /><Relationship Type="http://schemas.openxmlformats.org/officeDocument/2006/relationships/presProps" Target="/ppt/presProps.xml" Id="R3b54068b4a294cde" /><Relationship Type="http://schemas.openxmlformats.org/officeDocument/2006/relationships/tableStyles" Target="/ppt/tableStyles.xml" Id="Rb4f981a8f726479c" /><Relationship Type="http://schemas.openxmlformats.org/officeDocument/2006/relationships/slide" Target="/ppt/slides/slide1.xml" Id="Rebd9eb5a0cf04b92" /><Relationship Type="http://schemas.openxmlformats.org/officeDocument/2006/relationships/slide" Target="/ppt/slides/slide2.xml" Id="Re099a50aaff1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c39dc708424f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6fd57c7af04b1b" /><Relationship Type="http://schemas.openxmlformats.org/officeDocument/2006/relationships/notesMaster" Target="/ppt/notesMasters/notesMaster1.xml" Id="R284f3c8834ab48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8328163eab4238" /><Relationship Type="http://schemas.openxmlformats.org/officeDocument/2006/relationships/notesMaster" Target="/ppt/notesMasters/notesMaster1.xml" Id="R5f42fdfd18dc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2405ea89d43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313605ceb44cf3" /><Relationship Type="http://schemas.openxmlformats.org/officeDocument/2006/relationships/slideLayout" Target="/ppt/slideLayouts/slideLayout1.xml" Id="Re78b45541d5f49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b45541d5f49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b946caebd4ab6" /><Relationship Type="http://schemas.openxmlformats.org/officeDocument/2006/relationships/notesSlide" Target="/ppt/notesSlides/notesSlide1.xml" Id="Rc6c58f2f878a40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611f05e694140" /><Relationship Type="http://schemas.openxmlformats.org/officeDocument/2006/relationships/notesSlide" Target="/ppt/notesSlides/notesSlide2.xml" Id="Rb2bfd14e03b94b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2C59A-BF1D-47FF-BFA1-9028DB67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3530-49AC-4EED-9DDB-644434FA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p01-src-002078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E355A-EEC4-446F-9A03-6A646E8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04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5EA82-8981-4996-BB05-DE41335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DDB21-0DC5-44ED-B85A-5617041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EFB7C-97F1-4511-9BF7-0A37D5B1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5677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2026-08-23T22:48:41.4200000Z</dcterms:created>
  <dcterms:modified xsi:type="dcterms:W3CDTF">2026-08-23T22:48:41.4200000Z</dcterms:modified>
</coreProperties>
</file>