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8543bef7de4191" /><Relationship Type="http://schemas.openxmlformats.org/officeDocument/2006/relationships/extended-properties" Target="/docProps/app.xml" Id="Ra5625ca9d26b4781" /><Relationship Type="http://schemas.openxmlformats.org/officeDocument/2006/relationships/officeDocument" Target="/ppt/presentation.xml" Id="Rf10d0fe3c0634c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1f5e839b1c4409"/>
  </p:sldMasterIdLst>
  <p:notesMasterIdLst>
    <p:notesMasterId xmlns:r="http://schemas.openxmlformats.org/officeDocument/2006/relationships" r:id="Raea3c4c044274daf"/>
  </p:notesMasterIdLst>
  <p:sldIdLst>
    <p:sldId xmlns:r="http://schemas.openxmlformats.org/officeDocument/2006/relationships" id="256" r:id="R634dc3c1931249ea"/>
    <p:sldId xmlns:r="http://schemas.openxmlformats.org/officeDocument/2006/relationships" id="257" r:id="R99ed390e4e3a40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ce8f0bb1604b24" /><Relationship Type="http://schemas.openxmlformats.org/officeDocument/2006/relationships/slideMaster" Target="/ppt/slideMasters/slideMaster1.xml" Id="Rd01f5e839b1c4409" /><Relationship Type="http://schemas.openxmlformats.org/officeDocument/2006/relationships/notesMaster" Target="/ppt/notesMasters/notesMaster1.xml" Id="Raea3c4c044274daf" /><Relationship Type="http://schemas.openxmlformats.org/officeDocument/2006/relationships/presProps" Target="/ppt/presProps.xml" Id="Rc388678da7574e02" /><Relationship Type="http://schemas.openxmlformats.org/officeDocument/2006/relationships/tableStyles" Target="/ppt/tableStyles.xml" Id="R549aa606f7614471" /><Relationship Type="http://schemas.openxmlformats.org/officeDocument/2006/relationships/slide" Target="/ppt/slides/slide1.xml" Id="R634dc3c1931249ea" /><Relationship Type="http://schemas.openxmlformats.org/officeDocument/2006/relationships/slide" Target="/ppt/slides/slide2.xml" Id="R99ed390e4e3a40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aae2d3fecd41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d5cf4f384548f0" /><Relationship Type="http://schemas.openxmlformats.org/officeDocument/2006/relationships/notesMaster" Target="/ppt/notesMasters/notesMaster1.xml" Id="Rdc9086fb6a6746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9e7f1405724c2f" /><Relationship Type="http://schemas.openxmlformats.org/officeDocument/2006/relationships/notesMaster" Target="/ppt/notesMasters/notesMaster1.xml" Id="R6b4adaac3e1546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873640e8b48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9aa664cdaf4ff6" /><Relationship Type="http://schemas.openxmlformats.org/officeDocument/2006/relationships/slideLayout" Target="/ppt/slideLayouts/slideLayout1.xml" Id="R0d9b4d516b5a46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9b4d516b5a46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5db1e016d4697" /><Relationship Type="http://schemas.openxmlformats.org/officeDocument/2006/relationships/notesSlide" Target="/ppt/notesSlides/notesSlide1.xml" Id="Rd311cec4bbff4a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58151b8904ed1" /><Relationship Type="http://schemas.openxmlformats.org/officeDocument/2006/relationships/notesSlide" Target="/ppt/notesSlides/notesSlide2.xml" Id="R8a60bb659e0a42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B5AF1-25A2-428C-80AC-A6AE7CCD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Closed engineering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F7981-E171-4868-A1DD-9716F9CE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Source: p01-src-011875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State: closed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Retention: immutable 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0DDEF-F86D-4DCC-B9C4-413EAD0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2953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957DD-99A7-4B2B-BB95-1B225EEB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Closeout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1355E-F15A-4659-A585-799B8E6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Evidence reconciled before closure.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Aster Loop synthetic engineering archive.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CFDB7-AD25-445A-83A1-88B4D2C6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5930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2026-08-23T22:52:07.3630000Z</dcterms:created>
  <dcterms:modified xsi:type="dcterms:W3CDTF">2026-08-23T22:52:07.3630000Z</dcterms:modified>
</coreProperties>
</file>