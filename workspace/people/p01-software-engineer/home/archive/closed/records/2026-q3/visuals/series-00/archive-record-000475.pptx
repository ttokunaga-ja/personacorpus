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975b4993b24f73" /><Relationship Type="http://schemas.openxmlformats.org/officeDocument/2006/relationships/extended-properties" Target="/docProps/app.xml" Id="R8867571254b94b7f" /><Relationship Type="http://schemas.openxmlformats.org/officeDocument/2006/relationships/officeDocument" Target="/ppt/presentation.xml" Id="R11e9a0e2eafc40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e915efbab54973"/>
  </p:sldMasterIdLst>
  <p:notesMasterIdLst>
    <p:notesMasterId xmlns:r="http://schemas.openxmlformats.org/officeDocument/2006/relationships" r:id="Rd132bf2378e845fe"/>
  </p:notesMasterIdLst>
  <p:sldIdLst>
    <p:sldId xmlns:r="http://schemas.openxmlformats.org/officeDocument/2006/relationships" id="256" r:id="R39b803abc0cf461f"/>
    <p:sldId xmlns:r="http://schemas.openxmlformats.org/officeDocument/2006/relationships" id="257" r:id="R84dffff008ab45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252b9b1b5d4c42" /><Relationship Type="http://schemas.openxmlformats.org/officeDocument/2006/relationships/slideMaster" Target="/ppt/slideMasters/slideMaster1.xml" Id="R0be915efbab54973" /><Relationship Type="http://schemas.openxmlformats.org/officeDocument/2006/relationships/notesMaster" Target="/ppt/notesMasters/notesMaster1.xml" Id="Rd132bf2378e845fe" /><Relationship Type="http://schemas.openxmlformats.org/officeDocument/2006/relationships/presProps" Target="/ppt/presProps.xml" Id="Red5f3834ded34d1d" /><Relationship Type="http://schemas.openxmlformats.org/officeDocument/2006/relationships/tableStyles" Target="/ppt/tableStyles.xml" Id="Rb0ce3b38d31a4777" /><Relationship Type="http://schemas.openxmlformats.org/officeDocument/2006/relationships/slide" Target="/ppt/slides/slide1.xml" Id="R39b803abc0cf461f" /><Relationship Type="http://schemas.openxmlformats.org/officeDocument/2006/relationships/slide" Target="/ppt/slides/slide2.xml" Id="R84dffff008ab45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2c93ef58f942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356c904b90496a" /><Relationship Type="http://schemas.openxmlformats.org/officeDocument/2006/relationships/notesMaster" Target="/ppt/notesMasters/notesMaster1.xml" Id="R583cdc9f130b49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d5496953f74c80" /><Relationship Type="http://schemas.openxmlformats.org/officeDocument/2006/relationships/notesMaster" Target="/ppt/notesMasters/notesMaster1.xml" Id="R4ef2df3bf3e543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8cdfeb845b4e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1621723d32449c" /><Relationship Type="http://schemas.openxmlformats.org/officeDocument/2006/relationships/slideLayout" Target="/ppt/slideLayouts/slideLayout1.xml" Id="R225e6dc35c9e43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5e6dc35c9e43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0a430aa6e4a5e" /><Relationship Type="http://schemas.openxmlformats.org/officeDocument/2006/relationships/notesSlide" Target="/ppt/notesSlides/notesSlide1.xml" Id="Rf1977787bcf44b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598ad8ab746de" /><Relationship Type="http://schemas.openxmlformats.org/officeDocument/2006/relationships/notesSlide" Target="/ppt/notesSlides/notesSlide2.xml" Id="Rd0a5deef983b46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1EE88-9391-4E63-BD67-6E2F21BB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Closed engineering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98ECE-887A-4B06-8027-574E99F8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7429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Source: p01-src-000475</a:t>
            </a:r>
          </a:p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State: closed</a:t>
            </a:r>
          </a:p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Retention: immutable archive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4B41E6-DB1E-48DF-A460-57D97C8A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1EE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942830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DBC4B-723B-4439-AD6C-B1254F4A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Closeout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1AF5A-BD51-4457-870E-E745ADCB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7429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Evidence reconciled before closure.</a:t>
            </a:r>
          </a:p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Aster Loop synthetic engineering archive.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2BB8D-17F2-4B12-8793-D20B91C4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1EE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04154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2026-08-23T22:48:41.1200000Z</dcterms:created>
  <dcterms:modified xsi:type="dcterms:W3CDTF">2026-08-23T22:48:41.1200000Z</dcterms:modified>
</coreProperties>
</file>