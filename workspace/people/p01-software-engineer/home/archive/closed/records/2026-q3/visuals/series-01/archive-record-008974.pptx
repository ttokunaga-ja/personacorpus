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75fb33fd454ffe" /><Relationship Type="http://schemas.openxmlformats.org/officeDocument/2006/relationships/extended-properties" Target="/docProps/app.xml" Id="Rf9663c7288e84cbc" /><Relationship Type="http://schemas.openxmlformats.org/officeDocument/2006/relationships/officeDocument" Target="/ppt/presentation.xml" Id="Rb8b27d4db1db4f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b198f00f634ced"/>
  </p:sldMasterIdLst>
  <p:notesMasterIdLst>
    <p:notesMasterId xmlns:r="http://schemas.openxmlformats.org/officeDocument/2006/relationships" r:id="Rd024f1abce1643cd"/>
  </p:notesMasterIdLst>
  <p:sldIdLst>
    <p:sldId xmlns:r="http://schemas.openxmlformats.org/officeDocument/2006/relationships" id="256" r:id="Ra3360eba3fef426b"/>
    <p:sldId xmlns:r="http://schemas.openxmlformats.org/officeDocument/2006/relationships" id="257" r:id="R28d50aebaf2e46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0af1e715594a6b" /><Relationship Type="http://schemas.openxmlformats.org/officeDocument/2006/relationships/slideMaster" Target="/ppt/slideMasters/slideMaster1.xml" Id="Rf9b198f00f634ced" /><Relationship Type="http://schemas.openxmlformats.org/officeDocument/2006/relationships/notesMaster" Target="/ppt/notesMasters/notesMaster1.xml" Id="Rd024f1abce1643cd" /><Relationship Type="http://schemas.openxmlformats.org/officeDocument/2006/relationships/presProps" Target="/ppt/presProps.xml" Id="R1c238cfedcf24465" /><Relationship Type="http://schemas.openxmlformats.org/officeDocument/2006/relationships/tableStyles" Target="/ppt/tableStyles.xml" Id="Reb2a04f4495943b0" /><Relationship Type="http://schemas.openxmlformats.org/officeDocument/2006/relationships/slide" Target="/ppt/slides/slide1.xml" Id="Ra3360eba3fef426b" /><Relationship Type="http://schemas.openxmlformats.org/officeDocument/2006/relationships/slide" Target="/ppt/slides/slide2.xml" Id="R28d50aebaf2e46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281656226743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801a910c3148ce" /><Relationship Type="http://schemas.openxmlformats.org/officeDocument/2006/relationships/notesMaster" Target="/ppt/notesMasters/notesMaster1.xml" Id="Rfecf88bbd06642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a0f6be1e52447d" /><Relationship Type="http://schemas.openxmlformats.org/officeDocument/2006/relationships/notesMaster" Target="/ppt/notesMasters/notesMaster1.xml" Id="Rf9b0666ed31745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5d9d2755b646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b7df31b01a431b" /><Relationship Type="http://schemas.openxmlformats.org/officeDocument/2006/relationships/slideLayout" Target="/ppt/slideLayouts/slideLayout1.xml" Id="R9d1edab9046c41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1edab9046c41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8617289194bdb" /><Relationship Type="http://schemas.openxmlformats.org/officeDocument/2006/relationships/notesSlide" Target="/ppt/notesSlides/notesSlide1.xml" Id="R7d32c30ceaab45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6a0d771264e85" /><Relationship Type="http://schemas.openxmlformats.org/officeDocument/2006/relationships/notesSlide" Target="/ppt/notesSlides/notesSlide2.xml" Id="R26069f159b9a4a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F73BC-8335-4EBA-98AE-A681845B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Closed engineering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2A965-6F1F-4E72-8E3A-EB96BD9E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42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Source: p01-src-008974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State: closed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Retention: immutable archive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AF6BB-2024-4138-9825-AEC6EE97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EE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985693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3C25F-66A0-4021-A9A5-E785C312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Closeout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F271D-35CC-403D-B1A8-0ED20CAE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42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Evidence reconciled before closure.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Aster Loop synthetic engineering archive.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53F63-7091-4F7B-8AAC-9A0C859E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EE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2171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2026-08-23T22:50:27.7100000Z</dcterms:created>
  <dcterms:modified xsi:type="dcterms:W3CDTF">2026-08-23T22:50:27.7100000Z</dcterms:modified>
</coreProperties>
</file>