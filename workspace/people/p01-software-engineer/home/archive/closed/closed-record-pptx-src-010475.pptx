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ea341a2a64f8d" /><Relationship Type="http://schemas.openxmlformats.org/officeDocument/2006/relationships/extended-properties" Target="/docProps/app.xml" Id="R0ae7800e7b4b4bed" /><Relationship Type="http://schemas.openxmlformats.org/officeDocument/2006/relationships/officeDocument" Target="/ppt/presentation.xml" Id="R429db9a89a5445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fe482c1d87417b"/>
  </p:sldMasterIdLst>
  <p:notesMasterIdLst>
    <p:notesMasterId xmlns:r="http://schemas.openxmlformats.org/officeDocument/2006/relationships" r:id="R10a3b8a73363431e"/>
  </p:notesMasterIdLst>
  <p:sldIdLst>
    <p:sldId xmlns:r="http://schemas.openxmlformats.org/officeDocument/2006/relationships" id="256" r:id="Rb4da6a25692549b6"/>
    <p:sldId xmlns:r="http://schemas.openxmlformats.org/officeDocument/2006/relationships" id="257" r:id="Rfc1fbfbd1c1d49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5bd054fe1f403e" /><Relationship Type="http://schemas.openxmlformats.org/officeDocument/2006/relationships/slideMaster" Target="/ppt/slideMasters/slideMaster1.xml" Id="R5afe482c1d87417b" /><Relationship Type="http://schemas.openxmlformats.org/officeDocument/2006/relationships/notesMaster" Target="/ppt/notesMasters/notesMaster1.xml" Id="R10a3b8a73363431e" /><Relationship Type="http://schemas.openxmlformats.org/officeDocument/2006/relationships/presProps" Target="/ppt/presProps.xml" Id="R0a65600288be42c5" /><Relationship Type="http://schemas.openxmlformats.org/officeDocument/2006/relationships/tableStyles" Target="/ppt/tableStyles.xml" Id="Rc22c44f0711c4d68" /><Relationship Type="http://schemas.openxmlformats.org/officeDocument/2006/relationships/slide" Target="/ppt/slides/slide1.xml" Id="Rb4da6a25692549b6" /><Relationship Type="http://schemas.openxmlformats.org/officeDocument/2006/relationships/slide" Target="/ppt/slides/slide2.xml" Id="Rfc1fbfbd1c1d49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1822fb3527b44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2cd7a8f0e941a3" /><Relationship Type="http://schemas.openxmlformats.org/officeDocument/2006/relationships/notesMaster" Target="/ppt/notesMasters/notesMaster1.xml" Id="R734e7df87caa4d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ba05939e924e58" /><Relationship Type="http://schemas.openxmlformats.org/officeDocument/2006/relationships/notesMaster" Target="/ppt/notesMasters/notesMaster1.xml" Id="Rccad5e81244248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6101729ca444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1246a1aeb46d9" /><Relationship Type="http://schemas.openxmlformats.org/officeDocument/2006/relationships/slideLayout" Target="/ppt/slideLayouts/slideLayout1.xml" Id="R5af9ab4eb5d6430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f9ab4eb5d6430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9e9bdbcbaf4cd2" /><Relationship Type="http://schemas.openxmlformats.org/officeDocument/2006/relationships/notesSlide" Target="/ppt/notesSlides/notesSlide1.xml" Id="Rd01680413aa540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858d09048449f" /><Relationship Type="http://schemas.openxmlformats.org/officeDocument/2006/relationships/notesSlide" Target="/ppt/notesSlides/notesSlide2.xml" Id="Rfc1353d18d2a4c6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2608E-DC85-4170-8A27-1CFEE56B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Closed engineering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D13EEE-D2C8-4F83-B475-53DE4C57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Source: p01-src-010475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State: closed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Retention: immutable archive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E47599-5D0E-4BCA-B7ED-72A5DCEFD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31405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3B0B0B-78ED-427D-97CE-AE7D1AE0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Closeout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8B08E-39F9-46F5-A447-A27B4685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7429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Evidence reconciled before closure.</a:t>
            </a:r>
          </a:p>
          <a:p xmlns:a="http://schemas.openxmlformats.org/drawingml/2006/main">
            <a:pPr>
              <a:defRPr sz="1875">
                <a:solidFill>
                  <a:srgbClr val="314158"/>
                </a:solidFill>
              </a:defRPr>
            </a:pPr>
            <a:r>
              <a:rPr sz="1875">
                <a:solidFill>
                  <a:srgbClr val="314158"/>
                </a:solidFill>
              </a:rPr>
              <a:t>Aster Loop synthetic engineering archive.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659A91-D02E-4706-90CF-EA11DD95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F1EE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99380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2026-08-23T22:50:28.2560000Z</dcterms:created>
  <dcterms:modified xsi:type="dcterms:W3CDTF">2026-08-23T22:50:28.2560000Z</dcterms:modified>
</coreProperties>
</file>