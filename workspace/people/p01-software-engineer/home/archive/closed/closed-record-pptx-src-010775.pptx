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163b9ce6cd4dd0" /><Relationship Type="http://schemas.openxmlformats.org/officeDocument/2006/relationships/extended-properties" Target="/docProps/app.xml" Id="Ra97f5477e39b46cd" /><Relationship Type="http://schemas.openxmlformats.org/officeDocument/2006/relationships/officeDocument" Target="/ppt/presentation.xml" Id="R64bc31e3dd314d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eaa7b0f40a40b1"/>
  </p:sldMasterIdLst>
  <p:notesMasterIdLst>
    <p:notesMasterId xmlns:r="http://schemas.openxmlformats.org/officeDocument/2006/relationships" r:id="R636e95ef37474e03"/>
  </p:notesMasterIdLst>
  <p:sldIdLst>
    <p:sldId xmlns:r="http://schemas.openxmlformats.org/officeDocument/2006/relationships" id="256" r:id="R8d2e21c9eb764b4a"/>
    <p:sldId xmlns:r="http://schemas.openxmlformats.org/officeDocument/2006/relationships" id="257" r:id="R6660eba1d7434b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b9d6b133634eb4" /><Relationship Type="http://schemas.openxmlformats.org/officeDocument/2006/relationships/slideMaster" Target="/ppt/slideMasters/slideMaster1.xml" Id="Rd9eaa7b0f40a40b1" /><Relationship Type="http://schemas.openxmlformats.org/officeDocument/2006/relationships/notesMaster" Target="/ppt/notesMasters/notesMaster1.xml" Id="R636e95ef37474e03" /><Relationship Type="http://schemas.openxmlformats.org/officeDocument/2006/relationships/presProps" Target="/ppt/presProps.xml" Id="Rd7ef2fa535864cf9" /><Relationship Type="http://schemas.openxmlformats.org/officeDocument/2006/relationships/tableStyles" Target="/ppt/tableStyles.xml" Id="Rf8067935dd3e4800" /><Relationship Type="http://schemas.openxmlformats.org/officeDocument/2006/relationships/slide" Target="/ppt/slides/slide1.xml" Id="R8d2e21c9eb764b4a" /><Relationship Type="http://schemas.openxmlformats.org/officeDocument/2006/relationships/slide" Target="/ppt/slides/slide2.xml" Id="R6660eba1d7434b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d4436d5a4f4b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82d372c8ff4ac8" /><Relationship Type="http://schemas.openxmlformats.org/officeDocument/2006/relationships/notesMaster" Target="/ppt/notesMasters/notesMaster1.xml" Id="R466b8ebb711743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11b6b4b9ae413a" /><Relationship Type="http://schemas.openxmlformats.org/officeDocument/2006/relationships/notesMaster" Target="/ppt/notesMasters/notesMaster1.xml" Id="R1c647abeeb474f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9c26dc2db44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af8c5e899440f9" /><Relationship Type="http://schemas.openxmlformats.org/officeDocument/2006/relationships/slideLayout" Target="/ppt/slideLayouts/slideLayout1.xml" Id="R05751d7ecee742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751d7ecee742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7f90ccdb9409e" /><Relationship Type="http://schemas.openxmlformats.org/officeDocument/2006/relationships/notesSlide" Target="/ppt/notesSlides/notesSlide1.xml" Id="Rb63281f7fffa4d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acbaec06a4800" /><Relationship Type="http://schemas.openxmlformats.org/officeDocument/2006/relationships/notesSlide" Target="/ppt/notesSlides/notesSlide2.xml" Id="Rc03e5c5148174d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2A34C-F458-4303-8893-DE7586FD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Closed engineering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1A124-03FF-4C9F-9992-6207BAFE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Source: p01-src-010775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State: closed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Retention: immutable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E9FEB-BBC7-4614-BD93-C28DB807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1503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52837-EAEF-4F6A-9574-2BFA76C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Closeout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D7479-9AC2-4999-9C30-9D66BD41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reconciled before closure.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Aster Loop synthetic engineering archive.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B3E2E-9380-4283-B97B-A7549E59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4858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2026-08-23T22:52:06.8430000Z</dcterms:created>
  <dcterms:modified xsi:type="dcterms:W3CDTF">2026-08-23T22:52:06.8430000Z</dcterms:modified>
</coreProperties>
</file>