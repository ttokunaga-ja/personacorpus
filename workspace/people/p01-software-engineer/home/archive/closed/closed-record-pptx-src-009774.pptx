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7832978f9e495d" /><Relationship Type="http://schemas.openxmlformats.org/officeDocument/2006/relationships/extended-properties" Target="/docProps/app.xml" Id="R4b79db1557b249fe" /><Relationship Type="http://schemas.openxmlformats.org/officeDocument/2006/relationships/officeDocument" Target="/ppt/presentation.xml" Id="R172f1268253347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853d55bdc54e0b"/>
  </p:sldMasterIdLst>
  <p:notesMasterIdLst>
    <p:notesMasterId xmlns:r="http://schemas.openxmlformats.org/officeDocument/2006/relationships" r:id="R6430995a7fbf442a"/>
  </p:notesMasterIdLst>
  <p:sldIdLst>
    <p:sldId xmlns:r="http://schemas.openxmlformats.org/officeDocument/2006/relationships" id="256" r:id="R81c1ba4eb506467d"/>
    <p:sldId xmlns:r="http://schemas.openxmlformats.org/officeDocument/2006/relationships" id="257" r:id="R46a25b0a2cb443d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ed34e2c89b49f7" /><Relationship Type="http://schemas.openxmlformats.org/officeDocument/2006/relationships/slideMaster" Target="/ppt/slideMasters/slideMaster1.xml" Id="Rd7853d55bdc54e0b" /><Relationship Type="http://schemas.openxmlformats.org/officeDocument/2006/relationships/notesMaster" Target="/ppt/notesMasters/notesMaster1.xml" Id="R6430995a7fbf442a" /><Relationship Type="http://schemas.openxmlformats.org/officeDocument/2006/relationships/presProps" Target="/ppt/presProps.xml" Id="R8f337a9f2b9e4205" /><Relationship Type="http://schemas.openxmlformats.org/officeDocument/2006/relationships/tableStyles" Target="/ppt/tableStyles.xml" Id="R0043d78ffa444980" /><Relationship Type="http://schemas.openxmlformats.org/officeDocument/2006/relationships/slide" Target="/ppt/slides/slide1.xml" Id="R81c1ba4eb506467d" /><Relationship Type="http://schemas.openxmlformats.org/officeDocument/2006/relationships/slide" Target="/ppt/slides/slide2.xml" Id="R46a25b0a2cb443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981ad9b36f4e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46579f26bca48a9" /><Relationship Type="http://schemas.openxmlformats.org/officeDocument/2006/relationships/notesMaster" Target="/ppt/notesMasters/notesMaster1.xml" Id="R691335f04941458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92aa755cc440c8" /><Relationship Type="http://schemas.openxmlformats.org/officeDocument/2006/relationships/notesMaster" Target="/ppt/notesMasters/notesMaster1.xml" Id="Rd508e1855e554eb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36d1b6f6e14a2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4105ef81a344fb" /><Relationship Type="http://schemas.openxmlformats.org/officeDocument/2006/relationships/slideLayout" Target="/ppt/slideLayouts/slideLayout1.xml" Id="R922aa3aec12e426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2aa3aec12e426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12997fd9804480" /><Relationship Type="http://schemas.openxmlformats.org/officeDocument/2006/relationships/notesSlide" Target="/ppt/notesSlides/notesSlide1.xml" Id="Rb9029abf762744d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27ddfe8f344669" /><Relationship Type="http://schemas.openxmlformats.org/officeDocument/2006/relationships/notesSlide" Target="/ppt/notesSlides/notesSlide2.xml" Id="R0f990414f3f9481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7B9F06-2412-4F4C-92DD-90ADA2BB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20618"/>
                </a:solidFill>
              </a:defRPr>
            </a:pPr>
            <a:r>
              <a:rPr sz="3000" b="1">
                <a:solidFill>
                  <a:srgbClr val="020618"/>
                </a:solidFill>
              </a:rPr>
              <a:t>Closed engineering 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1CE4F0-44F3-4E90-BE0D-89A12B04D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7429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314158"/>
                </a:solidFill>
              </a:defRPr>
            </a:pPr>
            <a:r>
              <a:rPr sz="1875">
                <a:solidFill>
                  <a:srgbClr val="314158"/>
                </a:solidFill>
              </a:rPr>
              <a:t>Source: p01-src-009774</a:t>
            </a:r>
          </a:p>
          <a:p xmlns:a="http://schemas.openxmlformats.org/drawingml/2006/main">
            <a:pPr>
              <a:defRPr sz="1875">
                <a:solidFill>
                  <a:srgbClr val="314158"/>
                </a:solidFill>
              </a:defRPr>
            </a:pPr>
            <a:r>
              <a:rPr sz="1875">
                <a:solidFill>
                  <a:srgbClr val="314158"/>
                </a:solidFill>
              </a:rPr>
              <a:t>State: closed</a:t>
            </a:r>
          </a:p>
          <a:p xmlns:a="http://schemas.openxmlformats.org/drawingml/2006/main">
            <a:pPr>
              <a:defRPr sz="1875">
                <a:solidFill>
                  <a:srgbClr val="314158"/>
                </a:solidFill>
              </a:defRPr>
            </a:pPr>
            <a:r>
              <a:rPr sz="1875">
                <a:solidFill>
                  <a:srgbClr val="314158"/>
                </a:solidFill>
              </a:rPr>
              <a:t>Retention: immutable archive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978983-5008-4B33-A319-478B75923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00250"/>
            <a:ext cx="1714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1EE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084040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B5DED6-279E-4E3C-AB81-2A412EDC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20618"/>
                </a:solidFill>
              </a:defRPr>
            </a:pPr>
            <a:r>
              <a:rPr sz="3000" b="1">
                <a:solidFill>
                  <a:srgbClr val="020618"/>
                </a:solidFill>
              </a:rPr>
              <a:t>Closeout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A3F284-82EB-438B-ABF6-D6931A2E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7429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314158"/>
                </a:solidFill>
              </a:defRPr>
            </a:pPr>
            <a:r>
              <a:rPr sz="1875">
                <a:solidFill>
                  <a:srgbClr val="314158"/>
                </a:solidFill>
              </a:rPr>
              <a:t>Evidence reconciled before closure.</a:t>
            </a:r>
          </a:p>
          <a:p xmlns:a="http://schemas.openxmlformats.org/drawingml/2006/main">
            <a:pPr>
              <a:defRPr sz="1875">
                <a:solidFill>
                  <a:srgbClr val="314158"/>
                </a:solidFill>
              </a:defRPr>
            </a:pPr>
            <a:r>
              <a:rPr sz="1875">
                <a:solidFill>
                  <a:srgbClr val="314158"/>
                </a:solidFill>
              </a:rPr>
              <a:t>Aster Loop synthetic engineering archive.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919B71-ABBD-4EAA-9962-822E034E4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00250"/>
            <a:ext cx="1714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1EE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496958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2026-08-23T22:50:28.1890000Z</dcterms:created>
  <dcterms:modified xsi:type="dcterms:W3CDTF">2026-08-23T22:50:28.1890000Z</dcterms:modified>
</coreProperties>
</file>