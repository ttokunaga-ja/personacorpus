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06e4b4387a4dcd" /><Relationship Type="http://schemas.openxmlformats.org/officeDocument/2006/relationships/extended-properties" Target="/docProps/app.xml" Id="R9a22893c2f734c13" /><Relationship Type="http://schemas.openxmlformats.org/officeDocument/2006/relationships/officeDocument" Target="/ppt/presentation.xml" Id="Re6e59e7f304e4f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2f6ef1960e4ac9"/>
  </p:sldMasterIdLst>
  <p:notesMasterIdLst>
    <p:notesMasterId xmlns:r="http://schemas.openxmlformats.org/officeDocument/2006/relationships" r:id="Rff5c7144447e40b8"/>
  </p:notesMasterIdLst>
  <p:sldIdLst>
    <p:sldId xmlns:r="http://schemas.openxmlformats.org/officeDocument/2006/relationships" id="256" r:id="R68f9f386a08d4631"/>
    <p:sldId xmlns:r="http://schemas.openxmlformats.org/officeDocument/2006/relationships" id="257" r:id="R3516d623860643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89fd0ae43f4162" /><Relationship Type="http://schemas.openxmlformats.org/officeDocument/2006/relationships/slideMaster" Target="/ppt/slideMasters/slideMaster1.xml" Id="Rfa2f6ef1960e4ac9" /><Relationship Type="http://schemas.openxmlformats.org/officeDocument/2006/relationships/notesMaster" Target="/ppt/notesMasters/notesMaster1.xml" Id="Rff5c7144447e40b8" /><Relationship Type="http://schemas.openxmlformats.org/officeDocument/2006/relationships/presProps" Target="/ppt/presProps.xml" Id="Raf6683802c1549fe" /><Relationship Type="http://schemas.openxmlformats.org/officeDocument/2006/relationships/tableStyles" Target="/ppt/tableStyles.xml" Id="R09dbfeca5cd046f0" /><Relationship Type="http://schemas.openxmlformats.org/officeDocument/2006/relationships/slide" Target="/ppt/slides/slide1.xml" Id="R68f9f386a08d4631" /><Relationship Type="http://schemas.openxmlformats.org/officeDocument/2006/relationships/slide" Target="/ppt/slides/slide2.xml" Id="R3516d6238606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55af1e89c4d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73133ae7e4c2e" /><Relationship Type="http://schemas.openxmlformats.org/officeDocument/2006/relationships/notesMaster" Target="/ppt/notesMasters/notesMaster1.xml" Id="Re5b3eb3452524c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9cd3553d114880" /><Relationship Type="http://schemas.openxmlformats.org/officeDocument/2006/relationships/notesMaster" Target="/ppt/notesMasters/notesMaster1.xml" Id="Re410d851e91c49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dff6d3c67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06fb7e55694e88" /><Relationship Type="http://schemas.openxmlformats.org/officeDocument/2006/relationships/slideLayout" Target="/ppt/slideLayouts/slideLayout1.xml" Id="Re73ca489a93845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3ca489a93845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d2f310174bdc" /><Relationship Type="http://schemas.openxmlformats.org/officeDocument/2006/relationships/notesSlide" Target="/ppt/notesSlides/notesSlide1.xml" Id="R5142a88408ab4a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ca0d98a334773" /><Relationship Type="http://schemas.openxmlformats.org/officeDocument/2006/relationships/notesSlide" Target="/ppt/notesSlides/notesSlide2.xml" Id="Rfac49578ad9b40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1F049-D43B-42F8-8D89-1A6A129A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CFAA1-52DE-47DD-9B38-4356EA72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p01-src-000876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D850F-86E2-451B-BF64-A8EFC1AF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5565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37897-198C-4049-ADF0-8F96BCD5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4C310-BAF4-4247-AA2C-DD9A06F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3DFD8-E91B-4970-A854-34E9C19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0987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2026-08-23T22:48:41.3700000Z</dcterms:created>
  <dcterms:modified xsi:type="dcterms:W3CDTF">2026-08-23T22:48:41.3700000Z</dcterms:modified>
</coreProperties>
</file>