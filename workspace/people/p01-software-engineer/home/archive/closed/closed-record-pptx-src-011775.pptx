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7ede9f872b40e0" /><Relationship Type="http://schemas.openxmlformats.org/officeDocument/2006/relationships/extended-properties" Target="/docProps/app.xml" Id="R8608985ee8fb494b" /><Relationship Type="http://schemas.openxmlformats.org/officeDocument/2006/relationships/officeDocument" Target="/ppt/presentation.xml" Id="Rf3ea93e3cbce46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ec73bbd4d74fea"/>
  </p:sldMasterIdLst>
  <p:notesMasterIdLst>
    <p:notesMasterId xmlns:r="http://schemas.openxmlformats.org/officeDocument/2006/relationships" r:id="R2a46bf8c57b0465a"/>
  </p:notesMasterIdLst>
  <p:sldIdLst>
    <p:sldId xmlns:r="http://schemas.openxmlformats.org/officeDocument/2006/relationships" id="256" r:id="Re4d4678e5e40467f"/>
    <p:sldId xmlns:r="http://schemas.openxmlformats.org/officeDocument/2006/relationships" id="257" r:id="Rce11ccce194549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e1e3c4d04248e1" /><Relationship Type="http://schemas.openxmlformats.org/officeDocument/2006/relationships/slideMaster" Target="/ppt/slideMasters/slideMaster1.xml" Id="R6dec73bbd4d74fea" /><Relationship Type="http://schemas.openxmlformats.org/officeDocument/2006/relationships/notesMaster" Target="/ppt/notesMasters/notesMaster1.xml" Id="R2a46bf8c57b0465a" /><Relationship Type="http://schemas.openxmlformats.org/officeDocument/2006/relationships/presProps" Target="/ppt/presProps.xml" Id="R6d97f49d785241ab" /><Relationship Type="http://schemas.openxmlformats.org/officeDocument/2006/relationships/tableStyles" Target="/ppt/tableStyles.xml" Id="R562330c2934a4383" /><Relationship Type="http://schemas.openxmlformats.org/officeDocument/2006/relationships/slide" Target="/ppt/slides/slide1.xml" Id="Re4d4678e5e40467f" /><Relationship Type="http://schemas.openxmlformats.org/officeDocument/2006/relationships/slide" Target="/ppt/slides/slide2.xml" Id="Rce11ccce194549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713e3c1ba24e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02d20b128b4d51" /><Relationship Type="http://schemas.openxmlformats.org/officeDocument/2006/relationships/notesMaster" Target="/ppt/notesMasters/notesMaster1.xml" Id="R831bfe02d44449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b08a574c0f4321" /><Relationship Type="http://schemas.openxmlformats.org/officeDocument/2006/relationships/notesMaster" Target="/ppt/notesMasters/notesMaster1.xml" Id="R04b668317c534a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947c3a605045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6cded6514b4fa2" /><Relationship Type="http://schemas.openxmlformats.org/officeDocument/2006/relationships/slideLayout" Target="/ppt/slideLayouts/slideLayout1.xml" Id="R242a046faf9c41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2a046faf9c41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17a3db7ea4435" /><Relationship Type="http://schemas.openxmlformats.org/officeDocument/2006/relationships/notesSlide" Target="/ppt/notesSlides/notesSlide1.xml" Id="R6e3414a8630949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030913851483b" /><Relationship Type="http://schemas.openxmlformats.org/officeDocument/2006/relationships/notesSlide" Target="/ppt/notesSlides/notesSlide2.xml" Id="R0745abf4cd2048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002E1-021F-447B-89E9-F3B85DED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Closed engineering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42893-04D6-43EE-9744-2F1696A9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7429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Source: p01-src-011775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State: closed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Retention: immutable archive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FB235-AD4B-4847-BDD7-90333DF4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EE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876000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70503-92B1-4FD4-8BEB-4B59AEC6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Closeout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E721F-B5D5-4F59-BC72-E58A7A85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7429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Evidence reconciled before closure.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Aster Loop synthetic engineering archive.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66BB1-793C-47FA-B35C-E5E47A0F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EE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17367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2026-08-23T22:52:07.3040000Z</dcterms:created>
  <dcterms:modified xsi:type="dcterms:W3CDTF">2026-08-23T22:52:07.3040000Z</dcterms:modified>
</coreProperties>
</file>