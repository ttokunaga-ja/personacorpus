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62ad0299064d04" /><Relationship Type="http://schemas.openxmlformats.org/officeDocument/2006/relationships/extended-properties" Target="/docProps/app.xml" Id="R3c5c151056b345fb" /><Relationship Type="http://schemas.openxmlformats.org/officeDocument/2006/relationships/officeDocument" Target="/ppt/presentation.xml" Id="R2ecbc42e3a994d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23c0285fc04ff8"/>
  </p:sldMasterIdLst>
  <p:notesMasterIdLst>
    <p:notesMasterId xmlns:r="http://schemas.openxmlformats.org/officeDocument/2006/relationships" r:id="R3caeb8f87e334cb3"/>
  </p:notesMasterIdLst>
  <p:sldIdLst>
    <p:sldId xmlns:r="http://schemas.openxmlformats.org/officeDocument/2006/relationships" id="256" r:id="R6a1909608fab4b2c"/>
    <p:sldId xmlns:r="http://schemas.openxmlformats.org/officeDocument/2006/relationships" id="257" r:id="R07e7512f727346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64f2a78a784184" /><Relationship Type="http://schemas.openxmlformats.org/officeDocument/2006/relationships/slideMaster" Target="/ppt/slideMasters/slideMaster1.xml" Id="R1b23c0285fc04ff8" /><Relationship Type="http://schemas.openxmlformats.org/officeDocument/2006/relationships/notesMaster" Target="/ppt/notesMasters/notesMaster1.xml" Id="R3caeb8f87e334cb3" /><Relationship Type="http://schemas.openxmlformats.org/officeDocument/2006/relationships/presProps" Target="/ppt/presProps.xml" Id="R5940b35998714d63" /><Relationship Type="http://schemas.openxmlformats.org/officeDocument/2006/relationships/tableStyles" Target="/ppt/tableStyles.xml" Id="R4c7497e5b9bf41de" /><Relationship Type="http://schemas.openxmlformats.org/officeDocument/2006/relationships/slide" Target="/ppt/slides/slide1.xml" Id="R6a1909608fab4b2c" /><Relationship Type="http://schemas.openxmlformats.org/officeDocument/2006/relationships/slide" Target="/ppt/slides/slide2.xml" Id="R07e7512f727346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7500b6f44b48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9d1b9d940548dd" /><Relationship Type="http://schemas.openxmlformats.org/officeDocument/2006/relationships/notesMaster" Target="/ppt/notesMasters/notesMaster1.xml" Id="R2bcc3534dafe42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fae7d4e22d49ef" /><Relationship Type="http://schemas.openxmlformats.org/officeDocument/2006/relationships/notesMaster" Target="/ppt/notesMasters/notesMaster1.xml" Id="Rce21594b21864d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9030ba1d74c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51d2f631e74ed3" /><Relationship Type="http://schemas.openxmlformats.org/officeDocument/2006/relationships/slideLayout" Target="/ppt/slideLayouts/slideLayout1.xml" Id="R54670e6f7a594c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670e6f7a594c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11d1e32b24684" /><Relationship Type="http://schemas.openxmlformats.org/officeDocument/2006/relationships/notesSlide" Target="/ppt/notesSlides/notesSlide1.xml" Id="R27d41547f2f144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053141e6b4df4" /><Relationship Type="http://schemas.openxmlformats.org/officeDocument/2006/relationships/notesSlide" Target="/ppt/notesSlides/notesSlide2.xml" Id="Rf2ca06f48cc94a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B9BA5-7441-4207-9873-38304ECB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Closed engineering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A4591-2747-4BCD-A271-53F910ED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Source: p01-src-011675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State: closed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Retention: immutable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F6CBC-FB7D-4CA8-994B-486BBF36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5898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054BF3-9745-4925-B216-272566A1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Closeout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E247E-FA1E-4F31-9A05-5DC07A77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Evidence reconciled before closure.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Aster Loop synthetic engineering archive.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EBDB1-E6F1-49C3-9016-4D5E4F64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690963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2026-08-23T22:52:07.2460000Z</dcterms:created>
  <dcterms:modified xsi:type="dcterms:W3CDTF">2026-08-23T22:52:07.2460000Z</dcterms:modified>
</coreProperties>
</file>