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5c55383e6d4788" /><Relationship Type="http://schemas.openxmlformats.org/officeDocument/2006/relationships/extended-properties" Target="/docProps/app.xml" Id="Rdad59b6398a64627" /><Relationship Type="http://schemas.openxmlformats.org/officeDocument/2006/relationships/officeDocument" Target="/ppt/presentation.xml" Id="Ra814a7ad4ba54a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2874a0e7c4444f"/>
  </p:sldMasterIdLst>
  <p:notesMasterIdLst>
    <p:notesMasterId xmlns:r="http://schemas.openxmlformats.org/officeDocument/2006/relationships" r:id="Rc5c856b752964820"/>
  </p:notesMasterIdLst>
  <p:sldIdLst>
    <p:sldId xmlns:r="http://schemas.openxmlformats.org/officeDocument/2006/relationships" id="256" r:id="R245b4c091ce14e7d"/>
    <p:sldId xmlns:r="http://schemas.openxmlformats.org/officeDocument/2006/relationships" id="257" r:id="R7d056fb9e2424a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db3f02ce23483b" /><Relationship Type="http://schemas.openxmlformats.org/officeDocument/2006/relationships/slideMaster" Target="/ppt/slideMasters/slideMaster1.xml" Id="R272874a0e7c4444f" /><Relationship Type="http://schemas.openxmlformats.org/officeDocument/2006/relationships/notesMaster" Target="/ppt/notesMasters/notesMaster1.xml" Id="Rc5c856b752964820" /><Relationship Type="http://schemas.openxmlformats.org/officeDocument/2006/relationships/presProps" Target="/ppt/presProps.xml" Id="Rafcecc46e2304471" /><Relationship Type="http://schemas.openxmlformats.org/officeDocument/2006/relationships/tableStyles" Target="/ppt/tableStyles.xml" Id="Rb3846c8ed0c14d85" /><Relationship Type="http://schemas.openxmlformats.org/officeDocument/2006/relationships/slide" Target="/ppt/slides/slide1.xml" Id="R245b4c091ce14e7d" /><Relationship Type="http://schemas.openxmlformats.org/officeDocument/2006/relationships/slide" Target="/ppt/slides/slide2.xml" Id="R7d056fb9e2424a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e9af4e4329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fdc9cc04804055" /><Relationship Type="http://schemas.openxmlformats.org/officeDocument/2006/relationships/notesMaster" Target="/ppt/notesMasters/notesMaster1.xml" Id="Rb2d2915222c241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3c40928b1c4f55" /><Relationship Type="http://schemas.openxmlformats.org/officeDocument/2006/relationships/notesMaster" Target="/ppt/notesMasters/notesMaster1.xml" Id="Rdea7739bfab5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e89e8400049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874bd5772e4224" /><Relationship Type="http://schemas.openxmlformats.org/officeDocument/2006/relationships/slideLayout" Target="/ppt/slideLayouts/slideLayout1.xml" Id="R2c074f591a81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074f591a81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7db29aa114f1f" /><Relationship Type="http://schemas.openxmlformats.org/officeDocument/2006/relationships/chart" Target="/ppt/slides/charts/chart1.xml" Id="R5bf4876a7f054245" /><Relationship Type="http://schemas.openxmlformats.org/officeDocument/2006/relationships/notesSlide" Target="/ppt/notesSlides/notesSlide1.xml" Id="R4404f316f67b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ad4e4cfb442fc" /><Relationship Type="http://schemas.openxmlformats.org/officeDocument/2006/relationships/chart" Target="/ppt/slides/charts/chart2.xml" Id="Rd4367182828540df" /><Relationship Type="http://schemas.openxmlformats.org/officeDocument/2006/relationships/notesSlide" Target="/ppt/notesSlides/notesSlide2.xml" Id="R7df3af6acec84c0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22</c:v>
              </c:pt>
              <c:pt idx="1">
                <c:v>20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Checks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2"/>
              <c:pt idx="0">
                <c:v>Recorded</c:v>
              </c:pt>
              <c:pt idx="1">
                <c:v>Passed</c:v>
              </c:pt>
            </c:strLit>
          </c:cat>
          <c:val>
            <c:numLit>
              <c:formatCode>General</c:formatCode>
              <c:ptCount val="2"/>
              <c:pt idx="0">
                <c:v>22</c:v>
              </c:pt>
              <c:pt idx="1">
                <c:v>20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7C2D7-C1AC-442B-B6F1-FE8AFE98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CR-A7-009230 review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C8E75-615A-48EE-A0AC-98CB5059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990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svc-edge-api review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Portfolio review measure: 400 minutes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f4876a7f054245"/>
          </a:graphicData>
        </a:graphic>
      </p:graphicFrame>
    </p:spTree>
    <p:extLst>
      <p:ext uri="{BB962C8B-B14F-4D97-AF65-F5344CB8AC3E}">
        <p14:creationId xmlns:p14="http://schemas.microsoft.com/office/powerpoint/2010/main" val="963776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1F6FF-1BC1-4B55-A488-3E08CC89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CR-A7-009230 evidence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04CF6-DA0D-412B-839E-9AA94634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Service: svc-edge-api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Focus: latency evidence labeling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The approval boundary remains a workflow transition; post-decision delivery stays distinct.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4000500"/>
          <a:ext xmlns:a="http://schemas.openxmlformats.org/drawingml/2006/main" cx="66675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367182828540df"/>
          </a:graphicData>
        </a:graphic>
      </p:graphicFrame>
    </p:spTree>
    <p:extLst>
      <p:ext uri="{BB962C8B-B14F-4D97-AF65-F5344CB8AC3E}">
        <p14:creationId xmlns:p14="http://schemas.microsoft.com/office/powerpoint/2010/main" val="1930169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2026-08-24T00:09:28.3500000Z</dcterms:created>
  <dcterms:modified xsi:type="dcterms:W3CDTF">2026-08-24T00:09:28.3500000Z</dcterms:modified>
</coreProperties>
</file>