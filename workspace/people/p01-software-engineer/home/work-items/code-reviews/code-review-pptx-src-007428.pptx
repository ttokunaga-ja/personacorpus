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cb6202db5424d" /><Relationship Type="http://schemas.openxmlformats.org/officeDocument/2006/relationships/extended-properties" Target="/docProps/app.xml" Id="R6256cb563ce946d6" /><Relationship Type="http://schemas.openxmlformats.org/officeDocument/2006/relationships/officeDocument" Target="/ppt/presentation.xml" Id="R68df178a2575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632c2de1f46a0"/>
  </p:sldMasterIdLst>
  <p:notesMasterIdLst>
    <p:notesMasterId xmlns:r="http://schemas.openxmlformats.org/officeDocument/2006/relationships" r:id="R5b4da5170ec841e7"/>
  </p:notesMasterIdLst>
  <p:sldIdLst>
    <p:sldId xmlns:r="http://schemas.openxmlformats.org/officeDocument/2006/relationships" id="256" r:id="Rb5f6db1eb8374938"/>
    <p:sldId xmlns:r="http://schemas.openxmlformats.org/officeDocument/2006/relationships" id="257" r:id="Rf93eb9fd53724a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5797de52c142b5" /><Relationship Type="http://schemas.openxmlformats.org/officeDocument/2006/relationships/slideMaster" Target="/ppt/slideMasters/slideMaster1.xml" Id="R047632c2de1f46a0" /><Relationship Type="http://schemas.openxmlformats.org/officeDocument/2006/relationships/notesMaster" Target="/ppt/notesMasters/notesMaster1.xml" Id="R5b4da5170ec841e7" /><Relationship Type="http://schemas.openxmlformats.org/officeDocument/2006/relationships/presProps" Target="/ppt/presProps.xml" Id="Rf7cc57804bcd4bc0" /><Relationship Type="http://schemas.openxmlformats.org/officeDocument/2006/relationships/tableStyles" Target="/ppt/tableStyles.xml" Id="R4552928e95a9492d" /><Relationship Type="http://schemas.openxmlformats.org/officeDocument/2006/relationships/slide" Target="/ppt/slides/slide1.xml" Id="Rb5f6db1eb8374938" /><Relationship Type="http://schemas.openxmlformats.org/officeDocument/2006/relationships/slide" Target="/ppt/slides/slide2.xml" Id="Rf93eb9fd53724a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cab114259744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c333f8264a4ee4" /><Relationship Type="http://schemas.openxmlformats.org/officeDocument/2006/relationships/notesMaster" Target="/ppt/notesMasters/notesMaster1.xml" Id="R5d7d8f0aafd642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871b50acb42e1" /><Relationship Type="http://schemas.openxmlformats.org/officeDocument/2006/relationships/notesMaster" Target="/ppt/notesMasters/notesMaster1.xml" Id="Rafda9e69229c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bbf1865cf4b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41debc3c242b4" /><Relationship Type="http://schemas.openxmlformats.org/officeDocument/2006/relationships/slideLayout" Target="/ppt/slideLayouts/slideLayout1.xml" Id="R75903a3aec3c40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03a3aec3c40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7e6650cf41a8" /><Relationship Type="http://schemas.openxmlformats.org/officeDocument/2006/relationships/chart" Target="/ppt/slides/charts/chart1.xml" Id="R0f2064d1872445d3" /><Relationship Type="http://schemas.openxmlformats.org/officeDocument/2006/relationships/notesSlide" Target="/ppt/notesSlides/notesSlide1.xml" Id="R7391bee4a7a348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f0b9b465f42fb" /><Relationship Type="http://schemas.openxmlformats.org/officeDocument/2006/relationships/chart" Target="/ppt/slides/charts/chart2.xml" Id="Rab354a2b2f7e4e36" /><Relationship Type="http://schemas.openxmlformats.org/officeDocument/2006/relationships/notesSlide" Target="/ppt/notesSlides/notesSlide2.xml" Id="Rdc093038f9b9413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18</c:v>
              </c:pt>
              <c:pt idx="1">
                <c:v>16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18</c:v>
              </c:pt>
              <c:pt idx="1">
                <c:v>16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8C687-67CC-4FB4-84B6-312DA2D3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CR-A7-007428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1835F-B1A3-4A3D-A3A7-6C7C4CCA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svc-event-bus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2064d1872445d3"/>
          </a:graphicData>
        </a:graphic>
      </p:graphicFrame>
    </p:spTree>
    <p:extLst>
      <p:ext uri="{BB962C8B-B14F-4D97-AF65-F5344CB8AC3E}">
        <p14:creationId xmlns:p14="http://schemas.microsoft.com/office/powerpoint/2010/main" val="294878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DD3A7-AD24-4413-A163-4CBA96FB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CR-A7-007428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2B326-38A7-490E-A8B8-194F4C9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svc-event-bus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54a2b2f7e4e36"/>
          </a:graphicData>
        </a:graphic>
      </p:graphicFrame>
    </p:spTree>
    <p:extLst>
      <p:ext uri="{BB962C8B-B14F-4D97-AF65-F5344CB8AC3E}">
        <p14:creationId xmlns:p14="http://schemas.microsoft.com/office/powerpoint/2010/main" val="761811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2026-08-24T00:09:28.1800000Z</dcterms:created>
  <dcterms:modified xsi:type="dcterms:W3CDTF">2026-08-24T00:09:28.1800000Z</dcterms:modified>
</coreProperties>
</file>