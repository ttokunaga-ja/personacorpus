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4ebedecd5140e0" /><Relationship Type="http://schemas.openxmlformats.org/officeDocument/2006/relationships/extended-properties" Target="/docProps/app.xml" Id="Re633be7d296f410b" /><Relationship Type="http://schemas.openxmlformats.org/officeDocument/2006/relationships/officeDocument" Target="/ppt/presentation.xml" Id="R8f22eeb146de4d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e8fa40db84e0e"/>
  </p:sldMasterIdLst>
  <p:notesMasterIdLst>
    <p:notesMasterId xmlns:r="http://schemas.openxmlformats.org/officeDocument/2006/relationships" r:id="Re82bd97716d44e20"/>
  </p:notesMasterIdLst>
  <p:sldIdLst>
    <p:sldId xmlns:r="http://schemas.openxmlformats.org/officeDocument/2006/relationships" id="256" r:id="R6bf7c96b90df4341"/>
    <p:sldId xmlns:r="http://schemas.openxmlformats.org/officeDocument/2006/relationships" id="257" r:id="R0229c2bded8b40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b97133318c4a93" /><Relationship Type="http://schemas.openxmlformats.org/officeDocument/2006/relationships/slideMaster" Target="/ppt/slideMasters/slideMaster1.xml" Id="R321e8fa40db84e0e" /><Relationship Type="http://schemas.openxmlformats.org/officeDocument/2006/relationships/notesMaster" Target="/ppt/notesMasters/notesMaster1.xml" Id="Re82bd97716d44e20" /><Relationship Type="http://schemas.openxmlformats.org/officeDocument/2006/relationships/presProps" Target="/ppt/presProps.xml" Id="R388d7577ce184583" /><Relationship Type="http://schemas.openxmlformats.org/officeDocument/2006/relationships/tableStyles" Target="/ppt/tableStyles.xml" Id="R0600b34c029b4eac" /><Relationship Type="http://schemas.openxmlformats.org/officeDocument/2006/relationships/slide" Target="/ppt/slides/slide1.xml" Id="R6bf7c96b90df4341" /><Relationship Type="http://schemas.openxmlformats.org/officeDocument/2006/relationships/slide" Target="/ppt/slides/slide2.xml" Id="R0229c2bded8b40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5c8dd243fd40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11c1552f1417c" /><Relationship Type="http://schemas.openxmlformats.org/officeDocument/2006/relationships/notesMaster" Target="/ppt/notesMasters/notesMaster1.xml" Id="Ra518f868ba3e43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1a8355aa7e467c" /><Relationship Type="http://schemas.openxmlformats.org/officeDocument/2006/relationships/notesMaster" Target="/ppt/notesMasters/notesMaster1.xml" Id="R7417d14cef0648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c40eadf834e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38e2a0e9884ad6" /><Relationship Type="http://schemas.openxmlformats.org/officeDocument/2006/relationships/slideLayout" Target="/ppt/slideLayouts/slideLayout1.xml" Id="Rf7e494ca8f5048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e494ca8f5048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5f449871541ce" /><Relationship Type="http://schemas.openxmlformats.org/officeDocument/2006/relationships/chart" Target="/ppt/slides/charts/chart1.xml" Id="R2875a981be8a4205" /><Relationship Type="http://schemas.openxmlformats.org/officeDocument/2006/relationships/notesSlide" Target="/ppt/notesSlides/notesSlide1.xml" Id="R464d674a081d41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93e885f924d7f" /><Relationship Type="http://schemas.openxmlformats.org/officeDocument/2006/relationships/chart" Target="/ppt/slides/charts/chart2.xml" Id="R8738dbac45de41fa" /><Relationship Type="http://schemas.openxmlformats.org/officeDocument/2006/relationships/notesSlide" Target="/ppt/notesSlides/notesSlide2.xml" Id="R70fb25683338412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22</c:v>
              </c:pt>
              <c:pt idx="1">
                <c:v>20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22</c:v>
              </c:pt>
              <c:pt idx="1">
                <c:v>20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53EFA-B75F-45B6-AE27-023FA5AE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CR-B4-011231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2FBD5-72F2-4907-9524-159CE8DC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svc-release-coordinator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75a981be8a4205"/>
          </a:graphicData>
        </a:graphic>
      </p:graphicFrame>
    </p:spTree>
    <p:extLst>
      <p:ext uri="{BB962C8B-B14F-4D97-AF65-F5344CB8AC3E}">
        <p14:creationId xmlns:p14="http://schemas.microsoft.com/office/powerpoint/2010/main" val="985968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9DA71-24FA-4CF0-8156-F91569D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CR-B4-011231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46242-3160-4F67-9EC8-603A6164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svc-release-coordinator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38dbac45de41fa"/>
          </a:graphicData>
        </a:graphic>
      </p:graphicFrame>
    </p:spTree>
    <p:extLst>
      <p:ext uri="{BB962C8B-B14F-4D97-AF65-F5344CB8AC3E}">
        <p14:creationId xmlns:p14="http://schemas.microsoft.com/office/powerpoint/2010/main" val="1758823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2026-08-24T00:09:28.5130000Z</dcterms:created>
  <dcterms:modified xsi:type="dcterms:W3CDTF">2026-08-24T00:09:28.5130000Z</dcterms:modified>
</coreProperties>
</file>