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259ba6d634e58" /><Relationship Type="http://schemas.openxmlformats.org/officeDocument/2006/relationships/extended-properties" Target="/docProps/app.xml" Id="Rae5d1bbee2e24ff5" /><Relationship Type="http://schemas.openxmlformats.org/officeDocument/2006/relationships/officeDocument" Target="/ppt/presentation.xml" Id="R3c45e0e3bc5948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48a5b4c718480e"/>
  </p:sldMasterIdLst>
  <p:notesMasterIdLst>
    <p:notesMasterId xmlns:r="http://schemas.openxmlformats.org/officeDocument/2006/relationships" r:id="R0f4785dc14e04d7f"/>
  </p:notesMasterIdLst>
  <p:sldIdLst>
    <p:sldId xmlns:r="http://schemas.openxmlformats.org/officeDocument/2006/relationships" id="256" r:id="R190e85386a784a3d"/>
    <p:sldId xmlns:r="http://schemas.openxmlformats.org/officeDocument/2006/relationships" id="257" r:id="R46dfe211a14745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1fdcb170ac404e" /><Relationship Type="http://schemas.openxmlformats.org/officeDocument/2006/relationships/slideMaster" Target="/ppt/slideMasters/slideMaster1.xml" Id="Rb548a5b4c718480e" /><Relationship Type="http://schemas.openxmlformats.org/officeDocument/2006/relationships/notesMaster" Target="/ppt/notesMasters/notesMaster1.xml" Id="R0f4785dc14e04d7f" /><Relationship Type="http://schemas.openxmlformats.org/officeDocument/2006/relationships/presProps" Target="/ppt/presProps.xml" Id="Rf542bda7f32a4677" /><Relationship Type="http://schemas.openxmlformats.org/officeDocument/2006/relationships/tableStyles" Target="/ppt/tableStyles.xml" Id="R2f9fb19beb0944c0" /><Relationship Type="http://schemas.openxmlformats.org/officeDocument/2006/relationships/slide" Target="/ppt/slides/slide1.xml" Id="R190e85386a784a3d" /><Relationship Type="http://schemas.openxmlformats.org/officeDocument/2006/relationships/slide" Target="/ppt/slides/slide2.xml" Id="R46dfe211a147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ef0ce9a0a4a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51de1740ca4dd4" /><Relationship Type="http://schemas.openxmlformats.org/officeDocument/2006/relationships/notesMaster" Target="/ppt/notesMasters/notesMaster1.xml" Id="R3ee6ba17198149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28a23941214347" /><Relationship Type="http://schemas.openxmlformats.org/officeDocument/2006/relationships/notesMaster" Target="/ppt/notesMasters/notesMaster1.xml" Id="Rd07f6379efbd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9a8be38f246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c1f093e58f4fa8" /><Relationship Type="http://schemas.openxmlformats.org/officeDocument/2006/relationships/slideLayout" Target="/ppt/slideLayouts/slideLayout1.xml" Id="Rfa2f4d320c7248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2f4d320c72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4bbaa18714299" /><Relationship Type="http://schemas.openxmlformats.org/officeDocument/2006/relationships/chart" Target="/ppt/slides/charts/chart1.xml" Id="R89dafb8beb504d57" /><Relationship Type="http://schemas.openxmlformats.org/officeDocument/2006/relationships/notesSlide" Target="/ppt/notesSlides/notesSlide1.xml" Id="Rd9ea79807c2c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d226f52e443f6" /><Relationship Type="http://schemas.openxmlformats.org/officeDocument/2006/relationships/chart" Target="/ppt/slides/charts/chart2.xml" Id="R14c87c5a941b44a3" /><Relationship Type="http://schemas.openxmlformats.org/officeDocument/2006/relationships/notesSlide" Target="/ppt/notesSlides/notesSlide2.xml" Id="R6dd172f57f0940d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35</c:v>
              </c:pt>
              <c:pt idx="1">
                <c:v>33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35</c:v>
              </c:pt>
              <c:pt idx="1">
                <c:v>33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19263-1BB1-4A14-A9A6-5AF392C7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CR-A7-002428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63CB6-F3CE-4981-91D3-6DDD80C7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svc-event-bus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dafb8beb504d57"/>
          </a:graphicData>
        </a:graphic>
      </p:graphicFrame>
    </p:spTree>
    <p:extLst>
      <p:ext uri="{BB962C8B-B14F-4D97-AF65-F5344CB8AC3E}">
        <p14:creationId xmlns:p14="http://schemas.microsoft.com/office/powerpoint/2010/main" val="1358408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2957B-5C59-403D-92A4-9F85F7BD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CR-A7-002428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13F7B-0329-42B0-AF3E-635EC072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svc-event-bus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c87c5a941b44a3"/>
          </a:graphicData>
        </a:graphic>
      </p:graphicFrame>
    </p:spTree>
    <p:extLst>
      <p:ext uri="{BB962C8B-B14F-4D97-AF65-F5344CB8AC3E}">
        <p14:creationId xmlns:p14="http://schemas.microsoft.com/office/powerpoint/2010/main" val="209755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2026-08-24T00:09:28.1340000Z</dcterms:created>
  <dcterms:modified xsi:type="dcterms:W3CDTF">2026-08-24T00:09:28.1340000Z</dcterms:modified>
</coreProperties>
</file>