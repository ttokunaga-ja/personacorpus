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c45a5156f44a69" /><Relationship Type="http://schemas.openxmlformats.org/officeDocument/2006/relationships/extended-properties" Target="/docProps/app.xml" Id="R5cd22e0b82fc4257" /><Relationship Type="http://schemas.openxmlformats.org/officeDocument/2006/relationships/officeDocument" Target="/ppt/presentation.xml" Id="Rd0c46c01e48949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43af1af40d4f9f"/>
  </p:sldMasterIdLst>
  <p:notesMasterIdLst>
    <p:notesMasterId xmlns:r="http://schemas.openxmlformats.org/officeDocument/2006/relationships" r:id="Ra878aa96555f4557"/>
  </p:notesMasterIdLst>
  <p:sldIdLst>
    <p:sldId xmlns:r="http://schemas.openxmlformats.org/officeDocument/2006/relationships" id="256" r:id="R167ecb17735042c8"/>
    <p:sldId xmlns:r="http://schemas.openxmlformats.org/officeDocument/2006/relationships" id="257" r:id="R8635f6de79764d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555422c214e7e" /><Relationship Type="http://schemas.openxmlformats.org/officeDocument/2006/relationships/slideMaster" Target="/ppt/slideMasters/slideMaster1.xml" Id="R7e43af1af40d4f9f" /><Relationship Type="http://schemas.openxmlformats.org/officeDocument/2006/relationships/notesMaster" Target="/ppt/notesMasters/notesMaster1.xml" Id="Ra878aa96555f4557" /><Relationship Type="http://schemas.openxmlformats.org/officeDocument/2006/relationships/presProps" Target="/ppt/presProps.xml" Id="Re4564d49c9f3401e" /><Relationship Type="http://schemas.openxmlformats.org/officeDocument/2006/relationships/tableStyles" Target="/ppt/tableStyles.xml" Id="R91531fc759fa4040" /><Relationship Type="http://schemas.openxmlformats.org/officeDocument/2006/relationships/slide" Target="/ppt/slides/slide1.xml" Id="R167ecb17735042c8" /><Relationship Type="http://schemas.openxmlformats.org/officeDocument/2006/relationships/slide" Target="/ppt/slides/slide2.xml" Id="R8635f6de79764d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d950e52f58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95cd2b838c4e75" /><Relationship Type="http://schemas.openxmlformats.org/officeDocument/2006/relationships/notesMaster" Target="/ppt/notesMasters/notesMaster1.xml" Id="R43e7ee02044d4b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ac465a9e6d4188" /><Relationship Type="http://schemas.openxmlformats.org/officeDocument/2006/relationships/notesMaster" Target="/ppt/notesMasters/notesMaster1.xml" Id="R2b23d878be0a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29ce5927b46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07aca5743461c" /><Relationship Type="http://schemas.openxmlformats.org/officeDocument/2006/relationships/slideLayout" Target="/ppt/slideLayouts/slideLayout1.xml" Id="Rf48b7769729c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b7769729c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604b161e948df" /><Relationship Type="http://schemas.openxmlformats.org/officeDocument/2006/relationships/chart" Target="/ppt/slides/charts/chart1.xml" Id="Rf86a6f0c49ce48c3" /><Relationship Type="http://schemas.openxmlformats.org/officeDocument/2006/relationships/notesSlide" Target="/ppt/notesSlides/notesSlide1.xml" Id="R7e1ff10663eb45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5c93fc4404a93" /><Relationship Type="http://schemas.openxmlformats.org/officeDocument/2006/relationships/chart" Target="/ppt/slides/charts/chart2.xml" Id="Rea1f017166db4777" /><Relationship Type="http://schemas.openxmlformats.org/officeDocument/2006/relationships/notesSlide" Target="/ppt/notesSlides/notesSlide2.xml" Id="R315622f1d0e84e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35</c:v>
              </c:pt>
              <c:pt idx="1">
                <c:v>33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35</c:v>
              </c:pt>
              <c:pt idx="1">
                <c:v>33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7A2FA-C633-426E-AC0E-488CE88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CR-B4-011331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CC2B0-0F41-4B2A-A065-4F8D5A45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svc-release-coordinator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6a6f0c49ce48c3"/>
          </a:graphicData>
        </a:graphic>
      </p:graphicFrame>
    </p:spTree>
    <p:extLst>
      <p:ext uri="{BB962C8B-B14F-4D97-AF65-F5344CB8AC3E}">
        <p14:creationId xmlns:p14="http://schemas.microsoft.com/office/powerpoint/2010/main" val="1464922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9B7EB-E866-464A-9D6F-B3B3EE8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CR-B4-011331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66DF2-5D68-4192-8862-4E40C88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svc-release-coordinator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review-thread ownership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1f017166db4777"/>
          </a:graphicData>
        </a:graphic>
      </p:graphicFrame>
    </p:spTree>
    <p:extLst>
      <p:ext uri="{BB962C8B-B14F-4D97-AF65-F5344CB8AC3E}">
        <p14:creationId xmlns:p14="http://schemas.microsoft.com/office/powerpoint/2010/main" val="1794556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2026-08-24T00:09:28.5380000Z</dcterms:created>
  <dcterms:modified xsi:type="dcterms:W3CDTF">2026-08-24T00:09:28.5380000Z</dcterms:modified>
</coreProperties>
</file>