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81cbf618c492f" /><Relationship Type="http://schemas.openxmlformats.org/officeDocument/2006/relationships/extended-properties" Target="/docProps/app.xml" Id="Rb093595e1f7349eb" /><Relationship Type="http://schemas.openxmlformats.org/officeDocument/2006/relationships/officeDocument" Target="/ppt/presentation.xml" Id="R48a73230df5c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b246cf5874163"/>
  </p:sldMasterIdLst>
  <p:notesMasterIdLst>
    <p:notesMasterId xmlns:r="http://schemas.openxmlformats.org/officeDocument/2006/relationships" r:id="R8af88ef6a24f42eb"/>
  </p:notesMasterIdLst>
  <p:sldIdLst>
    <p:sldId xmlns:r="http://schemas.openxmlformats.org/officeDocument/2006/relationships" id="256" r:id="Rbf5f3b1881334c3e"/>
    <p:sldId xmlns:r="http://schemas.openxmlformats.org/officeDocument/2006/relationships" id="257" r:id="Ref29243d7a1a44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74c8586c9348bb" /><Relationship Type="http://schemas.openxmlformats.org/officeDocument/2006/relationships/slideMaster" Target="/ppt/slideMasters/slideMaster1.xml" Id="Ra47b246cf5874163" /><Relationship Type="http://schemas.openxmlformats.org/officeDocument/2006/relationships/notesMaster" Target="/ppt/notesMasters/notesMaster1.xml" Id="R8af88ef6a24f42eb" /><Relationship Type="http://schemas.openxmlformats.org/officeDocument/2006/relationships/presProps" Target="/ppt/presProps.xml" Id="R4033a5c5b3fa4d03" /><Relationship Type="http://schemas.openxmlformats.org/officeDocument/2006/relationships/tableStyles" Target="/ppt/tableStyles.xml" Id="R53b6119784c64f8a" /><Relationship Type="http://schemas.openxmlformats.org/officeDocument/2006/relationships/slide" Target="/ppt/slides/slide1.xml" Id="Rbf5f3b1881334c3e" /><Relationship Type="http://schemas.openxmlformats.org/officeDocument/2006/relationships/slide" Target="/ppt/slides/slide2.xml" Id="Ref29243d7a1a44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80ea6b17fe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2f6d5d6d144ef" /><Relationship Type="http://schemas.openxmlformats.org/officeDocument/2006/relationships/notesMaster" Target="/ppt/notesMasters/notesMaster1.xml" Id="R4f739e03348444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834d8452204b9a" /><Relationship Type="http://schemas.openxmlformats.org/officeDocument/2006/relationships/notesMaster" Target="/ppt/notesMasters/notesMaster1.xml" Id="R3cf4bda1648443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85c7f992145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73c7d119c45ac" /><Relationship Type="http://schemas.openxmlformats.org/officeDocument/2006/relationships/slideLayout" Target="/ppt/slideLayouts/slideLayout1.xml" Id="R704fc3d173b345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fc3d173b345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c050060df45a3" /><Relationship Type="http://schemas.openxmlformats.org/officeDocument/2006/relationships/chart" Target="/ppt/slides/charts/chart1.xml" Id="Rc2cbaf35ec004c20" /><Relationship Type="http://schemas.openxmlformats.org/officeDocument/2006/relationships/notesSlide" Target="/ppt/notesSlides/notesSlide1.xml" Id="Rd56480e5e260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2bebf0aa14ac6" /><Relationship Type="http://schemas.openxmlformats.org/officeDocument/2006/relationships/chart" Target="/ppt/slides/charts/chart2.xml" Id="Re2cfb1521bdf4828" /><Relationship Type="http://schemas.openxmlformats.org/officeDocument/2006/relationships/notesSlide" Target="/ppt/notesSlides/notesSlide2.xml" Id="Ra0afb7a0d3f9423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41</c:v>
              </c:pt>
              <c:pt idx="1">
                <c:v>39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41</c:v>
              </c:pt>
              <c:pt idx="1">
                <c:v>39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26871-E625-4D7E-92F3-4ADFB281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CR-A7-007828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F8256-358E-4943-BF11-4A466F9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svc-event-bus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cbaf35ec004c20"/>
          </a:graphicData>
        </a:graphic>
      </p:graphicFrame>
    </p:spTree>
    <p:extLst>
      <p:ext uri="{BB962C8B-B14F-4D97-AF65-F5344CB8AC3E}">
        <p14:creationId xmlns:p14="http://schemas.microsoft.com/office/powerpoint/2010/main" val="1357617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2CD53-837D-4B44-A12B-44383667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CR-A7-007828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54446-7411-472E-8CE9-39916106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svc-event-bus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cfb1521bdf4828"/>
          </a:graphicData>
        </a:graphic>
      </p:graphicFrame>
    </p:spTree>
    <p:extLst>
      <p:ext uri="{BB962C8B-B14F-4D97-AF65-F5344CB8AC3E}">
        <p14:creationId xmlns:p14="http://schemas.microsoft.com/office/powerpoint/2010/main" val="1116735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2026-08-24T00:09:28.2640000Z</dcterms:created>
  <dcterms:modified xsi:type="dcterms:W3CDTF">2026-08-24T00:09:28.2640000Z</dcterms:modified>
</coreProperties>
</file>