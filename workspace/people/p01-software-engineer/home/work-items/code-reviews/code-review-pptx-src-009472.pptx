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3ae4718b0343f6" /><Relationship Type="http://schemas.openxmlformats.org/officeDocument/2006/relationships/extended-properties" Target="/docProps/app.xml" Id="R7bd6205e28094f64" /><Relationship Type="http://schemas.openxmlformats.org/officeDocument/2006/relationships/officeDocument" Target="/ppt/presentation.xml" Id="R71ecd162b9e34f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3c51a459264e06"/>
  </p:sldMasterIdLst>
  <p:notesMasterIdLst>
    <p:notesMasterId xmlns:r="http://schemas.openxmlformats.org/officeDocument/2006/relationships" r:id="Ra9f10776092c4a3c"/>
  </p:notesMasterIdLst>
  <p:sldIdLst>
    <p:sldId xmlns:r="http://schemas.openxmlformats.org/officeDocument/2006/relationships" id="256" r:id="R70a4acf47cee4b2b"/>
    <p:sldId xmlns:r="http://schemas.openxmlformats.org/officeDocument/2006/relationships" id="257" r:id="R03e8e3ebdcab42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ef6c5e50824e55" /><Relationship Type="http://schemas.openxmlformats.org/officeDocument/2006/relationships/slideMaster" Target="/ppt/slideMasters/slideMaster1.xml" Id="R503c51a459264e06" /><Relationship Type="http://schemas.openxmlformats.org/officeDocument/2006/relationships/notesMaster" Target="/ppt/notesMasters/notesMaster1.xml" Id="Ra9f10776092c4a3c" /><Relationship Type="http://schemas.openxmlformats.org/officeDocument/2006/relationships/presProps" Target="/ppt/presProps.xml" Id="R4ce6d25cf58248f4" /><Relationship Type="http://schemas.openxmlformats.org/officeDocument/2006/relationships/tableStyles" Target="/ppt/tableStyles.xml" Id="Rc5128f737fd34ed1" /><Relationship Type="http://schemas.openxmlformats.org/officeDocument/2006/relationships/slide" Target="/ppt/slides/slide1.xml" Id="R70a4acf47cee4b2b" /><Relationship Type="http://schemas.openxmlformats.org/officeDocument/2006/relationships/slide" Target="/ppt/slides/slide2.xml" Id="R03e8e3ebdcab42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a1ba51342c4c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dcd8e50b8443c9" /><Relationship Type="http://schemas.openxmlformats.org/officeDocument/2006/relationships/notesMaster" Target="/ppt/notesMasters/notesMaster1.xml" Id="Rd08237e1a0f44b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7f9c2084204942" /><Relationship Type="http://schemas.openxmlformats.org/officeDocument/2006/relationships/notesMaster" Target="/ppt/notesMasters/notesMaster1.xml" Id="Rb6ed4b8d4b7448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11441015e242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266d3520424cec" /><Relationship Type="http://schemas.openxmlformats.org/officeDocument/2006/relationships/slideLayout" Target="/ppt/slideLayouts/slideLayout1.xml" Id="Rcdd1a5ad6d114a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d1a5ad6d114a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63ab97eef4460" /><Relationship Type="http://schemas.openxmlformats.org/officeDocument/2006/relationships/chart" Target="/ppt/slides/charts/chart1.xml" Id="R69ad7eadfb0547d0" /><Relationship Type="http://schemas.openxmlformats.org/officeDocument/2006/relationships/notesSlide" Target="/ppt/notesSlides/notesSlide1.xml" Id="Rb83a9648bd154c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1b09ef1a94eb7" /><Relationship Type="http://schemas.openxmlformats.org/officeDocument/2006/relationships/chart" Target="/ppt/slides/charts/chart2.xml" Id="R74aca1b36e1444b4" /><Relationship Type="http://schemas.openxmlformats.org/officeDocument/2006/relationships/notesSlide" Target="/ppt/notesSlides/notesSlide2.xml" Id="R4ec71c19a15f4df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Checks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2"/>
              <c:pt idx="0">
                <c:v>Recorded</c:v>
              </c:pt>
              <c:pt idx="1">
                <c:v>Passed</c:v>
              </c:pt>
            </c:strLit>
          </c:cat>
          <c:val>
            <c:numLit>
              <c:formatCode>General</c:formatCode>
              <c:ptCount val="2"/>
              <c:pt idx="0">
                <c:v>32</c:v>
              </c:pt>
              <c:pt idx="1">
                <c:v>30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Checks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2"/>
              <c:pt idx="0">
                <c:v>Recorded</c:v>
              </c:pt>
              <c:pt idx="1">
                <c:v>Passed</c:v>
              </c:pt>
            </c:strLit>
          </c:cat>
          <c:val>
            <c:numLit>
              <c:formatCode>General</c:formatCode>
              <c:ptCount val="2"/>
              <c:pt idx="0">
                <c:v>32</c:v>
              </c:pt>
              <c:pt idx="1">
                <c:v>30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6D3D9-B56B-4106-B94F-0434BF96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CR-A7-009472 review brief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D7814-645B-4032-ACD7-8D5AADC6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990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Synthetic svc-decision-store review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schema compatibility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Portfolio review measure: 400 minutes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762000" y="4000500"/>
          <a:ext xmlns:a="http://schemas.openxmlformats.org/drawingml/2006/main" cx="666750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9ad7eadfb0547d0"/>
          </a:graphicData>
        </a:graphic>
      </p:graphicFrame>
    </p:spTree>
    <p:extLst>
      <p:ext uri="{BB962C8B-B14F-4D97-AF65-F5344CB8AC3E}">
        <p14:creationId xmlns:p14="http://schemas.microsoft.com/office/powerpoint/2010/main" val="1772594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A92A48-9012-41F2-A061-EC5BB79D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1005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CR-A7-009472 evidence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F277C3-3D04-4587-B6C3-0978EE51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1625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Service: svc-decision-store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Focus: schema compatibility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The approval boundary remains a workflow transition; post-decision delivery stays distinct.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762000" y="4000500"/>
          <a:ext xmlns:a="http://schemas.openxmlformats.org/drawingml/2006/main" cx="666750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4aca1b36e1444b4"/>
          </a:graphicData>
        </a:graphic>
      </p:graphicFrame>
    </p:spTree>
    <p:extLst>
      <p:ext uri="{BB962C8B-B14F-4D97-AF65-F5344CB8AC3E}">
        <p14:creationId xmlns:p14="http://schemas.microsoft.com/office/powerpoint/2010/main" val="19673697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2026-08-24T00:09:28.3790000Z</dcterms:created>
  <dcterms:modified xsi:type="dcterms:W3CDTF">2026-08-24T00:09:28.3790000Z</dcterms:modified>
</coreProperties>
</file>