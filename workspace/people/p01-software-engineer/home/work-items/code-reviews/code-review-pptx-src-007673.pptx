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b90212f2984420" /><Relationship Type="http://schemas.openxmlformats.org/officeDocument/2006/relationships/extended-properties" Target="/docProps/app.xml" Id="R6547751c01fe4df2" /><Relationship Type="http://schemas.openxmlformats.org/officeDocument/2006/relationships/officeDocument" Target="/ppt/presentation.xml" Id="R5b4d48b89df14b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874bdd603547e7"/>
  </p:sldMasterIdLst>
  <p:notesMasterIdLst>
    <p:notesMasterId xmlns:r="http://schemas.openxmlformats.org/officeDocument/2006/relationships" r:id="Rfa986b9263d0405b"/>
  </p:notesMasterIdLst>
  <p:sldIdLst>
    <p:sldId xmlns:r="http://schemas.openxmlformats.org/officeDocument/2006/relationships" id="256" r:id="R2812c9d54af64a48"/>
    <p:sldId xmlns:r="http://schemas.openxmlformats.org/officeDocument/2006/relationships" id="257" r:id="Ra43808f75ff34b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c7d981a014239" /><Relationship Type="http://schemas.openxmlformats.org/officeDocument/2006/relationships/slideMaster" Target="/ppt/slideMasters/slideMaster1.xml" Id="Re5874bdd603547e7" /><Relationship Type="http://schemas.openxmlformats.org/officeDocument/2006/relationships/notesMaster" Target="/ppt/notesMasters/notesMaster1.xml" Id="Rfa986b9263d0405b" /><Relationship Type="http://schemas.openxmlformats.org/officeDocument/2006/relationships/presProps" Target="/ppt/presProps.xml" Id="Rc9d05947daaa4605" /><Relationship Type="http://schemas.openxmlformats.org/officeDocument/2006/relationships/tableStyles" Target="/ppt/tableStyles.xml" Id="R5ff001ba341244fc" /><Relationship Type="http://schemas.openxmlformats.org/officeDocument/2006/relationships/slide" Target="/ppt/slides/slide1.xml" Id="R2812c9d54af64a48" /><Relationship Type="http://schemas.openxmlformats.org/officeDocument/2006/relationships/slide" Target="/ppt/slides/slide2.xml" Id="Ra43808f75ff34b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51dcf23cb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b69e36c994d3b" /><Relationship Type="http://schemas.openxmlformats.org/officeDocument/2006/relationships/notesMaster" Target="/ppt/notesMasters/notesMaster1.xml" Id="R0706cb6a3d004b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2e6b8edde448fb" /><Relationship Type="http://schemas.openxmlformats.org/officeDocument/2006/relationships/notesMaster" Target="/ppt/notesMasters/notesMaster1.xml" Id="R6c570e2fd5f4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4e455b385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0b89cc40c743c9" /><Relationship Type="http://schemas.openxmlformats.org/officeDocument/2006/relationships/slideLayout" Target="/ppt/slideLayouts/slideLayout1.xml" Id="R1177eb54d8d0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77eb54d8d0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3e268eeb9425a" /><Relationship Type="http://schemas.openxmlformats.org/officeDocument/2006/relationships/chart" Target="/ppt/slides/charts/chart1.xml" Id="R9a833de4d2bf4ef2" /><Relationship Type="http://schemas.openxmlformats.org/officeDocument/2006/relationships/notesSlide" Target="/ppt/notesSlides/notesSlide1.xml" Id="R8b8c35af76f04e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e0b8aa194441d" /><Relationship Type="http://schemas.openxmlformats.org/officeDocument/2006/relationships/chart" Target="/ppt/slides/charts/chart2.xml" Id="R624b48e2d4fc401b" /><Relationship Type="http://schemas.openxmlformats.org/officeDocument/2006/relationships/notesSlide" Target="/ppt/notesSlides/notesSlide2.xml" Id="R492bc799d7a0424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31</c:v>
              </c:pt>
              <c:pt idx="1">
                <c:v>29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31</c:v>
              </c:pt>
              <c:pt idx="1">
                <c:v>29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99EC3-D792-4BC1-9363-2477C925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CR-B4-007673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BB7D4-F3C2-415A-87F9-A0E139D4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svc-event-bus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error boundary propagation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833de4d2bf4ef2"/>
          </a:graphicData>
        </a:graphic>
      </p:graphicFrame>
    </p:spTree>
    <p:extLst>
      <p:ext uri="{BB962C8B-B14F-4D97-AF65-F5344CB8AC3E}">
        <p14:creationId xmlns:p14="http://schemas.microsoft.com/office/powerpoint/2010/main" val="1172013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E7E24-432F-449B-BB8B-ABB91148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CR-B4-007673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9053F-3907-4184-B997-32484490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svc-event-bus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error boundary propagation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4b48e2d4fc401b"/>
          </a:graphicData>
        </a:graphic>
      </p:graphicFrame>
    </p:spTree>
    <p:extLst>
      <p:ext uri="{BB962C8B-B14F-4D97-AF65-F5344CB8AC3E}">
        <p14:creationId xmlns:p14="http://schemas.microsoft.com/office/powerpoint/2010/main" val="26701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2026-08-24T00:09:28.2220000Z</dcterms:created>
  <dcterms:modified xsi:type="dcterms:W3CDTF">2026-08-24T00:09:28.2220000Z</dcterms:modified>
</coreProperties>
</file>