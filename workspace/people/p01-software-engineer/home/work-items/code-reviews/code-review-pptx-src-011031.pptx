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acb80c77f42c1" /><Relationship Type="http://schemas.openxmlformats.org/officeDocument/2006/relationships/extended-properties" Target="/docProps/app.xml" Id="R743561432fe4410b" /><Relationship Type="http://schemas.openxmlformats.org/officeDocument/2006/relationships/officeDocument" Target="/ppt/presentation.xml" Id="R3fc67cc3f422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5c8a2301a648bf"/>
  </p:sldMasterIdLst>
  <p:notesMasterIdLst>
    <p:notesMasterId xmlns:r="http://schemas.openxmlformats.org/officeDocument/2006/relationships" r:id="Ra80b7b57ed464e58"/>
  </p:notesMasterIdLst>
  <p:sldIdLst>
    <p:sldId xmlns:r="http://schemas.openxmlformats.org/officeDocument/2006/relationships" id="256" r:id="Rb9b0b5f2fe564097"/>
    <p:sldId xmlns:r="http://schemas.openxmlformats.org/officeDocument/2006/relationships" id="257" r:id="R7d9e1fa1151743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b38bbf15074447" /><Relationship Type="http://schemas.openxmlformats.org/officeDocument/2006/relationships/slideMaster" Target="/ppt/slideMasters/slideMaster1.xml" Id="Rd65c8a2301a648bf" /><Relationship Type="http://schemas.openxmlformats.org/officeDocument/2006/relationships/notesMaster" Target="/ppt/notesMasters/notesMaster1.xml" Id="Ra80b7b57ed464e58" /><Relationship Type="http://schemas.openxmlformats.org/officeDocument/2006/relationships/presProps" Target="/ppt/presProps.xml" Id="Rd287c53a840b49d5" /><Relationship Type="http://schemas.openxmlformats.org/officeDocument/2006/relationships/tableStyles" Target="/ppt/tableStyles.xml" Id="R7ec3d7e87d2d4feb" /><Relationship Type="http://schemas.openxmlformats.org/officeDocument/2006/relationships/slide" Target="/ppt/slides/slide1.xml" Id="Rb9b0b5f2fe564097" /><Relationship Type="http://schemas.openxmlformats.org/officeDocument/2006/relationships/slide" Target="/ppt/slides/slide2.xml" Id="R7d9e1fa1151743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724cbb74724c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897879360040e2" /><Relationship Type="http://schemas.openxmlformats.org/officeDocument/2006/relationships/notesMaster" Target="/ppt/notesMasters/notesMaster1.xml" Id="R903a49b482cd4c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770c0875974fd7" /><Relationship Type="http://schemas.openxmlformats.org/officeDocument/2006/relationships/notesMaster" Target="/ppt/notesMasters/notesMaster1.xml" Id="Re99b7d2bfb7d45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c3f8254fd44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832e8d0e074d8e" /><Relationship Type="http://schemas.openxmlformats.org/officeDocument/2006/relationships/slideLayout" Target="/ppt/slideLayouts/slideLayout1.xml" Id="Rf47f8bf68ae74c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7f8bf68ae74c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30b95c6f04c78" /><Relationship Type="http://schemas.openxmlformats.org/officeDocument/2006/relationships/chart" Target="/ppt/slides/charts/chart1.xml" Id="Re8c274df26254eb8" /><Relationship Type="http://schemas.openxmlformats.org/officeDocument/2006/relationships/notesSlide" Target="/ppt/notesSlides/notesSlide1.xml" Id="R8648ea5b27c44b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3ac08e824490d" /><Relationship Type="http://schemas.openxmlformats.org/officeDocument/2006/relationships/chart" Target="/ppt/slides/charts/chart2.xml" Id="R382efcbd09034767" /><Relationship Type="http://schemas.openxmlformats.org/officeDocument/2006/relationships/notesSlide" Target="/ppt/notesSlides/notesSlide2.xml" Id="R0ba19af4d01846c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25</c:v>
              </c:pt>
              <c:pt idx="1">
                <c:v>23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25</c:v>
              </c:pt>
              <c:pt idx="1">
                <c:v>23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578A1-6ADA-4A99-932C-FC8B4D05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CR-B4-011031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EC0A5-31F1-4317-8A73-102B893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svc-release-coordinator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c274df26254eb8"/>
          </a:graphicData>
        </a:graphic>
      </p:graphicFrame>
    </p:spTree>
    <p:extLst>
      <p:ext uri="{BB962C8B-B14F-4D97-AF65-F5344CB8AC3E}">
        <p14:creationId xmlns:p14="http://schemas.microsoft.com/office/powerpoint/2010/main" val="1471080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1F277-CAF2-4566-8D35-472EB695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CR-B4-011031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B1634-E0B1-474B-A9A8-40F6F491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svc-release-coordinator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2efcbd09034767"/>
          </a:graphicData>
        </a:graphic>
      </p:graphicFrame>
    </p:spTree>
    <p:extLst>
      <p:ext uri="{BB962C8B-B14F-4D97-AF65-F5344CB8AC3E}">
        <p14:creationId xmlns:p14="http://schemas.microsoft.com/office/powerpoint/2010/main" val="556207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2026-08-24T00:09:28.4870000Z</dcterms:created>
  <dcterms:modified xsi:type="dcterms:W3CDTF">2026-08-24T00:09:28.4870000Z</dcterms:modified>
</coreProperties>
</file>