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d7fc45429b4eb4" /><Relationship Type="http://schemas.openxmlformats.org/officeDocument/2006/relationships/extended-properties" Target="/docProps/app.xml" Id="R4ff72d7935524a33" /><Relationship Type="http://schemas.openxmlformats.org/officeDocument/2006/relationships/officeDocument" Target="/ppt/presentation.xml" Id="R98ba4118ecfc46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e7d07e61c54d3b"/>
  </p:sldMasterIdLst>
  <p:notesMasterIdLst>
    <p:notesMasterId xmlns:r="http://schemas.openxmlformats.org/officeDocument/2006/relationships" r:id="R26ec1eaaff074210"/>
  </p:notesMasterIdLst>
  <p:sldIdLst>
    <p:sldId xmlns:r="http://schemas.openxmlformats.org/officeDocument/2006/relationships" id="256" r:id="R3cc629894b054973"/>
    <p:sldId xmlns:r="http://schemas.openxmlformats.org/officeDocument/2006/relationships" id="257" r:id="Rd985b2c4750446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c46b9ec4ab463b" /><Relationship Type="http://schemas.openxmlformats.org/officeDocument/2006/relationships/slideMaster" Target="/ppt/slideMasters/slideMaster1.xml" Id="R07e7d07e61c54d3b" /><Relationship Type="http://schemas.openxmlformats.org/officeDocument/2006/relationships/notesMaster" Target="/ppt/notesMasters/notesMaster1.xml" Id="R26ec1eaaff074210" /><Relationship Type="http://schemas.openxmlformats.org/officeDocument/2006/relationships/presProps" Target="/ppt/presProps.xml" Id="R39041b0ed3864f3f" /><Relationship Type="http://schemas.openxmlformats.org/officeDocument/2006/relationships/tableStyles" Target="/ppt/tableStyles.xml" Id="Rffd40da80cf0445a" /><Relationship Type="http://schemas.openxmlformats.org/officeDocument/2006/relationships/slide" Target="/ppt/slides/slide1.xml" Id="R3cc629894b054973" /><Relationship Type="http://schemas.openxmlformats.org/officeDocument/2006/relationships/slide" Target="/ppt/slides/slide2.xml" Id="Rd985b2c4750446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f1842a691a44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e8451f7d3b46f2" /><Relationship Type="http://schemas.openxmlformats.org/officeDocument/2006/relationships/notesMaster" Target="/ppt/notesMasters/notesMaster1.xml" Id="R8e9db1b092f54b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e9a95c312f4b87" /><Relationship Type="http://schemas.openxmlformats.org/officeDocument/2006/relationships/notesMaster" Target="/ppt/notesMasters/notesMaster1.xml" Id="Re6ea2292d46048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75963a0d947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260dffff84a80" /><Relationship Type="http://schemas.openxmlformats.org/officeDocument/2006/relationships/slideLayout" Target="/ppt/slideLayouts/slideLayout1.xml" Id="Ra3ce5e89c7c144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ce5e89c7c144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5069c8d4e4f02" /><Relationship Type="http://schemas.openxmlformats.org/officeDocument/2006/relationships/chart" Target="/ppt/slides/charts/chart1.xml" Id="R17f353a30a9c4c37" /><Relationship Type="http://schemas.openxmlformats.org/officeDocument/2006/relationships/notesSlide" Target="/ppt/notesSlides/notesSlide1.xml" Id="Re5677ee07b404c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316ef4c0e40db" /><Relationship Type="http://schemas.openxmlformats.org/officeDocument/2006/relationships/chart" Target="/ppt/slides/charts/chart2.xml" Id="Ra22f405340d940b4" /><Relationship Type="http://schemas.openxmlformats.org/officeDocument/2006/relationships/notesSlide" Target="/ppt/notesSlides/notesSlide2.xml" Id="Rcf594e5187a44af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28</c:v>
              </c:pt>
              <c:pt idx="1">
                <c:v>26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28</c:v>
              </c:pt>
              <c:pt idx="1">
                <c:v>26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BC0E3-491E-4581-9C40-84D05BAC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CR-A7-008830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A7789-48E8-45B4-9AB2-2E2A90BF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svc-edge-api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latency evidence labeling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f353a30a9c4c37"/>
          </a:graphicData>
        </a:graphic>
      </p:graphicFrame>
    </p:spTree>
    <p:extLst>
      <p:ext uri="{BB962C8B-B14F-4D97-AF65-F5344CB8AC3E}">
        <p14:creationId xmlns:p14="http://schemas.microsoft.com/office/powerpoint/2010/main" val="325288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50C52-4754-468C-BF21-746B3C63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CR-A7-008830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B8ABF-D0C0-4645-BB85-9E02CD3F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svc-edge-api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latency evidence labeling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2f405340d940b4"/>
          </a:graphicData>
        </a:graphic>
      </p:graphicFrame>
    </p:spTree>
    <p:extLst>
      <p:ext uri="{BB962C8B-B14F-4D97-AF65-F5344CB8AC3E}">
        <p14:creationId xmlns:p14="http://schemas.microsoft.com/office/powerpoint/2010/main" val="1235548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2026-08-24T00:09:28.3230000Z</dcterms:created>
  <dcterms:modified xsi:type="dcterms:W3CDTF">2026-08-24T00:09:28.3230000Z</dcterms:modified>
</coreProperties>
</file>