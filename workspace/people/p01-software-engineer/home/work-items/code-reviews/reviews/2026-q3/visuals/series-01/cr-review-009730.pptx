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b560de41e34c28" /><Relationship Type="http://schemas.openxmlformats.org/officeDocument/2006/relationships/extended-properties" Target="/docProps/app.xml" Id="R66d71ed990754333" /><Relationship Type="http://schemas.openxmlformats.org/officeDocument/2006/relationships/officeDocument" Target="/ppt/presentation.xml" Id="R35c65860cfe145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ffc9b99e2f4a3c"/>
  </p:sldMasterIdLst>
  <p:notesMasterIdLst>
    <p:notesMasterId xmlns:r="http://schemas.openxmlformats.org/officeDocument/2006/relationships" r:id="R082536511f0744a0"/>
  </p:notesMasterIdLst>
  <p:sldIdLst>
    <p:sldId xmlns:r="http://schemas.openxmlformats.org/officeDocument/2006/relationships" id="256" r:id="R1a50a3556abf4f72"/>
    <p:sldId xmlns:r="http://schemas.openxmlformats.org/officeDocument/2006/relationships" id="257" r:id="Ra41c5b40f87e4c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bf4b8e803f414e" /><Relationship Type="http://schemas.openxmlformats.org/officeDocument/2006/relationships/slideMaster" Target="/ppt/slideMasters/slideMaster1.xml" Id="R4affc9b99e2f4a3c" /><Relationship Type="http://schemas.openxmlformats.org/officeDocument/2006/relationships/notesMaster" Target="/ppt/notesMasters/notesMaster1.xml" Id="R082536511f0744a0" /><Relationship Type="http://schemas.openxmlformats.org/officeDocument/2006/relationships/presProps" Target="/ppt/presProps.xml" Id="R3d28486663e645f2" /><Relationship Type="http://schemas.openxmlformats.org/officeDocument/2006/relationships/tableStyles" Target="/ppt/tableStyles.xml" Id="R04968239191e4379" /><Relationship Type="http://schemas.openxmlformats.org/officeDocument/2006/relationships/slide" Target="/ppt/slides/slide1.xml" Id="R1a50a3556abf4f72" /><Relationship Type="http://schemas.openxmlformats.org/officeDocument/2006/relationships/slide" Target="/ppt/slides/slide2.xml" Id="Ra41c5b40f87e4c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12c17dd47740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fa77206b2f4b6f" /><Relationship Type="http://schemas.openxmlformats.org/officeDocument/2006/relationships/notesMaster" Target="/ppt/notesMasters/notesMaster1.xml" Id="R68c28716aa114c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8a1c968c804221" /><Relationship Type="http://schemas.openxmlformats.org/officeDocument/2006/relationships/notesMaster" Target="/ppt/notesMasters/notesMaster1.xml" Id="R28397befb9e948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13377fe63d40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b39cf30b124897" /><Relationship Type="http://schemas.openxmlformats.org/officeDocument/2006/relationships/slideLayout" Target="/ppt/slideLayouts/slideLayout1.xml" Id="Rc983bedc9ba649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83bedc9ba649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534c04a30422e" /><Relationship Type="http://schemas.openxmlformats.org/officeDocument/2006/relationships/chart" Target="/ppt/slides/charts/chart1.xml" Id="R779639fe44764c7b" /><Relationship Type="http://schemas.openxmlformats.org/officeDocument/2006/relationships/notesSlide" Target="/ppt/notesSlides/notesSlide1.xml" Id="Rdda5afbd7ca241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75c486a024f2d" /><Relationship Type="http://schemas.openxmlformats.org/officeDocument/2006/relationships/chart" Target="/ppt/slides/charts/chart2.xml" Id="R2a6238f7640f423d" /><Relationship Type="http://schemas.openxmlformats.org/officeDocument/2006/relationships/notesSlide" Target="/ppt/notesSlides/notesSlide2.xml" Id="Rffe41d2c9fce439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29</c:v>
              </c:pt>
              <c:pt idx="1">
                <c:v>27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29</c:v>
              </c:pt>
              <c:pt idx="1">
                <c:v>27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C79BD-1F57-4B92-BE07-2B716585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CR-A7-009730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63569-A2B5-4BF5-8CB5-3ACF8DC0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svc-edge-api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latency evidence labeling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9639fe44764c7b"/>
          </a:graphicData>
        </a:graphic>
      </p:graphicFrame>
    </p:spTree>
    <p:extLst>
      <p:ext uri="{BB962C8B-B14F-4D97-AF65-F5344CB8AC3E}">
        <p14:creationId xmlns:p14="http://schemas.microsoft.com/office/powerpoint/2010/main" val="6852758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B823E-0EDD-4E8A-A82B-919FD224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CR-A7-009730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3DC1C-33EA-40F2-B033-7F138D4D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svc-edge-api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latency evidence labeling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6238f7640f423d"/>
          </a:graphicData>
        </a:graphic>
      </p:graphicFrame>
    </p:spTree>
    <p:extLst>
      <p:ext uri="{BB962C8B-B14F-4D97-AF65-F5344CB8AC3E}">
        <p14:creationId xmlns:p14="http://schemas.microsoft.com/office/powerpoint/2010/main" val="1970240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2026-08-24T00:09:28.4080000Z</dcterms:created>
  <dcterms:modified xsi:type="dcterms:W3CDTF">2026-08-24T00:09:28.4080000Z</dcterms:modified>
</coreProperties>
</file>