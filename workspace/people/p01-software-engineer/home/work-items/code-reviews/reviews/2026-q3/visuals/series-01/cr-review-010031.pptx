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5e4cb0bfe842d1" /><Relationship Type="http://schemas.openxmlformats.org/officeDocument/2006/relationships/extended-properties" Target="/docProps/app.xml" Id="R52ae07b2744f4387" /><Relationship Type="http://schemas.openxmlformats.org/officeDocument/2006/relationships/officeDocument" Target="/ppt/presentation.xml" Id="R1798ecf46b0440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2aa11f677743a0"/>
  </p:sldMasterIdLst>
  <p:notesMasterIdLst>
    <p:notesMasterId xmlns:r="http://schemas.openxmlformats.org/officeDocument/2006/relationships" r:id="R84e61b2a705740a6"/>
  </p:notesMasterIdLst>
  <p:sldIdLst>
    <p:sldId xmlns:r="http://schemas.openxmlformats.org/officeDocument/2006/relationships" id="256" r:id="Rcaa8a5fe4f024ab1"/>
    <p:sldId xmlns:r="http://schemas.openxmlformats.org/officeDocument/2006/relationships" id="257" r:id="R3891086524e946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2e1a198c7445aa" /><Relationship Type="http://schemas.openxmlformats.org/officeDocument/2006/relationships/slideMaster" Target="/ppt/slideMasters/slideMaster1.xml" Id="R232aa11f677743a0" /><Relationship Type="http://schemas.openxmlformats.org/officeDocument/2006/relationships/notesMaster" Target="/ppt/notesMasters/notesMaster1.xml" Id="R84e61b2a705740a6" /><Relationship Type="http://schemas.openxmlformats.org/officeDocument/2006/relationships/presProps" Target="/ppt/presProps.xml" Id="R9614396e13174516" /><Relationship Type="http://schemas.openxmlformats.org/officeDocument/2006/relationships/tableStyles" Target="/ppt/tableStyles.xml" Id="R6bac1fe782254975" /><Relationship Type="http://schemas.openxmlformats.org/officeDocument/2006/relationships/slide" Target="/ppt/slides/slide1.xml" Id="Rcaa8a5fe4f024ab1" /><Relationship Type="http://schemas.openxmlformats.org/officeDocument/2006/relationships/slide" Target="/ppt/slides/slide2.xml" Id="R3891086524e946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6cd4ba77344d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34edc40e1d40a0" /><Relationship Type="http://schemas.openxmlformats.org/officeDocument/2006/relationships/notesMaster" Target="/ppt/notesMasters/notesMaster1.xml" Id="Rc1c81583113c48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3d0fbb867a4227" /><Relationship Type="http://schemas.openxmlformats.org/officeDocument/2006/relationships/notesMaster" Target="/ppt/notesMasters/notesMaster1.xml" Id="R5b52cbc0769a47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e98517737249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9393f3f9684211" /><Relationship Type="http://schemas.openxmlformats.org/officeDocument/2006/relationships/slideLayout" Target="/ppt/slideLayouts/slideLayout1.xml" Id="R5c74b58202164c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74b58202164c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6ff8872e14280" /><Relationship Type="http://schemas.openxmlformats.org/officeDocument/2006/relationships/chart" Target="/ppt/slides/charts/chart1.xml" Id="Rd4821043e049478d" /><Relationship Type="http://schemas.openxmlformats.org/officeDocument/2006/relationships/notesSlide" Target="/ppt/notesSlides/notesSlide1.xml" Id="R59234fe0628e47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bb197b077a4acb" /><Relationship Type="http://schemas.openxmlformats.org/officeDocument/2006/relationships/chart" Target="/ppt/slides/charts/chart2.xml" Id="R38e8ee856cec4fe8" /><Relationship Type="http://schemas.openxmlformats.org/officeDocument/2006/relationships/notesSlide" Target="/ppt/notesSlides/notesSlide2.xml" Id="Refe74c882af945a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Checks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2"/>
              <c:pt idx="0">
                <c:v>Recorded</c:v>
              </c:pt>
              <c:pt idx="1">
                <c:v>Passed</c:v>
              </c:pt>
            </c:strLit>
          </c:cat>
          <c:val>
            <c:numLit>
              <c:formatCode>General</c:formatCode>
              <c:ptCount val="2"/>
              <c:pt idx="0">
                <c:v>40</c:v>
              </c:pt>
              <c:pt idx="1">
                <c:v>38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Checks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2"/>
              <c:pt idx="0">
                <c:v>Recorded</c:v>
              </c:pt>
              <c:pt idx="1">
                <c:v>Passed</c:v>
              </c:pt>
            </c:strLit>
          </c:cat>
          <c:val>
            <c:numLit>
              <c:formatCode>General</c:formatCode>
              <c:ptCount val="2"/>
              <c:pt idx="0">
                <c:v>40</c:v>
              </c:pt>
              <c:pt idx="1">
                <c:v>38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78830-B372-4383-8B5C-F0408469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CR-B4-010031 review brief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3D7AF-52A8-49F8-A06F-43C66B1A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990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Synthetic svc-release-coordinator review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review-thread ownership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Portfolio review measure: 400 minutes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762000" y="4000500"/>
          <a:ext xmlns:a="http://schemas.openxmlformats.org/drawingml/2006/main" cx="666750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4821043e049478d"/>
          </a:graphicData>
        </a:graphic>
      </p:graphicFrame>
    </p:spTree>
    <p:extLst>
      <p:ext uri="{BB962C8B-B14F-4D97-AF65-F5344CB8AC3E}">
        <p14:creationId xmlns:p14="http://schemas.microsoft.com/office/powerpoint/2010/main" val="15776663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975B1E-D37E-4404-B20F-C0076113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1005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CR-B4-010031 evidence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A4E8DA-9424-4B6B-AEFC-E17FEC89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1625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Service: svc-release-coordinator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Focus: review-thread ownership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The approval boundary remains a workflow transition; post-decision delivery stays distinct.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762000" y="4000500"/>
          <a:ext xmlns:a="http://schemas.openxmlformats.org/drawingml/2006/main" cx="666750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8e8ee856cec4fe8"/>
          </a:graphicData>
        </a:graphic>
      </p:graphicFrame>
    </p:spTree>
    <p:extLst>
      <p:ext uri="{BB962C8B-B14F-4D97-AF65-F5344CB8AC3E}">
        <p14:creationId xmlns:p14="http://schemas.microsoft.com/office/powerpoint/2010/main" val="18442863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2026-08-24T00:09:28.4360000Z</dcterms:created>
  <dcterms:modified xsi:type="dcterms:W3CDTF">2026-08-24T00:09:28.4360000Z</dcterms:modified>
</coreProperties>
</file>