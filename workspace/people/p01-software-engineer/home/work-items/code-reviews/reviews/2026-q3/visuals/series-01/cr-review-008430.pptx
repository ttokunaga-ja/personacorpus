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a945c94a9549ad" /><Relationship Type="http://schemas.openxmlformats.org/officeDocument/2006/relationships/extended-properties" Target="/docProps/app.xml" Id="R53ee30115e6142fe" /><Relationship Type="http://schemas.openxmlformats.org/officeDocument/2006/relationships/officeDocument" Target="/ppt/presentation.xml" Id="R166d8f6b5c5741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3c78f24610452a"/>
  </p:sldMasterIdLst>
  <p:notesMasterIdLst>
    <p:notesMasterId xmlns:r="http://schemas.openxmlformats.org/officeDocument/2006/relationships" r:id="R3ae5657d5db347a7"/>
  </p:notesMasterIdLst>
  <p:sldIdLst>
    <p:sldId xmlns:r="http://schemas.openxmlformats.org/officeDocument/2006/relationships" id="256" r:id="R7e65177300d4477e"/>
    <p:sldId xmlns:r="http://schemas.openxmlformats.org/officeDocument/2006/relationships" id="257" r:id="Re7315f34c56549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2f076c1df24ceb" /><Relationship Type="http://schemas.openxmlformats.org/officeDocument/2006/relationships/slideMaster" Target="/ppt/slideMasters/slideMaster1.xml" Id="R5f3c78f24610452a" /><Relationship Type="http://schemas.openxmlformats.org/officeDocument/2006/relationships/notesMaster" Target="/ppt/notesMasters/notesMaster1.xml" Id="R3ae5657d5db347a7" /><Relationship Type="http://schemas.openxmlformats.org/officeDocument/2006/relationships/presProps" Target="/ppt/presProps.xml" Id="Re9ab6c6afd494857" /><Relationship Type="http://schemas.openxmlformats.org/officeDocument/2006/relationships/tableStyles" Target="/ppt/tableStyles.xml" Id="Re035eb75c76048b2" /><Relationship Type="http://schemas.openxmlformats.org/officeDocument/2006/relationships/slide" Target="/ppt/slides/slide1.xml" Id="R7e65177300d4477e" /><Relationship Type="http://schemas.openxmlformats.org/officeDocument/2006/relationships/slide" Target="/ppt/slides/slide2.xml" Id="Re7315f34c56549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b4546791f541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6cd827a96b4ae3" /><Relationship Type="http://schemas.openxmlformats.org/officeDocument/2006/relationships/notesMaster" Target="/ppt/notesMasters/notesMaster1.xml" Id="R77eaf0647d5a4c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3e54b52c914fd7" /><Relationship Type="http://schemas.openxmlformats.org/officeDocument/2006/relationships/notesMaster" Target="/ppt/notesMasters/notesMaster1.xml" Id="Rdf6b77123e5441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06fc7a19f4d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16bba994b64fc1" /><Relationship Type="http://schemas.openxmlformats.org/officeDocument/2006/relationships/slideLayout" Target="/ppt/slideLayouts/slideLayout1.xml" Id="R7bc9bb40c87144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9bb40c87144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361095db74ad8" /><Relationship Type="http://schemas.openxmlformats.org/officeDocument/2006/relationships/chart" Target="/ppt/slides/charts/chart1.xml" Id="Rba2a3c23be214118" /><Relationship Type="http://schemas.openxmlformats.org/officeDocument/2006/relationships/notesSlide" Target="/ppt/notesSlides/notesSlide1.xml" Id="R7bfa11b311b446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1eb9f297f495d" /><Relationship Type="http://schemas.openxmlformats.org/officeDocument/2006/relationships/chart" Target="/ppt/slides/charts/chart2.xml" Id="Rd68d2ea2c06b44da" /><Relationship Type="http://schemas.openxmlformats.org/officeDocument/2006/relationships/notesSlide" Target="/ppt/notesSlides/notesSlide2.xml" Id="R689f159c68e2476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34</c:v>
              </c:pt>
              <c:pt idx="1">
                <c:v>32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34</c:v>
              </c:pt>
              <c:pt idx="1">
                <c:v>32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9B112-6876-4C80-8CF9-86E69B7D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CR-A7-008430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27EED-31C1-47BB-8503-4EA5FF77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svc-edge-api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latency evidence labeling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2a3c23be214118"/>
          </a:graphicData>
        </a:graphic>
      </p:graphicFrame>
    </p:spTree>
    <p:extLst>
      <p:ext uri="{BB962C8B-B14F-4D97-AF65-F5344CB8AC3E}">
        <p14:creationId xmlns:p14="http://schemas.microsoft.com/office/powerpoint/2010/main" val="839660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B4D36-0E43-4E16-8655-1AECE0CD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CR-A7-008430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9DFF3-FA49-4360-9379-A6F9769D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svc-edge-api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latency evidence labeling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68d2ea2c06b44da"/>
          </a:graphicData>
        </a:graphic>
      </p:graphicFrame>
    </p:spTree>
    <p:extLst>
      <p:ext uri="{BB962C8B-B14F-4D97-AF65-F5344CB8AC3E}">
        <p14:creationId xmlns:p14="http://schemas.microsoft.com/office/powerpoint/2010/main" val="2063179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2026-08-24T00:09:28.2940000Z</dcterms:created>
  <dcterms:modified xsi:type="dcterms:W3CDTF">2026-08-24T00:09:28.2940000Z</dcterms:modified>
</coreProperties>
</file>