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207ccda20d4e7f" /><Relationship Type="http://schemas.openxmlformats.org/officeDocument/2006/relationships/extended-properties" Target="/docProps/app.xml" Id="R45832a5de46a4e61" /><Relationship Type="http://schemas.openxmlformats.org/officeDocument/2006/relationships/officeDocument" Target="/ppt/presentation.xml" Id="Rbcbce634cefa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0d6f1cc0c4cde"/>
  </p:sldMasterIdLst>
  <p:notesMasterIdLst>
    <p:notesMasterId xmlns:r="http://schemas.openxmlformats.org/officeDocument/2006/relationships" r:id="Reca462a526d04182"/>
  </p:notesMasterIdLst>
  <p:sldIdLst>
    <p:sldId xmlns:r="http://schemas.openxmlformats.org/officeDocument/2006/relationships" id="256" r:id="Rb9d5f84bb3ca4e86"/>
    <p:sldId xmlns:r="http://schemas.openxmlformats.org/officeDocument/2006/relationships" id="257" r:id="Rfc2168cdd83a46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0436526f214c16" /><Relationship Type="http://schemas.openxmlformats.org/officeDocument/2006/relationships/slideMaster" Target="/ppt/slideMasters/slideMaster1.xml" Id="Reb60d6f1cc0c4cde" /><Relationship Type="http://schemas.openxmlformats.org/officeDocument/2006/relationships/notesMaster" Target="/ppt/notesMasters/notesMaster1.xml" Id="Reca462a526d04182" /><Relationship Type="http://schemas.openxmlformats.org/officeDocument/2006/relationships/presProps" Target="/ppt/presProps.xml" Id="R2ec2762b66b54724" /><Relationship Type="http://schemas.openxmlformats.org/officeDocument/2006/relationships/tableStyles" Target="/ppt/tableStyles.xml" Id="R854288f9aa434da6" /><Relationship Type="http://schemas.openxmlformats.org/officeDocument/2006/relationships/slide" Target="/ppt/slides/slide1.xml" Id="Rb9d5f84bb3ca4e86" /><Relationship Type="http://schemas.openxmlformats.org/officeDocument/2006/relationships/slide" Target="/ppt/slides/slide2.xml" Id="Rfc2168cdd83a46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0ae4bffe2343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608adabbf4694" /><Relationship Type="http://schemas.openxmlformats.org/officeDocument/2006/relationships/notesMaster" Target="/ppt/notesMasters/notesMaster1.xml" Id="R4548a348acba4c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b8f7ba54124926" /><Relationship Type="http://schemas.openxmlformats.org/officeDocument/2006/relationships/notesMaster" Target="/ppt/notesMasters/notesMaster1.xml" Id="R4b9b77e610b744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4db2e84c840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65f74ff934c14" /><Relationship Type="http://schemas.openxmlformats.org/officeDocument/2006/relationships/slideLayout" Target="/ppt/slideLayouts/slideLayout1.xml" Id="R7a9527b347c1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527b347c1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41e1e815b40d6" /><Relationship Type="http://schemas.openxmlformats.org/officeDocument/2006/relationships/chart" Target="/ppt/slides/charts/chart1.xml" Id="Ra3a60773ccc340bc" /><Relationship Type="http://schemas.openxmlformats.org/officeDocument/2006/relationships/notesSlide" Target="/ppt/notesSlides/notesSlide1.xml" Id="R5b4c6ec6577c44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bbf1bdddf4601" /><Relationship Type="http://schemas.openxmlformats.org/officeDocument/2006/relationships/chart" Target="/ppt/slides/charts/chart2.xml" Id="R3ca4322b0bab444f" /><Relationship Type="http://schemas.openxmlformats.org/officeDocument/2006/relationships/notesSlide" Target="/ppt/notesSlides/notesSlide2.xml" Id="R1a9a5988aa4e4b1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28</c:v>
              </c:pt>
              <c:pt idx="1">
                <c:v>26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28</c:v>
              </c:pt>
              <c:pt idx="1">
                <c:v>26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43534-E72D-4BEC-9938-DB76CD1C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CR-A7-002276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E6C84-F179-4135-BED1-AD487876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svc-release-coordinator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a60773ccc340bc"/>
          </a:graphicData>
        </a:graphic>
      </p:graphicFrame>
    </p:spTree>
    <p:extLst>
      <p:ext uri="{BB962C8B-B14F-4D97-AF65-F5344CB8AC3E}">
        <p14:creationId xmlns:p14="http://schemas.microsoft.com/office/powerpoint/2010/main" val="703212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F5B9D-1ADE-4DB1-A849-524CF8E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CR-A7-002276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4AA42-C073-465E-8341-4B34212D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svc-release-coordinator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a4322b0bab444f"/>
          </a:graphicData>
        </a:graphic>
      </p:graphicFrame>
    </p:spTree>
    <p:extLst>
      <p:ext uri="{BB962C8B-B14F-4D97-AF65-F5344CB8AC3E}">
        <p14:creationId xmlns:p14="http://schemas.microsoft.com/office/powerpoint/2010/main" val="95715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2026-08-24T00:09:27.8640000Z</dcterms:created>
  <dcterms:modified xsi:type="dcterms:W3CDTF">2026-08-24T00:09:27.8640000Z</dcterms:modified>
</coreProperties>
</file>