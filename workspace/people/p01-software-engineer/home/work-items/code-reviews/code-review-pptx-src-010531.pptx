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fc36cbf4804d47" /><Relationship Type="http://schemas.openxmlformats.org/officeDocument/2006/relationships/extended-properties" Target="/docProps/app.xml" Id="Rd25d3024dc4c489d" /><Relationship Type="http://schemas.openxmlformats.org/officeDocument/2006/relationships/officeDocument" Target="/ppt/presentation.xml" Id="Rd27f4c8c05bc4a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395ebe0eb14504"/>
  </p:sldMasterIdLst>
  <p:notesMasterIdLst>
    <p:notesMasterId xmlns:r="http://schemas.openxmlformats.org/officeDocument/2006/relationships" r:id="R960b88bec6a14425"/>
  </p:notesMasterIdLst>
  <p:sldIdLst>
    <p:sldId xmlns:r="http://schemas.openxmlformats.org/officeDocument/2006/relationships" id="256" r:id="Re7ffe8c4c9bd49ca"/>
    <p:sldId xmlns:r="http://schemas.openxmlformats.org/officeDocument/2006/relationships" id="257" r:id="R3940458686e842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8b979caac34cdd" /><Relationship Type="http://schemas.openxmlformats.org/officeDocument/2006/relationships/slideMaster" Target="/ppt/slideMasters/slideMaster1.xml" Id="R4e395ebe0eb14504" /><Relationship Type="http://schemas.openxmlformats.org/officeDocument/2006/relationships/notesMaster" Target="/ppt/notesMasters/notesMaster1.xml" Id="R960b88bec6a14425" /><Relationship Type="http://schemas.openxmlformats.org/officeDocument/2006/relationships/presProps" Target="/ppt/presProps.xml" Id="R824635b916244692" /><Relationship Type="http://schemas.openxmlformats.org/officeDocument/2006/relationships/tableStyles" Target="/ppt/tableStyles.xml" Id="Re2148d2fc0de470b" /><Relationship Type="http://schemas.openxmlformats.org/officeDocument/2006/relationships/slide" Target="/ppt/slides/slide1.xml" Id="Re7ffe8c4c9bd49ca" /><Relationship Type="http://schemas.openxmlformats.org/officeDocument/2006/relationships/slide" Target="/ppt/slides/slide2.xml" Id="R3940458686e842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27b29ab4df42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80ea301d6b44e7" /><Relationship Type="http://schemas.openxmlformats.org/officeDocument/2006/relationships/notesMaster" Target="/ppt/notesMasters/notesMaster1.xml" Id="R0b22499fd1f64e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e0fd4311864239" /><Relationship Type="http://schemas.openxmlformats.org/officeDocument/2006/relationships/notesMaster" Target="/ppt/notesMasters/notesMaster1.xml" Id="R4c4ad025ad9848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e84fb034974e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e4bebe213f4687" /><Relationship Type="http://schemas.openxmlformats.org/officeDocument/2006/relationships/slideLayout" Target="/ppt/slideLayouts/slideLayout1.xml" Id="R4456a91c6fb143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56a91c6fb143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b1f05b1604c27" /><Relationship Type="http://schemas.openxmlformats.org/officeDocument/2006/relationships/chart" Target="/ppt/slides/charts/chart1.xml" Id="Ra45ddfbd2d9b462e" /><Relationship Type="http://schemas.openxmlformats.org/officeDocument/2006/relationships/notesSlide" Target="/ppt/notesSlides/notesSlide1.xml" Id="R06bcadaff5604a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cebbc17e14e37" /><Relationship Type="http://schemas.openxmlformats.org/officeDocument/2006/relationships/chart" Target="/ppt/slides/charts/chart2.xml" Id="R49d118c08f47496c" /><Relationship Type="http://schemas.openxmlformats.org/officeDocument/2006/relationships/notesSlide" Target="/ppt/notesSlides/notesSlide2.xml" Id="R229929e36c774ff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Checks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2"/>
              <c:pt idx="0">
                <c:v>Recorded</c:v>
              </c:pt>
              <c:pt idx="1">
                <c:v>Passed</c:v>
              </c:pt>
            </c:strLit>
          </c:cat>
          <c:val>
            <c:numLit>
              <c:formatCode>General</c:formatCode>
              <c:ptCount val="2"/>
              <c:pt idx="0">
                <c:v>18</c:v>
              </c:pt>
              <c:pt idx="1">
                <c:v>16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Checks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2"/>
              <c:pt idx="0">
                <c:v>Recorded</c:v>
              </c:pt>
              <c:pt idx="1">
                <c:v>Passed</c:v>
              </c:pt>
            </c:strLit>
          </c:cat>
          <c:val>
            <c:numLit>
              <c:formatCode>General</c:formatCode>
              <c:ptCount val="2"/>
              <c:pt idx="0">
                <c:v>18</c:v>
              </c:pt>
              <c:pt idx="1">
                <c:v>16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5B9A0-2F40-4A8B-866A-F7B80958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CR-B4-010531 review 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0B322-91E2-45D8-8ACE-E5EC0F54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990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Synthetic svc-release-coordinator review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review-thread ownership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Portfolio review measure: 400 minutes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62000" y="4000500"/>
          <a:ext xmlns:a="http://schemas.openxmlformats.org/drawingml/2006/main" cx="66675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5ddfbd2d9b462e"/>
          </a:graphicData>
        </a:graphic>
      </p:graphicFrame>
    </p:spTree>
    <p:extLst>
      <p:ext uri="{BB962C8B-B14F-4D97-AF65-F5344CB8AC3E}">
        <p14:creationId xmlns:p14="http://schemas.microsoft.com/office/powerpoint/2010/main" val="19617109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83A97-06D8-4F8C-A92A-B8D59642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005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CR-B4-010531 evidence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AC3189-7AE1-4D3D-8936-FA2DFF1D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1625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Service: svc-release-coordinator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Focus: review-thread ownership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The approval boundary remains a workflow transition; post-decision delivery stays distinct.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62000" y="4000500"/>
          <a:ext xmlns:a="http://schemas.openxmlformats.org/drawingml/2006/main" cx="66675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9d118c08f47496c"/>
          </a:graphicData>
        </a:graphic>
      </p:graphicFrame>
    </p:spTree>
    <p:extLst>
      <p:ext uri="{BB962C8B-B14F-4D97-AF65-F5344CB8AC3E}">
        <p14:creationId xmlns:p14="http://schemas.microsoft.com/office/powerpoint/2010/main" val="2138772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2026-08-24T00:09:28.4620000Z</dcterms:created>
  <dcterms:modified xsi:type="dcterms:W3CDTF">2026-08-24T00:09:28.4620000Z</dcterms:modified>
</coreProperties>
</file>