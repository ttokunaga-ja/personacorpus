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eceb78775e4267" /><Relationship Type="http://schemas.openxmlformats.org/officeDocument/2006/relationships/extended-properties" Target="/docProps/app.xml" Id="Rfa39e87132a24161" /><Relationship Type="http://schemas.openxmlformats.org/officeDocument/2006/relationships/officeDocument" Target="/ppt/presentation.xml" Id="R0fce0df9c4eb44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8478866cbc4e9f"/>
  </p:sldMasterIdLst>
  <p:notesMasterIdLst>
    <p:notesMasterId xmlns:r="http://schemas.openxmlformats.org/officeDocument/2006/relationships" r:id="R2d0c921bbe814177"/>
  </p:notesMasterIdLst>
  <p:sldIdLst>
    <p:sldId xmlns:r="http://schemas.openxmlformats.org/officeDocument/2006/relationships" id="256" r:id="R64a3c4e0ab8d42c9"/>
    <p:sldId xmlns:r="http://schemas.openxmlformats.org/officeDocument/2006/relationships" id="257" r:id="R9dadd3213d434f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0f18a4553949cd" /><Relationship Type="http://schemas.openxmlformats.org/officeDocument/2006/relationships/slideMaster" Target="/ppt/slideMasters/slideMaster1.xml" Id="R478478866cbc4e9f" /><Relationship Type="http://schemas.openxmlformats.org/officeDocument/2006/relationships/notesMaster" Target="/ppt/notesMasters/notesMaster1.xml" Id="R2d0c921bbe814177" /><Relationship Type="http://schemas.openxmlformats.org/officeDocument/2006/relationships/presProps" Target="/ppt/presProps.xml" Id="R5df8cac49c8a4aff" /><Relationship Type="http://schemas.openxmlformats.org/officeDocument/2006/relationships/tableStyles" Target="/ppt/tableStyles.xml" Id="R3badd2ade9574105" /><Relationship Type="http://schemas.openxmlformats.org/officeDocument/2006/relationships/slide" Target="/ppt/slides/slide1.xml" Id="R64a3c4e0ab8d42c9" /><Relationship Type="http://schemas.openxmlformats.org/officeDocument/2006/relationships/slide" Target="/ppt/slides/slide2.xml" Id="R9dadd3213d434f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c8257e68b34b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cdb0282dde4dad" /><Relationship Type="http://schemas.openxmlformats.org/officeDocument/2006/relationships/notesMaster" Target="/ppt/notesMasters/notesMaster1.xml" Id="R584e5c102a054a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9f586bb4b144c5" /><Relationship Type="http://schemas.openxmlformats.org/officeDocument/2006/relationships/notesMaster" Target="/ppt/notesMasters/notesMaster1.xml" Id="R0d6d308f1bfd48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0089088104c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53d4901263482c" /><Relationship Type="http://schemas.openxmlformats.org/officeDocument/2006/relationships/slideLayout" Target="/ppt/slideLayouts/slideLayout1.xml" Id="R0a59e3b2ad1b42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59e3b2ad1b42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711909d9948c5" /><Relationship Type="http://schemas.openxmlformats.org/officeDocument/2006/relationships/notesSlide" Target="/ppt/notesSlides/notesSlide1.xml" Id="R954b3e253b4743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aa37257624929" /><Relationship Type="http://schemas.openxmlformats.org/officeDocument/2006/relationships/notesSlide" Target="/ppt/notesSlides/notesSlide2.xml" Id="R2ded65956a5b48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59E9D-58B0-4ED4-80F0-A50419A4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ADR-B4-090: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D9B70-F9BC-43EE-B828-3EDE49A5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Beta R4 · svc-observability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7D9DE-BC98-44A5-B791-AA57816B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3F0F3-029B-4F9C-8539-9D456DC9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09F70-0BCB-417F-BE30-2313B79A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159FA-A041-4633-8ED0-08B94454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A9EA0-263F-414C-BE67-D0E4F9AF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E0C12-37A8-4150-AAD2-2DE234B7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D9E19-D054-4845-9425-D1883E0E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45269-7354-47AB-98DD-AE47AC0D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697F8-21B5-4C3B-84A6-E8A9701E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3C392-74EA-40B9-94E3-F99CF1A4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3C1B2-1002-4321-86E3-01E87196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815BD-569A-482A-9EB5-2738ECD7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145263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AED2E-D2CA-4DAF-A6EB-961F5C6C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450D2-D6C3-40DB-A751-0DBB2594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BDBC6-30C4-4594-A9DC-4BB74C11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9EE1E-4479-4BE1-AC89-831688BC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33B0F-5021-4413-88B7-F058CA90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EC960-F5F4-40CE-9833-E8AB1AB9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2BD88-DD94-4230-9071-D915E2CD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BC7FE-430C-4010-9C3E-BD68EAD9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71870-401B-4C9F-91AF-C35CCC2F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DB79E-FF0C-44AE-AD1F-1B67DB0D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52C0B-4D76-49C4-B21E-7C48E2F6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ED9ED-90AC-4FB7-BDBD-0DE8FA9E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A8D28-9C65-4DD2-881C-2BA06B41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C1FA0-6ACB-467E-A90D-4A3B0E14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1518145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2026-08-23T23:58:44.6820000Z</dcterms:created>
  <dcterms:modified xsi:type="dcterms:W3CDTF">2026-08-23T23:58:44.6820000Z</dcterms:modified>
</coreProperties>
</file>