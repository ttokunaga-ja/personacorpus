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e04105cec874eb6" /><Relationship Type="http://schemas.openxmlformats.org/officeDocument/2006/relationships/extended-properties" Target="/docProps/app.xml" Id="R1f97c9dce0dd42e4" /><Relationship Type="http://schemas.openxmlformats.org/officeDocument/2006/relationships/officeDocument" Target="/ppt/presentation.xml" Id="Ra2b9daab304f49e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7a1e9f8bf204794"/>
  </p:sldMasterIdLst>
  <p:notesMasterIdLst>
    <p:notesMasterId xmlns:r="http://schemas.openxmlformats.org/officeDocument/2006/relationships" r:id="R03a74264b4724565"/>
  </p:notesMasterIdLst>
  <p:sldIdLst>
    <p:sldId xmlns:r="http://schemas.openxmlformats.org/officeDocument/2006/relationships" id="256" r:id="Re09b97d5b0664074"/>
    <p:sldId xmlns:r="http://schemas.openxmlformats.org/officeDocument/2006/relationships" id="257" r:id="R0409d0e2269f4e7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fd9b0475d04400d" /><Relationship Type="http://schemas.openxmlformats.org/officeDocument/2006/relationships/slideMaster" Target="/ppt/slideMasters/slideMaster1.xml" Id="R67a1e9f8bf204794" /><Relationship Type="http://schemas.openxmlformats.org/officeDocument/2006/relationships/notesMaster" Target="/ppt/notesMasters/notesMaster1.xml" Id="R03a74264b4724565" /><Relationship Type="http://schemas.openxmlformats.org/officeDocument/2006/relationships/presProps" Target="/ppt/presProps.xml" Id="Re6580f8b62834b80" /><Relationship Type="http://schemas.openxmlformats.org/officeDocument/2006/relationships/tableStyles" Target="/ppt/tableStyles.xml" Id="R1d6cc7e5934c46ca" /><Relationship Type="http://schemas.openxmlformats.org/officeDocument/2006/relationships/slide" Target="/ppt/slides/slide1.xml" Id="Re09b97d5b0664074" /><Relationship Type="http://schemas.openxmlformats.org/officeDocument/2006/relationships/slide" Target="/ppt/slides/slide2.xml" Id="R0409d0e2269f4e7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ebefd2c4de1498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4b39c8d5b14448e" /><Relationship Type="http://schemas.openxmlformats.org/officeDocument/2006/relationships/notesMaster" Target="/ppt/notesMasters/notesMaster1.xml" Id="Re1c3638b60094a7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920244a72aa45ff" /><Relationship Type="http://schemas.openxmlformats.org/officeDocument/2006/relationships/notesMaster" Target="/ppt/notesMasters/notesMaster1.xml" Id="R3454e2d209aa43b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167d3cfa7b4c6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b80ce37420546cc" /><Relationship Type="http://schemas.openxmlformats.org/officeDocument/2006/relationships/slideLayout" Target="/ppt/slideLayouts/slideLayout1.xml" Id="R6503921c3c44483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503921c3c44483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0b535f871840ce" /><Relationship Type="http://schemas.openxmlformats.org/officeDocument/2006/relationships/notesSlide" Target="/ppt/notesSlides/notesSlide1.xml" Id="R27a5b7954cee419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ed9b3937e04e33" /><Relationship Type="http://schemas.openxmlformats.org/officeDocument/2006/relationships/notesSlide" Target="/ppt/notesSlides/notesSlide2.xml" Id="Rdae85a2a030b430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845747-D9C6-455F-97A6-0D1A55952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9525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2545"/>
                </a:solidFill>
              </a:defRPr>
            </a:pPr>
            <a:r>
              <a:rPr sz="2850" b="1">
                <a:solidFill>
                  <a:srgbClr val="0B2545"/>
                </a:solidFill>
              </a:rPr>
              <a:t>ADR-075: decision lifecycle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E5103C-B7E8-461F-989C-5F7BDEC3D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7620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F766E"/>
                </a:solidFill>
              </a:defRPr>
            </a:pPr>
            <a:r>
              <a:rPr sz="1650" b="1">
                <a:solidFill>
                  <a:srgbClr val="0F766E"/>
                </a:solidFill>
              </a:rPr>
              <a:t>Product Alpha R7 · svc-contract-registry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5570C5-2651-4A62-A4B6-2CC74D3DE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4953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34155"/>
                </a:solidFill>
              </a:defRPr>
            </a:pPr>
            <a:r>
              <a:rPr sz="1800" b="0">
                <a:solidFill>
                  <a:srgbClr val="334155"/>
                </a:solidFill>
              </a:rPr>
              <a:t>Keep the asynchronous release gate reviewable: evidence enters a bounded approval boundary, becomes durable decision state, then produces downstream confirmation.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2F2D5B-0009-4392-972F-5E51E33F8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19050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B254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2736CC-D548-4AC9-8239-D4675BD26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95825"/>
            <a:ext cx="1485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2545"/>
                </a:solidFill>
              </a:defRPr>
            </a:pPr>
            <a:r>
              <a:rPr sz="1800" b="1">
                <a:solidFill>
                  <a:srgbClr val="0B2545"/>
                </a:solidFill>
              </a:rPr>
              <a:t>Evidence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B625C6-11C2-47B3-9139-3A2140E31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381500"/>
            <a:ext cx="19050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F766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E223B4-FA6C-4B58-85A8-0846E4C16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695825"/>
            <a:ext cx="1485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F766E"/>
                </a:solidFill>
              </a:defRPr>
            </a:pPr>
            <a:r>
              <a:rPr sz="1800" b="1">
                <a:solidFill>
                  <a:srgbClr val="0F766E"/>
                </a:solidFill>
              </a:rPr>
              <a:t>Review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52E3D7-315B-4813-B42F-9BBFC8774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381500"/>
            <a:ext cx="19050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0841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239D92-59E3-43C0-B699-05A445114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95825"/>
            <a:ext cx="1485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0841A"/>
                </a:solidFill>
              </a:defRPr>
            </a:pPr>
            <a:r>
              <a:rPr sz="1800" b="1">
                <a:solidFill>
                  <a:srgbClr val="C0841A"/>
                </a:solidFill>
              </a:rPr>
              <a:t>Decision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87B253-B32F-40E6-A118-C416C4D4A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381500"/>
            <a:ext cx="19050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F766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BBF697-9B78-481F-B6F0-4A21B1EB6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695825"/>
            <a:ext cx="1485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F766E"/>
                </a:solidFill>
              </a:defRPr>
            </a:pPr>
            <a:r>
              <a:rPr sz="1800" b="1">
                <a:solidFill>
                  <a:srgbClr val="0F766E"/>
                </a:solidFill>
              </a:rPr>
              <a:t>Confirm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88A57E-1DB1-4B0A-A829-EE02711B5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629150"/>
            <a:ext cx="428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64748B"/>
                </a:solidFill>
              </a:defRPr>
            </a:pPr>
            <a:r>
              <a:rPr sz="2250" b="1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22CCB0-0F41-4271-A778-5DC2DE398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629150"/>
            <a:ext cx="428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64748B"/>
                </a:solidFill>
              </a:defRPr>
            </a:pPr>
            <a:r>
              <a:rPr sz="2250" b="1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F61654-7602-4E3F-98E8-B08515DB1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629150"/>
            <a:ext cx="428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64748B"/>
                </a:solidFill>
              </a:defRPr>
            </a:pPr>
            <a:r>
              <a:rPr sz="2250" b="1">
                <a:solidFill>
                  <a:srgbClr val="64748B"/>
                </a:solidFill>
              </a:rPr>
              <a:t>→</a:t>
            </a:r>
          </a:p>
        </p:txBody>
      </p:sp>
    </p:spTree>
    <p:extLst>
      <p:ext uri="{BB962C8B-B14F-4D97-AF65-F5344CB8AC3E}">
        <p14:creationId xmlns:p14="http://schemas.microsoft.com/office/powerpoint/2010/main" val="43658444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841E8F-77D9-4C4F-A8BF-A92F19081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B2545"/>
                </a:solidFill>
              </a:defRPr>
            </a:pPr>
            <a:r>
              <a:rPr sz="2550" b="1">
                <a:solidFill>
                  <a:srgbClr val="0B2545"/>
                </a:solidFill>
              </a:rPr>
              <a:t>Evidence review keeps the decision bounded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101FAC-722B-44D6-B4FC-97D4F6664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102870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1EDD72-EAF8-401E-ADA4-414E48064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907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Observed Alpha p95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3606F5-9286-4A92-9290-F35355985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79070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F766E"/>
                </a:solidFill>
              </a:defRPr>
            </a:pPr>
            <a:r>
              <a:rPr sz="1875" b="1">
                <a:solidFill>
                  <a:srgbClr val="0F766E"/>
                </a:solidFill>
              </a:rPr>
              <a:t>184 ms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29B5DE-DF2E-4878-8A1D-5E416DC8A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8288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within 200 ms ceiling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3A1BF2-D652-4F35-B534-18CE8B8F9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52750"/>
            <a:ext cx="102870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B574CA-92F7-4505-B8E8-0948725C2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242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Approval evidence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0A0BE9-1B90-465D-B5B6-396E06BB6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12420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F766E"/>
                </a:solidFill>
              </a:defRPr>
            </a:pPr>
            <a:r>
              <a:rPr sz="1875" b="1">
                <a:solidFill>
                  <a:srgbClr val="0F766E"/>
                </a:solidFill>
              </a:rPr>
              <a:t>8,883 / 9,000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986D34-608F-40CC-A80E-BD438E715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1623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reviewed outcome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6B005A-35B9-4027-AC8C-0D0C9786D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86250"/>
            <a:ext cx="102870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8BED90-A10B-4A1D-BED8-54BFB1A80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577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Rollback drill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5CD8A2-C7AB-4C3E-AB53-B3162ABA1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45770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F766E"/>
                </a:solidFill>
              </a:defRPr>
            </a:pPr>
            <a:r>
              <a:rPr sz="1875" b="1">
                <a:solidFill>
                  <a:srgbClr val="0F766E"/>
                </a:solidFill>
              </a:rPr>
              <a:t>11m42s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61AB89-18BE-4893-956A-5D9691314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4958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controlled exercise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84287D-392A-4055-8A15-6078898A5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10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34155"/>
                </a:solidFill>
              </a:defRPr>
            </a:pPr>
            <a:r>
              <a:rPr sz="1500" b="0">
                <a:solidFill>
                  <a:srgbClr val="334155"/>
                </a:solidFill>
              </a:rPr>
              <a:t>Review action: preserve the ADR-042 approval boundary and document any change with role-based evidence.</a:t>
            </a:r>
          </a:p>
        </p:txBody>
      </p:sp>
    </p:spTree>
    <p:extLst>
      <p:ext uri="{BB962C8B-B14F-4D97-AF65-F5344CB8AC3E}">
        <p14:creationId xmlns:p14="http://schemas.microsoft.com/office/powerpoint/2010/main" val="133167759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2026-08-23T23:58:44.1290000Z</dcterms:created>
  <dcterms:modified xsi:type="dcterms:W3CDTF">2026-08-23T23:58:44.1290000Z</dcterms:modified>
</coreProperties>
</file>