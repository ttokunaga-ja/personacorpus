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b2f93985fa4198" /><Relationship Type="http://schemas.openxmlformats.org/officeDocument/2006/relationships/extended-properties" Target="/docProps/app.xml" Id="R00b278cd9f3341e2" /><Relationship Type="http://schemas.openxmlformats.org/officeDocument/2006/relationships/officeDocument" Target="/ppt/presentation.xml" Id="R267516901ed84e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8c815287204eb7"/>
  </p:sldMasterIdLst>
  <p:notesMasterIdLst>
    <p:notesMasterId xmlns:r="http://schemas.openxmlformats.org/officeDocument/2006/relationships" r:id="Rcc13a843ed474c60"/>
  </p:notesMasterIdLst>
  <p:sldIdLst>
    <p:sldId xmlns:r="http://schemas.openxmlformats.org/officeDocument/2006/relationships" id="256" r:id="Re32e1a93c86f4535"/>
    <p:sldId xmlns:r="http://schemas.openxmlformats.org/officeDocument/2006/relationships" id="257" r:id="R2bbc0d316df34a83"/>
    <p:sldId xmlns:r="http://schemas.openxmlformats.org/officeDocument/2006/relationships" id="258" r:id="R5259d9efbec44763"/>
    <p:sldId xmlns:r="http://schemas.openxmlformats.org/officeDocument/2006/relationships" id="259" r:id="R525452bea5a940ca"/>
    <p:sldId xmlns:r="http://schemas.openxmlformats.org/officeDocument/2006/relationships" id="260" r:id="Rbc50e956178247b0"/>
    <p:sldId xmlns:r="http://schemas.openxmlformats.org/officeDocument/2006/relationships" id="261" r:id="Rb417dea9d3f743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f41fa7f0e443ce" /><Relationship Type="http://schemas.openxmlformats.org/officeDocument/2006/relationships/slideMaster" Target="/ppt/slideMasters/slideMaster1.xml" Id="R828c815287204eb7" /><Relationship Type="http://schemas.openxmlformats.org/officeDocument/2006/relationships/notesMaster" Target="/ppt/notesMasters/notesMaster1.xml" Id="Rcc13a843ed474c60" /><Relationship Type="http://schemas.openxmlformats.org/officeDocument/2006/relationships/presProps" Target="/ppt/presProps.xml" Id="R58050258ebd74df8" /><Relationship Type="http://schemas.openxmlformats.org/officeDocument/2006/relationships/tableStyles" Target="/ppt/tableStyles.xml" Id="R864029bd5d4e4bc4" /><Relationship Type="http://schemas.openxmlformats.org/officeDocument/2006/relationships/slide" Target="/ppt/slides/slide1.xml" Id="Re32e1a93c86f4535" /><Relationship Type="http://schemas.openxmlformats.org/officeDocument/2006/relationships/slide" Target="/ppt/slides/slide2.xml" Id="R2bbc0d316df34a83" /><Relationship Type="http://schemas.openxmlformats.org/officeDocument/2006/relationships/slide" Target="/ppt/slides/slide3.xml" Id="R5259d9efbec44763" /><Relationship Type="http://schemas.openxmlformats.org/officeDocument/2006/relationships/slide" Target="/ppt/slides/slide4.xml" Id="R525452bea5a940ca" /><Relationship Type="http://schemas.openxmlformats.org/officeDocument/2006/relationships/slide" Target="/ppt/slides/slide5.xml" Id="Rbc50e956178247b0" /><Relationship Type="http://schemas.openxmlformats.org/officeDocument/2006/relationships/slide" Target="/ppt/slides/slide6.xml" Id="Rb417dea9d3f743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a713ce811b43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6ca71cf38b4caa" /><Relationship Type="http://schemas.openxmlformats.org/officeDocument/2006/relationships/notesMaster" Target="/ppt/notesMasters/notesMaster1.xml" Id="Rcc493c4388b943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d9b0573268406a" /><Relationship Type="http://schemas.openxmlformats.org/officeDocument/2006/relationships/notesMaster" Target="/ppt/notesMasters/notesMaster1.xml" Id="R5d6a80c7b7b943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581239044d456b" /><Relationship Type="http://schemas.openxmlformats.org/officeDocument/2006/relationships/notesMaster" Target="/ppt/notesMasters/notesMaster1.xml" Id="R70b37dd0a59e4b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85f10e69554dbc" /><Relationship Type="http://schemas.openxmlformats.org/officeDocument/2006/relationships/notesMaster" Target="/ppt/notesMasters/notesMaster1.xml" Id="R7a4f781b8d264b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1b4f9486474a20" /><Relationship Type="http://schemas.openxmlformats.org/officeDocument/2006/relationships/notesMaster" Target="/ppt/notesMasters/notesMaster1.xml" Id="Ra40de2e38c0645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d22be8bbb340c1" /><Relationship Type="http://schemas.openxmlformats.org/officeDocument/2006/relationships/notesMaster" Target="/ppt/notesMasters/notesMaster1.xml" Id="R95c9001686a141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58deeb1f5d42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89a6b9c8ff4547" /><Relationship Type="http://schemas.openxmlformats.org/officeDocument/2006/relationships/slideLayout" Target="/ppt/slideLayouts/slideLayout1.xml" Id="R2772bbd3caca4c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72bbd3caca4c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7131f07d14e17" /><Relationship Type="http://schemas.openxmlformats.org/officeDocument/2006/relationships/notesSlide" Target="/ppt/notesSlides/notesSlide1.xml" Id="R002094b0eeee41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cc5f730504496" /><Relationship Type="http://schemas.openxmlformats.org/officeDocument/2006/relationships/notesSlide" Target="/ppt/notesSlides/notesSlide2.xml" Id="Re80615641e6b40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6c0fb7bc04869" /><Relationship Type="http://schemas.openxmlformats.org/officeDocument/2006/relationships/notesSlide" Target="/ppt/notesSlides/notesSlide3.xml" Id="Re356282f11af4f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b467be169483c" /><Relationship Type="http://schemas.openxmlformats.org/officeDocument/2006/relationships/notesSlide" Target="/ppt/notesSlides/notesSlide4.xml" Id="R6c5396a776f946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331cb0092483c" /><Relationship Type="http://schemas.openxmlformats.org/officeDocument/2006/relationships/notesSlide" Target="/ppt/notesSlides/notesSlide5.xml" Id="R265e0e043d6142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18b3bc01341b8" /><Relationship Type="http://schemas.openxmlformats.org/officeDocument/2006/relationships/notesSlide" Target="/ppt/notesSlides/notesSlide6.xml" Id="R37a8905133234c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BD76EC-AB71-4667-9217-B94644BA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ARCHITECTURE DECISION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4F4AB-AD6B-41D7-A92D-67995B73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Approve an explicit async release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23869A-17D0-424B-816F-F730AD0C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solidFill>
              <a:schemeClr val="accent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F4409E-CA83-4FDE-9197-B6D9F709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ADR-042 separates request acceptance from execution so approval remains visible and traceable.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0FC10F-F618-42A3-B534-8674683C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5C09A-C332-486E-B99F-2F6F6780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811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2E881E-B0DF-4268-926A-06C8CC47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2882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Awaiting approval is an explicit 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3FB13-C87C-4CEF-A031-CA8B1AE9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B17C71-9B5E-44C8-BF22-AE2664DC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Outcome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306FA3-1884-4187-90A3-886EC72D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289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Worker execution begins only after approval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45C53-BEAF-4B2E-8EA0-83E0A57C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67125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428FCD-DE67-427C-98B1-1D960F9F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814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1608FD-331F-4085-B8E5-68C88553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290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Release window: 09:00-12:00 JST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1518C9-8C31-472B-88DF-51292DB3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48E"/>
                </a:solidFill>
              </a:defRPr>
            </a:pPr>
            <a:r>
              <a:rPr sz="825" b="0">
                <a:solidFill>
                  <a:srgbClr val="62748E"/>
                </a:solidFill>
              </a:rPr>
              <a:t>Aster Loop K.K.  |  Product Alpha R7  |  2026-07-13</a:t>
            </a:r>
          </a:p>
        </p:txBody>
      </p:sp>
    </p:spTree>
    <p:extLst>
      <p:ext uri="{BB962C8B-B14F-4D97-AF65-F5344CB8AC3E}">
        <p14:creationId xmlns:p14="http://schemas.microsoft.com/office/powerpoint/2010/main" val="20744495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207B87-83DF-436F-9F3D-13CAD9B8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923D4-ED4E-4FC0-9FA2-A2A27492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The current problem is a control-plane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6D14DB-4F7A-4F3B-A798-D1966758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solidFill>
              <a:schemeClr val="accent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584505-CB7F-41F6-BA2E-E8EBAF7F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A synchronous approval path competes with the API latency budget and obscures the transition that authorizes execution.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131CAE-81AD-4D9E-97F4-B0EE4C5D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0691F-D8A1-4064-BF9C-5CA3D61E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811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Latency target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2B455-303C-49A5-86CC-C141BECA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2882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p95 184 ms for create and 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2F83D-917F-470C-AB7D-75CF24B5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7B2330-065B-466F-910F-9A9A3757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Traceability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35DF73-474F-4F37-9988-EBA0025E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289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Request ID links API and event records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09457D-332B-4EEC-84F1-5665252E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67125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FED46C-8BC0-4A7B-8DB7-5FEA3F8B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814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Failure behavior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DEB2C7-E8C5-4359-88DB-527F695B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290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No approval means no execution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E038D3-4E67-418C-BDC1-BE724EB4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48E"/>
                </a:solidFill>
              </a:defRPr>
            </a:pPr>
            <a:r>
              <a:rPr sz="825" b="0">
                <a:solidFill>
                  <a:srgbClr val="62748E"/>
                </a:solidFill>
              </a:rPr>
              <a:t>Aster Loop K.K.  |  Product Alpha R7  |  2026-07-13</a:t>
            </a:r>
          </a:p>
        </p:txBody>
      </p:sp>
    </p:spTree>
    <p:extLst>
      <p:ext uri="{BB962C8B-B14F-4D97-AF65-F5344CB8AC3E}">
        <p14:creationId xmlns:p14="http://schemas.microsoft.com/office/powerpoint/2010/main" val="7513835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9B66DC-3C07-4AC7-8725-BCDF6BE2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90A48-02AE-4E6D-9EC1-89119FA1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Evidence supports asynchronous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79364-DA24-469D-8BFA-FAF6F267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solidFill>
              <a:schemeClr val="accent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69F1C-E1C1-4A2A-804A-A545890C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Synthetic staging measurement isolates receive-to-response time from worker duration. The release gate is observable in status and events.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C54E8-F459-4E73-8910-C23D1DB4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BA147D-3962-446C-AB62-84D8D51B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811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Measurement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12A887-BC1E-4775-8AE1-E380E545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2882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100 deterministic requests per operation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D166C8-490C-4C66-B4B5-26499DCA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CAACF-B7A4-4D0A-B4C1-7893904C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Budget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0B01C0-A4D9-446D-8163-E001204C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289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p95 target is 184 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0F5563-D326-44F4-9B9A-78AEAD0C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67125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B553D6-AAF8-4D0D-971E-C7A162B8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814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Audit trail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B0D44C-9849-4667-837E-AAF0AE00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290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Release ID + request ID + event 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88148E-D4F2-4334-8CC3-0E4C82CA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48E"/>
                </a:solidFill>
              </a:defRPr>
            </a:pPr>
            <a:r>
              <a:rPr sz="825" b="0">
                <a:solidFill>
                  <a:srgbClr val="62748E"/>
                </a:solidFill>
              </a:rPr>
              <a:t>Aster Loop K.K.  |  Product Alpha R7  |  2026-07-13</a:t>
            </a:r>
          </a:p>
        </p:txBody>
      </p:sp>
    </p:spTree>
    <p:extLst>
      <p:ext uri="{BB962C8B-B14F-4D97-AF65-F5344CB8AC3E}">
        <p14:creationId xmlns:p14="http://schemas.microsoft.com/office/powerpoint/2010/main" val="3453313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3F82D6-122F-41DB-B625-744FAA3E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ALTERNATIVES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178AC-10B9-40AE-AB3D-8BEB012C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Alternatives fail one of the decision criteria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3B04E-9414-43BF-8AAC-ABA765C9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solidFill>
              <a:schemeClr val="accent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2554C-B9EF-4CF5-8FAA-4E4249E4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The selected design keeps the authorization boundary explicit without requiring a synchronous approval response.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FCE70-C220-4571-B65D-3AE7463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2BBA4-0898-416F-B1C0-A439193E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811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Synchronous approval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203DE5-6EC0-4F78-9BEF-90B61FE9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2882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Risks latency budget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7EB29-BD55-401A-8A40-11E32265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65903C-4917-4692-88B6-C0B2D164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Implicit worker approval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1E1148-9720-4403-9C32-FD62065A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289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Hides accountability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2D4E7D-D0F9-452E-B832-F9C53440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67125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27AC1C-CDFC-4579-A06D-7BC2BE99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814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Manual release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EFA493-0063-45F9-B1AB-9FD623D9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290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Loses uniform status and correlation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980927-6C55-4602-BEF1-30E28D8E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48E"/>
                </a:solidFill>
              </a:defRPr>
            </a:pPr>
            <a:r>
              <a:rPr sz="825" b="0">
                <a:solidFill>
                  <a:srgbClr val="62748E"/>
                </a:solidFill>
              </a:rPr>
              <a:t>Aster Loop K.K.  |  Product Alpha R7  |  2026-07-13</a:t>
            </a:r>
          </a:p>
        </p:txBody>
      </p:sp>
    </p:spTree>
    <p:extLst>
      <p:ext uri="{BB962C8B-B14F-4D97-AF65-F5344CB8AC3E}">
        <p14:creationId xmlns:p14="http://schemas.microsoft.com/office/powerpoint/2010/main" val="4173212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6E284C-AACC-482A-AE60-914CB95B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7F4EB-F8DB-4483-9173-5AB3AB1E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ADR-042 provides the operating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E7F34B-1FA8-42D2-8011-231F4F05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solidFill>
              <a:schemeClr val="accent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70E9D-1544-4B9C-B175-F68CC323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Validated requests enter awaiting approval. Approval transitions to approved; the worker then runs and publishes completion or failure.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8EBF87-6F83-4A18-8528-B8C950BA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DDD3E-12A4-44C1-8750-858E36B9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811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Compatibility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4F8A9A-D738-4DE8-8DAA-586C1478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2882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ADR-040 governs evolving event contracts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AE1F5F-6D62-456E-9404-D58214AC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8F5F1C-14CC-4FD2-8707-2DBB908D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Preview safety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D9235-EE77-4907-B1E9-4EAFC63E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289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ADR-041 flags never bypass ADR-042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1F5EAD-1951-4BEE-B5D2-0BAB624D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67125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45AD3F-C33B-49E5-9518-DC83CBB3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814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Performance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EA3C94-26E4-4FA0-A764-166A0A9F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290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ADR-039 owns p95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A13C1D-6FAE-4926-A449-2C220E7C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48E"/>
                </a:solidFill>
              </a:defRPr>
            </a:pPr>
            <a:r>
              <a:rPr sz="825" b="0">
                <a:solidFill>
                  <a:srgbClr val="62748E"/>
                </a:solidFill>
              </a:rPr>
              <a:t>Aster Loop K.K.  |  Product Alpha R7  |  2026-07-13</a:t>
            </a:r>
          </a:p>
        </p:txBody>
      </p:sp>
    </p:spTree>
    <p:extLst>
      <p:ext uri="{BB962C8B-B14F-4D97-AF65-F5344CB8AC3E}">
        <p14:creationId xmlns:p14="http://schemas.microsoft.com/office/powerpoint/2010/main" val="16605969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DF9903-2CC5-413A-ABD8-CB56A5E2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ROLLOUT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AD537-C4BE-43AC-8CCD-1AEB3902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Rollout is bounded and reviewable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52358-7228-4729-A94C-CB91AE1A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 w="0">
            <a:solidFill>
              <a:schemeClr val="accent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6B6F8-AE42-480F-884D-CD234550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14158"/>
                </a:solidFill>
              </a:defRPr>
            </a:pPr>
            <a:r>
              <a:rPr sz="1650" b="0">
                <a:solidFill>
                  <a:srgbClr val="314158"/>
                </a:solidFill>
              </a:rPr>
              <a:t>Enable during the 2026-07-13 window, observe the control plane, and review residual risk before expanding.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89C439-EEF1-4D31-A373-459B7EB5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524688-8A7A-4FCC-8113-71EDA0D5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811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Before window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740A4-0B69-4A72-8775-4B7D0168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2882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Run contract and failure fixtures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11F026-33B4-4E08-A0FD-4A9B0C44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67000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128492-978E-43FA-930D-CD3F54F2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813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During window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509CB6-8793-438C-9D32-FFF3EE18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289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Monitor p95 and approval delays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B6FED-DE84-4A03-ADEE-383243D2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67125"/>
            <a:ext cx="476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8D1894-3F4F-4FB5-AF0B-F7F58160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814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After window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6E268B-4601-403F-A0CF-BBB3510C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29075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Review delivery and residual risk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32C627-2BCD-463F-8152-57348B40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2748E"/>
                </a:solidFill>
              </a:defRPr>
            </a:pPr>
            <a:r>
              <a:rPr sz="825" b="0">
                <a:solidFill>
                  <a:srgbClr val="62748E"/>
                </a:solidFill>
              </a:rPr>
              <a:t>Aster Loop K.K.  |  Product Alpha R7  |  2026-07-13</a:t>
            </a:r>
          </a:p>
        </p:txBody>
      </p:sp>
    </p:spTree>
    <p:extLst>
      <p:ext uri="{BB962C8B-B14F-4D97-AF65-F5344CB8AC3E}">
        <p14:creationId xmlns:p14="http://schemas.microsoft.com/office/powerpoint/2010/main" val="7793750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2026-08-22T10:38:05.6990000Z</dcterms:created>
  <dcterms:modified xsi:type="dcterms:W3CDTF">2026-08-22T10:38:05.6990000Z</dcterms:modified>
</coreProperties>
</file>