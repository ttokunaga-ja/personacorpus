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de9491a90a433b" /><Relationship Type="http://schemas.openxmlformats.org/officeDocument/2006/relationships/extended-properties" Target="/docProps/app.xml" Id="R948c62bba65f4f36" /><Relationship Type="http://schemas.openxmlformats.org/officeDocument/2006/relationships/officeDocument" Target="/ppt/presentation.xml" Id="Rf8a97daf854d4e4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64705e0cf524af3"/>
  </p:sldMasterIdLst>
  <p:notesMasterIdLst>
    <p:notesMasterId xmlns:r="http://schemas.openxmlformats.org/officeDocument/2006/relationships" r:id="Rd2ed53d0bcdd49c6"/>
  </p:notesMasterIdLst>
  <p:sldIdLst>
    <p:sldId xmlns:r="http://schemas.openxmlformats.org/officeDocument/2006/relationships" id="256" r:id="Rc4d00bd87d894796"/>
    <p:sldId xmlns:r="http://schemas.openxmlformats.org/officeDocument/2006/relationships" id="257" r:id="R0fc61ffa5f5e4df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e3f302118c466a" /><Relationship Type="http://schemas.openxmlformats.org/officeDocument/2006/relationships/slideMaster" Target="/ppt/slideMasters/slideMaster1.xml" Id="R264705e0cf524af3" /><Relationship Type="http://schemas.openxmlformats.org/officeDocument/2006/relationships/notesMaster" Target="/ppt/notesMasters/notesMaster1.xml" Id="Rd2ed53d0bcdd49c6" /><Relationship Type="http://schemas.openxmlformats.org/officeDocument/2006/relationships/presProps" Target="/ppt/presProps.xml" Id="R2d4a9bfb42d94d39" /><Relationship Type="http://schemas.openxmlformats.org/officeDocument/2006/relationships/tableStyles" Target="/ppt/tableStyles.xml" Id="Rc9256a63ea804b8f" /><Relationship Type="http://schemas.openxmlformats.org/officeDocument/2006/relationships/slide" Target="/ppt/slides/slide1.xml" Id="Rc4d00bd87d894796" /><Relationship Type="http://schemas.openxmlformats.org/officeDocument/2006/relationships/slide" Target="/ppt/slides/slide2.xml" Id="R0fc61ffa5f5e4d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4d5d658c845447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14b7afc30047f2" /><Relationship Type="http://schemas.openxmlformats.org/officeDocument/2006/relationships/notesMaster" Target="/ppt/notesMasters/notesMaster1.xml" Id="R8430ddfb11bf415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dfb49c6dbee4647" /><Relationship Type="http://schemas.openxmlformats.org/officeDocument/2006/relationships/notesMaster" Target="/ppt/notesMasters/notesMaster1.xml" Id="R961c3f04d8fb409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8cf927cf54471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ca4fac9c92a466d" /><Relationship Type="http://schemas.openxmlformats.org/officeDocument/2006/relationships/slideLayout" Target="/ppt/slideLayouts/slideLayout1.xml" Id="R942d23d636ed4f7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2d23d636ed4f7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f17d0ce1824859" /><Relationship Type="http://schemas.openxmlformats.org/officeDocument/2006/relationships/notesSlide" Target="/ppt/notesSlides/notesSlide1.xml" Id="R97af600eb973459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8c447c1f574cbc" /><Relationship Type="http://schemas.openxmlformats.org/officeDocument/2006/relationships/notesSlide" Target="/ppt/notesSlides/notesSlide2.xml" Id="R0e365c0256b748b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4EC643-510D-4EAA-B251-FE85F174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952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2545"/>
                </a:solidFill>
              </a:defRPr>
            </a:pPr>
            <a:r>
              <a:rPr sz="2850" b="1">
                <a:solidFill>
                  <a:srgbClr val="0B2545"/>
                </a:solidFill>
              </a:rPr>
              <a:t>ADR-180: decision lifecycle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1A91D5-6DF9-47FF-986D-A3328EC5E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762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766E"/>
                </a:solidFill>
              </a:defRPr>
            </a:pPr>
            <a:r>
              <a:rPr sz="1650" b="1">
                <a:solidFill>
                  <a:srgbClr val="0F766E"/>
                </a:solidFill>
              </a:rPr>
              <a:t>Product Alpha R7 · svc-release-coordinator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B70BDA-6F24-47F5-9123-781D123BA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34155"/>
                </a:solidFill>
              </a:defRPr>
            </a:pPr>
            <a:r>
              <a:rPr sz="1800" b="0">
                <a:solidFill>
                  <a:srgbClr val="334155"/>
                </a:solidFill>
              </a:rPr>
              <a:t>Keep the asynchronous release gate reviewable: evidence enters a bounded approval boundary, becomes durable decision state, then produces downstream confirmation.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4800AA-182D-4851-95B2-6F63677BD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19050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254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2BFF6F-8066-4021-A9C9-FF9F91599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95825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2545"/>
                </a:solidFill>
              </a:defRPr>
            </a:pPr>
            <a:r>
              <a:rPr sz="1800" b="1">
                <a:solidFill>
                  <a:srgbClr val="0B2545"/>
                </a:solidFill>
              </a:rPr>
              <a:t>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27FE14-FEC2-4A42-967E-3A869F586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81500"/>
            <a:ext cx="19050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DF1E74-01BA-4CDF-81AF-83A72FE9A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695825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Review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7DA6CE-0855-4A88-BBCF-8A76D9149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381500"/>
            <a:ext cx="19050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0841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69E9C8-C8C7-44F5-8156-0255DEA6C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95825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0841A"/>
                </a:solidFill>
              </a:defRPr>
            </a:pPr>
            <a:r>
              <a:rPr sz="1800" b="1">
                <a:solidFill>
                  <a:srgbClr val="C0841A"/>
                </a:solidFill>
              </a:rPr>
              <a:t>Decision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46B2E6-D171-45FB-BFBF-179F25581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381500"/>
            <a:ext cx="19050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D435F3-EE6E-4C9A-9707-62246C151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695825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Confirm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9BB854-F6CD-43DB-9B96-FA1327A6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62915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64748B"/>
                </a:solidFill>
              </a:defRPr>
            </a:pPr>
            <a:r>
              <a:rPr sz="225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1A5616-ACDC-4E6E-A076-5E41ACBC3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62915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64748B"/>
                </a:solidFill>
              </a:defRPr>
            </a:pPr>
            <a:r>
              <a:rPr sz="225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A699CC-CDF4-4812-805A-51B0E6A91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62915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64748B"/>
                </a:solidFill>
              </a:defRPr>
            </a:pPr>
            <a:r>
              <a:rPr sz="2250" b="1">
                <a:solidFill>
                  <a:srgbClr val="64748B"/>
                </a:solidFill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10864031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474AFC-527D-49FF-9C73-4E1B15486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2545"/>
                </a:solidFill>
              </a:defRPr>
            </a:pPr>
            <a:r>
              <a:rPr sz="2550" b="1">
                <a:solidFill>
                  <a:srgbClr val="0B2545"/>
                </a:solidFill>
              </a:rPr>
              <a:t>Evidence review keeps the decision bounded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0851F6-F393-4416-A42F-F6EBF7C59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287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9D59BA-AB17-47A8-A9B6-C9E953428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907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Observed Alpha p95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1C483B-E7A2-47F2-BB46-1E8A669DF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7907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184 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4C9DF6-0025-4FEA-993F-50F6DFB67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288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within 200 ms ceiling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F134A4-751C-49C6-83AA-45BEF6921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10287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78DA99-8CF0-4794-B894-BCD6DED1F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242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Approval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7922A3-7864-46E8-8187-F49E6AD68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242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8,883 / 9,000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E72045-9258-4BCF-A45A-93744717F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623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reviewed outcome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BE0FBB-830C-4F3F-9088-5E8211FD5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10287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1096CB-5555-4C7F-923D-EDDB4B2C3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577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Rollback drill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B719D1-DBAD-4775-9173-E7CFC80B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4577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11m42s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26BD1C-3AEF-44D5-A26A-234B3AF10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958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controlled exercise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3B8C76-0E5E-4564-8A78-3D504ABC4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Review action: preserve the ADR-042 approval boundary and document any change with role-based evidence.</a:t>
            </a:r>
          </a:p>
        </p:txBody>
      </p:sp>
    </p:spTree>
    <p:extLst>
      <p:ext uri="{BB962C8B-B14F-4D97-AF65-F5344CB8AC3E}">
        <p14:creationId xmlns:p14="http://schemas.microsoft.com/office/powerpoint/2010/main" val="3291187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2026-08-23T23:58:44.3330000Z</dcterms:created>
  <dcterms:modified xsi:type="dcterms:W3CDTF">2026-08-23T23:58:44.3330000Z</dcterms:modified>
</coreProperties>
</file>