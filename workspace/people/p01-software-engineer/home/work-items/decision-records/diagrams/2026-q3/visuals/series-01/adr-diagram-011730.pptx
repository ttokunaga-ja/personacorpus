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e95dfd45e4a4e" /><Relationship Type="http://schemas.openxmlformats.org/officeDocument/2006/relationships/extended-properties" Target="/docProps/app.xml" Id="Rd321d8519c564b43" /><Relationship Type="http://schemas.openxmlformats.org/officeDocument/2006/relationships/officeDocument" Target="/ppt/presentation.xml" Id="R7b04935780254f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13a8f95c3540b8"/>
  </p:sldMasterIdLst>
  <p:notesMasterIdLst>
    <p:notesMasterId xmlns:r="http://schemas.openxmlformats.org/officeDocument/2006/relationships" r:id="Re2eb259a3d9b4489"/>
  </p:notesMasterIdLst>
  <p:sldIdLst>
    <p:sldId xmlns:r="http://schemas.openxmlformats.org/officeDocument/2006/relationships" id="256" r:id="Re25443eb870c4c6a"/>
    <p:sldId xmlns:r="http://schemas.openxmlformats.org/officeDocument/2006/relationships" id="257" r:id="Rd9fc15f755e74a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c180e14a464e37" /><Relationship Type="http://schemas.openxmlformats.org/officeDocument/2006/relationships/slideMaster" Target="/ppt/slideMasters/slideMaster1.xml" Id="R4913a8f95c3540b8" /><Relationship Type="http://schemas.openxmlformats.org/officeDocument/2006/relationships/notesMaster" Target="/ppt/notesMasters/notesMaster1.xml" Id="Re2eb259a3d9b4489" /><Relationship Type="http://schemas.openxmlformats.org/officeDocument/2006/relationships/presProps" Target="/ppt/presProps.xml" Id="Rc475e1c407794c07" /><Relationship Type="http://schemas.openxmlformats.org/officeDocument/2006/relationships/tableStyles" Target="/ppt/tableStyles.xml" Id="Rf1fc621e03f94a6e" /><Relationship Type="http://schemas.openxmlformats.org/officeDocument/2006/relationships/slide" Target="/ppt/slides/slide1.xml" Id="Re25443eb870c4c6a" /><Relationship Type="http://schemas.openxmlformats.org/officeDocument/2006/relationships/slide" Target="/ppt/slides/slide2.xml" Id="Rd9fc15f755e74a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22888f4f684e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a268f951c147f1" /><Relationship Type="http://schemas.openxmlformats.org/officeDocument/2006/relationships/notesMaster" Target="/ppt/notesMasters/notesMaster1.xml" Id="Rbaac1e04886e45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6f49204caa4c54" /><Relationship Type="http://schemas.openxmlformats.org/officeDocument/2006/relationships/notesMaster" Target="/ppt/notesMasters/notesMaster1.xml" Id="R70f8d40ec78e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8ffdd3f75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987d1989664a76" /><Relationship Type="http://schemas.openxmlformats.org/officeDocument/2006/relationships/slideLayout" Target="/ppt/slideLayouts/slideLayout1.xml" Id="R7a2bac1c75cc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bac1c75cc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66a93e8be4d84" /><Relationship Type="http://schemas.openxmlformats.org/officeDocument/2006/relationships/notesSlide" Target="/ppt/notesSlides/notesSlide1.xml" Id="Re4a61436930a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4f5e88a7241c8" /><Relationship Type="http://schemas.openxmlformats.org/officeDocument/2006/relationships/notesSlide" Target="/ppt/notesSlides/notesSlide2.xml" Id="Rbcd7c042135d46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AD699-BA68-48B9-B172-4DC5845A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ADR-B4-189: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92E20-A7DC-4D5E-806C-35953944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Beta R4 · svc-edge-api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5262F-DE52-4E9B-8FCE-B773CC1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5BE7F-4911-43BA-A930-0B8B46E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DAF40-10BC-42BB-9411-04EA929B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2A8F2-8E43-4FD4-A8FA-043FC39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5C77E-A191-46DC-AF0C-C1DF101C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B8521-142D-480D-9004-DD54C94D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43B4D-A541-4D93-A834-31B48723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7E5AD-A386-422B-A259-164D5466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6E028-278B-4283-8B59-DB21355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F5EAF-3E0E-4581-83CF-7AB89846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B1764-ABA5-4BE3-A134-F77B5A7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7B536-1488-4693-B46C-902F9BE0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181715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ADB66-22A3-4D60-87BA-44065396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0C919-B531-4582-8EF6-21CC761A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BACF1-C204-40CD-B527-72D9CE8A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17EF5-CD9B-4EC2-8B60-654964A3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263C8-0DF8-4EF9-80F8-032FA5EC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7CE9E-BB15-405C-BFC3-BC8D01C9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6B19E-5733-4D5B-9A5A-E9883261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1CA4C-9DF8-4867-ADD6-518B2C1D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C33AB-83B0-42C7-AE7F-D8F0E9C6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08552-47C0-421C-BFAB-01B77CB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56D5B-7930-4270-9332-06809DF3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0C876-2F80-4923-9FBE-44D86824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E5CB0-6050-4B1D-871F-C2525A31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77F81-1F76-4708-A2AF-985F5C62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806754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2026-08-23T23:58:44.5270000Z</dcterms:created>
  <dcterms:modified xsi:type="dcterms:W3CDTF">2026-08-23T23:58:44.5270000Z</dcterms:modified>
</coreProperties>
</file>