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02ef8426a34340" /><Relationship Type="http://schemas.openxmlformats.org/officeDocument/2006/relationships/extended-properties" Target="/docProps/app.xml" Id="R2cbe97ca904f4bbb" /><Relationship Type="http://schemas.openxmlformats.org/officeDocument/2006/relationships/officeDocument" Target="/ppt/presentation.xml" Id="R2db18007c8f541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5518412d684da6"/>
  </p:sldMasterIdLst>
  <p:notesMasterIdLst>
    <p:notesMasterId xmlns:r="http://schemas.openxmlformats.org/officeDocument/2006/relationships" r:id="R84f9921404c149b3"/>
  </p:notesMasterIdLst>
  <p:sldIdLst>
    <p:sldId xmlns:r="http://schemas.openxmlformats.org/officeDocument/2006/relationships" id="256" r:id="R340ccca6541945d4"/>
    <p:sldId xmlns:r="http://schemas.openxmlformats.org/officeDocument/2006/relationships" id="257" r:id="R69a89c5e4ec04a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fe6a319dd41ad" /><Relationship Type="http://schemas.openxmlformats.org/officeDocument/2006/relationships/slideMaster" Target="/ppt/slideMasters/slideMaster1.xml" Id="R185518412d684da6" /><Relationship Type="http://schemas.openxmlformats.org/officeDocument/2006/relationships/notesMaster" Target="/ppt/notesMasters/notesMaster1.xml" Id="R84f9921404c149b3" /><Relationship Type="http://schemas.openxmlformats.org/officeDocument/2006/relationships/presProps" Target="/ppt/presProps.xml" Id="R9648d3b2ad854492" /><Relationship Type="http://schemas.openxmlformats.org/officeDocument/2006/relationships/tableStyles" Target="/ppt/tableStyles.xml" Id="Re1bfd3edcc9c41d4" /><Relationship Type="http://schemas.openxmlformats.org/officeDocument/2006/relationships/slide" Target="/ppt/slides/slide1.xml" Id="R340ccca6541945d4" /><Relationship Type="http://schemas.openxmlformats.org/officeDocument/2006/relationships/slide" Target="/ppt/slides/slide2.xml" Id="R69a89c5e4ec04a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765ed7cfa944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fd954224f499f" /><Relationship Type="http://schemas.openxmlformats.org/officeDocument/2006/relationships/notesMaster" Target="/ppt/notesMasters/notesMaster1.xml" Id="R8df37142311b48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0af570bb474fac" /><Relationship Type="http://schemas.openxmlformats.org/officeDocument/2006/relationships/notesMaster" Target="/ppt/notesMasters/notesMaster1.xml" Id="R9448a66f3a1d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ab92c242b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4ed81efba44841" /><Relationship Type="http://schemas.openxmlformats.org/officeDocument/2006/relationships/slideLayout" Target="/ppt/slideLayouts/slideLayout1.xml" Id="R71c2341eaa8a47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c2341eaa8a47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73134a47a488f" /><Relationship Type="http://schemas.openxmlformats.org/officeDocument/2006/relationships/notesSlide" Target="/ppt/notesSlides/notesSlide1.xml" Id="Re135cb26a0ed4d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476d9caaf34758" /><Relationship Type="http://schemas.openxmlformats.org/officeDocument/2006/relationships/notesSlide" Target="/ppt/notesSlides/notesSlide2.xml" Id="R59f6126250bf40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C0787-4843-4DB7-9B6F-FF5F99BF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ADR-B4-180: decision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47BA-F50B-4DEF-BC7A-23A1C5C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Product Beta R4 · svc-decision-store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89564-BF36-465B-86CF-726815A4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4155"/>
                </a:solidFill>
              </a:defRPr>
            </a:pPr>
            <a:r>
              <a:rPr sz="1800" b="0">
                <a:solidFill>
                  <a:srgbClr val="334155"/>
                </a:solidFill>
              </a:rPr>
              <a:t>Keep the asynchronous release gate reviewable: evidence enters a bounded approval boundary, becomes durable decision state, then produces downstream confirmation.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A1895-ECDD-4185-A3E3-863829AF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25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83E42-A404-4AC3-9D93-F8EFB1EE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545"/>
                </a:solidFill>
              </a:defRPr>
            </a:pPr>
            <a:r>
              <a:rPr sz="1800" b="1">
                <a:solidFill>
                  <a:srgbClr val="0B2545"/>
                </a:solidFill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AC466-E623-455A-9F50-7B65814E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59B80-BB85-4AB6-B8AF-F97BA520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09F1D8-8151-4897-BD80-0547F7BF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084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2390F-AA32-4BF3-BC0D-29443F8E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841A"/>
                </a:solidFill>
              </a:defRPr>
            </a:pPr>
            <a:r>
              <a:rPr sz="1800" b="1">
                <a:solidFill>
                  <a:srgbClr val="C0841A"/>
                </a:solidFill>
              </a:rPr>
              <a:t>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0F224-CD14-4C3F-9E8B-6DF595D4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81500"/>
            <a:ext cx="1905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02F6A-671C-45FF-966F-BD36CA0F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95825"/>
            <a:ext cx="148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Confirm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7B190-62B2-4FDB-9F71-1767211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103C8-6590-4519-AECF-7BA7FA7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C2D9A-D67F-4CBC-8046-61FB3F97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29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4748B"/>
                </a:solidFill>
              </a:defRPr>
            </a:pPr>
            <a:r>
              <a:rPr sz="2250" b="1">
                <a:solidFill>
                  <a:srgbClr val="64748B"/>
                </a:solidFill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208147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B1A57-52E7-4161-A9AA-34AD033C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2545"/>
                </a:solidFill>
              </a:defRPr>
            </a:pPr>
            <a:r>
              <a:rPr sz="2550" b="1">
                <a:solidFill>
                  <a:srgbClr val="0B2545"/>
                </a:solidFill>
              </a:rPr>
              <a:t>Evidence review keeps the decision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AC560-C185-4FE5-B4E9-8BAF44AA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E7327-3CE7-4C1B-86C3-4BDB0D39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Observed Alpha p95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9E6F2-142F-4361-BD29-2ED52646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90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184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E3DB8-9C97-46C2-BA4E-6C118F70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within 200 ms ceiling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6BD01-5B74-4067-96DB-46B7ECBE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D5768-A1D3-4FBB-ACBF-EE06BB37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Approval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473CA-BBD0-48D5-8FC4-B4664CDE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8,883 / 9,000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AD2EA-53C5-4339-AF10-2F52DD00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62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reviewed 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0F462-CF3A-4925-912F-E011489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287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9CB80-1EE8-4EAA-917C-AE14A896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2545"/>
                </a:solidFill>
              </a:defRPr>
            </a:pPr>
            <a:r>
              <a:rPr sz="1500" b="1">
                <a:solidFill>
                  <a:srgbClr val="0B2545"/>
                </a:solidFill>
              </a:rPr>
              <a:t>Rollback drill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27029-3697-428E-BB0E-9FB0818A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11m42s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28A99F-C409-4D71-88A0-AE53FC52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controlled exercise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6B56D-ED84-4E0F-BDA4-4AE423C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34155"/>
                </a:solidFill>
              </a:defRPr>
            </a:pPr>
            <a:r>
              <a:rPr sz="1500" b="0">
                <a:solidFill>
                  <a:srgbClr val="334155"/>
                </a:solidFill>
              </a:rPr>
              <a:t>Review action: preserve the ADR-042 approval boundary and document any change with role-based evidence.</a:t>
            </a:r>
          </a:p>
        </p:txBody>
      </p:sp>
    </p:spTree>
    <p:extLst>
      <p:ext uri="{BB962C8B-B14F-4D97-AF65-F5344CB8AC3E}">
        <p14:creationId xmlns:p14="http://schemas.microsoft.com/office/powerpoint/2010/main" val="8404355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2026-08-23T23:58:43.5580000Z</dcterms:created>
  <dcterms:modified xsi:type="dcterms:W3CDTF">2026-08-23T23:58:43.5580000Z</dcterms:modified>
</coreProperties>
</file>