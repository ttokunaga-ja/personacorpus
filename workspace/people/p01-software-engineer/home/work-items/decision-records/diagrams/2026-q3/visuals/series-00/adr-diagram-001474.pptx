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a7109edc854929" /><Relationship Type="http://schemas.openxmlformats.org/officeDocument/2006/relationships/extended-properties" Target="/docProps/app.xml" Id="Rba3efbd566ef4b71" /><Relationship Type="http://schemas.openxmlformats.org/officeDocument/2006/relationships/officeDocument" Target="/ppt/presentation.xml" Id="R2815d6f1b74d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7971fd63d54575"/>
  </p:sldMasterIdLst>
  <p:notesMasterIdLst>
    <p:notesMasterId xmlns:r="http://schemas.openxmlformats.org/officeDocument/2006/relationships" r:id="Rdbca6d1fa6e4407a"/>
  </p:notesMasterIdLst>
  <p:sldIdLst>
    <p:sldId xmlns:r="http://schemas.openxmlformats.org/officeDocument/2006/relationships" id="256" r:id="Rb0535ae0aa3f4776"/>
    <p:sldId xmlns:r="http://schemas.openxmlformats.org/officeDocument/2006/relationships" id="257" r:id="R03fd9549936342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30aad44e4e4035" /><Relationship Type="http://schemas.openxmlformats.org/officeDocument/2006/relationships/slideMaster" Target="/ppt/slideMasters/slideMaster1.xml" Id="R757971fd63d54575" /><Relationship Type="http://schemas.openxmlformats.org/officeDocument/2006/relationships/notesMaster" Target="/ppt/notesMasters/notesMaster1.xml" Id="Rdbca6d1fa6e4407a" /><Relationship Type="http://schemas.openxmlformats.org/officeDocument/2006/relationships/presProps" Target="/ppt/presProps.xml" Id="R9ff8c198a9244f43" /><Relationship Type="http://schemas.openxmlformats.org/officeDocument/2006/relationships/tableStyles" Target="/ppt/tableStyles.xml" Id="R41c09d9449d1451c" /><Relationship Type="http://schemas.openxmlformats.org/officeDocument/2006/relationships/slide" Target="/ppt/slides/slide1.xml" Id="Rb0535ae0aa3f4776" /><Relationship Type="http://schemas.openxmlformats.org/officeDocument/2006/relationships/slide" Target="/ppt/slides/slide2.xml" Id="R03fd9549936342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7c75a72ff47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def9adfb014db6" /><Relationship Type="http://schemas.openxmlformats.org/officeDocument/2006/relationships/notesMaster" Target="/ppt/notesMasters/notesMaster1.xml" Id="R127623b67e8b45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e1af99c57f4186" /><Relationship Type="http://schemas.openxmlformats.org/officeDocument/2006/relationships/notesMaster" Target="/ppt/notesMasters/notesMaster1.xml" Id="Rc631a05a95ec4d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341ae18fe44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bfc294a16c4d5d" /><Relationship Type="http://schemas.openxmlformats.org/officeDocument/2006/relationships/slideLayout" Target="/ppt/slideLayouts/slideLayout1.xml" Id="R1b224593509049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224593509049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e44ae136846df" /><Relationship Type="http://schemas.openxmlformats.org/officeDocument/2006/relationships/notesSlide" Target="/ppt/notesSlides/notesSlide1.xml" Id="Re98b6cfa2e8a47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5ef06912f4158" /><Relationship Type="http://schemas.openxmlformats.org/officeDocument/2006/relationships/notesSlide" Target="/ppt/notesSlides/notesSlide2.xml" Id="R40bc93b2d53144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76CA4-74DE-4EB2-ADC7-B8E2ADCB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ADR-B4-082: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58225-0688-40ED-B65F-10EB010C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Beta R4 · svc-observability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E6BEA-E5D6-4D2D-A0D1-8552C3B3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FD9A1-1781-4093-946D-E234AA14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05582-DD2C-4FC7-8E5E-1C452864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72582-2AAA-4A0F-999C-A5E6E351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D8A4F-2897-4CFD-AD8C-E85AC1E9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89F86-EA00-4C5F-9139-FBED6D74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04545-C69E-47F4-94E5-D45ACE3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8B5C3-BC55-4CC0-B969-970EC1FA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1AEA3-DD1F-45B6-BDAF-5FD6EBBC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60775-E849-4F26-9AD2-09392E42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A75BE-C513-47B8-89B4-33EAF124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874AE-348E-41D7-867B-4E21696B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253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F4F9E-B65D-4B4C-968F-0357EC6D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2E4A6-BED1-4CBF-8BA5-456AFAAD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0F1CD-DC0D-4B7A-B0C5-A53EC04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D0BE5-E421-4C87-8B72-735B24B6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8097C-8058-4D8E-AE99-463EBA1A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767E5-3B88-4A41-B574-D69ED43C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802F3-039D-4991-A762-5F8B568C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B0D80-7D56-416A-B47F-0F94A4CC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9513D-B141-4637-843F-9C812E9E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56338-A98E-4C0A-BEA6-31766D69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D5C62-809E-4685-B1EA-22F18009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78686-E7A1-4D18-9251-D05B1CE1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EC0B9-AC57-44B1-8DED-988EEF9D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39008-BF40-4851-95CD-78711470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5812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2026-08-23T23:58:43.6830000Z</dcterms:created>
  <dcterms:modified xsi:type="dcterms:W3CDTF">2026-08-23T23:58:43.6830000Z</dcterms:modified>
</coreProperties>
</file>