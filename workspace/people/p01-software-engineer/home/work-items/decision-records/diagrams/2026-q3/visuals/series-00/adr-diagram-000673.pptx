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5533fc00eb464e" /><Relationship Type="http://schemas.openxmlformats.org/officeDocument/2006/relationships/extended-properties" Target="/docProps/app.xml" Id="Rb6f5ce1b0ceb4882" /><Relationship Type="http://schemas.openxmlformats.org/officeDocument/2006/relationships/officeDocument" Target="/ppt/presentation.xml" Id="R1223fd8cbc584f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d15e983e9d4176"/>
  </p:sldMasterIdLst>
  <p:notesMasterIdLst>
    <p:notesMasterId xmlns:r="http://schemas.openxmlformats.org/officeDocument/2006/relationships" r:id="Ra64d68297c84405b"/>
  </p:notesMasterIdLst>
  <p:sldIdLst>
    <p:sldId xmlns:r="http://schemas.openxmlformats.org/officeDocument/2006/relationships" id="256" r:id="R13b9386f9d7945b6"/>
    <p:sldId xmlns:r="http://schemas.openxmlformats.org/officeDocument/2006/relationships" id="257" r:id="R3c4d653815964b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117813b9964a82" /><Relationship Type="http://schemas.openxmlformats.org/officeDocument/2006/relationships/slideMaster" Target="/ppt/slideMasters/slideMaster1.xml" Id="R4ed15e983e9d4176" /><Relationship Type="http://schemas.openxmlformats.org/officeDocument/2006/relationships/notesMaster" Target="/ppt/notesMasters/notesMaster1.xml" Id="Ra64d68297c84405b" /><Relationship Type="http://schemas.openxmlformats.org/officeDocument/2006/relationships/presProps" Target="/ppt/presProps.xml" Id="R658a37535f6e4ed4" /><Relationship Type="http://schemas.openxmlformats.org/officeDocument/2006/relationships/tableStyles" Target="/ppt/tableStyles.xml" Id="R735ebd81a52c49a7" /><Relationship Type="http://schemas.openxmlformats.org/officeDocument/2006/relationships/slide" Target="/ppt/slides/slide1.xml" Id="R13b9386f9d7945b6" /><Relationship Type="http://schemas.openxmlformats.org/officeDocument/2006/relationships/slide" Target="/ppt/slides/slide2.xml" Id="R3c4d65381596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58dba6c0ae44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7329d2e284517" /><Relationship Type="http://schemas.openxmlformats.org/officeDocument/2006/relationships/notesMaster" Target="/ppt/notesMasters/notesMaster1.xml" Id="R4196ee54195d42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c9e14719394a1c" /><Relationship Type="http://schemas.openxmlformats.org/officeDocument/2006/relationships/notesMaster" Target="/ppt/notesMasters/notesMaster1.xml" Id="R986d0d3b229b4c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94ac5e5eb45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70ce01d27a4e62" /><Relationship Type="http://schemas.openxmlformats.org/officeDocument/2006/relationships/slideLayout" Target="/ppt/slideLayouts/slideLayout1.xml" Id="R8e250299448c4b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50299448c4b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43cc9d10f4a40" /><Relationship Type="http://schemas.openxmlformats.org/officeDocument/2006/relationships/notesSlide" Target="/ppt/notesSlides/notesSlide1.xml" Id="Rc9455593f0e549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4436ff9394209" /><Relationship Type="http://schemas.openxmlformats.org/officeDocument/2006/relationships/notesSlide" Target="/ppt/notesSlides/notesSlide2.xml" Id="Rc29264f10f6f42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36CC5-EDFF-440D-9E8D-9B6A6BE8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ADR-077: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1CB3A-413F-4FF0-A611-2E7F697C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Alpha R7 · svc-release-coordinator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E79DE-C8DE-429C-A304-F9C58D11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E0C5C-8D6C-479C-A273-5FB8012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80381-AFC3-4877-BAB2-7B2C0CB5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360D9-21E8-42E8-BCCB-57D835C9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51A25-4D4B-45F0-A5FC-8FBCF317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FCFE9-EC47-46FB-91E6-FAF7B50E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1F611-4FE6-48DD-AAA2-FE25BFDB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F1C47-7364-4C7A-936A-55ECFBF5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7FDCF-7BB8-426C-AE44-B40F2EB3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67583-D983-4E7E-986B-4F6D53B9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CC138-26BE-4DED-A559-8D2562BF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380A3-461B-4FCE-B94E-73F5D0A0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829824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52337-DC91-4238-9A56-06727108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D967F-D622-44D9-9FAC-A6C0FD71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A50D2-87FC-4BAD-92FA-E47FA355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074A5-B693-4559-BD1B-94387725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52A9F-9329-4FCD-B4AE-B10C234F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EB494-79E0-41F6-98B9-44545CCC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DB4D2-ED1C-49BD-BC73-FA9BBB32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4DF68-0732-460E-B34E-ACC20DFD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1033B-3796-403D-B564-8DE1A70A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23507-6DF5-4DE8-9890-4945A7E5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AA6E9-4C7C-491C-84C0-7C2EC33C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8B3AB-C54F-4656-A70E-D4C2661A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0927D-9D78-463F-8E77-391A7A49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0E363-ED45-4AED-98CD-4A7A983B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975669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2026-08-23T23:58:43.2520000Z</dcterms:created>
  <dcterms:modified xsi:type="dcterms:W3CDTF">2026-08-23T23:58:43.2520000Z</dcterms:modified>
</coreProperties>
</file>