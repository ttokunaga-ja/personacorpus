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96ae05b3cc4492" /><Relationship Type="http://schemas.openxmlformats.org/officeDocument/2006/relationships/extended-properties" Target="/docProps/app.xml" Id="Rde56b4c004924dee" /><Relationship Type="http://schemas.openxmlformats.org/officeDocument/2006/relationships/officeDocument" Target="/ppt/presentation.xml" Id="Re0dba27a68434a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1dd922de9440de"/>
  </p:sldMasterIdLst>
  <p:notesMasterIdLst>
    <p:notesMasterId xmlns:r="http://schemas.openxmlformats.org/officeDocument/2006/relationships" r:id="Re3b404924add4685"/>
  </p:notesMasterIdLst>
  <p:sldIdLst>
    <p:sldId xmlns:r="http://schemas.openxmlformats.org/officeDocument/2006/relationships" id="256" r:id="R163b47408e564552"/>
    <p:sldId xmlns:r="http://schemas.openxmlformats.org/officeDocument/2006/relationships" id="257" r:id="Rb27f7d4d84cf41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19405f03f240f1" /><Relationship Type="http://schemas.openxmlformats.org/officeDocument/2006/relationships/slideMaster" Target="/ppt/slideMasters/slideMaster1.xml" Id="Rf91dd922de9440de" /><Relationship Type="http://schemas.openxmlformats.org/officeDocument/2006/relationships/notesMaster" Target="/ppt/notesMasters/notesMaster1.xml" Id="Re3b404924add4685" /><Relationship Type="http://schemas.openxmlformats.org/officeDocument/2006/relationships/presProps" Target="/ppt/presProps.xml" Id="Rd5a4b98a824c48dc" /><Relationship Type="http://schemas.openxmlformats.org/officeDocument/2006/relationships/tableStyles" Target="/ppt/tableStyles.xml" Id="Rb8f778a11ca6482d" /><Relationship Type="http://schemas.openxmlformats.org/officeDocument/2006/relationships/slide" Target="/ppt/slides/slide1.xml" Id="R163b47408e564552" /><Relationship Type="http://schemas.openxmlformats.org/officeDocument/2006/relationships/slide" Target="/ppt/slides/slide2.xml" Id="Rb27f7d4d84cf41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a9a7d3ab1f4e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a7d6d1d43b46e7" /><Relationship Type="http://schemas.openxmlformats.org/officeDocument/2006/relationships/notesMaster" Target="/ppt/notesMasters/notesMaster1.xml" Id="R995aeeee899f4b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99b6c1661a479a" /><Relationship Type="http://schemas.openxmlformats.org/officeDocument/2006/relationships/notesMaster" Target="/ppt/notesMasters/notesMaster1.xml" Id="R4eb9568e092142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8c3a5697440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0b3b75aa424cb4" /><Relationship Type="http://schemas.openxmlformats.org/officeDocument/2006/relationships/slideLayout" Target="/ppt/slideLayouts/slideLayout1.xml" Id="R61c6705273a140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c6705273a140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fe70bb1a34dfd" /><Relationship Type="http://schemas.openxmlformats.org/officeDocument/2006/relationships/notesSlide" Target="/ppt/notesSlides/notesSlide1.xml" Id="Rfbcb8fe44b9f4b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6a3b642394838" /><Relationship Type="http://schemas.openxmlformats.org/officeDocument/2006/relationships/notesSlide" Target="/ppt/notesSlides/notesSlide2.xml" Id="R619dba2d57ad45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47FFE-B854-47AF-A51A-337A0209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ADR-081: decision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7101F-04E3-4624-9D46-54E7889E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Product Alpha R7 · svc-contract-registry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29D2E-4DAD-4011-9960-3F3922B3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Keep the asynchronous release gate reviewable: evidence enters a bounded approval boundary, becomes durable decision state, then produces downstream confirmation.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7EDB2-D235-45BD-9A7E-21DF2338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25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515DC-E2A5-4F01-8F07-D8F96A9A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5DEDE-8EEE-42F4-AD63-9FAC3475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7085A-074A-4AC6-875D-3120C3E9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7BB0A-5D35-4391-9493-97548B61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84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EB98B-3AD2-4B8A-AB8B-EF6C9D59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0841A"/>
                </a:solidFill>
              </a:defRPr>
            </a:pPr>
            <a:r>
              <a:rPr sz="1800" b="1">
                <a:solidFill>
                  <a:srgbClr val="C0841A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31067-6F86-418A-9A88-FC95622A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1FCEB5-6751-4B30-87F1-7A6F0BB9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Confirm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83BAC-46C7-45DB-8049-FDE747D5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8A4EE-98A8-4DEC-ABFB-D383B23C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7B0AB-1FD1-4AE9-B6A9-0962402E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5320874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3DAD8-ECF0-44F2-B01D-671019A2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Evidence review keeps the decision bounded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1EFA0-6A8E-4C7D-8775-0C6E2317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AA9C7-1B08-44C7-A162-D241F314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Observed Alpha p95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F3AB8-52D2-47A0-A2C7-87A63DAC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184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FF48A-D4EC-4CDC-B375-EBD64646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28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within 200 ms ceiling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19C49-6C89-4CAC-9C73-C56D9F9C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CC118-DCD9-4FFB-9DBB-F0148B02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Approval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66A07-FD64-4F0F-8D64-45087C80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8,883 / 9,000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ECAED-1894-4865-A7BF-50FA193E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reviewed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5AC60-C8AC-4AF4-8785-BBE0D158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17DFA-BCB5-4991-8F9F-2FCFB19D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Rollback drill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10131-02A1-4CB0-863D-C548F01A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11m42s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3395C-92CB-4E01-91AF-12B509C7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95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controlled exercise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A3BB22-581C-4A18-9123-7DD26912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Review action: preserve the ADR-042 approval boundary and document any change with role-based evidence.</a:t>
            </a:r>
          </a:p>
        </p:txBody>
      </p:sp>
    </p:spTree>
    <p:extLst>
      <p:ext uri="{BB962C8B-B14F-4D97-AF65-F5344CB8AC3E}">
        <p14:creationId xmlns:p14="http://schemas.microsoft.com/office/powerpoint/2010/main" val="1983667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2026-08-23T23:58:44.4330000Z</dcterms:created>
  <dcterms:modified xsi:type="dcterms:W3CDTF">2026-08-23T23:58:44.4330000Z</dcterms:modified>
</coreProperties>
</file>