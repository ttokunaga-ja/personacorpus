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1d66d3a98d46b1" /><Relationship Type="http://schemas.openxmlformats.org/officeDocument/2006/relationships/extended-properties" Target="/docProps/app.xml" Id="Rd75853f1874249b7" /><Relationship Type="http://schemas.openxmlformats.org/officeDocument/2006/relationships/officeDocument" Target="/ppt/presentation.xml" Id="R5e4fff4219744c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92b0ddeb87421d"/>
  </p:sldMasterIdLst>
  <p:notesMasterIdLst>
    <p:notesMasterId xmlns:r="http://schemas.openxmlformats.org/officeDocument/2006/relationships" r:id="Rf230f10431f34205"/>
  </p:notesMasterIdLst>
  <p:sldIdLst>
    <p:sldId xmlns:r="http://schemas.openxmlformats.org/officeDocument/2006/relationships" id="256" r:id="Rb159a457f4bc4396"/>
    <p:sldId xmlns:r="http://schemas.openxmlformats.org/officeDocument/2006/relationships" id="257" r:id="R68d22587b9c249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770ddb25fc4584" /><Relationship Type="http://schemas.openxmlformats.org/officeDocument/2006/relationships/slideMaster" Target="/ppt/slideMasters/slideMaster1.xml" Id="Rda92b0ddeb87421d" /><Relationship Type="http://schemas.openxmlformats.org/officeDocument/2006/relationships/notesMaster" Target="/ppt/notesMasters/notesMaster1.xml" Id="Rf230f10431f34205" /><Relationship Type="http://schemas.openxmlformats.org/officeDocument/2006/relationships/presProps" Target="/ppt/presProps.xml" Id="R07186028954f4858" /><Relationship Type="http://schemas.openxmlformats.org/officeDocument/2006/relationships/tableStyles" Target="/ppt/tableStyles.xml" Id="R1fa72cfc456a4b4f" /><Relationship Type="http://schemas.openxmlformats.org/officeDocument/2006/relationships/slide" Target="/ppt/slides/slide1.xml" Id="Rb159a457f4bc4396" /><Relationship Type="http://schemas.openxmlformats.org/officeDocument/2006/relationships/slide" Target="/ppt/slides/slide2.xml" Id="R68d22587b9c249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55f81b9ccd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59393988d74e0c" /><Relationship Type="http://schemas.openxmlformats.org/officeDocument/2006/relationships/notesMaster" Target="/ppt/notesMasters/notesMaster1.xml" Id="R3a632bbd26e94f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601ad4df5c467e" /><Relationship Type="http://schemas.openxmlformats.org/officeDocument/2006/relationships/notesMaster" Target="/ppt/notesMasters/notesMaster1.xml" Id="R771bcd4adc6647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4ee5a5bde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979cf8e92c4fba" /><Relationship Type="http://schemas.openxmlformats.org/officeDocument/2006/relationships/slideLayout" Target="/ppt/slideLayouts/slideLayout1.xml" Id="Rf78d120594e84a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8d120594e84a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c84510b7345fa" /><Relationship Type="http://schemas.openxmlformats.org/officeDocument/2006/relationships/notesSlide" Target="/ppt/notesSlides/notesSlide1.xml" Id="R3c04fd6864da4d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e524461d3436a" /><Relationship Type="http://schemas.openxmlformats.org/officeDocument/2006/relationships/notesSlide" Target="/ppt/notesSlides/notesSlide2.xml" Id="R6f7829593a78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0DC5D-92E3-4706-A36B-6612F948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ADR-174: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89656-B133-4B2E-AE27-2BE25F93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Alpha R7 · svc-release-coordinator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21D10-CC38-4DD1-BD77-DADD4AA0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6A7A8-EA8F-4A0E-8003-E5B7A305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E68C7-3AE5-4EC9-9A9E-54DE2E36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B7F78-B975-4AE9-BB9B-D07868D7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7EE5A-540C-4F19-8BE3-0466F860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32914-DB3D-45EB-BC98-E8398555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92BF9-33EC-4D36-A34C-FF273DD1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02C41-4F62-4731-9F80-5BEEFF5F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A9594-6BCA-42BA-ABB5-B1011DA9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9C90C-2F6A-4E95-B075-BC5518C7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EA413-C42E-4770-B47E-C1821A3B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BBCE2-E2A2-40E4-8709-EBF5668B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137223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4D806-A6D7-4582-8EEE-0054B8A8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D20B4-6E30-49D2-AF20-34823D79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CA830-3A7F-4931-AB6E-5AE91EB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70969-96FA-43AE-BD73-A2FF5C24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8BB52-838B-4F28-9C25-7304F5B7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F26DA-73DA-4FA3-AA7C-70BEBD71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1F08E-1140-43D2-BFD0-5FF416D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CDA44-5F05-456B-A93B-D1CA7A83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E102C-D758-481B-BE8D-28C0DC9C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37BEE-153F-4CFF-B722-11186C19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A9FC0-FBAF-4CBC-B2A1-710971AB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B7ABB-93B8-412A-A3D4-038780D4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FE170-C8F0-4B0E-AC37-F5449D3B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3375C-2807-4998-ADDF-59F2EF4A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455161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2026-08-23T23:58:44.0260000Z</dcterms:created>
  <dcterms:modified xsi:type="dcterms:W3CDTF">2026-08-23T23:58:44.0260000Z</dcterms:modified>
</coreProperties>
</file>