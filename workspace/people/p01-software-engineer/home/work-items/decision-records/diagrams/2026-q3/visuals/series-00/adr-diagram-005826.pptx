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d500dd1a96401f" /><Relationship Type="http://schemas.openxmlformats.org/officeDocument/2006/relationships/extended-properties" Target="/docProps/app.xml" Id="R2ecfd1a205ba41b3" /><Relationship Type="http://schemas.openxmlformats.org/officeDocument/2006/relationships/officeDocument" Target="/ppt/presentation.xml" Id="R6e82367db0c6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aec18f04e9440c"/>
  </p:sldMasterIdLst>
  <p:notesMasterIdLst>
    <p:notesMasterId xmlns:r="http://schemas.openxmlformats.org/officeDocument/2006/relationships" r:id="Read229e45c3f4e29"/>
  </p:notesMasterIdLst>
  <p:sldIdLst>
    <p:sldId xmlns:r="http://schemas.openxmlformats.org/officeDocument/2006/relationships" id="256" r:id="R47938844b9be4473"/>
    <p:sldId xmlns:r="http://schemas.openxmlformats.org/officeDocument/2006/relationships" id="257" r:id="Rf72f7d065300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b2c6df46f46a0" /><Relationship Type="http://schemas.openxmlformats.org/officeDocument/2006/relationships/slideMaster" Target="/ppt/slideMasters/slideMaster1.xml" Id="Rb4aec18f04e9440c" /><Relationship Type="http://schemas.openxmlformats.org/officeDocument/2006/relationships/notesMaster" Target="/ppt/notesMasters/notesMaster1.xml" Id="Read229e45c3f4e29" /><Relationship Type="http://schemas.openxmlformats.org/officeDocument/2006/relationships/presProps" Target="/ppt/presProps.xml" Id="Re322f615d6cb41cd" /><Relationship Type="http://schemas.openxmlformats.org/officeDocument/2006/relationships/tableStyles" Target="/ppt/tableStyles.xml" Id="R1957d62312c641e9" /><Relationship Type="http://schemas.openxmlformats.org/officeDocument/2006/relationships/slide" Target="/ppt/slides/slide1.xml" Id="R47938844b9be4473" /><Relationship Type="http://schemas.openxmlformats.org/officeDocument/2006/relationships/slide" Target="/ppt/slides/slide2.xml" Id="Rf72f7d065300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52733a79f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9ae94a55f4f1d" /><Relationship Type="http://schemas.openxmlformats.org/officeDocument/2006/relationships/notesMaster" Target="/ppt/notesMasters/notesMaster1.xml" Id="R257636425b53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50767c0654625" /><Relationship Type="http://schemas.openxmlformats.org/officeDocument/2006/relationships/notesMaster" Target="/ppt/notesMasters/notesMaster1.xml" Id="R726a58e71a14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2fed81ec1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69258952444f2" /><Relationship Type="http://schemas.openxmlformats.org/officeDocument/2006/relationships/slideLayout" Target="/ppt/slideLayouts/slideLayout1.xml" Id="R604b0e17344e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b0e17344e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f5dd6de3247fe" /><Relationship Type="http://schemas.openxmlformats.org/officeDocument/2006/relationships/notesSlide" Target="/ppt/notesSlides/notesSlide1.xml" Id="R63b6b859a55b42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1f0777578459f" /><Relationship Type="http://schemas.openxmlformats.org/officeDocument/2006/relationships/notesSlide" Target="/ppt/notesSlides/notesSlide2.xml" Id="R269e0e9e52ad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F36D7-AA3D-46B5-ABBB-1C19CC0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ADR-B4-056: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AFF8-50F7-48F6-B488-29A623E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svc-edge-api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64B0F-F7DD-4798-A336-1F118BCE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00A03-4854-4804-A448-AE0A25D5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CB52C-139F-4F62-80BE-705445B1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09641-7221-4F1C-9E51-2EB7DFA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E9907-3031-4B61-AB96-F1C7846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33258-6AAC-4896-A074-630C2BC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09C99-FB68-415E-AC2D-1E343A2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7A7A0-3244-40B1-B034-5636FC7A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6FE95-DFEA-4727-9FA9-FD862606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C42C8-0321-4F22-997B-816D209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B2DF5-D33A-4B87-B893-FA966C4C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CBF43-F9EF-440C-84E5-1823949D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98089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BC32D-B399-412D-87B9-88BF215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CC253-D63B-4FAA-A6DF-A2BE6347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EB92F-2955-4749-9169-0B3BB02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7CD15-A478-44B9-9379-E3BB897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B46C9-3691-4655-8A9D-767A1F32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EE754-9C8B-4223-9399-894DF0F2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76DA6-A60C-4407-B3A2-021A4CE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B7019-7868-4A1F-A051-592187D4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70E79-706F-49BA-87FF-D00758E6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236D7-EBE6-4321-B030-30D73BA5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21BCA-F66D-4E2B-9830-B5AD4A3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3BE16-F98B-47B2-9632-77EC81E8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09B34-ACC6-44B9-B665-CF1AAF8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9A876-D1B5-4720-9A37-CA93156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246975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2026-08-23T23:58:43.8870000Z</dcterms:created>
  <dcterms:modified xsi:type="dcterms:W3CDTF">2026-08-23T23:58:43.8870000Z</dcterms:modified>
</coreProperties>
</file>