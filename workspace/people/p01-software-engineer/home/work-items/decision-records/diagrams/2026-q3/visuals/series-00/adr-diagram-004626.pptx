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2cc61944d49ec" /><Relationship Type="http://schemas.openxmlformats.org/officeDocument/2006/relationships/extended-properties" Target="/docProps/app.xml" Id="R1070fd2767b143ea" /><Relationship Type="http://schemas.openxmlformats.org/officeDocument/2006/relationships/officeDocument" Target="/ppt/presentation.xml" Id="Ra2bdfea83231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6b97653fbf4d64"/>
  </p:sldMasterIdLst>
  <p:notesMasterIdLst>
    <p:notesMasterId xmlns:r="http://schemas.openxmlformats.org/officeDocument/2006/relationships" r:id="R654c3673fed44fc0"/>
  </p:notesMasterIdLst>
  <p:sldIdLst>
    <p:sldId xmlns:r="http://schemas.openxmlformats.org/officeDocument/2006/relationships" id="256" r:id="R7c62566780b8442c"/>
    <p:sldId xmlns:r="http://schemas.openxmlformats.org/officeDocument/2006/relationships" id="257" r:id="Rdbfa5431b751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7d9f8a7891402c" /><Relationship Type="http://schemas.openxmlformats.org/officeDocument/2006/relationships/slideMaster" Target="/ppt/slideMasters/slideMaster1.xml" Id="R146b97653fbf4d64" /><Relationship Type="http://schemas.openxmlformats.org/officeDocument/2006/relationships/notesMaster" Target="/ppt/notesMasters/notesMaster1.xml" Id="R654c3673fed44fc0" /><Relationship Type="http://schemas.openxmlformats.org/officeDocument/2006/relationships/presProps" Target="/ppt/presProps.xml" Id="Rb2a4e61d12f8440c" /><Relationship Type="http://schemas.openxmlformats.org/officeDocument/2006/relationships/tableStyles" Target="/ppt/tableStyles.xml" Id="R9154a97d42be4ea4" /><Relationship Type="http://schemas.openxmlformats.org/officeDocument/2006/relationships/slide" Target="/ppt/slides/slide1.xml" Id="R7c62566780b8442c" /><Relationship Type="http://schemas.openxmlformats.org/officeDocument/2006/relationships/slide" Target="/ppt/slides/slide2.xml" Id="Rdbfa5431b751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deaf2d7504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74bdc727642c4" /><Relationship Type="http://schemas.openxmlformats.org/officeDocument/2006/relationships/notesMaster" Target="/ppt/notesMasters/notesMaster1.xml" Id="R3fb064ceb3ec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1c47318bb418f" /><Relationship Type="http://schemas.openxmlformats.org/officeDocument/2006/relationships/notesMaster" Target="/ppt/notesMasters/notesMaster1.xml" Id="R15fe63ad5a784c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09e6c50ef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86563cb654fad" /><Relationship Type="http://schemas.openxmlformats.org/officeDocument/2006/relationships/slideLayout" Target="/ppt/slideLayouts/slideLayout1.xml" Id="R7dc7d4c9d120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7d4c9d120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edee7caf843f7" /><Relationship Type="http://schemas.openxmlformats.org/officeDocument/2006/relationships/notesSlide" Target="/ppt/notesSlides/notesSlide1.xml" Id="R491ede0063bb4f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689cc93d24033" /><Relationship Type="http://schemas.openxmlformats.org/officeDocument/2006/relationships/notesSlide" Target="/ppt/notesSlides/notesSlide2.xml" Id="R7658bd6870a6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98D25-2AA3-4163-82DE-B64997BA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ADR-B4-050: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21919-A336-43FA-BBC6-0BAEBD4C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svc-edge-api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3454D-EF3F-4156-8928-DD40FD1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058CB-9868-4ABC-8C99-60AD699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EC9BA-1EB0-47BE-ABAE-4CD88A2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6E4B4-4917-46C6-8F3E-4B3E8E5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6D851-193A-4422-849B-DFB4A55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45C9-8CCB-491C-B39F-AFA57147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57940-E19F-46DC-A017-A1ED74D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98071-861E-45ED-8FD7-2C35F2C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8DF7D-E8BE-4AD9-ADE8-AAEA9075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75888-5D1F-4DFB-87D8-B0D2826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7D27C-83B6-4C6E-9E2D-B3679379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46097-A7BB-4888-B404-166D4C4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26743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EC165-42C5-4FED-87C8-32521C5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7DAE1-E97E-4260-AAD0-3A9720EA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78D22-3943-4A7D-92D1-D1C0536F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B770C-7F59-44DD-AF63-F51C19D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DF409-E566-4825-B48B-E41DA19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40B7B-64F4-4810-848A-84CD58F6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82539-E91C-4ADA-A58B-0D3B8FE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41127-8FED-4CC5-8D06-B62CC0DC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6B8CE-8736-42F5-A5EC-B1D5EC2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FACB6-F8CC-411A-9877-B1BBBA1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FB4E-D564-48DB-B583-62CC71A5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1120B-7932-4292-8BDE-4947707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EC660-27EB-4969-AAE2-DB87682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9ECAE-AF44-4A0A-A322-A6D9058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1597975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2026-08-23T23:58:43.7770000Z</dcterms:created>
  <dcterms:modified xsi:type="dcterms:W3CDTF">2026-08-23T23:58:43.7770000Z</dcterms:modified>
</coreProperties>
</file>