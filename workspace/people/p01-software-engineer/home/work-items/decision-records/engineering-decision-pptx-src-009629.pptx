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c08c282cd4382" /><Relationship Type="http://schemas.openxmlformats.org/officeDocument/2006/relationships/extended-properties" Target="/docProps/app.xml" Id="Rd528c5861b0a4e20" /><Relationship Type="http://schemas.openxmlformats.org/officeDocument/2006/relationships/officeDocument" Target="/ppt/presentation.xml" Id="R0a60173efc374b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0b2d0fa82348e8"/>
  </p:sldMasterIdLst>
  <p:notesMasterIdLst>
    <p:notesMasterId xmlns:r="http://schemas.openxmlformats.org/officeDocument/2006/relationships" r:id="R985ba9421c0048a1"/>
  </p:notesMasterIdLst>
  <p:sldIdLst>
    <p:sldId xmlns:r="http://schemas.openxmlformats.org/officeDocument/2006/relationships" id="256" r:id="R8af9ad81c058479d"/>
    <p:sldId xmlns:r="http://schemas.openxmlformats.org/officeDocument/2006/relationships" id="257" r:id="R9ed21ab70ed341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e3c343f31a41a9" /><Relationship Type="http://schemas.openxmlformats.org/officeDocument/2006/relationships/slideMaster" Target="/ppt/slideMasters/slideMaster1.xml" Id="Rb30b2d0fa82348e8" /><Relationship Type="http://schemas.openxmlformats.org/officeDocument/2006/relationships/notesMaster" Target="/ppt/notesMasters/notesMaster1.xml" Id="R985ba9421c0048a1" /><Relationship Type="http://schemas.openxmlformats.org/officeDocument/2006/relationships/presProps" Target="/ppt/presProps.xml" Id="R0d6e18bda00a478c" /><Relationship Type="http://schemas.openxmlformats.org/officeDocument/2006/relationships/tableStyles" Target="/ppt/tableStyles.xml" Id="Rf2cb60c2f49b49b2" /><Relationship Type="http://schemas.openxmlformats.org/officeDocument/2006/relationships/slide" Target="/ppt/slides/slide1.xml" Id="R8af9ad81c058479d" /><Relationship Type="http://schemas.openxmlformats.org/officeDocument/2006/relationships/slide" Target="/ppt/slides/slide2.xml" Id="R9ed21ab70ed3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da2e89431f43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af88a70dfb4097" /><Relationship Type="http://schemas.openxmlformats.org/officeDocument/2006/relationships/notesMaster" Target="/ppt/notesMasters/notesMaster1.xml" Id="Rfcc599f6be2a43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e66f3babcf45f4" /><Relationship Type="http://schemas.openxmlformats.org/officeDocument/2006/relationships/notesMaster" Target="/ppt/notesMasters/notesMaster1.xml" Id="R8846ed28a04e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c6328d6a1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f6e4607355488b" /><Relationship Type="http://schemas.openxmlformats.org/officeDocument/2006/relationships/slideLayout" Target="/ppt/slideLayouts/slideLayout1.xml" Id="R63885a3777fa46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885a3777fa46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b659583af4432" /><Relationship Type="http://schemas.openxmlformats.org/officeDocument/2006/relationships/notesSlide" Target="/ppt/notesSlides/notesSlide1.xml" Id="Rdb5823e5400d4f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346db0e934010" /><Relationship Type="http://schemas.openxmlformats.org/officeDocument/2006/relationships/notesSlide" Target="/ppt/notesSlides/notesSlide2.xml" Id="R940bf35a5dc948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A7942-02E4-4C48-935C-B5C30576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ADR-078: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A11E0-FF2C-433A-8599-DB515EF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Alpha R7 · svc-contract-registry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F2759-F844-4B8C-87A2-FDB2328D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F3A0D-3521-4030-A2FD-50712838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F1C75-30AE-4A7B-8E7B-55E8A612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E689F-24B2-4182-9129-941D27AA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7C6A8-0EB9-4321-8157-2C1BEF1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C4CEA-489F-4EAF-AB12-D8E7011E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AF599-8FBE-4B93-903A-C039B292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81ABA-FCFB-483B-9788-54EE8990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79325-0FB7-476F-9BA8-1FB8190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EAA5B-EE8D-4D9C-8B5E-F8ED4C1C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96603-C4AD-44AC-800E-7FA07C5F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70356-A05E-4588-9BC8-3FADD2B6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9413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97723-DEC8-4FDE-BC3E-8224764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D6A05-A12B-4B74-847C-37BE5D53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F9B31-6B67-4842-B28A-953DD7BA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29FEF-66E2-4E38-986C-A457CF4E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515FC-C4B4-4697-901E-D417265D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A93B8-0807-4B22-9C84-6543B6E6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0D621-4EC0-471F-8F83-A08FED7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975A2-90C5-4F75-BF9B-A5EDC953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94DAB-57C2-4D27-835E-1CA27DF3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A7942-BA01-4778-881F-BA495385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E3294-7068-4B0F-A44F-81F087ED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126C0-4264-4A12-9084-503128D2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A5C13-15C3-41A8-B385-80AB1600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9F8F2-75DB-46C6-BC86-BA948941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1995238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2026-08-23T23:58:44.2250000Z</dcterms:created>
  <dcterms:modified xsi:type="dcterms:W3CDTF">2026-08-23T23:58:44.2250000Z</dcterms:modified>
</coreProperties>
</file>