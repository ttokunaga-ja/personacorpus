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b0dd8f429f424d" /><Relationship Type="http://schemas.openxmlformats.org/officeDocument/2006/relationships/extended-properties" Target="/docProps/app.xml" Id="Rbb401b28b347461a" /><Relationship Type="http://schemas.openxmlformats.org/officeDocument/2006/relationships/officeDocument" Target="/ppt/presentation.xml" Id="Racf33f7f01ae49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93d8903aa44b7e"/>
  </p:sldMasterIdLst>
  <p:notesMasterIdLst>
    <p:notesMasterId xmlns:r="http://schemas.openxmlformats.org/officeDocument/2006/relationships" r:id="R74b78dd9b484480b"/>
  </p:notesMasterIdLst>
  <p:sldIdLst>
    <p:sldId xmlns:r="http://schemas.openxmlformats.org/officeDocument/2006/relationships" id="256" r:id="R6f9f10f321324704"/>
    <p:sldId xmlns:r="http://schemas.openxmlformats.org/officeDocument/2006/relationships" id="257" r:id="R9326363374044e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39e1431bb44d36" /><Relationship Type="http://schemas.openxmlformats.org/officeDocument/2006/relationships/slideMaster" Target="/ppt/slideMasters/slideMaster1.xml" Id="Rd993d8903aa44b7e" /><Relationship Type="http://schemas.openxmlformats.org/officeDocument/2006/relationships/notesMaster" Target="/ppt/notesMasters/notesMaster1.xml" Id="R74b78dd9b484480b" /><Relationship Type="http://schemas.openxmlformats.org/officeDocument/2006/relationships/presProps" Target="/ppt/presProps.xml" Id="R99f56ede23d24455" /><Relationship Type="http://schemas.openxmlformats.org/officeDocument/2006/relationships/tableStyles" Target="/ppt/tableStyles.xml" Id="R4b067db0734d499a" /><Relationship Type="http://schemas.openxmlformats.org/officeDocument/2006/relationships/slide" Target="/ppt/slides/slide1.xml" Id="R6f9f10f321324704" /><Relationship Type="http://schemas.openxmlformats.org/officeDocument/2006/relationships/slide" Target="/ppt/slides/slide2.xml" Id="R9326363374044e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1ba46a788a4d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be055a089848da" /><Relationship Type="http://schemas.openxmlformats.org/officeDocument/2006/relationships/notesMaster" Target="/ppt/notesMasters/notesMaster1.xml" Id="R74fdbfc4399948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f037c11b54176" /><Relationship Type="http://schemas.openxmlformats.org/officeDocument/2006/relationships/notesMaster" Target="/ppt/notesMasters/notesMaster1.xml" Id="R60ec7c9457754d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c1eca00a646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04546fc6d24401" /><Relationship Type="http://schemas.openxmlformats.org/officeDocument/2006/relationships/slideLayout" Target="/ppt/slideLayouts/slideLayout1.xml" Id="R0f162d33e1684e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62d33e1684e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430c47a004379" /><Relationship Type="http://schemas.openxmlformats.org/officeDocument/2006/relationships/notesSlide" Target="/ppt/notesSlides/notesSlide1.xml" Id="R69f6e1573d65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9e755ed6041ba" /><Relationship Type="http://schemas.openxmlformats.org/officeDocument/2006/relationships/notesSlide" Target="/ppt/notesSlides/notesSlide2.xml" Id="Rf9cc2de1cbd041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666A1-99C2-4B59-B584-937C5A86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Vendor evidence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18F01-706C-407C-B7A3-454ED49A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857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Platform Juniper evaluation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Trial p95: 164 ms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Evidence coverage: 96%</a:t>
            </a:r>
          </a:p>
        </p:txBody>
      </p:sp>
    </p:spTree>
    <p:extLst>
      <p:ext uri="{BB962C8B-B14F-4D97-AF65-F5344CB8AC3E}">
        <p14:creationId xmlns:p14="http://schemas.microsoft.com/office/powerpoint/2010/main" val="887132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648F8-C6FC-447A-ABAC-ECDFE181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2B3BD-4909-4E95-9AF5-24174A2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857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Retain comparative evidence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Confirm interface behavior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Route findings to Decision Owner</a:t>
            </a:r>
          </a:p>
        </p:txBody>
      </p:sp>
    </p:spTree>
    <p:extLst>
      <p:ext uri="{BB962C8B-B14F-4D97-AF65-F5344CB8AC3E}">
        <p14:creationId xmlns:p14="http://schemas.microsoft.com/office/powerpoint/2010/main" val="217190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2026-08-24T00:01:34.5390000Z</dcterms:created>
  <dcterms:modified xsi:type="dcterms:W3CDTF">2026-08-24T00:01:34.5390000Z</dcterms:modified>
</coreProperties>
</file>