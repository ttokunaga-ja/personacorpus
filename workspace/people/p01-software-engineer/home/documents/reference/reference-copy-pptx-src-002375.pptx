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7f92e13ef24717" /><Relationship Type="http://schemas.openxmlformats.org/officeDocument/2006/relationships/extended-properties" Target="/docProps/app.xml" Id="R7a309f6046ef4a9e" /><Relationship Type="http://schemas.openxmlformats.org/officeDocument/2006/relationships/officeDocument" Target="/ppt/presentation.xml" Id="Rfd86654e341849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d27537e0434f7d"/>
  </p:sldMasterIdLst>
  <p:notesMasterIdLst>
    <p:notesMasterId xmlns:r="http://schemas.openxmlformats.org/officeDocument/2006/relationships" r:id="R7a17a93057544162"/>
  </p:notesMasterIdLst>
  <p:sldIdLst>
    <p:sldId xmlns:r="http://schemas.openxmlformats.org/officeDocument/2006/relationships" id="256" r:id="R275d48f73574441c"/>
    <p:sldId xmlns:r="http://schemas.openxmlformats.org/officeDocument/2006/relationships" id="257" r:id="R72bfea39d00a44d9"/>
    <p:sldId xmlns:r="http://schemas.openxmlformats.org/officeDocument/2006/relationships" id="258" r:id="R8bc907d852ee47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3244b370404267" /><Relationship Type="http://schemas.openxmlformats.org/officeDocument/2006/relationships/slideMaster" Target="/ppt/slideMasters/slideMaster1.xml" Id="R27d27537e0434f7d" /><Relationship Type="http://schemas.openxmlformats.org/officeDocument/2006/relationships/notesMaster" Target="/ppt/notesMasters/notesMaster1.xml" Id="R7a17a93057544162" /><Relationship Type="http://schemas.openxmlformats.org/officeDocument/2006/relationships/presProps" Target="/ppt/presProps.xml" Id="R3f393444b46f4fbc" /><Relationship Type="http://schemas.openxmlformats.org/officeDocument/2006/relationships/tableStyles" Target="/ppt/tableStyles.xml" Id="R92a210d754354460" /><Relationship Type="http://schemas.openxmlformats.org/officeDocument/2006/relationships/slide" Target="/ppt/slides/slide1.xml" Id="R275d48f73574441c" /><Relationship Type="http://schemas.openxmlformats.org/officeDocument/2006/relationships/slide" Target="/ppt/slides/slide2.xml" Id="R72bfea39d00a44d9" /><Relationship Type="http://schemas.openxmlformats.org/officeDocument/2006/relationships/slide" Target="/ppt/slides/slide3.xml" Id="R8bc907d852ee47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a6d93d537543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6f117125f44a29" /><Relationship Type="http://schemas.openxmlformats.org/officeDocument/2006/relationships/notesMaster" Target="/ppt/notesMasters/notesMaster1.xml" Id="R0f9dda222f2347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129246f2e747e5" /><Relationship Type="http://schemas.openxmlformats.org/officeDocument/2006/relationships/notesMaster" Target="/ppt/notesMasters/notesMaster1.xml" Id="R39c432002cb240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57e22480204147" /><Relationship Type="http://schemas.openxmlformats.org/officeDocument/2006/relationships/notesMaster" Target="/ppt/notesMasters/notesMaster1.xml" Id="R8a090bfa653b4b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2d9814e69840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10482ac074485e" /><Relationship Type="http://schemas.openxmlformats.org/officeDocument/2006/relationships/slideLayout" Target="/ppt/slideLayouts/slideLayout1.xml" Id="Rba68b4a0817644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68b4a0817644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9f55a909142e7" /><Relationship Type="http://schemas.openxmlformats.org/officeDocument/2006/relationships/notesSlide" Target="/ppt/notesSlides/notesSlide1.xml" Id="R29eeb5226be44a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4a8fb675d46aa" /><Relationship Type="http://schemas.openxmlformats.org/officeDocument/2006/relationships/notesSlide" Target="/ppt/notesSlides/notesSlide2.xml" Id="Rfd7dd5527abd4c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1832e42514c5e" /><Relationship Type="http://schemas.openxmlformats.org/officeDocument/2006/relationships/notesSlide" Target="/ppt/notesSlides/notesSlide3.xml" Id="Rc04a37045eb642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2F2A5-8A3A-4A48-A554-80F70D85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F4E78"/>
                </a:solidFill>
              </a:defRPr>
            </a:pPr>
            <a:r>
              <a:rPr sz="3000" b="1">
                <a:solidFill>
                  <a:srgbClr val="1F4E78"/>
                </a:solidFill>
              </a:rPr>
              <a:t>Product Alpha R7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C18AE-3BBF-4C2A-BAEE-23FDE72E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AE431-1272-4E0E-8F8C-008B93C3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334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</a:defRPr>
            </a:pPr>
            <a:r>
              <a:rPr sz="2100">
                <a:solidFill>
                  <a:srgbClr val="334155"/>
                </a:solidFill>
              </a:rPr>
              <a:t>Reviewed synthetic reference snapshot</a:t>
            </a:r>
          </a:p>
          <a:p xmlns:a="http://schemas.openxmlformats.org/drawingml/2006/main">
            <a:pPr>
              <a:defRPr sz="2100">
                <a:solidFill>
                  <a:srgbClr val="334155"/>
                </a:solidFill>
              </a:defRPr>
            </a:pPr>
            <a:r>
              <a:rPr sz="2100">
                <a:solidFill>
                  <a:srgbClr val="334155"/>
                </a:solidFill>
              </a:rPr>
              <a:t>REF-26Q3-002375 | 2026-09-04</a:t>
            </a:r>
          </a:p>
        </p:txBody>
      </p:sp>
    </p:spTree>
    <p:extLst>
      <p:ext uri="{BB962C8B-B14F-4D97-AF65-F5344CB8AC3E}">
        <p14:creationId xmlns:p14="http://schemas.microsoft.com/office/powerpoint/2010/main" val="16902427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C65EE-3C35-49AE-9C28-2FB01024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F4E78"/>
                </a:solidFill>
              </a:defRPr>
            </a:pPr>
            <a:r>
              <a:rPr sz="3000" b="1">
                <a:solidFill>
                  <a:srgbClr val="1F4E78"/>
                </a:solidFill>
              </a:rPr>
              <a:t>Evidence alignment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8BA02-4F0A-4607-BE7B-0538F65E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2115E-246A-4108-8CD4-DB3D0122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334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</a:defRPr>
            </a:pPr>
            <a:r>
              <a:rPr sz="2100">
                <a:solidFill>
                  <a:srgbClr val="334155"/>
                </a:solidFill>
              </a:rPr>
              <a:t>ADR-042 asynchronous release gate</a:t>
            </a:r>
          </a:p>
          <a:p xmlns:a="http://schemas.openxmlformats.org/drawingml/2006/main">
            <a:pPr>
              <a:defRPr sz="2100">
                <a:solidFill>
                  <a:srgbClr val="334155"/>
                </a:solidFill>
              </a:defRPr>
            </a:pPr>
            <a:r>
              <a:rPr sz="2100">
                <a:solidFill>
                  <a:srgbClr val="334155"/>
                </a:solidFill>
              </a:rPr>
              <a:t>Alpha observed p95: 184 ms</a:t>
            </a:r>
          </a:p>
          <a:p xmlns:a="http://schemas.openxmlformats.org/drawingml/2006/main">
            <a:pPr>
              <a:defRPr sz="2100">
                <a:solidFill>
                  <a:srgbClr val="334155"/>
                </a:solidFill>
              </a:defRPr>
            </a:pPr>
            <a:r>
              <a:rPr sz="2100">
                <a:solidFill>
                  <a:srgbClr val="334155"/>
                </a:solidFill>
              </a:rPr>
              <a:t>Beta design budget: 225 ms</a:t>
            </a:r>
          </a:p>
        </p:txBody>
      </p:sp>
    </p:spTree>
    <p:extLst>
      <p:ext uri="{BB962C8B-B14F-4D97-AF65-F5344CB8AC3E}">
        <p14:creationId xmlns:p14="http://schemas.microsoft.com/office/powerpoint/2010/main" val="11570753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5E45D-2884-41CE-82C2-E38BA44C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F4E78"/>
                </a:solidFill>
              </a:defRPr>
            </a:pPr>
            <a:r>
              <a:rPr sz="3000" b="1">
                <a:solidFill>
                  <a:srgbClr val="1F4E78"/>
                </a:solidFill>
              </a:rPr>
              <a:t>Reference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C7CF5-01F2-4AE3-8AEB-E04C7FBA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16DC1-8DC1-46B8-A077-45FE8258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334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34155"/>
                </a:solidFill>
              </a:defRPr>
            </a:pPr>
            <a:r>
              <a:rPr sz="2100">
                <a:solidFill>
                  <a:srgbClr val="334155"/>
                </a:solidFill>
              </a:rPr>
              <a:t>Compare approved evidence without changing primary facts.</a:t>
            </a:r>
          </a:p>
          <a:p xmlns:a="http://schemas.openxmlformats.org/drawingml/2006/main">
            <a:pPr>
              <a:defRPr sz="2100">
                <a:solidFill>
                  <a:srgbClr val="334155"/>
                </a:solidFill>
              </a:defRPr>
            </a:pPr>
            <a:r>
              <a:rPr sz="2100">
                <a:solidFill>
                  <a:srgbClr val="334155"/>
                </a:solidFill>
              </a:rPr>
              <a:t>Status: reviewed reference snapshot</a:t>
            </a:r>
          </a:p>
        </p:txBody>
      </p:sp>
    </p:spTree>
    <p:extLst>
      <p:ext uri="{BB962C8B-B14F-4D97-AF65-F5344CB8AC3E}">
        <p14:creationId xmlns:p14="http://schemas.microsoft.com/office/powerpoint/2010/main" val="2021021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2026-08-23T22:38:24.7500000Z</dcterms:created>
  <dcterms:modified xsi:type="dcterms:W3CDTF">2026-08-23T22:38:24.7500000Z</dcterms:modified>
</coreProperties>
</file>