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6aca57d6924e03" /><Relationship Type="http://schemas.openxmlformats.org/officeDocument/2006/relationships/extended-properties" Target="/docProps/app.xml" Id="R6a48b7ee7fa04909" /><Relationship Type="http://schemas.openxmlformats.org/officeDocument/2006/relationships/officeDocument" Target="/ppt/presentation.xml" Id="R587ae75761ac4a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e346a90dfc40a2"/>
  </p:sldMasterIdLst>
  <p:notesMasterIdLst>
    <p:notesMasterId xmlns:r="http://schemas.openxmlformats.org/officeDocument/2006/relationships" r:id="R11a8a2d39d8d4514"/>
  </p:notesMasterIdLst>
  <p:sldIdLst>
    <p:sldId xmlns:r="http://schemas.openxmlformats.org/officeDocument/2006/relationships" id="256" r:id="R0b66dd17a6374895"/>
    <p:sldId xmlns:r="http://schemas.openxmlformats.org/officeDocument/2006/relationships" id="257" r:id="Re70b240df0a543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62b84bbdc940cc" /><Relationship Type="http://schemas.openxmlformats.org/officeDocument/2006/relationships/slideMaster" Target="/ppt/slideMasters/slideMaster1.xml" Id="Rd1e346a90dfc40a2" /><Relationship Type="http://schemas.openxmlformats.org/officeDocument/2006/relationships/notesMaster" Target="/ppt/notesMasters/notesMaster1.xml" Id="R11a8a2d39d8d4514" /><Relationship Type="http://schemas.openxmlformats.org/officeDocument/2006/relationships/presProps" Target="/ppt/presProps.xml" Id="R9d957c0e116e4528" /><Relationship Type="http://schemas.openxmlformats.org/officeDocument/2006/relationships/tableStyles" Target="/ppt/tableStyles.xml" Id="R44c7000b556c4452" /><Relationship Type="http://schemas.openxmlformats.org/officeDocument/2006/relationships/slide" Target="/ppt/slides/slide1.xml" Id="R0b66dd17a6374895" /><Relationship Type="http://schemas.openxmlformats.org/officeDocument/2006/relationships/slide" Target="/ppt/slides/slide2.xml" Id="Re70b240df0a543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eefe696e464b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e0c8b3eed24be4" /><Relationship Type="http://schemas.openxmlformats.org/officeDocument/2006/relationships/notesMaster" Target="/ppt/notesMasters/notesMaster1.xml" Id="R37d46ada88614d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d232726a224642" /><Relationship Type="http://schemas.openxmlformats.org/officeDocument/2006/relationships/notesMaster" Target="/ppt/notesMasters/notesMaster1.xml" Id="R056aa4176bd248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b2588e7124a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442dacfcd34988" /><Relationship Type="http://schemas.openxmlformats.org/officeDocument/2006/relationships/slideLayout" Target="/ppt/slideLayouts/slideLayout1.xml" Id="Rb7b8e6e119e44a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b8e6e119e44a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33b6e027c4325" /><Relationship Type="http://schemas.openxmlformats.org/officeDocument/2006/relationships/notesSlide" Target="/ppt/notesSlides/notesSlide1.xml" Id="R39f72b4b93074d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2aacbb65a4a92" /><Relationship Type="http://schemas.openxmlformats.org/officeDocument/2006/relationships/chart" Target="/ppt/slides/charts/chart1.xml" Id="R5ca539c91aa948f4" /><Relationship Type="http://schemas.openxmlformats.org/officeDocument/2006/relationships/notesSlide" Target="/ppt/notesSlides/notesSlide2.xml" Id="Re6c5a0ca9a7146a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6128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Decision Store</c:v>
              </c:pt>
              <c:pt idx="4">
                <c:v>Event 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27</c:v>
              </c:pt>
              <c:pt idx="1">
                <c:v>30</c:v>
              </c:pt>
              <c:pt idx="2">
                <c:v>49</c:v>
              </c:pt>
              <c:pt idx="3">
                <c:v>27</c:v>
              </c:pt>
              <c:pt idx="4">
                <c:v>19</c:v>
              </c:pt>
              <c:pt idx="5">
                <c:v>39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DAB16-5321-4985-8893-DB5D50C7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 decision trace · p01-src-006128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75172-0A91-4057-9F49-91A83B6C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Artifact p01-full-006128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p01-full-010086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observed p95 177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CBBB3-D1F3-48A2-A523-6E8370F4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Source 6128: evidence moves from Intake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Decision 0086 is committed in the Decision Store before Event Bus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asynchronous gate protects the R7 release boundary.</a:t>
            </a:r>
          </a:p>
        </p:txBody>
      </p:sp>
    </p:spTree>
    <p:extLst>
      <p:ext uri="{BB962C8B-B14F-4D97-AF65-F5344CB8AC3E}">
        <p14:creationId xmlns:p14="http://schemas.microsoft.com/office/powerpoint/2010/main" val="679163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8A049-A1E8-4383-9795-E96AAED2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Evidence profile · p01-src-006128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24834-65F8-410B-AC6B-79A7AB8C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p01-full-010086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Release gate signal: approval recorded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threshold: p95 ≤ 184 ms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619750" y="1562100"/>
          <a:ext xmlns:a="http://schemas.openxmlformats.org/drawingml/2006/main" cx="528637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a539c91aa948f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DFA09-57CA-42F4-9FAF-A27F5C35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The p01-src-006128 trace links the dependency to one measurable release-gate decision.</a:t>
            </a:r>
          </a:p>
        </p:txBody>
      </p:sp>
    </p:spTree>
    <p:extLst>
      <p:ext uri="{BB962C8B-B14F-4D97-AF65-F5344CB8AC3E}">
        <p14:creationId xmlns:p14="http://schemas.microsoft.com/office/powerpoint/2010/main" val="233212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2026-08-24T02:29:16.0870000Z</dcterms:created>
  <dcterms:modified xsi:type="dcterms:W3CDTF">2026-08-24T02:29:16.0870000Z</dcterms:modified>
</coreProperties>
</file>