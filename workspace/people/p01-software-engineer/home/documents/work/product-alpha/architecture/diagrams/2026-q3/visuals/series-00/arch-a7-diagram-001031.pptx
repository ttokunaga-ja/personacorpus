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e8be597c2245b6" /><Relationship Type="http://schemas.openxmlformats.org/officeDocument/2006/relationships/extended-properties" Target="/docProps/app.xml" Id="R247d9dae6da340a9" /><Relationship Type="http://schemas.openxmlformats.org/officeDocument/2006/relationships/officeDocument" Target="/ppt/presentation.xml" Id="Ra621cacdf1c3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70cbb7b7714028"/>
  </p:sldMasterIdLst>
  <p:notesMasterIdLst>
    <p:notesMasterId xmlns:r="http://schemas.openxmlformats.org/officeDocument/2006/relationships" r:id="Rc58a7462e9fc4597"/>
  </p:notesMasterIdLst>
  <p:sldIdLst>
    <p:sldId xmlns:r="http://schemas.openxmlformats.org/officeDocument/2006/relationships" id="256" r:id="R11091d127ab24979"/>
    <p:sldId xmlns:r="http://schemas.openxmlformats.org/officeDocument/2006/relationships" id="257" r:id="R368e9a2c7fc148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74ebee43404902" /><Relationship Type="http://schemas.openxmlformats.org/officeDocument/2006/relationships/slideMaster" Target="/ppt/slideMasters/slideMaster1.xml" Id="R0870cbb7b7714028" /><Relationship Type="http://schemas.openxmlformats.org/officeDocument/2006/relationships/notesMaster" Target="/ppt/notesMasters/notesMaster1.xml" Id="Rc58a7462e9fc4597" /><Relationship Type="http://schemas.openxmlformats.org/officeDocument/2006/relationships/presProps" Target="/ppt/presProps.xml" Id="R615a2f055cc44582" /><Relationship Type="http://schemas.openxmlformats.org/officeDocument/2006/relationships/tableStyles" Target="/ppt/tableStyles.xml" Id="Re3ad966b357a4c1d" /><Relationship Type="http://schemas.openxmlformats.org/officeDocument/2006/relationships/slide" Target="/ppt/slides/slide1.xml" Id="R11091d127ab24979" /><Relationship Type="http://schemas.openxmlformats.org/officeDocument/2006/relationships/slide" Target="/ppt/slides/slide2.xml" Id="R368e9a2c7fc148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852f1cae88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687a0f280741c0" /><Relationship Type="http://schemas.openxmlformats.org/officeDocument/2006/relationships/notesMaster" Target="/ppt/notesMasters/notesMaster1.xml" Id="Rcdbbc2502d2b47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6bc1d82b53470c" /><Relationship Type="http://schemas.openxmlformats.org/officeDocument/2006/relationships/notesMaster" Target="/ppt/notesMasters/notesMaster1.xml" Id="R9904975fbf3c4e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5da2582c34c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4b92e9168d496e" /><Relationship Type="http://schemas.openxmlformats.org/officeDocument/2006/relationships/slideLayout" Target="/ppt/slideLayouts/slideLayout1.xml" Id="R4859b6f8b24345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59b6f8b24345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71f533a06422c" /><Relationship Type="http://schemas.openxmlformats.org/officeDocument/2006/relationships/notesSlide" Target="/ppt/notesSlides/notesSlide1.xml" Id="Re1e74e4d6b9140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13ed5d8ea45f4" /><Relationship Type="http://schemas.openxmlformats.org/officeDocument/2006/relationships/chart" Target="/ppt/slides/charts/chart1.xml" Id="R8b843403179c4300" /><Relationship Type="http://schemas.openxmlformats.org/officeDocument/2006/relationships/notesSlide" Target="/ppt/notesSlides/notesSlide2.xml" Id="R52ef045495124e6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Store</c:v>
              </c:pt>
              <c:pt idx="4">
                <c:v>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32</c:v>
              </c:pt>
              <c:pt idx="2">
                <c:v>46</c:v>
              </c:pt>
              <c:pt idx="3">
                <c:v>24</c:v>
              </c:pt>
              <c:pt idx="4">
                <c:v>18</c:v>
              </c:pt>
              <c:pt idx="5">
                <c:v>36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CFFC8-2CAF-4DAD-A806-E21FF071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Product Alpha R7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542EA-6A51-4EF3-8AB9-D47B258E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p01-src-001031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p01-full-001031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p01-full-008457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2C2AB-7CCE-4949-8A8B-73FADAD6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Asynchronous release gate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Approval boundary: Release Coordinator -&gt; Decision Store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Event Bus delivery follows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21068879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888E0-1107-48EF-BDEA-241E62AC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78151-C36E-4871-BE40-4AAF04A1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p01-src-001031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p01-full-001031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p01-full-008457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191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843403179c4300"/>
          </a:graphicData>
        </a:graphic>
      </p:graphicFrame>
    </p:spTree>
    <p:extLst>
      <p:ext uri="{BB962C8B-B14F-4D97-AF65-F5344CB8AC3E}">
        <p14:creationId xmlns:p14="http://schemas.microsoft.com/office/powerpoint/2010/main" val="1038980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2026-08-24T02:20:33.0700000Z</dcterms:created>
  <dcterms:modified xsi:type="dcterms:W3CDTF">2026-08-24T02:20:33.0700000Z</dcterms:modified>
</coreProperties>
</file>