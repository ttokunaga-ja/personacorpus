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bbc2c6b2c94ba6" /><Relationship Type="http://schemas.openxmlformats.org/officeDocument/2006/relationships/extended-properties" Target="/docProps/app.xml" Id="Rdb9b5c3f8d9446d5" /><Relationship Type="http://schemas.openxmlformats.org/officeDocument/2006/relationships/officeDocument" Target="/ppt/presentation.xml" Id="R474f92fe6b3f4a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809f88823847c7"/>
  </p:sldMasterIdLst>
  <p:notesMasterIdLst>
    <p:notesMasterId xmlns:r="http://schemas.openxmlformats.org/officeDocument/2006/relationships" r:id="R0bff866102e941be"/>
  </p:notesMasterIdLst>
  <p:sldIdLst>
    <p:sldId xmlns:r="http://schemas.openxmlformats.org/officeDocument/2006/relationships" id="256" r:id="R3f4dadad5cef424c"/>
    <p:sldId xmlns:r="http://schemas.openxmlformats.org/officeDocument/2006/relationships" id="257" r:id="R022fbbffedcb4a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e5401d15824c2c" /><Relationship Type="http://schemas.openxmlformats.org/officeDocument/2006/relationships/slideMaster" Target="/ppt/slideMasters/slideMaster1.xml" Id="R2d809f88823847c7" /><Relationship Type="http://schemas.openxmlformats.org/officeDocument/2006/relationships/notesMaster" Target="/ppt/notesMasters/notesMaster1.xml" Id="R0bff866102e941be" /><Relationship Type="http://schemas.openxmlformats.org/officeDocument/2006/relationships/presProps" Target="/ppt/presProps.xml" Id="R8faa4bf987e5496a" /><Relationship Type="http://schemas.openxmlformats.org/officeDocument/2006/relationships/tableStyles" Target="/ppt/tableStyles.xml" Id="Ra7df3a10de32486b" /><Relationship Type="http://schemas.openxmlformats.org/officeDocument/2006/relationships/slide" Target="/ppt/slides/slide1.xml" Id="R3f4dadad5cef424c" /><Relationship Type="http://schemas.openxmlformats.org/officeDocument/2006/relationships/slide" Target="/ppt/slides/slide2.xml" Id="R022fbbffedcb4a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1e46d5806147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ce1723bd8d419f" /><Relationship Type="http://schemas.openxmlformats.org/officeDocument/2006/relationships/notesMaster" Target="/ppt/notesMasters/notesMaster1.xml" Id="R986ad1e55c9645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7cbf1b186949bb" /><Relationship Type="http://schemas.openxmlformats.org/officeDocument/2006/relationships/notesMaster" Target="/ppt/notesMasters/notesMaster1.xml" Id="R4f90cc096aed4b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205baf9b946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1a22b6f46a4218" /><Relationship Type="http://schemas.openxmlformats.org/officeDocument/2006/relationships/slideLayout" Target="/ppt/slideLayouts/slideLayout1.xml" Id="R2fb6d08abdf940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b6d08abdf940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3423100c44ece" /><Relationship Type="http://schemas.openxmlformats.org/officeDocument/2006/relationships/notesSlide" Target="/ppt/notesSlides/notesSlide1.xml" Id="Re08198eb277e4d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8d6419a1c44f2" /><Relationship Type="http://schemas.openxmlformats.org/officeDocument/2006/relationships/chart" Target="/ppt/slides/charts/chart1.xml" Id="R38cf8edc3203494e" /><Relationship Type="http://schemas.openxmlformats.org/officeDocument/2006/relationships/notesSlide" Target="/ppt/notesSlides/notesSlide2.xml" Id="Rfa362d7b84424d0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p95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Store</c:v>
              </c:pt>
              <c:pt idx="4">
                <c:v>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32</c:v>
              </c:pt>
              <c:pt idx="2">
                <c:v>46</c:v>
              </c:pt>
              <c:pt idx="3">
                <c:v>24</c:v>
              </c:pt>
              <c:pt idx="4">
                <c:v>18</c:v>
              </c:pt>
              <c:pt idx="5">
                <c:v>36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56F14-2C7B-43D5-B497-D6103EEF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Product Alpha R7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E3147-1DCD-4428-8D4F-C6E2D0B6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p01-src-003129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p01-full-003129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p01-full-008746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E5F25-7878-4F1B-8F8C-50AE5C93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Asynchronous release gate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Approval boundary: Release Coordinator -&gt; Decision Store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Event Bus delivery follows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724398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C0DF0-6C3C-427D-A2D1-4D3D3ABA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relationship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44D5F-AC1B-47FF-B6A5-15DB8143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p01-src-003129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p01-full-003129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p01-full-008746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4191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cf8edc3203494e"/>
          </a:graphicData>
        </a:graphic>
      </p:graphicFrame>
    </p:spTree>
    <p:extLst>
      <p:ext uri="{BB962C8B-B14F-4D97-AF65-F5344CB8AC3E}">
        <p14:creationId xmlns:p14="http://schemas.microsoft.com/office/powerpoint/2010/main" val="1741118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2026-08-24T02:20:33.5160000Z</dcterms:created>
  <dcterms:modified xsi:type="dcterms:W3CDTF">2026-08-24T02:20:33.5160000Z</dcterms:modified>
</coreProperties>
</file>