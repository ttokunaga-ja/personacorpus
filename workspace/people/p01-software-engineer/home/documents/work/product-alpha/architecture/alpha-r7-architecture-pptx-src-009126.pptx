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1b7ea5fb046f5" /><Relationship Type="http://schemas.openxmlformats.org/officeDocument/2006/relationships/extended-properties" Target="/docProps/app.xml" Id="R3e6c28289e5049c7" /><Relationship Type="http://schemas.openxmlformats.org/officeDocument/2006/relationships/officeDocument" Target="/ppt/presentation.xml" Id="Rb8a4eb629459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055ff237b44c7"/>
  </p:sldMasterIdLst>
  <p:notesMasterIdLst>
    <p:notesMasterId xmlns:r="http://schemas.openxmlformats.org/officeDocument/2006/relationships" r:id="R3993f18a9caa4c31"/>
  </p:notesMasterIdLst>
  <p:sldIdLst>
    <p:sldId xmlns:r="http://schemas.openxmlformats.org/officeDocument/2006/relationships" id="256" r:id="R680ba51df85b4387"/>
    <p:sldId xmlns:r="http://schemas.openxmlformats.org/officeDocument/2006/relationships" id="257" r:id="Ra6c6ee55eaba43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8e9a523354d66" /><Relationship Type="http://schemas.openxmlformats.org/officeDocument/2006/relationships/slideMaster" Target="/ppt/slideMasters/slideMaster1.xml" Id="R5a1055ff237b44c7" /><Relationship Type="http://schemas.openxmlformats.org/officeDocument/2006/relationships/notesMaster" Target="/ppt/notesMasters/notesMaster1.xml" Id="R3993f18a9caa4c31" /><Relationship Type="http://schemas.openxmlformats.org/officeDocument/2006/relationships/presProps" Target="/ppt/presProps.xml" Id="R97d17f6f250e4f82" /><Relationship Type="http://schemas.openxmlformats.org/officeDocument/2006/relationships/tableStyles" Target="/ppt/tableStyles.xml" Id="R99e8c09422f14dd3" /><Relationship Type="http://schemas.openxmlformats.org/officeDocument/2006/relationships/slide" Target="/ppt/slides/slide1.xml" Id="R680ba51df85b4387" /><Relationship Type="http://schemas.openxmlformats.org/officeDocument/2006/relationships/slide" Target="/ppt/slides/slide2.xml" Id="Ra6c6ee55eaba43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0a2a689396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2df4c506647a2" /><Relationship Type="http://schemas.openxmlformats.org/officeDocument/2006/relationships/notesMaster" Target="/ppt/notesMasters/notesMaster1.xml" Id="R96b685243fc4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cd5b28716d4485" /><Relationship Type="http://schemas.openxmlformats.org/officeDocument/2006/relationships/notesMaster" Target="/ppt/notesMasters/notesMaster1.xml" Id="Racb1ee26ddb7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6da8b1bde47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83cb739da4c6e" /><Relationship Type="http://schemas.openxmlformats.org/officeDocument/2006/relationships/slideLayout" Target="/ppt/slideLayouts/slideLayout1.xml" Id="Ra5248e4e708947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48e4e708947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67e2db5064f35" /><Relationship Type="http://schemas.openxmlformats.org/officeDocument/2006/relationships/notesSlide" Target="/ppt/notesSlides/notesSlide1.xml" Id="Raa739381ccdb4f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34c05df94c85" /><Relationship Type="http://schemas.openxmlformats.org/officeDocument/2006/relationships/chart" Target="/ppt/slides/charts/chart1.xml" Id="Rb8b3c7de94b74c6b" /><Relationship Type="http://schemas.openxmlformats.org/officeDocument/2006/relationships/notesSlide" Target="/ppt/notesSlides/notesSlide2.xml" Id="Rade13c89c9d64d1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9126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51</c:v>
              </c:pt>
              <c:pt idx="1">
                <c:v>32</c:v>
              </c:pt>
              <c:pt idx="2">
                <c:v>49</c:v>
              </c:pt>
              <c:pt idx="3">
                <c:v>30</c:v>
              </c:pt>
              <c:pt idx="4">
                <c:v>47</c:v>
              </c:pt>
              <c:pt idx="5">
                <c:v>28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B873-7676-46F2-8C08-5E08F5C7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p01-src-009126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B253C-4B8A-4798-B4D9-49E0E11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p01-full-009126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p01-full-010846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p95 188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1A472-5DA1-440A-B0C5-6B5DDAA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9126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0846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585688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B2E87-ED2B-49CB-8F2E-E4BE131B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p01-src-009126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8AE0D-BF58-4C99-9CC6-7DC044E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0846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188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requires release review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b3c7de94b74c6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3CAB3-8011-4B91-9DC0-962339E4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p01-src-009126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810567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2026-08-24T02:31:56.6070000Z</dcterms:created>
  <dcterms:modified xsi:type="dcterms:W3CDTF">2026-08-24T02:31:56.6070000Z</dcterms:modified>
</coreProperties>
</file>