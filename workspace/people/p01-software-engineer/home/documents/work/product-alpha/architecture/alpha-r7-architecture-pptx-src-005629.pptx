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e33ff5403e4f7f" /><Relationship Type="http://schemas.openxmlformats.org/officeDocument/2006/relationships/extended-properties" Target="/docProps/app.xml" Id="Ra01a595fbedc4fbf" /><Relationship Type="http://schemas.openxmlformats.org/officeDocument/2006/relationships/officeDocument" Target="/ppt/presentation.xml" Id="Rb0a4d50c7d9442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97fa6f23ab44b9"/>
  </p:sldMasterIdLst>
  <p:notesMasterIdLst>
    <p:notesMasterId xmlns:r="http://schemas.openxmlformats.org/officeDocument/2006/relationships" r:id="R59a282a6b3b44b62"/>
  </p:notesMasterIdLst>
  <p:sldIdLst>
    <p:sldId xmlns:r="http://schemas.openxmlformats.org/officeDocument/2006/relationships" id="256" r:id="Rf4753770d0e54c52"/>
    <p:sldId xmlns:r="http://schemas.openxmlformats.org/officeDocument/2006/relationships" id="257" r:id="R24a55bee03674a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a8fd4269574b3f" /><Relationship Type="http://schemas.openxmlformats.org/officeDocument/2006/relationships/slideMaster" Target="/ppt/slideMasters/slideMaster1.xml" Id="R1d97fa6f23ab44b9" /><Relationship Type="http://schemas.openxmlformats.org/officeDocument/2006/relationships/notesMaster" Target="/ppt/notesMasters/notesMaster1.xml" Id="R59a282a6b3b44b62" /><Relationship Type="http://schemas.openxmlformats.org/officeDocument/2006/relationships/presProps" Target="/ppt/presProps.xml" Id="R3285342eb25f46de" /><Relationship Type="http://schemas.openxmlformats.org/officeDocument/2006/relationships/tableStyles" Target="/ppt/tableStyles.xml" Id="R24f5655d576b43f4" /><Relationship Type="http://schemas.openxmlformats.org/officeDocument/2006/relationships/slide" Target="/ppt/slides/slide1.xml" Id="Rf4753770d0e54c52" /><Relationship Type="http://schemas.openxmlformats.org/officeDocument/2006/relationships/slide" Target="/ppt/slides/slide2.xml" Id="R24a55bee03674a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ce4c2dcba441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4f80e1e133499b" /><Relationship Type="http://schemas.openxmlformats.org/officeDocument/2006/relationships/notesMaster" Target="/ppt/notesMasters/notesMaster1.xml" Id="R5ab2fc9884034c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4e5bbf8b104187" /><Relationship Type="http://schemas.openxmlformats.org/officeDocument/2006/relationships/notesMaster" Target="/ppt/notesMasters/notesMaster1.xml" Id="Rbffb8ce91ad141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419d46f124f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f07ee2aeeb4bc7" /><Relationship Type="http://schemas.openxmlformats.org/officeDocument/2006/relationships/slideLayout" Target="/ppt/slideLayouts/slideLayout1.xml" Id="R0cdf9e6a095b40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df9e6a095b40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0e9a40d7a421f" /><Relationship Type="http://schemas.openxmlformats.org/officeDocument/2006/relationships/notesSlide" Target="/ppt/notesSlides/notesSlide1.xml" Id="R6ae221a6e60748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03f03568f489f" /><Relationship Type="http://schemas.openxmlformats.org/officeDocument/2006/relationships/chart" Target="/ppt/slides/charts/chart1.xml" Id="R30bad13237114fb5" /><Relationship Type="http://schemas.openxmlformats.org/officeDocument/2006/relationships/notesSlide" Target="/ppt/notesSlides/notesSlide2.xml" Id="Rc1c1b9af23814ee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5629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37</c:v>
              </c:pt>
              <c:pt idx="2">
                <c:v>43</c:v>
              </c:pt>
              <c:pt idx="3">
                <c:v>23</c:v>
              </c:pt>
              <c:pt idx="4">
                <c:v>17</c:v>
              </c:pt>
              <c:pt idx="5">
                <c:v>35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81A05-1DCD-4106-9C87-58E2F6B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p01-src-005629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69947-55D2-4F75-A929-91645AD4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p01-full-005629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p01-full-009804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p95 147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FA90C-EE90-4097-8A2C-BA1DD978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5629: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9804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17218308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07BCD-9736-41FF-B96A-F325470C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p01-src-005629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F0969-E751-46F6-BC5F-9D5EE14F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p01-full-009804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handoff confirmed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bad13237114fb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87ABE-EBDF-445A-9BEC-01D4B74D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p01-src-005629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1905374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2026-08-24T02:29:15.9710000Z</dcterms:created>
  <dcterms:modified xsi:type="dcterms:W3CDTF">2026-08-24T02:29:15.9710000Z</dcterms:modified>
</coreProperties>
</file>