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199fdb5df4186" /><Relationship Type="http://schemas.openxmlformats.org/officeDocument/2006/relationships/extended-properties" Target="/docProps/app.xml" Id="Rfe0772d14b5341f9" /><Relationship Type="http://schemas.openxmlformats.org/officeDocument/2006/relationships/officeDocument" Target="/ppt/presentation.xml" Id="R713897c6d5ae4a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ee2328228c4cab"/>
  </p:sldMasterIdLst>
  <p:notesMasterIdLst>
    <p:notesMasterId xmlns:r="http://schemas.openxmlformats.org/officeDocument/2006/relationships" r:id="Rbe45187a92cc4c32"/>
  </p:notesMasterIdLst>
  <p:sldIdLst>
    <p:sldId xmlns:r="http://schemas.openxmlformats.org/officeDocument/2006/relationships" id="256" r:id="Rb334007e9dae47f9"/>
    <p:sldId xmlns:r="http://schemas.openxmlformats.org/officeDocument/2006/relationships" id="257" r:id="Re39206aaf9bb45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21ecb7745b44e2" /><Relationship Type="http://schemas.openxmlformats.org/officeDocument/2006/relationships/slideMaster" Target="/ppt/slideMasters/slideMaster1.xml" Id="Rb8ee2328228c4cab" /><Relationship Type="http://schemas.openxmlformats.org/officeDocument/2006/relationships/notesMaster" Target="/ppt/notesMasters/notesMaster1.xml" Id="Rbe45187a92cc4c32" /><Relationship Type="http://schemas.openxmlformats.org/officeDocument/2006/relationships/presProps" Target="/ppt/presProps.xml" Id="R10502249bbec4f41" /><Relationship Type="http://schemas.openxmlformats.org/officeDocument/2006/relationships/tableStyles" Target="/ppt/tableStyles.xml" Id="Ra811c21f8b2d42a2" /><Relationship Type="http://schemas.openxmlformats.org/officeDocument/2006/relationships/slide" Target="/ppt/slides/slide1.xml" Id="Rb334007e9dae47f9" /><Relationship Type="http://schemas.openxmlformats.org/officeDocument/2006/relationships/slide" Target="/ppt/slides/slide2.xml" Id="Re39206aaf9bb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33f2f33560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a0ee9ca6f4cea" /><Relationship Type="http://schemas.openxmlformats.org/officeDocument/2006/relationships/notesMaster" Target="/ppt/notesMasters/notesMaster1.xml" Id="Rd564aad9c4bd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2beaead874a11" /><Relationship Type="http://schemas.openxmlformats.org/officeDocument/2006/relationships/notesMaster" Target="/ppt/notesMasters/notesMaster1.xml" Id="R5e97c2566c4f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9bd03ca40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e250c4b4a4d29" /><Relationship Type="http://schemas.openxmlformats.org/officeDocument/2006/relationships/slideLayout" Target="/ppt/slideLayouts/slideLayout1.xml" Id="R656b9c51ad5d41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6b9c51ad5d41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2b304af5248ad" /><Relationship Type="http://schemas.openxmlformats.org/officeDocument/2006/relationships/notesSlide" Target="/ppt/notesSlides/notesSlide1.xml" Id="R10f784e94e9c47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b89e3c36e4e90" /><Relationship Type="http://schemas.openxmlformats.org/officeDocument/2006/relationships/chart" Target="/ppt/slides/charts/chart1.xml" Id="Ra14fa2e3b52f4f35" /><Relationship Type="http://schemas.openxmlformats.org/officeDocument/2006/relationships/notesSlide" Target="/ppt/notesSlides/notesSlide2.xml" Id="R0a7a32d4d6214c6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AEC25-3A84-4D2B-AD30-BFDFFFAC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14111-B405-4A26-A8DB-3EECAF13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p01-src-004176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p01-full-004176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p01-full-009266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5CA21-96E4-4AA8-8F42-B92D84AE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93039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ED96E-C3B8-48B5-B4B8-55D14FE9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9A1F0-9934-4C18-BBE8-B903412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p01-src-004176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p01-full-004176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p01-full-009266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4fa2e3b52f4f35"/>
          </a:graphicData>
        </a:graphic>
      </p:graphicFrame>
    </p:spTree>
    <p:extLst>
      <p:ext uri="{BB962C8B-B14F-4D97-AF65-F5344CB8AC3E}">
        <p14:creationId xmlns:p14="http://schemas.microsoft.com/office/powerpoint/2010/main" val="1368060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2026-08-24T02:20:33.7180000Z</dcterms:created>
  <dcterms:modified xsi:type="dcterms:W3CDTF">2026-08-24T02:20:33.7180000Z</dcterms:modified>
</coreProperties>
</file>