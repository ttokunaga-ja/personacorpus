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8bf4fb7d2564177" /><Relationship Type="http://schemas.openxmlformats.org/officeDocument/2006/relationships/extended-properties" Target="/docProps/app.xml" Id="R1aae5c2aaab045c3" /><Relationship Type="http://schemas.openxmlformats.org/officeDocument/2006/relationships/officeDocument" Target="/ppt/presentation.xml" Id="Re0cd793f07cd489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b5d7043e98e4768"/>
  </p:sldMasterIdLst>
  <p:notesMasterIdLst>
    <p:notesMasterId xmlns:r="http://schemas.openxmlformats.org/officeDocument/2006/relationships" r:id="R8bb1c5a069fa4588"/>
  </p:notesMasterIdLst>
  <p:sldIdLst>
    <p:sldId xmlns:r="http://schemas.openxmlformats.org/officeDocument/2006/relationships" id="256" r:id="Rd0c7d5f197db4250"/>
    <p:sldId xmlns:r="http://schemas.openxmlformats.org/officeDocument/2006/relationships" id="257" r:id="R762da3df5e794c4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95c2df37e88471d" /><Relationship Type="http://schemas.openxmlformats.org/officeDocument/2006/relationships/slideMaster" Target="/ppt/slideMasters/slideMaster1.xml" Id="R4b5d7043e98e4768" /><Relationship Type="http://schemas.openxmlformats.org/officeDocument/2006/relationships/notesMaster" Target="/ppt/notesMasters/notesMaster1.xml" Id="R8bb1c5a069fa4588" /><Relationship Type="http://schemas.openxmlformats.org/officeDocument/2006/relationships/presProps" Target="/ppt/presProps.xml" Id="Raa99cce615654957" /><Relationship Type="http://schemas.openxmlformats.org/officeDocument/2006/relationships/tableStyles" Target="/ppt/tableStyles.xml" Id="R2b7c322953364258" /><Relationship Type="http://schemas.openxmlformats.org/officeDocument/2006/relationships/slide" Target="/ppt/slides/slide1.xml" Id="Rd0c7d5f197db4250" /><Relationship Type="http://schemas.openxmlformats.org/officeDocument/2006/relationships/slide" Target="/ppt/slides/slide2.xml" Id="R762da3df5e794c4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aa23279e11346c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132fd6f62a945e4" /><Relationship Type="http://schemas.openxmlformats.org/officeDocument/2006/relationships/notesMaster" Target="/ppt/notesMasters/notesMaster1.xml" Id="R2b6643acf0de435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ed97eb1163f4694" /><Relationship Type="http://schemas.openxmlformats.org/officeDocument/2006/relationships/notesMaster" Target="/ppt/notesMasters/notesMaster1.xml" Id="R2f6d3dc9d6b842c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f2c3f015a2c455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502372656e9466d" /><Relationship Type="http://schemas.openxmlformats.org/officeDocument/2006/relationships/slideLayout" Target="/ppt/slideLayouts/slideLayout1.xml" Id="Re1f2e06fcb41451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1f2e06fcb41451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307b434dc044e8" /><Relationship Type="http://schemas.openxmlformats.org/officeDocument/2006/relationships/notesSlide" Target="/ppt/notesSlides/notesSlide1.xml" Id="R6dc5cae161fd452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c9e0cd08164500" /><Relationship Type="http://schemas.openxmlformats.org/officeDocument/2006/relationships/chart" Target="/ppt/slides/charts/chart1.xml" Id="R6b8080f7bd704060" /><Relationship Type="http://schemas.openxmlformats.org/officeDocument/2006/relationships/notesSlide" Target="/ppt/notesSlides/notesSlide2.xml" Id="Re535d484160e489b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trace 9576 ms</c:v>
          </c:tx>
          <c:spPr>
            <a:solidFill xmlns:a="http://schemas.openxmlformats.org/drawingml/2006/main">
              <a:schemeClr val="accent1"/>
            </a:solidFill>
          </c:spPr>
          <c:cat>
            <c:strLit>
              <c:ptCount val="6"/>
              <c:pt idx="0">
                <c:v>Ingress</c:v>
              </c:pt>
              <c:pt idx="1">
                <c:v>Policy Edge</c:v>
              </c:pt>
              <c:pt idx="2">
                <c:v>Release Coordinator</c:v>
              </c:pt>
              <c:pt idx="3">
                <c:v>Decision Store</c:v>
              </c:pt>
              <c:pt idx="4">
                <c:v>Event Bus</c:v>
              </c:pt>
              <c:pt idx="5">
                <c:v>Telemetry</c:v>
              </c:pt>
            </c:strLit>
          </c:cat>
          <c:val>
            <c:numLit>
              <c:formatCode>General</c:formatCode>
              <c:ptCount val="6"/>
              <c:pt idx="0">
                <c:v>33</c:v>
              </c:pt>
              <c:pt idx="1">
                <c:v>50</c:v>
              </c:pt>
              <c:pt idx="2">
                <c:v>31</c:v>
              </c:pt>
              <c:pt idx="3">
                <c:v>48</c:v>
              </c:pt>
              <c:pt idx="4">
                <c:v>29</c:v>
              </c:pt>
              <c:pt idx="5">
                <c:v>46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D59355-3FD2-436A-9C94-50AADC9B4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020618"/>
                </a:solidFill>
              </a:defRPr>
            </a:pPr>
            <a:r>
              <a:rPr sz="3300" b="1">
                <a:solidFill>
                  <a:srgbClr val="020618"/>
                </a:solidFill>
              </a:rPr>
              <a:t>Release-gate contract · p01-src-009576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C5EF09-A248-4D72-9FFA-6F922A8C2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4476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314158"/>
                </a:solidFill>
              </a:defRPr>
            </a:pPr>
            <a:r>
              <a:rPr sz="1800" b="0">
                <a:solidFill>
                  <a:srgbClr val="314158"/>
                </a:solidFill>
              </a:rPr>
              <a:t>Aster Loop</a:t>
            </a:r>
          </a:p>
          <a:p xmlns:a="http://schemas.openxmlformats.org/drawingml/2006/main">
            <a:pPr>
              <a:defRPr sz="1800" b="0">
                <a:solidFill>
                  <a:srgbClr val="314158"/>
                </a:solidFill>
              </a:defRPr>
            </a:pPr>
            <a:r>
              <a:rPr sz="1800" b="0">
                <a:solidFill>
                  <a:srgbClr val="314158"/>
                </a:solidFill>
              </a:rPr>
              <a:t>Artifact p01-full-009576</a:t>
            </a:r>
          </a:p>
          <a:p xmlns:a="http://schemas.openxmlformats.org/drawingml/2006/main">
            <a:pPr>
              <a:defRPr sz="1800" b="0">
                <a:solidFill>
                  <a:srgbClr val="314158"/>
                </a:solidFill>
              </a:defRPr>
            </a:pPr>
            <a:r>
              <a:rPr sz="1800" b="0">
                <a:solidFill>
                  <a:srgbClr val="314158"/>
                </a:solidFill>
              </a:rPr>
              <a:t>Dependency p01-full-011103</a:t>
            </a:r>
          </a:p>
          <a:p xmlns:a="http://schemas.openxmlformats.org/drawingml/2006/main">
            <a:pPr>
              <a:defRPr sz="1800" b="0">
                <a:solidFill>
                  <a:srgbClr val="314158"/>
                </a:solidFill>
              </a:defRPr>
            </a:pPr>
            <a:r>
              <a:rPr sz="1800" b="0">
                <a:solidFill>
                  <a:srgbClr val="314158"/>
                </a:solidFill>
              </a:rPr>
              <a:t>2026-07-13 · ADR-042 · observed p95 211 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BDE715-F05D-4928-A7DA-127A7E6FA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666875"/>
            <a:ext cx="48577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314158"/>
                </a:solidFill>
              </a:defRPr>
            </a:pPr>
            <a:r>
              <a:rPr sz="1950" b="0">
                <a:solidFill>
                  <a:srgbClr val="314158"/>
                </a:solidFill>
              </a:rPr>
              <a:t>Trace 9576 assigns the approval boundary to the Release Coordinator.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314158"/>
                </a:solidFill>
              </a:defRPr>
            </a:pPr>
            <a:r>
              <a:rPr sz="1950" b="0">
                <a:solidFill>
                  <a:srgbClr val="314158"/>
                </a:solidFill>
              </a:rPr>
              <a:t>The coordinator commits decision 1103 to the Decision Store.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314158"/>
                </a:solidFill>
              </a:defRPr>
            </a:pPr>
            <a:r>
              <a:rPr sz="1950" b="0">
                <a:solidFill>
                  <a:srgbClr val="314158"/>
                </a:solidFill>
              </a:rPr>
              <a:t>The Event Bus emits only after the durable decision; telemetry records the asynchronous handoff.</a:t>
            </a:r>
          </a:p>
        </p:txBody>
      </p:sp>
    </p:spTree>
    <p:extLst>
      <p:ext uri="{BB962C8B-B14F-4D97-AF65-F5344CB8AC3E}">
        <p14:creationId xmlns:p14="http://schemas.microsoft.com/office/powerpoint/2010/main" val="149932683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AD19A6-BA39-4C15-A954-F1F859F7E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20618"/>
                </a:solidFill>
              </a:defRPr>
            </a:pPr>
            <a:r>
              <a:rPr sz="3150" b="1">
                <a:solidFill>
                  <a:srgbClr val="020618"/>
                </a:solidFill>
              </a:rPr>
              <a:t>Gate latency distribution · p01-src-009576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A7EDCD-70A9-495B-8327-8D27AF820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4095750" cy="2076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314158"/>
                </a:solidFill>
              </a:defRPr>
            </a:pPr>
            <a:r>
              <a:rPr sz="1800" b="0">
                <a:solidFill>
                  <a:srgbClr val="314158"/>
                </a:solidFill>
              </a:rPr>
              <a:t>Decision 1103</a:t>
            </a:r>
          </a:p>
          <a:p xmlns:a="http://schemas.openxmlformats.org/drawingml/2006/main">
            <a:pPr>
              <a:defRPr sz="1800" b="0">
                <a:solidFill>
                  <a:srgbClr val="314158"/>
                </a:solidFill>
              </a:defRPr>
            </a:pPr>
            <a:r>
              <a:rPr sz="1800" b="0">
                <a:solidFill>
                  <a:srgbClr val="314158"/>
                </a:solidFill>
              </a:rPr>
              <a:t>Observed p95: 211 ms</a:t>
            </a:r>
          </a:p>
          <a:p xmlns:a="http://schemas.openxmlformats.org/drawingml/2006/main">
            <a:pPr>
              <a:defRPr sz="1800" b="0">
                <a:solidFill>
                  <a:srgbClr val="314158"/>
                </a:solidFill>
              </a:defRPr>
            </a:pPr>
            <a:r>
              <a:rPr sz="1800" b="0">
                <a:solidFill>
                  <a:srgbClr val="314158"/>
                </a:solidFill>
              </a:rPr>
              <a:t>ADR-042 operating threshold: 184 ms</a:t>
            </a:r>
          </a:p>
          <a:p xmlns:a="http://schemas.openxmlformats.org/drawingml/2006/main">
            <a:pPr>
              <a:defRPr sz="1800" b="0">
                <a:solidFill>
                  <a:srgbClr val="314158"/>
                </a:solidFill>
              </a:defRPr>
            </a:pPr>
            <a:r>
              <a:rPr sz="1800" b="0">
                <a:solidFill>
                  <a:srgbClr val="314158"/>
                </a:solidFill>
              </a:rPr>
              <a:t>Status: requires release review</a:t>
            </a:r>
          </a:p>
        </p:txBody>
      </p:sp>
      <p:graphicFrame>
        <p:nvGraphicFramePr>
          <p:cNvPr id="7" name="Chart"/>
          <p:cNvGraphicFramePr/>
          <p:nvPr/>
        </p:nvGraphicFramePr>
        <p:xfrm>
          <a:off xmlns:a="http://schemas.openxmlformats.org/drawingml/2006/main" x="5572125" y="1571625"/>
          <a:ext xmlns:a="http://schemas.openxmlformats.org/drawingml/2006/main" cx="5381625" cy="3000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b8080f7bd704060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DBAFFC-5952-4B83-AA95-BE13D7556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314158"/>
                </a:solidFill>
              </a:defRPr>
            </a:pPr>
            <a:r>
              <a:rPr sz="1500" b="0">
                <a:solidFill>
                  <a:srgbClr val="314158"/>
                </a:solidFill>
              </a:rPr>
              <a:t>This profile ties p01-src-009576 to a durable decision and observable release-gate evidence.</a:t>
            </a:r>
          </a:p>
        </p:txBody>
      </p:sp>
    </p:spTree>
    <p:extLst>
      <p:ext uri="{BB962C8B-B14F-4D97-AF65-F5344CB8AC3E}">
        <p14:creationId xmlns:p14="http://schemas.microsoft.com/office/powerpoint/2010/main" val="43028062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2026-08-24T02:31:56.6990000Z</dcterms:created>
  <dcterms:modified xsi:type="dcterms:W3CDTF">2026-08-24T02:31:56.6990000Z</dcterms:modified>
</coreProperties>
</file>