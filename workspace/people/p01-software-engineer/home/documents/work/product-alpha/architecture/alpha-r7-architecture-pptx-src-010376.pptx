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ae5f15a474911" /><Relationship Type="http://schemas.openxmlformats.org/officeDocument/2006/relationships/extended-properties" Target="/docProps/app.xml" Id="R6f05f54c1d4440d9" /><Relationship Type="http://schemas.openxmlformats.org/officeDocument/2006/relationships/officeDocument" Target="/ppt/presentation.xml" Id="Rfa4027edad0046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280d304e54f13"/>
  </p:sldMasterIdLst>
  <p:notesMasterIdLst>
    <p:notesMasterId xmlns:r="http://schemas.openxmlformats.org/officeDocument/2006/relationships" r:id="R619c70828d2248c7"/>
  </p:notesMasterIdLst>
  <p:sldIdLst>
    <p:sldId xmlns:r="http://schemas.openxmlformats.org/officeDocument/2006/relationships" id="256" r:id="R311fcc415b6e4aa8"/>
    <p:sldId xmlns:r="http://schemas.openxmlformats.org/officeDocument/2006/relationships" id="257" r:id="Recbf01b13531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a00ccd88644ad" /><Relationship Type="http://schemas.openxmlformats.org/officeDocument/2006/relationships/slideMaster" Target="/ppt/slideMasters/slideMaster1.xml" Id="Ra32280d304e54f13" /><Relationship Type="http://schemas.openxmlformats.org/officeDocument/2006/relationships/notesMaster" Target="/ppt/notesMasters/notesMaster1.xml" Id="R619c70828d2248c7" /><Relationship Type="http://schemas.openxmlformats.org/officeDocument/2006/relationships/presProps" Target="/ppt/presProps.xml" Id="R386164427d0a42e0" /><Relationship Type="http://schemas.openxmlformats.org/officeDocument/2006/relationships/tableStyles" Target="/ppt/tableStyles.xml" Id="Ra460889b4a4344dd" /><Relationship Type="http://schemas.openxmlformats.org/officeDocument/2006/relationships/slide" Target="/ppt/slides/slide1.xml" Id="R311fcc415b6e4aa8" /><Relationship Type="http://schemas.openxmlformats.org/officeDocument/2006/relationships/slide" Target="/ppt/slides/slide2.xml" Id="Recbf01b13531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104cb474a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7032295a6494d" /><Relationship Type="http://schemas.openxmlformats.org/officeDocument/2006/relationships/notesMaster" Target="/ppt/notesMasters/notesMaster1.xml" Id="Ra5e607890585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a485c2366494b" /><Relationship Type="http://schemas.openxmlformats.org/officeDocument/2006/relationships/notesMaster" Target="/ppt/notesMasters/notesMaster1.xml" Id="R7c3d357f7476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5c89a8af74d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6f22904154fb2" /><Relationship Type="http://schemas.openxmlformats.org/officeDocument/2006/relationships/slideLayout" Target="/ppt/slideLayouts/slideLayout1.xml" Id="R626dd796e75b42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dd796e75b42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2f6156a44498" /><Relationship Type="http://schemas.openxmlformats.org/officeDocument/2006/relationships/notesSlide" Target="/ppt/notesSlides/notesSlide1.xml" Id="R736d21a40595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02f742f3b4cc3" /><Relationship Type="http://schemas.openxmlformats.org/officeDocument/2006/relationships/chart" Target="/ppt/slides/charts/chart1.xml" Id="R53b70dd2e4144631" /><Relationship Type="http://schemas.openxmlformats.org/officeDocument/2006/relationships/notesSlide" Target="/ppt/notesSlides/notesSlide2.xml" Id="R75851677028c457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376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49</c:v>
              </c:pt>
              <c:pt idx="1">
                <c:v>30</c:v>
              </c:pt>
              <c:pt idx="2">
                <c:v>47</c:v>
              </c:pt>
              <c:pt idx="3">
                <c:v>28</c:v>
              </c:pt>
              <c:pt idx="4">
                <c:v>45</c:v>
              </c:pt>
              <c:pt idx="5">
                <c:v>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13DBD-70A7-4140-9BBE-263A9EB2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p01-src-010376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C164C-0443-4B04-BD45-624CE79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p01-full-010376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p01-full-011266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p95 161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DD77A-19E0-4AEB-81F7-A97F464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376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1266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455271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92967-2204-4C3E-860D-704ADAF8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p01-src-010376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9C2F3-60B6-4A63-8D8E-86272C86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1266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161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b70dd2e414463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7942B-5259-418E-BE0C-520FBEA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p01-src-010376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776025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2026-08-24T02:31:56.7400000Z</dcterms:created>
  <dcterms:modified xsi:type="dcterms:W3CDTF">2026-08-24T02:31:56.7400000Z</dcterms:modified>
</coreProperties>
</file>