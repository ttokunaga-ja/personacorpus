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4c57bb2cfa4887" /><Relationship Type="http://schemas.openxmlformats.org/officeDocument/2006/relationships/extended-properties" Target="/docProps/app.xml" Id="Rbbb15042e1494b01" /><Relationship Type="http://schemas.openxmlformats.org/officeDocument/2006/relationships/officeDocument" Target="/ppt/presentation.xml" Id="R393c56fd5eb140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b1def0242a4e3b"/>
  </p:sldMasterIdLst>
  <p:notesMasterIdLst>
    <p:notesMasterId xmlns:r="http://schemas.openxmlformats.org/officeDocument/2006/relationships" r:id="Rcbf776afc1214ee7"/>
  </p:notesMasterIdLst>
  <p:sldIdLst>
    <p:sldId xmlns:r="http://schemas.openxmlformats.org/officeDocument/2006/relationships" id="256" r:id="Rdc4020b9cba5467b"/>
    <p:sldId xmlns:r="http://schemas.openxmlformats.org/officeDocument/2006/relationships" id="257" r:id="Rabdf2b9d11114c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f050cd206849ba" /><Relationship Type="http://schemas.openxmlformats.org/officeDocument/2006/relationships/slideMaster" Target="/ppt/slideMasters/slideMaster1.xml" Id="R0ab1def0242a4e3b" /><Relationship Type="http://schemas.openxmlformats.org/officeDocument/2006/relationships/notesMaster" Target="/ppt/notesMasters/notesMaster1.xml" Id="Rcbf776afc1214ee7" /><Relationship Type="http://schemas.openxmlformats.org/officeDocument/2006/relationships/presProps" Target="/ppt/presProps.xml" Id="R309ee2e5bc2a4286" /><Relationship Type="http://schemas.openxmlformats.org/officeDocument/2006/relationships/tableStyles" Target="/ppt/tableStyles.xml" Id="R171d06aee76e4793" /><Relationship Type="http://schemas.openxmlformats.org/officeDocument/2006/relationships/slide" Target="/ppt/slides/slide1.xml" Id="Rdc4020b9cba5467b" /><Relationship Type="http://schemas.openxmlformats.org/officeDocument/2006/relationships/slide" Target="/ppt/slides/slide2.xml" Id="Rabdf2b9d1111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4b73a12eb44a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f4dd8139c84be2" /><Relationship Type="http://schemas.openxmlformats.org/officeDocument/2006/relationships/notesMaster" Target="/ppt/notesMasters/notesMaster1.xml" Id="R8bf8fc1a6bf046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05b01ed6ce48c0" /><Relationship Type="http://schemas.openxmlformats.org/officeDocument/2006/relationships/notesMaster" Target="/ppt/notesMasters/notesMaster1.xml" Id="Rdf384a83c0954a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b9e6222b342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786b7d5c9646ec" /><Relationship Type="http://schemas.openxmlformats.org/officeDocument/2006/relationships/slideLayout" Target="/ppt/slideLayouts/slideLayout1.xml" Id="R6e74862c2e9842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74862c2e9842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5235003ba4ac0" /><Relationship Type="http://schemas.openxmlformats.org/officeDocument/2006/relationships/notesSlide" Target="/ppt/notesSlides/notesSlide1.xml" Id="R753ea7dbd10147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f2ded68c34317" /><Relationship Type="http://schemas.openxmlformats.org/officeDocument/2006/relationships/chart" Target="/ppt/slides/charts/chart1.xml" Id="Rcbc46975226d4b7a" /><Relationship Type="http://schemas.openxmlformats.org/officeDocument/2006/relationships/notesSlide" Target="/ppt/notesSlides/notesSlide2.xml" Id="Rd952ecfbf46740c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8876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53</c:v>
              </c:pt>
              <c:pt idx="1">
                <c:v>34</c:v>
              </c:pt>
              <c:pt idx="2">
                <c:v>51</c:v>
              </c:pt>
              <c:pt idx="3">
                <c:v>32</c:v>
              </c:pt>
              <c:pt idx="4">
                <c:v>49</c:v>
              </c:pt>
              <c:pt idx="5">
                <c:v>30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CF608-DEE8-4555-BD7C-95A28DC2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p01-src-008876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13395-DFB0-44C5-919F-048B2FE0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p01-full-008876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p01-full-010755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p95 182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D593D-CBFB-40D1-B8C0-0949941D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8876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0755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1249114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3C2CB-6E7E-4D52-A1AD-C91CD3D1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p01-src-008876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B5119-C272-4B3C-A0AC-A196944C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0755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182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within release objective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c46975226d4b7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2E8AA-0724-4E9E-9F27-62AED1DA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p01-src-008876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878358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2026-08-24T02:31:56.5620000Z</dcterms:created>
  <dcterms:modified xsi:type="dcterms:W3CDTF">2026-08-24T02:31:56.5620000Z</dcterms:modified>
</coreProperties>
</file>