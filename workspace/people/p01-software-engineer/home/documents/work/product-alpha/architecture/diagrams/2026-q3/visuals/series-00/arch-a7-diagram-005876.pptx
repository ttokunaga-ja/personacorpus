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df1378316a4345" /><Relationship Type="http://schemas.openxmlformats.org/officeDocument/2006/relationships/extended-properties" Target="/docProps/app.xml" Id="R3b9d28fb55e648f5" /><Relationship Type="http://schemas.openxmlformats.org/officeDocument/2006/relationships/officeDocument" Target="/ppt/presentation.xml" Id="R151d60d5bb4148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dbb7e11c6b4745"/>
  </p:sldMasterIdLst>
  <p:notesMasterIdLst>
    <p:notesMasterId xmlns:r="http://schemas.openxmlformats.org/officeDocument/2006/relationships" r:id="Rab7fa57c2547422a"/>
  </p:notesMasterIdLst>
  <p:sldIdLst>
    <p:sldId xmlns:r="http://schemas.openxmlformats.org/officeDocument/2006/relationships" id="256" r:id="Rdd6343bc4dd24f84"/>
    <p:sldId xmlns:r="http://schemas.openxmlformats.org/officeDocument/2006/relationships" id="257" r:id="R50f0bb1da33c4f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f8b0624f04437f" /><Relationship Type="http://schemas.openxmlformats.org/officeDocument/2006/relationships/slideMaster" Target="/ppt/slideMasters/slideMaster1.xml" Id="R71dbb7e11c6b4745" /><Relationship Type="http://schemas.openxmlformats.org/officeDocument/2006/relationships/notesMaster" Target="/ppt/notesMasters/notesMaster1.xml" Id="Rab7fa57c2547422a" /><Relationship Type="http://schemas.openxmlformats.org/officeDocument/2006/relationships/presProps" Target="/ppt/presProps.xml" Id="R65c892a851624855" /><Relationship Type="http://schemas.openxmlformats.org/officeDocument/2006/relationships/tableStyles" Target="/ppt/tableStyles.xml" Id="R7ea983d94c9b4cbe" /><Relationship Type="http://schemas.openxmlformats.org/officeDocument/2006/relationships/slide" Target="/ppt/slides/slide1.xml" Id="Rdd6343bc4dd24f84" /><Relationship Type="http://schemas.openxmlformats.org/officeDocument/2006/relationships/slide" Target="/ppt/slides/slide2.xml" Id="R50f0bb1da33c4f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d4d029a55c4c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14884692cb4898" /><Relationship Type="http://schemas.openxmlformats.org/officeDocument/2006/relationships/notesMaster" Target="/ppt/notesMasters/notesMaster1.xml" Id="Rb06f9d12e00942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353c65ec3a4c0f" /><Relationship Type="http://schemas.openxmlformats.org/officeDocument/2006/relationships/notesMaster" Target="/ppt/notesMasters/notesMaster1.xml" Id="R5302704f08784c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e74a88400b46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c3af38b4514905" /><Relationship Type="http://schemas.openxmlformats.org/officeDocument/2006/relationships/slideLayout" Target="/ppt/slideLayouts/slideLayout1.xml" Id="R5d964168dbcc45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964168dbcc45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10718437a49b0" /><Relationship Type="http://schemas.openxmlformats.org/officeDocument/2006/relationships/notesSlide" Target="/ppt/notesSlides/notesSlide1.xml" Id="R4099714a5c3b49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41749f08940a9" /><Relationship Type="http://schemas.openxmlformats.org/officeDocument/2006/relationships/chart" Target="/ppt/slides/charts/chart1.xml" Id="R0d87652220694ef0" /><Relationship Type="http://schemas.openxmlformats.org/officeDocument/2006/relationships/notesSlide" Target="/ppt/notesSlides/notesSlide2.xml" Id="R37c7061972c24ff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trace 5876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Intake</c:v>
              </c:pt>
              <c:pt idx="1">
                <c:v>Edge</c:v>
              </c:pt>
              <c:pt idx="2">
                <c:v>Coordinator</c:v>
              </c:pt>
              <c:pt idx="3">
                <c:v>Decision Store</c:v>
              </c:pt>
              <c:pt idx="4">
                <c:v>Event Bus</c:v>
              </c:pt>
              <c:pt idx="5">
                <c:v>Observe</c:v>
              </c:pt>
            </c:strLit>
          </c:cat>
          <c:val>
            <c:numLit>
              <c:formatCode>General</c:formatCode>
              <c:ptCount val="6"/>
              <c:pt idx="0">
                <c:v>22</c:v>
              </c:pt>
              <c:pt idx="1">
                <c:v>31</c:v>
              </c:pt>
              <c:pt idx="2">
                <c:v>52</c:v>
              </c:pt>
              <c:pt idx="3">
                <c:v>27</c:v>
              </c:pt>
              <c:pt idx="4">
                <c:v>19</c:v>
              </c:pt>
              <c:pt idx="5">
                <c:v>42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A5B93-84B6-44E8-A147-B28CA438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Release decision trace · p01-src-005876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A4769-A914-4AF0-88E5-D37EC32D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Artifact p01-full-005876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p01-full-009976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observed p95 193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A9F02-C3FB-4C1D-B933-61E817AF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Source 5876: evidence moves from Intake to the Release Coordinator.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Decision 9976 is committed in the Decision Store before Event Bus publication.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asynchronous gate protects the R7 release boundary.</a:t>
            </a:r>
          </a:p>
        </p:txBody>
      </p:sp>
    </p:spTree>
    <p:extLst>
      <p:ext uri="{BB962C8B-B14F-4D97-AF65-F5344CB8AC3E}">
        <p14:creationId xmlns:p14="http://schemas.microsoft.com/office/powerpoint/2010/main" val="1124858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63A4C-49E4-42EA-8A4C-6E82A677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Evidence profile · p01-src-005876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BFDB2-BCB9-4589-835F-8E3C738A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p01-full-009976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Release gate signal: approval recorded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ADR-042 threshold: p95 ≤ 184 ms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619750" y="1562100"/>
          <a:ext xmlns:a="http://schemas.openxmlformats.org/drawingml/2006/main" cx="5286375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87652220694ef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A401C-40DD-416E-BD71-1FEC258E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The p01-src-005876 trace links the dependency to one measurable release-gate decision.</a:t>
            </a:r>
          </a:p>
        </p:txBody>
      </p:sp>
    </p:spTree>
    <p:extLst>
      <p:ext uri="{BB962C8B-B14F-4D97-AF65-F5344CB8AC3E}">
        <p14:creationId xmlns:p14="http://schemas.microsoft.com/office/powerpoint/2010/main" val="16714126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2026-08-24T02:29:16.0300000Z</dcterms:created>
  <dcterms:modified xsi:type="dcterms:W3CDTF">2026-08-24T02:29:16.0300000Z</dcterms:modified>
</coreProperties>
</file>