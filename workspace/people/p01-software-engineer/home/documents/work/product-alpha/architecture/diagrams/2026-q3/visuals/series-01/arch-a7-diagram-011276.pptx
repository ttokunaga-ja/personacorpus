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69b506cdab407d" /><Relationship Type="http://schemas.openxmlformats.org/officeDocument/2006/relationships/extended-properties" Target="/docProps/app.xml" Id="R141e5761fe4f48d0" /><Relationship Type="http://schemas.openxmlformats.org/officeDocument/2006/relationships/officeDocument" Target="/ppt/presentation.xml" Id="Rfb4bcf9b651f4d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88b819955c469b"/>
  </p:sldMasterIdLst>
  <p:notesMasterIdLst>
    <p:notesMasterId xmlns:r="http://schemas.openxmlformats.org/officeDocument/2006/relationships" r:id="R5cfdc3d09a9a44ac"/>
  </p:notesMasterIdLst>
  <p:sldIdLst>
    <p:sldId xmlns:r="http://schemas.openxmlformats.org/officeDocument/2006/relationships" id="256" r:id="R61ad7e6190574731"/>
    <p:sldId xmlns:r="http://schemas.openxmlformats.org/officeDocument/2006/relationships" id="257" r:id="R4c338c20940c42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171c6a39404295" /><Relationship Type="http://schemas.openxmlformats.org/officeDocument/2006/relationships/slideMaster" Target="/ppt/slideMasters/slideMaster1.xml" Id="R7288b819955c469b" /><Relationship Type="http://schemas.openxmlformats.org/officeDocument/2006/relationships/notesMaster" Target="/ppt/notesMasters/notesMaster1.xml" Id="R5cfdc3d09a9a44ac" /><Relationship Type="http://schemas.openxmlformats.org/officeDocument/2006/relationships/presProps" Target="/ppt/presProps.xml" Id="Rff81cb563a2d4769" /><Relationship Type="http://schemas.openxmlformats.org/officeDocument/2006/relationships/tableStyles" Target="/ppt/tableStyles.xml" Id="R8472aedaf1c74661" /><Relationship Type="http://schemas.openxmlformats.org/officeDocument/2006/relationships/slide" Target="/ppt/slides/slide1.xml" Id="R61ad7e6190574731" /><Relationship Type="http://schemas.openxmlformats.org/officeDocument/2006/relationships/slide" Target="/ppt/slides/slide2.xml" Id="R4c338c20940c42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fa54df41394f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5fcb90926645d7" /><Relationship Type="http://schemas.openxmlformats.org/officeDocument/2006/relationships/notesMaster" Target="/ppt/notesMasters/notesMaster1.xml" Id="R582c1670412b48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333726b72f4cd7" /><Relationship Type="http://schemas.openxmlformats.org/officeDocument/2006/relationships/notesMaster" Target="/ppt/notesMasters/notesMaster1.xml" Id="Ra801c10748974f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82cb9cd5744e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596f5b9c4e48a6" /><Relationship Type="http://schemas.openxmlformats.org/officeDocument/2006/relationships/slideLayout" Target="/ppt/slideLayouts/slideLayout1.xml" Id="R8b3d6ecabce04d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3d6ecabce04d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99f69d58a4d57" /><Relationship Type="http://schemas.openxmlformats.org/officeDocument/2006/relationships/notesSlide" Target="/ppt/notesSlides/notesSlide1.xml" Id="Rca36a95dd1324e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9204d8af74ac7" /><Relationship Type="http://schemas.openxmlformats.org/officeDocument/2006/relationships/chart" Target="/ppt/slides/charts/chart1.xml" Id="Ra0234382aeae4ffd" /><Relationship Type="http://schemas.openxmlformats.org/officeDocument/2006/relationships/notesSlide" Target="/ppt/notesSlides/notesSlide2.xml" Id="R851b30d56b134f6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1276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49</c:v>
              </c:pt>
              <c:pt idx="1">
                <c:v>30</c:v>
              </c:pt>
              <c:pt idx="2">
                <c:v>47</c:v>
              </c:pt>
              <c:pt idx="3">
                <c:v>28</c:v>
              </c:pt>
              <c:pt idx="4">
                <c:v>45</c:v>
              </c:pt>
              <c:pt idx="5">
                <c:v>26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B90B5-5BF6-43EF-9DDD-18CFFE05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p01-src-011276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E4896-E024-438E-9ECF-DC1B340C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p01-full-011276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p01-full-011502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p95 207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5865F8-AD49-43D7-97C6-72CE0FCB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1276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1502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80886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CAA64E-1738-4AED-B363-ED6FF5A7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p01-src-011276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0E7E0-4785-44AD-85D9-6F297B95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1502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207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requires release review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0234382aeae4ff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D1BF8-BACC-4AC0-93A0-348C2175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p01-src-011276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3085295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2026-08-24T02:31:56.8280000Z</dcterms:created>
  <dcterms:modified xsi:type="dcterms:W3CDTF">2026-08-24T02:31:56.8280000Z</dcterms:modified>
</coreProperties>
</file>