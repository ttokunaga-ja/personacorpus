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897e07d5ab4f14" /><Relationship Type="http://schemas.openxmlformats.org/officeDocument/2006/relationships/extended-properties" Target="/docProps/app.xml" Id="R9a864fb9d3834312" /><Relationship Type="http://schemas.openxmlformats.org/officeDocument/2006/relationships/officeDocument" Target="/ppt/presentation.xml" Id="R767fa9e96c1344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86a078df6e4818"/>
  </p:sldMasterIdLst>
  <p:notesMasterIdLst>
    <p:notesMasterId xmlns:r="http://schemas.openxmlformats.org/officeDocument/2006/relationships" r:id="R127e9a35ec6a43fd"/>
  </p:notesMasterIdLst>
  <p:sldIdLst>
    <p:sldId xmlns:r="http://schemas.openxmlformats.org/officeDocument/2006/relationships" id="256" r:id="R996ed2f9ff234783"/>
    <p:sldId xmlns:r="http://schemas.openxmlformats.org/officeDocument/2006/relationships" id="257" r:id="R98d9a21233c145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ca8afc82784e20" /><Relationship Type="http://schemas.openxmlformats.org/officeDocument/2006/relationships/slideMaster" Target="/ppt/slideMasters/slideMaster1.xml" Id="R5886a078df6e4818" /><Relationship Type="http://schemas.openxmlformats.org/officeDocument/2006/relationships/notesMaster" Target="/ppt/notesMasters/notesMaster1.xml" Id="R127e9a35ec6a43fd" /><Relationship Type="http://schemas.openxmlformats.org/officeDocument/2006/relationships/presProps" Target="/ppt/presProps.xml" Id="Rf152e6aaab9e48be" /><Relationship Type="http://schemas.openxmlformats.org/officeDocument/2006/relationships/tableStyles" Target="/ppt/tableStyles.xml" Id="R0fa1cc2841724fc1" /><Relationship Type="http://schemas.openxmlformats.org/officeDocument/2006/relationships/slide" Target="/ppt/slides/slide1.xml" Id="R996ed2f9ff234783" /><Relationship Type="http://schemas.openxmlformats.org/officeDocument/2006/relationships/slide" Target="/ppt/slides/slide2.xml" Id="R98d9a21233c145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ce06a37e3e49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35b3c443a74899" /><Relationship Type="http://schemas.openxmlformats.org/officeDocument/2006/relationships/notesMaster" Target="/ppt/notesMasters/notesMaster1.xml" Id="Ra021d13c37bd4b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7ebb47a4a745e4" /><Relationship Type="http://schemas.openxmlformats.org/officeDocument/2006/relationships/notesMaster" Target="/ppt/notesMasters/notesMaster1.xml" Id="R0be7297ef8ae45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b82379f76d42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93d66c30634f21" /><Relationship Type="http://schemas.openxmlformats.org/officeDocument/2006/relationships/slideLayout" Target="/ppt/slideLayouts/slideLayout1.xml" Id="Rf43758053bbd42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3758053bbd42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3dc36496d4100" /><Relationship Type="http://schemas.openxmlformats.org/officeDocument/2006/relationships/notesSlide" Target="/ppt/notesSlides/notesSlide1.xml" Id="R5482f622a18140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8491103e64bd4" /><Relationship Type="http://schemas.openxmlformats.org/officeDocument/2006/relationships/chart" Target="/ppt/slides/charts/chart1.xml" Id="R6fe3a141fe9f485c" /><Relationship Type="http://schemas.openxmlformats.org/officeDocument/2006/relationships/notesSlide" Target="/ppt/notesSlides/notesSlide2.xml" Id="Rda755f1356a344c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trace 6628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Intake</c:v>
              </c:pt>
              <c:pt idx="1">
                <c:v>Edge</c:v>
              </c:pt>
              <c:pt idx="2">
                <c:v>Coordinator</c:v>
              </c:pt>
              <c:pt idx="3">
                <c:v>Decision Store</c:v>
              </c:pt>
              <c:pt idx="4">
                <c:v>Event Bus</c:v>
              </c:pt>
              <c:pt idx="5">
                <c:v>Observe</c:v>
              </c:pt>
            </c:strLit>
          </c:cat>
          <c:val>
            <c:numLit>
              <c:formatCode>General</c:formatCode>
              <c:ptCount val="6"/>
              <c:pt idx="0">
                <c:v>33</c:v>
              </c:pt>
              <c:pt idx="1">
                <c:v>35</c:v>
              </c:pt>
              <c:pt idx="2">
                <c:v>56</c:v>
              </c:pt>
              <c:pt idx="3">
                <c:v>23</c:v>
              </c:pt>
              <c:pt idx="4">
                <c:v>22</c:v>
              </c:pt>
              <c:pt idx="5">
                <c:v>44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7DA13-BD67-4ADE-B29D-FD9D03DD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Release decision trace · p01-src-006628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92E5E-17E2-435E-A3A0-D37FAAA7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Artifact p01-full-006628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p01-full-010304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observed p95 208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7AAAE-C637-4D44-99BA-96F527C2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Source 6628: evidence moves from Intake to the Release Coordinator.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Decision 0304 is committed in the Decision Store before Event Bus publication.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asynchronous gate protects the R7 release boundary.</a:t>
            </a:r>
          </a:p>
        </p:txBody>
      </p:sp>
    </p:spTree>
    <p:extLst>
      <p:ext uri="{BB962C8B-B14F-4D97-AF65-F5344CB8AC3E}">
        <p14:creationId xmlns:p14="http://schemas.microsoft.com/office/powerpoint/2010/main" val="10593449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0A93E-C121-4F41-8733-3191FADD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Evidence profile · p01-src-006628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B1B8D-00B8-4A17-B420-A9C84532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p01-full-010304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Release gate signal: approval recorded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ADR-042 threshold: p95 ≤ 184 ms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619750" y="1562100"/>
          <a:ext xmlns:a="http://schemas.openxmlformats.org/drawingml/2006/main" cx="5286375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e3a141fe9f485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7434C-91C0-4CDF-9106-0C2AD44D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The p01-src-006628 trace links the dependency to one measurable release-gate decision.</a:t>
            </a:r>
          </a:p>
        </p:txBody>
      </p:sp>
    </p:spTree>
    <p:extLst>
      <p:ext uri="{BB962C8B-B14F-4D97-AF65-F5344CB8AC3E}">
        <p14:creationId xmlns:p14="http://schemas.microsoft.com/office/powerpoint/2010/main" val="20891399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2026-08-24T02:29:16.1710000Z</dcterms:created>
  <dcterms:modified xsi:type="dcterms:W3CDTF">2026-08-24T02:29:16.1710000Z</dcterms:modified>
</coreProperties>
</file>