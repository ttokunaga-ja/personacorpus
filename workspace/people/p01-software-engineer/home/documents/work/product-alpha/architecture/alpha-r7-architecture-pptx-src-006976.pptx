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b7bb9b0ee4615" /><Relationship Type="http://schemas.openxmlformats.org/officeDocument/2006/relationships/extended-properties" Target="/docProps/app.xml" Id="R5a9fc07ceb234480" /><Relationship Type="http://schemas.openxmlformats.org/officeDocument/2006/relationships/officeDocument" Target="/ppt/presentation.xml" Id="R80536ba59cb6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75b1fe01d44f12"/>
  </p:sldMasterIdLst>
  <p:notesMasterIdLst>
    <p:notesMasterId xmlns:r="http://schemas.openxmlformats.org/officeDocument/2006/relationships" r:id="Rb1fa2aee7a5b4e6a"/>
  </p:notesMasterIdLst>
  <p:sldIdLst>
    <p:sldId xmlns:r="http://schemas.openxmlformats.org/officeDocument/2006/relationships" id="256" r:id="Rbabefb6ca3744561"/>
    <p:sldId xmlns:r="http://schemas.openxmlformats.org/officeDocument/2006/relationships" id="257" r:id="R0443fcaa0bc540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8be4d6a6424fac" /><Relationship Type="http://schemas.openxmlformats.org/officeDocument/2006/relationships/slideMaster" Target="/ppt/slideMasters/slideMaster1.xml" Id="R5175b1fe01d44f12" /><Relationship Type="http://schemas.openxmlformats.org/officeDocument/2006/relationships/notesMaster" Target="/ppt/notesMasters/notesMaster1.xml" Id="Rb1fa2aee7a5b4e6a" /><Relationship Type="http://schemas.openxmlformats.org/officeDocument/2006/relationships/presProps" Target="/ppt/presProps.xml" Id="Rf0a6c197ad364555" /><Relationship Type="http://schemas.openxmlformats.org/officeDocument/2006/relationships/tableStyles" Target="/ppt/tableStyles.xml" Id="Rdbd4794c8a1f4325" /><Relationship Type="http://schemas.openxmlformats.org/officeDocument/2006/relationships/slide" Target="/ppt/slides/slide1.xml" Id="Rbabefb6ca3744561" /><Relationship Type="http://schemas.openxmlformats.org/officeDocument/2006/relationships/slide" Target="/ppt/slides/slide2.xml" Id="R0443fcaa0bc540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3bcfabed24d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ab9b0ca324bad" /><Relationship Type="http://schemas.openxmlformats.org/officeDocument/2006/relationships/notesMaster" Target="/ppt/notesMasters/notesMaster1.xml" Id="R9bf061eed5da4a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1cff3aa84f4c1f" /><Relationship Type="http://schemas.openxmlformats.org/officeDocument/2006/relationships/notesMaster" Target="/ppt/notesMasters/notesMaster1.xml" Id="R6e030a56a911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7fe1f2d1843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4e9ea892d84808" /><Relationship Type="http://schemas.openxmlformats.org/officeDocument/2006/relationships/slideLayout" Target="/ppt/slideLayouts/slideLayout1.xml" Id="R31c4fe38a57746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4fe38a57746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8bc0737da4f73" /><Relationship Type="http://schemas.openxmlformats.org/officeDocument/2006/relationships/notesSlide" Target="/ppt/notesSlides/notesSlide1.xml" Id="R421eb66ae9414b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7995ddb34458f" /><Relationship Type="http://schemas.openxmlformats.org/officeDocument/2006/relationships/chart" Target="/ppt/slides/charts/chart1.xml" Id="R1d7e9cfd96264b19" /><Relationship Type="http://schemas.openxmlformats.org/officeDocument/2006/relationships/notesSlide" Target="/ppt/notesSlides/notesSlide2.xml" Id="R2deb48abb89e49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6976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30</c:v>
              </c:pt>
              <c:pt idx="1">
                <c:v>31</c:v>
              </c:pt>
              <c:pt idx="2">
                <c:v>47</c:v>
              </c:pt>
              <c:pt idx="3">
                <c:v>20</c:v>
              </c:pt>
              <c:pt idx="4">
                <c:v>20</c:v>
              </c:pt>
              <c:pt idx="5">
                <c:v>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3FA1F-4130-4FE2-AF3C-95B39AAE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p01-src-006976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ADB1F-4865-4774-A00B-6D514849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p01-full-006976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p01-full-010476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p95 154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0168C-4753-4585-BAB2-B988C459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6976: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0476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1895003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84AEF-288D-4E71-A5D2-E55268C9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p01-src-006976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E90CD-29E1-4EA1-A97F-DF61F35F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p01-full-010476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7e9cfd96264b1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1ECB8-9B65-46A8-831A-A5F8C8F9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p01-src-006976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474341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2026-08-24T02:29:16.2240000Z</dcterms:created>
  <dcterms:modified xsi:type="dcterms:W3CDTF">2026-08-24T02:29:16.2240000Z</dcterms:modified>
</coreProperties>
</file>