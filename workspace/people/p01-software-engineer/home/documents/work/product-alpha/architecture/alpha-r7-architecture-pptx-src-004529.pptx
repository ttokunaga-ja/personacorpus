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841a1d9cbf4e1d" /><Relationship Type="http://schemas.openxmlformats.org/officeDocument/2006/relationships/extended-properties" Target="/docProps/app.xml" Id="R691b7a5c384349f1" /><Relationship Type="http://schemas.openxmlformats.org/officeDocument/2006/relationships/officeDocument" Target="/ppt/presentation.xml" Id="R8e8cfc342ffb44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bd0d7a685d47a1"/>
  </p:sldMasterIdLst>
  <p:notesMasterIdLst>
    <p:notesMasterId xmlns:r="http://schemas.openxmlformats.org/officeDocument/2006/relationships" r:id="R88066e018b7446d4"/>
  </p:notesMasterIdLst>
  <p:sldIdLst>
    <p:sldId xmlns:r="http://schemas.openxmlformats.org/officeDocument/2006/relationships" id="256" r:id="R30948bf197b94202"/>
    <p:sldId xmlns:r="http://schemas.openxmlformats.org/officeDocument/2006/relationships" id="257" r:id="R739c843d202d47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9fb22d4adf412b" /><Relationship Type="http://schemas.openxmlformats.org/officeDocument/2006/relationships/slideMaster" Target="/ppt/slideMasters/slideMaster1.xml" Id="R4abd0d7a685d47a1" /><Relationship Type="http://schemas.openxmlformats.org/officeDocument/2006/relationships/notesMaster" Target="/ppt/notesMasters/notesMaster1.xml" Id="R88066e018b7446d4" /><Relationship Type="http://schemas.openxmlformats.org/officeDocument/2006/relationships/presProps" Target="/ppt/presProps.xml" Id="Reb5bcc538813466a" /><Relationship Type="http://schemas.openxmlformats.org/officeDocument/2006/relationships/tableStyles" Target="/ppt/tableStyles.xml" Id="R0466cdca09044616" /><Relationship Type="http://schemas.openxmlformats.org/officeDocument/2006/relationships/slide" Target="/ppt/slides/slide1.xml" Id="R30948bf197b94202" /><Relationship Type="http://schemas.openxmlformats.org/officeDocument/2006/relationships/slide" Target="/ppt/slides/slide2.xml" Id="R739c843d202d47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bd893a008d4d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22a3dac3c4933" /><Relationship Type="http://schemas.openxmlformats.org/officeDocument/2006/relationships/notesMaster" Target="/ppt/notesMasters/notesMaster1.xml" Id="R1b1dbb95214043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b685096b5d4e1c" /><Relationship Type="http://schemas.openxmlformats.org/officeDocument/2006/relationships/notesMaster" Target="/ppt/notesMasters/notesMaster1.xml" Id="Rab302924a6904c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bc3209d304f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4b17b11dcd4f48" /><Relationship Type="http://schemas.openxmlformats.org/officeDocument/2006/relationships/slideLayout" Target="/ppt/slideLayouts/slideLayout1.xml" Id="R25cc193c50044a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c193c50044a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d3e0afb0a4033" /><Relationship Type="http://schemas.openxmlformats.org/officeDocument/2006/relationships/notesSlide" Target="/ppt/notesSlides/notesSlide1.xml" Id="R8b5ff7e41c7d40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51e24c1304bb7" /><Relationship Type="http://schemas.openxmlformats.org/officeDocument/2006/relationships/chart" Target="/ppt/slides/charts/chart1.xml" Id="R45a9f2814f9b43e3" /><Relationship Type="http://schemas.openxmlformats.org/officeDocument/2006/relationships/notesSlide" Target="/ppt/notesSlides/notesSlide2.xml" Id="R0a06e90230a043f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4529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27</c:v>
              </c:pt>
              <c:pt idx="1">
                <c:v>37</c:v>
              </c:pt>
              <c:pt idx="2">
                <c:v>48</c:v>
              </c:pt>
              <c:pt idx="3">
                <c:v>21</c:v>
              </c:pt>
              <c:pt idx="4">
                <c:v>16</c:v>
              </c:pt>
              <c:pt idx="5">
                <c:v>45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0A01F-F9BB-4505-B789-1E3DBE58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p01-src-004529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131C4-C5D8-4F5D-865C-EB0ED3BF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p01-full-004529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p01-full-009299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p95 186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75F7C-2DE8-4C0E-888B-12213FA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4529: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9299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2052025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228B5-8B28-4315-90F9-142C7F5F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p01-src-004529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E2513-0F1E-4E0F-ABCC-7CD926B4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p01-full-009299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handoff confirmed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a9f2814f9b43e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AB5B5-0BC1-4F69-B69C-14FCB098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p01-src-004529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69176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2026-08-24T02:29:15.8390000Z</dcterms:created>
  <dcterms:modified xsi:type="dcterms:W3CDTF">2026-08-24T02:29:15.8390000Z</dcterms:modified>
</coreProperties>
</file>