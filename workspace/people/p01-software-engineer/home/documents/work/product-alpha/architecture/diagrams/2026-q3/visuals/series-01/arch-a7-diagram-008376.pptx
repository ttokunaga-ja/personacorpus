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31bd1a18e54588" /><Relationship Type="http://schemas.openxmlformats.org/officeDocument/2006/relationships/extended-properties" Target="/docProps/app.xml" Id="Rab47f794c27f42ed" /><Relationship Type="http://schemas.openxmlformats.org/officeDocument/2006/relationships/officeDocument" Target="/ppt/presentation.xml" Id="R5bebba72ac5741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ebbb07a7164310"/>
  </p:sldMasterIdLst>
  <p:notesMasterIdLst>
    <p:notesMasterId xmlns:r="http://schemas.openxmlformats.org/officeDocument/2006/relationships" r:id="R1f0dc2182b85437a"/>
  </p:notesMasterIdLst>
  <p:sldIdLst>
    <p:sldId xmlns:r="http://schemas.openxmlformats.org/officeDocument/2006/relationships" id="256" r:id="R289d395f57f8494d"/>
    <p:sldId xmlns:r="http://schemas.openxmlformats.org/officeDocument/2006/relationships" id="257" r:id="Rb00b911ca41744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b9a5154ca74e76" /><Relationship Type="http://schemas.openxmlformats.org/officeDocument/2006/relationships/slideMaster" Target="/ppt/slideMasters/slideMaster1.xml" Id="Rd9ebbb07a7164310" /><Relationship Type="http://schemas.openxmlformats.org/officeDocument/2006/relationships/notesMaster" Target="/ppt/notesMasters/notesMaster1.xml" Id="R1f0dc2182b85437a" /><Relationship Type="http://schemas.openxmlformats.org/officeDocument/2006/relationships/presProps" Target="/ppt/presProps.xml" Id="R1be622101b9b49e0" /><Relationship Type="http://schemas.openxmlformats.org/officeDocument/2006/relationships/tableStyles" Target="/ppt/tableStyles.xml" Id="R0d93491d79e9406e" /><Relationship Type="http://schemas.openxmlformats.org/officeDocument/2006/relationships/slide" Target="/ppt/slides/slide1.xml" Id="R289d395f57f8494d" /><Relationship Type="http://schemas.openxmlformats.org/officeDocument/2006/relationships/slide" Target="/ppt/slides/slide2.xml" Id="Rb00b911ca41744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98474ad7d840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e8f6d1810c4122" /><Relationship Type="http://schemas.openxmlformats.org/officeDocument/2006/relationships/notesMaster" Target="/ppt/notesMasters/notesMaster1.xml" Id="Rc990c67ce04f4c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353f227b4f49f8" /><Relationship Type="http://schemas.openxmlformats.org/officeDocument/2006/relationships/notesMaster" Target="/ppt/notesMasters/notesMaster1.xml" Id="R47e8df25039448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071a1589340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350f17dfb8479d" /><Relationship Type="http://schemas.openxmlformats.org/officeDocument/2006/relationships/slideLayout" Target="/ppt/slideLayouts/slideLayout1.xml" Id="Rfd826594b1aa4c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826594b1aa4c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b75da1d554380" /><Relationship Type="http://schemas.openxmlformats.org/officeDocument/2006/relationships/notesSlide" Target="/ppt/notesSlides/notesSlide1.xml" Id="R187ede0e67714e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7e9b173df49fe" /><Relationship Type="http://schemas.openxmlformats.org/officeDocument/2006/relationships/chart" Target="/ppt/slides/charts/chart1.xml" Id="Ra160f5126db84180" /><Relationship Type="http://schemas.openxmlformats.org/officeDocument/2006/relationships/notesSlide" Target="/ppt/notesSlides/notesSlide2.xml" Id="R150dcae1f9a7485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8376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21</c:v>
              </c:pt>
              <c:pt idx="1">
                <c:v>38</c:v>
              </c:pt>
              <c:pt idx="2">
                <c:v>19</c:v>
              </c:pt>
              <c:pt idx="3">
                <c:v>36</c:v>
              </c:pt>
              <c:pt idx="4">
                <c:v>53</c:v>
              </c:pt>
              <c:pt idx="5">
                <c:v>34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2B4C9-2722-45DB-9973-0EEBA585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p01-src-008376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39307-5353-4EB2-A36A-2C5611AA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p01-full-008376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p01-full-010646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p95 170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BB6CE-4B69-4BBC-9A58-6A2703AC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8376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0646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340233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2767B-06EC-4F9E-BFC1-A918BDC7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p01-src-008376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30414-2D72-4FA3-8343-0E071615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0646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170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within release objective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60f5126db8418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3983F-188A-4B89-8603-CAB90061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p01-src-008376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1294806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2026-08-24T02:31:56.5160000Z</dcterms:created>
  <dcterms:modified xsi:type="dcterms:W3CDTF">2026-08-24T02:31:56.5160000Z</dcterms:modified>
</coreProperties>
</file>