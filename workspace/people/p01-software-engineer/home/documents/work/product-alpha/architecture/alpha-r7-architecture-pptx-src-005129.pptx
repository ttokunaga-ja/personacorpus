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00ce081f4f489a" /><Relationship Type="http://schemas.openxmlformats.org/officeDocument/2006/relationships/extended-properties" Target="/docProps/app.xml" Id="Rc716a0ca63fa47ff" /><Relationship Type="http://schemas.openxmlformats.org/officeDocument/2006/relationships/officeDocument" Target="/ppt/presentation.xml" Id="R76fbc5581d34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48cbf14edd4bd2"/>
  </p:sldMasterIdLst>
  <p:notesMasterIdLst>
    <p:notesMasterId xmlns:r="http://schemas.openxmlformats.org/officeDocument/2006/relationships" r:id="R5aedb2f0c35e4332"/>
  </p:notesMasterIdLst>
  <p:sldIdLst>
    <p:sldId xmlns:r="http://schemas.openxmlformats.org/officeDocument/2006/relationships" id="256" r:id="R08bc1a4637e54641"/>
    <p:sldId xmlns:r="http://schemas.openxmlformats.org/officeDocument/2006/relationships" id="257" r:id="R8fcf4aa58b0545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b3eb24dc847a7" /><Relationship Type="http://schemas.openxmlformats.org/officeDocument/2006/relationships/slideMaster" Target="/ppt/slideMasters/slideMaster1.xml" Id="R4248cbf14edd4bd2" /><Relationship Type="http://schemas.openxmlformats.org/officeDocument/2006/relationships/notesMaster" Target="/ppt/notesMasters/notesMaster1.xml" Id="R5aedb2f0c35e4332" /><Relationship Type="http://schemas.openxmlformats.org/officeDocument/2006/relationships/presProps" Target="/ppt/presProps.xml" Id="R674f84f2a0374d6b" /><Relationship Type="http://schemas.openxmlformats.org/officeDocument/2006/relationships/tableStyles" Target="/ppt/tableStyles.xml" Id="Re2bc793f5ba34cc6" /><Relationship Type="http://schemas.openxmlformats.org/officeDocument/2006/relationships/slide" Target="/ppt/slides/slide1.xml" Id="R08bc1a4637e54641" /><Relationship Type="http://schemas.openxmlformats.org/officeDocument/2006/relationships/slide" Target="/ppt/slides/slide2.xml" Id="R8fcf4aa58b05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bd45ba0d6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bdbf9940834ff7" /><Relationship Type="http://schemas.openxmlformats.org/officeDocument/2006/relationships/notesMaster" Target="/ppt/notesMasters/notesMaster1.xml" Id="R233c8ffc26f446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f14070b4742d6" /><Relationship Type="http://schemas.openxmlformats.org/officeDocument/2006/relationships/notesMaster" Target="/ppt/notesMasters/notesMaster1.xml" Id="R6006d0892a98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8c99c8546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cfb7d9b574bb1" /><Relationship Type="http://schemas.openxmlformats.org/officeDocument/2006/relationships/slideLayout" Target="/ppt/slideLayouts/slideLayout1.xml" Id="Rd116b625f6a547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16b625f6a5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42bb60d0b43c4" /><Relationship Type="http://schemas.openxmlformats.org/officeDocument/2006/relationships/notesSlide" Target="/ppt/notesSlides/notesSlide1.xml" Id="R34f49b08b64543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08ce73277444f" /><Relationship Type="http://schemas.openxmlformats.org/officeDocument/2006/relationships/chart" Target="/ppt/slides/charts/chart1.xml" Id="Rf6449320acfc44aa" /><Relationship Type="http://schemas.openxmlformats.org/officeDocument/2006/relationships/notesSlide" Target="/ppt/notesSlides/notesSlide2.xml" Id="R8e6ae6b7fc0b4ed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5129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29</c:v>
              </c:pt>
              <c:pt idx="1">
                <c:v>32</c:v>
              </c:pt>
              <c:pt idx="2">
                <c:v>53</c:v>
              </c:pt>
              <c:pt idx="3">
                <c:v>27</c:v>
              </c:pt>
              <c:pt idx="4">
                <c:v>21</c:v>
              </c:pt>
              <c:pt idx="5">
                <c:v>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37F0F-0D57-40A1-A107-0DBABF88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p01-src-005129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12283-1737-4E9F-9381-A8AB08AE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p01-full-005129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p01-full-009436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p95 183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5232D-87B4-49BD-9A4E-132702F3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5129: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9436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803995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6CF23-C9B3-46FE-B5A1-A9E320C0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p01-src-005129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8DAA6-715A-46C5-937E-7F01E881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p01-full-009436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handoff confirmed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449320acfc44a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2106C-43E9-418C-B17B-3C86226F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p01-src-005129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104743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2026-08-24T02:29:15.9300000Z</dcterms:created>
  <dcterms:modified xsi:type="dcterms:W3CDTF">2026-08-24T02:29:15.9300000Z</dcterms:modified>
</coreProperties>
</file>