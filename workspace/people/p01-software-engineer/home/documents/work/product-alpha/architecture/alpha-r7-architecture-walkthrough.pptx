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3ceb90e1ce64ac4" /><Relationship Type="http://schemas.openxmlformats.org/officeDocument/2006/relationships/extended-properties" Target="/docProps/app.xml" Id="R5525a1360a484779" /><Relationship Type="http://schemas.openxmlformats.org/officeDocument/2006/relationships/officeDocument" Target="/ppt/presentation.xml" Id="R5558d700cf34435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b2d1be134fd4cad"/>
  </p:sldMasterIdLst>
  <p:notesMasterIdLst>
    <p:notesMasterId xmlns:r="http://schemas.openxmlformats.org/officeDocument/2006/relationships" r:id="R67bb02085e694696"/>
  </p:notesMasterIdLst>
  <p:sldIdLst>
    <p:sldId xmlns:r="http://schemas.openxmlformats.org/officeDocument/2006/relationships" id="256" r:id="R13dc097629164701"/>
    <p:sldId xmlns:r="http://schemas.openxmlformats.org/officeDocument/2006/relationships" id="257" r:id="R29c24b435ff740ab"/>
    <p:sldId xmlns:r="http://schemas.openxmlformats.org/officeDocument/2006/relationships" id="258" r:id="R538937445ad34b2c"/>
    <p:sldId xmlns:r="http://schemas.openxmlformats.org/officeDocument/2006/relationships" id="259" r:id="R405a1234cbe148a8"/>
    <p:sldId xmlns:r="http://schemas.openxmlformats.org/officeDocument/2006/relationships" id="260" r:id="R38eb9dadeecf4571"/>
    <p:sldId xmlns:r="http://schemas.openxmlformats.org/officeDocument/2006/relationships" id="261" r:id="R8e8e4441f0904b9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35f5c39360646e6" /><Relationship Type="http://schemas.openxmlformats.org/officeDocument/2006/relationships/slideMaster" Target="/ppt/slideMasters/slideMaster1.xml" Id="Rbb2d1be134fd4cad" /><Relationship Type="http://schemas.openxmlformats.org/officeDocument/2006/relationships/notesMaster" Target="/ppt/notesMasters/notesMaster1.xml" Id="R67bb02085e694696" /><Relationship Type="http://schemas.openxmlformats.org/officeDocument/2006/relationships/presProps" Target="/ppt/presProps.xml" Id="R94629046f16a4696" /><Relationship Type="http://schemas.openxmlformats.org/officeDocument/2006/relationships/tableStyles" Target="/ppt/tableStyles.xml" Id="R83c3a07bcdb14f3c" /><Relationship Type="http://schemas.openxmlformats.org/officeDocument/2006/relationships/slide" Target="/ppt/slides/slide1.xml" Id="R13dc097629164701" /><Relationship Type="http://schemas.openxmlformats.org/officeDocument/2006/relationships/slide" Target="/ppt/slides/slide2.xml" Id="R29c24b435ff740ab" /><Relationship Type="http://schemas.openxmlformats.org/officeDocument/2006/relationships/slide" Target="/ppt/slides/slide3.xml" Id="R538937445ad34b2c" /><Relationship Type="http://schemas.openxmlformats.org/officeDocument/2006/relationships/slide" Target="/ppt/slides/slide4.xml" Id="R405a1234cbe148a8" /><Relationship Type="http://schemas.openxmlformats.org/officeDocument/2006/relationships/slide" Target="/ppt/slides/slide5.xml" Id="R38eb9dadeecf4571" /><Relationship Type="http://schemas.openxmlformats.org/officeDocument/2006/relationships/slide" Target="/ppt/slides/slide6.xml" Id="R8e8e4441f0904b9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2e8517a98fd41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b37a24ce60d4720" /><Relationship Type="http://schemas.openxmlformats.org/officeDocument/2006/relationships/notesMaster" Target="/ppt/notesMasters/notesMaster1.xml" Id="Rf2da472b448c464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a221be2457a4d8f" /><Relationship Type="http://schemas.openxmlformats.org/officeDocument/2006/relationships/notesMaster" Target="/ppt/notesMasters/notesMaster1.xml" Id="R6dd1f74096784bd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86e188cb4664d23" /><Relationship Type="http://schemas.openxmlformats.org/officeDocument/2006/relationships/notesMaster" Target="/ppt/notesMasters/notesMaster1.xml" Id="R0b649c1e1fbe460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7dcafc0dd15479e" /><Relationship Type="http://schemas.openxmlformats.org/officeDocument/2006/relationships/notesMaster" Target="/ppt/notesMasters/notesMaster1.xml" Id="R78ce396a13fd425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f25db7900234bce" /><Relationship Type="http://schemas.openxmlformats.org/officeDocument/2006/relationships/notesMaster" Target="/ppt/notesMasters/notesMaster1.xml" Id="Rfed8c917c61149e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f71b46d9a64427b" /><Relationship Type="http://schemas.openxmlformats.org/officeDocument/2006/relationships/notesMaster" Target="/ppt/notesMasters/notesMaster1.xml" Id="Rf50a29cd3958463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72376e596e469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e18b6986e624572" /><Relationship Type="http://schemas.openxmlformats.org/officeDocument/2006/relationships/slideLayout" Target="/ppt/slideLayouts/slideLayout1.xml" Id="R82f410cd722940d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2f410cd722940d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8a1f45916849fc" /><Relationship Type="http://schemas.openxmlformats.org/officeDocument/2006/relationships/notesSlide" Target="/ppt/notesSlides/notesSlide1.xml" Id="Rf2e3a1c4ce0d4d6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86d45731924ee0" /><Relationship Type="http://schemas.openxmlformats.org/officeDocument/2006/relationships/notesSlide" Target="/ppt/notesSlides/notesSlide2.xml" Id="Rb094396b7f414de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5b6fb2cd5c4bfa" /><Relationship Type="http://schemas.openxmlformats.org/officeDocument/2006/relationships/notesSlide" Target="/ppt/notesSlides/notesSlide3.xml" Id="R8670ec55475149c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066b345cfe4e47" /><Relationship Type="http://schemas.openxmlformats.org/officeDocument/2006/relationships/notesSlide" Target="/ppt/notesSlides/notesSlide4.xml" Id="R7807c3f33fde445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5b028bb7b44274" /><Relationship Type="http://schemas.openxmlformats.org/officeDocument/2006/relationships/notesSlide" Target="/ppt/notesSlides/notesSlide5.xml" Id="R12e1a2121f5e421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82a59943bd4c4e" /><Relationship Type="http://schemas.openxmlformats.org/officeDocument/2006/relationships/notesSlide" Target="/ppt/notesSlides/notesSlide6.xml" Id="Re398cfc9733e4e1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A7F48C-4B81-4FB1-ABDA-96DDB5BF2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INTERNAL ARCHITECTURE WALKTHROUGH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F77BDE-DC16-42FB-A194-96858E0DF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</a:rPr>
              <a:t>Async release gate: a durable boundary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B8E9FA-EE7C-4BB4-B70D-B67F7085C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6667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Product Alpha R7 separates client admission from asynchronous completion. ADR-042 makes the release coordinator the authoritative owner of ticket state.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38C9FF-125D-4B37-8C6B-4D44C6D28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14500"/>
            <a:ext cx="3048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FAB261-E655-4FF2-8F6B-8B9D89AA8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764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47E6"/>
                </a:solidFill>
              </a:defRPr>
            </a:pPr>
            <a:r>
              <a:rPr sz="2250" b="1">
                <a:solidFill>
                  <a:srgbClr val="1447E6"/>
                </a:solidFill>
              </a:rPr>
              <a:t>ADR-042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83FE74-7E8C-414E-8E3C-D91F3FC26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64795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14158"/>
                </a:solidFill>
              </a:defRPr>
            </a:pPr>
            <a:r>
              <a:rPr sz="1500" b="1">
                <a:solidFill>
                  <a:srgbClr val="314158"/>
                </a:solidFill>
              </a:rPr>
              <a:t>Product Alpha R7</a:t>
            </a:r>
          </a:p>
          <a:p xmlns:a="http://schemas.openxmlformats.org/drawingml/2006/main">
            <a:pPr>
              <a:defRPr sz="1500" b="1">
                <a:solidFill>
                  <a:srgbClr val="314158"/>
                </a:solidFill>
              </a:defRPr>
            </a:pPr>
            <a:r>
              <a:rPr sz="1500" b="1">
                <a:solidFill>
                  <a:srgbClr val="314158"/>
                </a:solidFill>
              </a:rPr>
              <a:t>ADR-042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22309A-0273-462B-802D-31D9E861E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2748E"/>
                </a:solidFill>
              </a:defRPr>
            </a:pPr>
            <a:r>
              <a:rPr sz="900" b="0">
                <a:solidFill>
                  <a:srgbClr val="62748E"/>
                </a:solidFill>
              </a:rPr>
              <a:t>Aster Loop 株式会社 | 2026-07-13 | p95 184 ms</a:t>
            </a:r>
          </a:p>
        </p:txBody>
      </p:sp>
    </p:spTree>
    <p:extLst>
      <p:ext uri="{BB962C8B-B14F-4D97-AF65-F5344CB8AC3E}">
        <p14:creationId xmlns:p14="http://schemas.microsoft.com/office/powerpoint/2010/main" val="3783648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C15D4E-8761-4256-8912-1ADABE5B6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SYSTEM CONTEXT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E2343B-F41F-45A9-A50E-143659C60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</a:rPr>
              <a:t>The flow returns after durable admission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B32C6A-633B-4538-808D-543D712B8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6667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Clients -&gt; Edge API -&gt; Release Coordinator -&gt; Event Bus -&gt; Observability.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The coordinator writes the decision store before returning a release ticket. Observability is evidence-only and cannot alter a decision.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510930-CF4A-48DC-81E8-D77EC2492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14500"/>
            <a:ext cx="3048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AF7395-58C1-4D82-AC14-E10EE8CD3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764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47E6"/>
                </a:solidFill>
              </a:defRPr>
            </a:pPr>
            <a:r>
              <a:rPr sz="2250" b="1">
                <a:solidFill>
                  <a:srgbClr val="1447E6"/>
                </a:solidFill>
              </a:rPr>
              <a:t>5 components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17EF20-F1E0-49FB-9D53-8ED3512F6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64795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14158"/>
                </a:solidFill>
              </a:defRPr>
            </a:pPr>
            <a:r>
              <a:rPr sz="1500" b="1">
                <a:solidFill>
                  <a:srgbClr val="314158"/>
                </a:solidFill>
              </a:rPr>
              <a:t>Product Alpha R7</a:t>
            </a:r>
          </a:p>
          <a:p xmlns:a="http://schemas.openxmlformats.org/drawingml/2006/main">
            <a:pPr>
              <a:defRPr sz="1500" b="1">
                <a:solidFill>
                  <a:srgbClr val="314158"/>
                </a:solidFill>
              </a:defRPr>
            </a:pPr>
            <a:r>
              <a:rPr sz="1500" b="1">
                <a:solidFill>
                  <a:srgbClr val="314158"/>
                </a:solidFill>
              </a:rPr>
              <a:t>ADR-042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1C837A-B522-4C42-BE8B-8E3DF3611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2748E"/>
                </a:solidFill>
              </a:defRPr>
            </a:pPr>
            <a:r>
              <a:rPr sz="900" b="0">
                <a:solidFill>
                  <a:srgbClr val="62748E"/>
                </a:solidFill>
              </a:rPr>
              <a:t>Aster Loop 株式会社 | 2026-07-13 | p95 184 ms</a:t>
            </a:r>
          </a:p>
        </p:txBody>
      </p:sp>
    </p:spTree>
    <p:extLst>
      <p:ext uri="{BB962C8B-B14F-4D97-AF65-F5344CB8AC3E}">
        <p14:creationId xmlns:p14="http://schemas.microsoft.com/office/powerpoint/2010/main" val="1226049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635976-3C75-45F6-B43B-32584677F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LATENCY BUDGET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00FDD5-455D-4DEF-9956-449FC62F4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</a:rPr>
              <a:t>184 ms p95 is allocated, not assumed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39AAAC-45AF-4BE1-AD78-D58F5FF7D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6667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Edge 28 ms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API validation 32 ms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Durable admission 46 ms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Event publish 24 ms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Observability 18 ms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Reserve 36 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58B85D-9376-46EF-9E4F-2A2F51B30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14500"/>
            <a:ext cx="3048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AC3A17-CC8E-4431-92B6-A8A74C297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764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47E6"/>
                </a:solidFill>
              </a:defRPr>
            </a:pPr>
            <a:r>
              <a:rPr sz="2250" b="1">
                <a:solidFill>
                  <a:srgbClr val="1447E6"/>
                </a:solidFill>
              </a:rPr>
              <a:t>p95 184 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CAC4D1-CFA2-4212-8EEA-7908DB777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64795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14158"/>
                </a:solidFill>
              </a:defRPr>
            </a:pPr>
            <a:r>
              <a:rPr sz="1500" b="1">
                <a:solidFill>
                  <a:srgbClr val="314158"/>
                </a:solidFill>
              </a:rPr>
              <a:t>Product Alpha R7</a:t>
            </a:r>
          </a:p>
          <a:p xmlns:a="http://schemas.openxmlformats.org/drawingml/2006/main">
            <a:pPr>
              <a:defRPr sz="1500" b="1">
                <a:solidFill>
                  <a:srgbClr val="314158"/>
                </a:solidFill>
              </a:defRPr>
            </a:pPr>
            <a:r>
              <a:rPr sz="1500" b="1">
                <a:solidFill>
                  <a:srgbClr val="314158"/>
                </a:solidFill>
              </a:rPr>
              <a:t>ADR-042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447255-3D25-4AD0-949B-7AD2A49D9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2748E"/>
                </a:solidFill>
              </a:defRPr>
            </a:pPr>
            <a:r>
              <a:rPr sz="900" b="0">
                <a:solidFill>
                  <a:srgbClr val="62748E"/>
                </a:solidFill>
              </a:rPr>
              <a:t>Aster Loop 株式会社 | 2026-07-13 | p95 184 ms</a:t>
            </a:r>
          </a:p>
        </p:txBody>
      </p:sp>
    </p:spTree>
    <p:extLst>
      <p:ext uri="{BB962C8B-B14F-4D97-AF65-F5344CB8AC3E}">
        <p14:creationId xmlns:p14="http://schemas.microsoft.com/office/powerpoint/2010/main" val="14227987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9F9D6F-6997-42CE-A42B-A6D2004AA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CONTRACT BOUNDARIES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8FD2FE-A3AA-4547-8E51-A88FE60EA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</a:rPr>
              <a:t>Events are versioned and idempotent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7C4176-845B-4C7A-A360-0CE604735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6667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Release Engineering owns requested.v1 and decided.v1.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Idempotency key: release_id plus caller_scope. Duplicate requests return the original ticket. Timeout is a terminal state, never approval.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A4B065-6943-40AD-B248-22907550A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14500"/>
            <a:ext cx="3048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42FC2C-8018-4AE4-BCD2-2FF9E3991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764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47E6"/>
                </a:solidFill>
              </a:defRPr>
            </a:pPr>
            <a:r>
              <a:rPr sz="2250" b="1">
                <a:solidFill>
                  <a:srgbClr val="1447E6"/>
                </a:solidFill>
              </a:rPr>
              <a:t>v1 contracts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DA5431-F332-4888-9144-3982063DD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64795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14158"/>
                </a:solidFill>
              </a:defRPr>
            </a:pPr>
            <a:r>
              <a:rPr sz="1500" b="1">
                <a:solidFill>
                  <a:srgbClr val="314158"/>
                </a:solidFill>
              </a:rPr>
              <a:t>Product Alpha R7</a:t>
            </a:r>
          </a:p>
          <a:p xmlns:a="http://schemas.openxmlformats.org/drawingml/2006/main">
            <a:pPr>
              <a:defRPr sz="1500" b="1">
                <a:solidFill>
                  <a:srgbClr val="314158"/>
                </a:solidFill>
              </a:defRPr>
            </a:pPr>
            <a:r>
              <a:rPr sz="1500" b="1">
                <a:solidFill>
                  <a:srgbClr val="314158"/>
                </a:solidFill>
              </a:rPr>
              <a:t>ADR-042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53D9D9-CE98-4F1F-803B-71DCA85A3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2748E"/>
                </a:solidFill>
              </a:defRPr>
            </a:pPr>
            <a:r>
              <a:rPr sz="900" b="0">
                <a:solidFill>
                  <a:srgbClr val="62748E"/>
                </a:solidFill>
              </a:rPr>
              <a:t>Aster Loop 株式会社 | 2026-07-13 | p95 184 ms</a:t>
            </a:r>
          </a:p>
        </p:txBody>
      </p:sp>
    </p:spTree>
    <p:extLst>
      <p:ext uri="{BB962C8B-B14F-4D97-AF65-F5344CB8AC3E}">
        <p14:creationId xmlns:p14="http://schemas.microsoft.com/office/powerpoint/2010/main" val="4697698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3CDC3F-F621-4046-B4EE-4584AC5E5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RELEASE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F65E56-1025-41BE-9FBD-B4D212934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</a:rPr>
              <a:t>Roll out in measured steps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9D28A6-E565-44AF-A34E-A85BAB279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6667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Shadow evaluation -&gt; 10% -&gt; 50% -&gt; 100%.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Stop for p95 above 184 ms for 10 minutes, admission errors above 0.2%, or schema incompatibility. Rollback changes routing, never durable decisions.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423BCD-BB2E-490A-96B6-D209B34D2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14500"/>
            <a:ext cx="3048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0B07CE-7C55-48BF-B4A3-EE669AE62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764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47E6"/>
                </a:solidFill>
              </a:defRPr>
            </a:pPr>
            <a:r>
              <a:rPr sz="2250" b="1">
                <a:solidFill>
                  <a:srgbClr val="1447E6"/>
                </a:solidFill>
              </a:rPr>
              <a:t>10 / 50 / 100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C90ED5-093E-4A5C-87D5-7AFEE61B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64795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14158"/>
                </a:solidFill>
              </a:defRPr>
            </a:pPr>
            <a:r>
              <a:rPr sz="1500" b="1">
                <a:solidFill>
                  <a:srgbClr val="314158"/>
                </a:solidFill>
              </a:rPr>
              <a:t>Product Alpha R7</a:t>
            </a:r>
          </a:p>
          <a:p xmlns:a="http://schemas.openxmlformats.org/drawingml/2006/main">
            <a:pPr>
              <a:defRPr sz="1500" b="1">
                <a:solidFill>
                  <a:srgbClr val="314158"/>
                </a:solidFill>
              </a:defRPr>
            </a:pPr>
            <a:r>
              <a:rPr sz="1500" b="1">
                <a:solidFill>
                  <a:srgbClr val="314158"/>
                </a:solidFill>
              </a:rPr>
              <a:t>ADR-042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59B1FD-1EF1-4852-8DBB-6B3C20022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2748E"/>
                </a:solidFill>
              </a:defRPr>
            </a:pPr>
            <a:r>
              <a:rPr sz="900" b="0">
                <a:solidFill>
                  <a:srgbClr val="62748E"/>
                </a:solidFill>
              </a:rPr>
              <a:t>Aster Loop 株式会社 | 2026-07-13 | p95 184 ms</a:t>
            </a:r>
          </a:p>
        </p:txBody>
      </p:sp>
    </p:spTree>
    <p:extLst>
      <p:ext uri="{BB962C8B-B14F-4D97-AF65-F5344CB8AC3E}">
        <p14:creationId xmlns:p14="http://schemas.microsoft.com/office/powerpoint/2010/main" val="10616729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C09140-E88B-4EB8-9264-B39040DC6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CLOSE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ECF129-FA7C-4369-B675-D85ACD467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</a:rPr>
              <a:t>Decision: proceed with the R7 guard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ED0633-2988-4E18-A9BC-796B10426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6667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Synthetic role sign-off on 2026-07-13: Software Engineering, Release Engineering, and Platform accepted ADR-042 with the p95 and compatibility stop conditions.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4023E3-E421-4891-BA0E-DF7CE052D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14500"/>
            <a:ext cx="3048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AF551B-8691-46CA-9F34-DE80795E7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764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47E6"/>
                </a:solidFill>
              </a:defRPr>
            </a:pPr>
            <a:r>
              <a:rPr sz="2250" b="1">
                <a:solidFill>
                  <a:srgbClr val="1447E6"/>
                </a:solidFill>
              </a:rPr>
              <a:t>Accepted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A06E29-F4AB-43A0-AB24-0865904F8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64795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14158"/>
                </a:solidFill>
              </a:defRPr>
            </a:pPr>
            <a:r>
              <a:rPr sz="1500" b="1">
                <a:solidFill>
                  <a:srgbClr val="314158"/>
                </a:solidFill>
              </a:rPr>
              <a:t>Product Alpha R7</a:t>
            </a:r>
          </a:p>
          <a:p xmlns:a="http://schemas.openxmlformats.org/drawingml/2006/main">
            <a:pPr>
              <a:defRPr sz="1500" b="1">
                <a:solidFill>
                  <a:srgbClr val="314158"/>
                </a:solidFill>
              </a:defRPr>
            </a:pPr>
            <a:r>
              <a:rPr sz="1500" b="1">
                <a:solidFill>
                  <a:srgbClr val="314158"/>
                </a:solidFill>
              </a:rPr>
              <a:t>ADR-042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01E12A-FE79-466C-BAAB-954CCF855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2748E"/>
                </a:solidFill>
              </a:defRPr>
            </a:pPr>
            <a:r>
              <a:rPr sz="900" b="0">
                <a:solidFill>
                  <a:srgbClr val="62748E"/>
                </a:solidFill>
              </a:rPr>
              <a:t>Aster Loop 株式会社 | 2026-07-13 | p95 184 ms</a:t>
            </a:r>
          </a:p>
        </p:txBody>
      </p:sp>
    </p:spTree>
    <p:extLst>
      <p:ext uri="{BB962C8B-B14F-4D97-AF65-F5344CB8AC3E}">
        <p14:creationId xmlns:p14="http://schemas.microsoft.com/office/powerpoint/2010/main" val="5859415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2026-08-22T10:19:00.4640000Z</dcterms:created>
  <dcterms:modified xsi:type="dcterms:W3CDTF">2026-08-22T10:19:00.4640000Z</dcterms:modified>
</coreProperties>
</file>