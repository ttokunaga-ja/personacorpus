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d26cd99954c49" /><Relationship Type="http://schemas.openxmlformats.org/officeDocument/2006/relationships/extended-properties" Target="/docProps/app.xml" Id="R04912905d5ad43ab" /><Relationship Type="http://schemas.openxmlformats.org/officeDocument/2006/relationships/officeDocument" Target="/ppt/presentation.xml" Id="R485f6eb33ce441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a14702fd24ee2"/>
  </p:sldMasterIdLst>
  <p:notesMasterIdLst>
    <p:notesMasterId xmlns:r="http://schemas.openxmlformats.org/officeDocument/2006/relationships" r:id="Ra0b12db6020b418a"/>
  </p:notesMasterIdLst>
  <p:sldIdLst>
    <p:sldId xmlns:r="http://schemas.openxmlformats.org/officeDocument/2006/relationships" id="256" r:id="Rf6e44008f2324a86"/>
    <p:sldId xmlns:r="http://schemas.openxmlformats.org/officeDocument/2006/relationships" id="257" r:id="R2e61cb7de0f843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77ba3a9b24995" /><Relationship Type="http://schemas.openxmlformats.org/officeDocument/2006/relationships/slideMaster" Target="/ppt/slideMasters/slideMaster1.xml" Id="R669a14702fd24ee2" /><Relationship Type="http://schemas.openxmlformats.org/officeDocument/2006/relationships/notesMaster" Target="/ppt/notesMasters/notesMaster1.xml" Id="Ra0b12db6020b418a" /><Relationship Type="http://schemas.openxmlformats.org/officeDocument/2006/relationships/presProps" Target="/ppt/presProps.xml" Id="Raeb94d8614a144bb" /><Relationship Type="http://schemas.openxmlformats.org/officeDocument/2006/relationships/tableStyles" Target="/ppt/tableStyles.xml" Id="Rc2f2b18030f8447e" /><Relationship Type="http://schemas.openxmlformats.org/officeDocument/2006/relationships/slide" Target="/ppt/slides/slide1.xml" Id="Rf6e44008f2324a86" /><Relationship Type="http://schemas.openxmlformats.org/officeDocument/2006/relationships/slide" Target="/ppt/slides/slide2.xml" Id="R2e61cb7de0f8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41023d8ca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bd3659907c4bf7" /><Relationship Type="http://schemas.openxmlformats.org/officeDocument/2006/relationships/notesMaster" Target="/ppt/notesMasters/notesMaster1.xml" Id="Rf64db24c25c643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783d82d3c4e1e" /><Relationship Type="http://schemas.openxmlformats.org/officeDocument/2006/relationships/notesMaster" Target="/ppt/notesMasters/notesMaster1.xml" Id="Rd989939debd1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c356521c5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9ae01dfa94feb" /><Relationship Type="http://schemas.openxmlformats.org/officeDocument/2006/relationships/slideLayout" Target="/ppt/slideLayouts/slideLayout1.xml" Id="R429277779444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9277779444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07e58600f4a4e" /><Relationship Type="http://schemas.openxmlformats.org/officeDocument/2006/relationships/notesSlide" Target="/ppt/notesSlides/notesSlide1.xml" Id="R9b4605f0d065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56ecc511a4de5" /><Relationship Type="http://schemas.openxmlformats.org/officeDocument/2006/relationships/chart" Target="/ppt/slides/charts/chart1.xml" Id="R6db108cf345841f1" /><Relationship Type="http://schemas.openxmlformats.org/officeDocument/2006/relationships/notesSlide" Target="/ppt/notesSlides/notesSlide2.xml" Id="R53fff016a7dc481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9276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21</c:v>
              </c:pt>
              <c:pt idx="1">
                <c:v>38</c:v>
              </c:pt>
              <c:pt idx="2">
                <c:v>19</c:v>
              </c:pt>
              <c:pt idx="3">
                <c:v>36</c:v>
              </c:pt>
              <c:pt idx="4">
                <c:v>53</c:v>
              </c:pt>
              <c:pt idx="5">
                <c:v>34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57F99-E588-4315-BF36-DE8AA188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p01-src-009276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59EE8-8B85-4121-8A95-7839B14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p01-full-009276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p01-full-011046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p95 155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11E24-B90C-4D21-AE10-796E99B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9276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1046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252578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63D45-08B5-4705-B5F5-A90D595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p01-src-009276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70F84-B46B-47FE-A85D-A6F435F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1046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155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b108cf345841f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6EFE7-A7A9-4941-9C98-A5C4C4F8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p01-src-009276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856280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2026-08-24T02:31:56.6690000Z</dcterms:created>
  <dcterms:modified xsi:type="dcterms:W3CDTF">2026-08-24T02:31:56.6690000Z</dcterms:modified>
</coreProperties>
</file>