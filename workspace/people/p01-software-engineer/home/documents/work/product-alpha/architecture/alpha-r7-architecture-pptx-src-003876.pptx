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9d1144ea51411f" /><Relationship Type="http://schemas.openxmlformats.org/officeDocument/2006/relationships/extended-properties" Target="/docProps/app.xml" Id="R02a2b8516e3c4857" /><Relationship Type="http://schemas.openxmlformats.org/officeDocument/2006/relationships/officeDocument" Target="/ppt/presentation.xml" Id="R642efbb3016249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897ca3e6054137"/>
  </p:sldMasterIdLst>
  <p:notesMasterIdLst>
    <p:notesMasterId xmlns:r="http://schemas.openxmlformats.org/officeDocument/2006/relationships" r:id="R7a98977947ae4bd9"/>
  </p:notesMasterIdLst>
  <p:sldIdLst>
    <p:sldId xmlns:r="http://schemas.openxmlformats.org/officeDocument/2006/relationships" id="256" r:id="R8e3c76ab4d7f47d3"/>
    <p:sldId xmlns:r="http://schemas.openxmlformats.org/officeDocument/2006/relationships" id="257" r:id="R252889afeb8542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f8a6d8961e4e79" /><Relationship Type="http://schemas.openxmlformats.org/officeDocument/2006/relationships/slideMaster" Target="/ppt/slideMasters/slideMaster1.xml" Id="R8b897ca3e6054137" /><Relationship Type="http://schemas.openxmlformats.org/officeDocument/2006/relationships/notesMaster" Target="/ppt/notesMasters/notesMaster1.xml" Id="R7a98977947ae4bd9" /><Relationship Type="http://schemas.openxmlformats.org/officeDocument/2006/relationships/presProps" Target="/ppt/presProps.xml" Id="Rddb9759c54c7468e" /><Relationship Type="http://schemas.openxmlformats.org/officeDocument/2006/relationships/tableStyles" Target="/ppt/tableStyles.xml" Id="R89445254a0e84fae" /><Relationship Type="http://schemas.openxmlformats.org/officeDocument/2006/relationships/slide" Target="/ppt/slides/slide1.xml" Id="R8e3c76ab4d7f47d3" /><Relationship Type="http://schemas.openxmlformats.org/officeDocument/2006/relationships/slide" Target="/ppt/slides/slide2.xml" Id="R252889afeb8542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06876a880948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540f309cfe4016" /><Relationship Type="http://schemas.openxmlformats.org/officeDocument/2006/relationships/notesMaster" Target="/ppt/notesMasters/notesMaster1.xml" Id="R7785a813196548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d3debeb5c44f4b" /><Relationship Type="http://schemas.openxmlformats.org/officeDocument/2006/relationships/notesMaster" Target="/ppt/notesMasters/notesMaster1.xml" Id="R4fd15d4003174a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8beb9430345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19709eb0dc4439" /><Relationship Type="http://schemas.openxmlformats.org/officeDocument/2006/relationships/slideLayout" Target="/ppt/slideLayouts/slideLayout1.xml" Id="Rdfb8dfc556e647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b8dfc556e647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715f83aeb47de" /><Relationship Type="http://schemas.openxmlformats.org/officeDocument/2006/relationships/notesSlide" Target="/ppt/notesSlides/notesSlide1.xml" Id="Ra2243c6083fe4f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9d397fc73435b" /><Relationship Type="http://schemas.openxmlformats.org/officeDocument/2006/relationships/chart" Target="/ppt/slides/charts/chart1.xml" Id="R5a1942ce64b046e2" /><Relationship Type="http://schemas.openxmlformats.org/officeDocument/2006/relationships/notesSlide" Target="/ppt/notesSlides/notesSlide2.xml" Id="R8065c1c2f11241b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p95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Store</c:v>
              </c:pt>
              <c:pt idx="4">
                <c:v>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28</c:v>
              </c:pt>
              <c:pt idx="1">
                <c:v>32</c:v>
              </c:pt>
              <c:pt idx="2">
                <c:v>46</c:v>
              </c:pt>
              <c:pt idx="3">
                <c:v>24</c:v>
              </c:pt>
              <c:pt idx="4">
                <c:v>18</c:v>
              </c:pt>
              <c:pt idx="5">
                <c:v>36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D5E24-E539-4E3B-854C-124BBB3B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Product Alpha R7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9955B-DF3B-41BE-BC96-A915C2C9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p01-src-003876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p01-full-003876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p01-full-009017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75CC7-B23F-4258-A705-F8194C6D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191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Asynchronous release gate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Approval boundary: Release Coordinator -&gt; Decision Store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Event Bus delivery follows the decision.</a:t>
            </a:r>
          </a:p>
        </p:txBody>
      </p:sp>
    </p:spTree>
    <p:extLst>
      <p:ext uri="{BB962C8B-B14F-4D97-AF65-F5344CB8AC3E}">
        <p14:creationId xmlns:p14="http://schemas.microsoft.com/office/powerpoint/2010/main" val="15407482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10189-E694-487E-B41F-C4F69EEF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Evidence relationship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FA0FC-8FAB-4B81-A0EF-07CC9E70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p01-src-003876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p01-full-003876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p01-full-009017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381750" y="1714500"/>
          <a:ext xmlns:a="http://schemas.openxmlformats.org/drawingml/2006/main" cx="41910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1942ce64b046e2"/>
          </a:graphicData>
        </a:graphic>
      </p:graphicFrame>
    </p:spTree>
    <p:extLst>
      <p:ext uri="{BB962C8B-B14F-4D97-AF65-F5344CB8AC3E}">
        <p14:creationId xmlns:p14="http://schemas.microsoft.com/office/powerpoint/2010/main" val="4461272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2026-08-24T02:20:33.6390000Z</dcterms:created>
  <dcterms:modified xsi:type="dcterms:W3CDTF">2026-08-24T02:20:33.6390000Z</dcterms:modified>
</coreProperties>
</file>