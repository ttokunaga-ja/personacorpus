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15067da621448d" /><Relationship Type="http://schemas.openxmlformats.org/officeDocument/2006/relationships/extended-properties" Target="/docProps/app.xml" Id="R3cc47e04f21c4e92" /><Relationship Type="http://schemas.openxmlformats.org/officeDocument/2006/relationships/officeDocument" Target="/ppt/presentation.xml" Id="Rdb0efef99a5a4a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d95a83d25d4210"/>
  </p:sldMasterIdLst>
  <p:notesMasterIdLst>
    <p:notesMasterId xmlns:r="http://schemas.openxmlformats.org/officeDocument/2006/relationships" r:id="Rdf816069244746a9"/>
  </p:notesMasterIdLst>
  <p:sldIdLst>
    <p:sldId xmlns:r="http://schemas.openxmlformats.org/officeDocument/2006/relationships" id="256" r:id="R27344a55ec1741ce"/>
    <p:sldId xmlns:r="http://schemas.openxmlformats.org/officeDocument/2006/relationships" id="257" r:id="R5eeec0d320024ad8"/>
    <p:sldId xmlns:r="http://schemas.openxmlformats.org/officeDocument/2006/relationships" id="258" r:id="Re88be6bb7e4c4b19"/>
    <p:sldId xmlns:r="http://schemas.openxmlformats.org/officeDocument/2006/relationships" id="259" r:id="R3e4c6dfb87084d9b"/>
    <p:sldId xmlns:r="http://schemas.openxmlformats.org/officeDocument/2006/relationships" id="260" r:id="R27234a270bde4c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9c21d45603491e" /><Relationship Type="http://schemas.openxmlformats.org/officeDocument/2006/relationships/slideMaster" Target="/ppt/slideMasters/slideMaster1.xml" Id="Rb6d95a83d25d4210" /><Relationship Type="http://schemas.openxmlformats.org/officeDocument/2006/relationships/notesMaster" Target="/ppt/notesMasters/notesMaster1.xml" Id="Rdf816069244746a9" /><Relationship Type="http://schemas.openxmlformats.org/officeDocument/2006/relationships/presProps" Target="/ppt/presProps.xml" Id="Radc847df16c640d8" /><Relationship Type="http://schemas.openxmlformats.org/officeDocument/2006/relationships/tableStyles" Target="/ppt/tableStyles.xml" Id="Rd268e579f46e44d1" /><Relationship Type="http://schemas.openxmlformats.org/officeDocument/2006/relationships/slide" Target="/ppt/slides/slide1.xml" Id="R27344a55ec1741ce" /><Relationship Type="http://schemas.openxmlformats.org/officeDocument/2006/relationships/slide" Target="/ppt/slides/slide2.xml" Id="R5eeec0d320024ad8" /><Relationship Type="http://schemas.openxmlformats.org/officeDocument/2006/relationships/slide" Target="/ppt/slides/slide3.xml" Id="Re88be6bb7e4c4b19" /><Relationship Type="http://schemas.openxmlformats.org/officeDocument/2006/relationships/slide" Target="/ppt/slides/slide4.xml" Id="R3e4c6dfb87084d9b" /><Relationship Type="http://schemas.openxmlformats.org/officeDocument/2006/relationships/slide" Target="/ppt/slides/slide5.xml" Id="R27234a270bde4c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a29bd489d049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bbd8e5e314ab5" /><Relationship Type="http://schemas.openxmlformats.org/officeDocument/2006/relationships/notesMaster" Target="/ppt/notesMasters/notesMaster1.xml" Id="R896031d2168043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dfae759c964405" /><Relationship Type="http://schemas.openxmlformats.org/officeDocument/2006/relationships/notesMaster" Target="/ppt/notesMasters/notesMaster1.xml" Id="Rcdbe0604bf25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de6582eb1c465d" /><Relationship Type="http://schemas.openxmlformats.org/officeDocument/2006/relationships/notesMaster" Target="/ppt/notesMasters/notesMaster1.xml" Id="Rfc2c8611dff74e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be8a808d894ee4" /><Relationship Type="http://schemas.openxmlformats.org/officeDocument/2006/relationships/notesMaster" Target="/ppt/notesMasters/notesMaster1.xml" Id="R14207924402c47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fc46f114a14593" /><Relationship Type="http://schemas.openxmlformats.org/officeDocument/2006/relationships/notesMaster" Target="/ppt/notesMasters/notesMaster1.xml" Id="R07e04c65e87b47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41fd326934f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f3a7c2f2b4729" /><Relationship Type="http://schemas.openxmlformats.org/officeDocument/2006/relationships/slideLayout" Target="/ppt/slideLayouts/slideLayout1.xml" Id="Rbb28d41d331e40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28d41d331e40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baa860c44643" /><Relationship Type="http://schemas.openxmlformats.org/officeDocument/2006/relationships/notesSlide" Target="/ppt/notesSlides/notesSlide1.xml" Id="Rc903f027589a4b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0bdd90bf04059" /><Relationship Type="http://schemas.openxmlformats.org/officeDocument/2006/relationships/notesSlide" Target="/ppt/notesSlides/notesSlide2.xml" Id="Rf51f12890eab4f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411907e4b4996" /><Relationship Type="http://schemas.openxmlformats.org/officeDocument/2006/relationships/notesSlide" Target="/ppt/notesSlides/notesSlide3.xml" Id="R54300e3151774d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ce83dd78b4da4" /><Relationship Type="http://schemas.openxmlformats.org/officeDocument/2006/relationships/image" Target="/ppt/media/image.png" Id="R324665ad4e50466e" /><Relationship Type="http://schemas.openxmlformats.org/officeDocument/2006/relationships/notesSlide" Target="/ppt/notesSlides/notesSlide4.xml" Id="R832211d46bc84e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951e85fc54921" /><Relationship Type="http://schemas.openxmlformats.org/officeDocument/2006/relationships/notesSlide" Target="/ppt/notesSlides/notesSlide5.xml" Id="Re456f227d57944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5DD88-8687-4BC4-BA06-7215F64A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Product Alpha R7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6AC17-4DF1-4E50-9FC0-A3ED3D0C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9EAF7"/>
                </a:solidFill>
              </a:defRPr>
            </a:pPr>
            <a:r>
              <a:rPr sz="2100" b="0">
                <a:solidFill>
                  <a:srgbClr val="D9EAF7"/>
                </a:solidFill>
              </a:rPr>
              <a:t>Post-launch design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04D94-FF9C-4473-9BA5-5A2484E1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9EAF7"/>
                </a:solidFill>
              </a:defRPr>
            </a:pPr>
            <a:r>
              <a:rPr sz="1350" b="0">
                <a:solidFill>
                  <a:srgbClr val="D9EAF7"/>
                </a:solidFill>
              </a:rPr>
              <a:t>Aster Loop株式会社（synthetic）</a:t>
            </a:r>
          </a:p>
          <a:p xmlns:a="http://schemas.openxmlformats.org/drawingml/2006/main">
            <a:pPr>
              <a:defRPr sz="1350" b="0">
                <a:solidFill>
                  <a:srgbClr val="D9EAF7"/>
                </a:solidFill>
              </a:defRPr>
            </a:pPr>
            <a:r>
              <a:rPr sz="1350" b="0">
                <a:solidFill>
                  <a:srgbClr val="D9EAF7"/>
                </a:solidFill>
              </a:rPr>
              <a:t>Release 2026-07-13 · Review 2026-07-20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A122B-381E-4B3C-B7BE-BB9B5A56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Disposition: keep ADR-042</a:t>
            </a:r>
          </a:p>
        </p:txBody>
      </p:sp>
    </p:spTree>
    <p:extLst>
      <p:ext uri="{BB962C8B-B14F-4D97-AF65-F5344CB8AC3E}">
        <p14:creationId xmlns:p14="http://schemas.microsoft.com/office/powerpoint/2010/main" val="1753329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31A0C-4E06-4809-82A7-5E47ED1B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Evidence supports the existing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F5452-42DD-45C0-8E2A-09811EA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A"/>
                </a:solidFill>
              </a:defRPr>
            </a:pPr>
            <a:r>
              <a:rPr sz="1200" b="0">
                <a:solidFill>
                  <a:srgbClr val="52657A"/>
                </a:solidFill>
              </a:rPr>
              <a:t>Synthetic evidence window: 2026-07-13 through 2026-07-20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E06F8-328C-4978-9C07-CED4A28D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238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BA7AF-DB8B-4CF6-88CD-7739ADD9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84,200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F3983-2297-4489-9E7B-6EFC0E84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requests observed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8977C-67A0-44D6-955A-B35C2607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2238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C26E7-4EEA-47DC-8D8A-4A41F256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99.94%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865B3-5580-4E43-9C8A-A9CE4C8D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success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AB55F-B560-4624-8589-A566B5A4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238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6AD34-E637-4142-9B9D-963E615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8C95"/>
                </a:solidFill>
              </a:defRPr>
            </a:pPr>
            <a:r>
              <a:rPr sz="2025" b="1">
                <a:solidFill>
                  <a:srgbClr val="008C95"/>
                </a:solidFill>
              </a:rPr>
              <a:t>98.7%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F769C-CC5C-4C28-B032-71707914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336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approval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A7D11-CDEC-4C98-B99D-1FAEB160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57375"/>
            <a:ext cx="2238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ADA42-4229-4014-9BCA-1F39B5DF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11m42s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37918-CC9F-40E4-A679-802AB590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controlled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EF4B6-E4D2-4C17-A520-B2D9D2C6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84,149 successful; 51 unsuccessful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62D3A-21F8-478C-BD0A-C4D7C3E7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65D"/>
                </a:solidFill>
              </a:defRPr>
            </a:pPr>
            <a:r>
              <a:rPr sz="1575" b="1">
                <a:solidFill>
                  <a:srgbClr val="17365D"/>
                </a:solidFill>
              </a:rPr>
              <a:t>9,000 decisions sampled; 8,883 approved; 117 non-approved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82BC3-9901-457C-97CD-EDD9ACE4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57A"/>
                </a:solidFill>
              </a:defRPr>
            </a:pPr>
            <a:r>
              <a:rPr sz="1275" b="0">
                <a:solidFill>
                  <a:srgbClr val="52657A"/>
                </a:solidFill>
              </a:rPr>
              <a:t>Rollback drill 2026-07-17 · recovery 11m42s (702 seconds)</a:t>
            </a:r>
          </a:p>
        </p:txBody>
      </p:sp>
    </p:spTree>
    <p:extLst>
      <p:ext uri="{BB962C8B-B14F-4D97-AF65-F5344CB8AC3E}">
        <p14:creationId xmlns:p14="http://schemas.microsoft.com/office/powerpoint/2010/main" val="1471260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18D19-5FD5-475F-AAC9-A4AA2D90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The release gate remains the right control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901F7-C0CD-4FFE-B676-E931E975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A"/>
                </a:solidFill>
              </a:defRPr>
            </a:pPr>
            <a:r>
              <a:rPr sz="1200" b="0">
                <a:solidFill>
                  <a:srgbClr val="52657A"/>
                </a:solidFill>
              </a:rPr>
              <a:t>Six measured stages sum to an end-to-end p95 of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509BF-A99F-437F-B5AE-ABF9F29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1462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EABD4-03EC-4710-B8F6-6918CED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EB6B9-8A91-4900-8A4C-51A0AE3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52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28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6A1F1-3B6B-4F8B-B23D-13753995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1462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705E9-320C-44A8-833D-2FE47159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051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Edge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491E8-DD85-43B3-821F-392CCE13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52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32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8602D-2FD9-4741-91D8-4F0B0A9D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714625"/>
            <a:ext cx="16668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5155B-F669-4F41-974C-A5A64C3C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05125"/>
            <a:ext cx="1533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Release Coordinator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8E2C8-3177-4F7B-9BB7-5FE44B7E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552825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46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46078-9F0F-4616-B9DD-40697253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71725"/>
            <a:ext cx="0" cy="13811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C9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9ED40-5D63-4F2D-98AD-8F52D60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240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C95"/>
                </a:solidFill>
              </a:defRPr>
            </a:pPr>
            <a:r>
              <a:rPr sz="900" b="1">
                <a:solidFill>
                  <a:srgbClr val="008C95"/>
                </a:solidFill>
              </a:rPr>
              <a:t>APPROVAL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BCEDC2-6F58-43D4-BC68-4F4AFA6D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BA695-CF07-4C2F-807A-FD322BF6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05125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Decision 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313A2-915A-4FF7-A96D-48A72A39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24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C3B1E-B24A-4C32-B1F8-0A8FC422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1381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49A55-A25C-419A-A7E0-B1477422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905125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Event Bus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48B88-DE45-4DEA-B4DB-227DE6E3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5282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18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9B7B5-6E8D-47ED-A8B7-DAE9482D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14625"/>
            <a:ext cx="1905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65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D5B72-EA63-42A9-8BA3-8AE341F3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05125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Observability confirmation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27F5B-7BFB-4345-ABA3-70F87414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528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36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C5CB6-3046-4369-907D-32CF2106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Event Bus delivery begins only after the Decision Store decision. Observability confirmation closes the measured path.</a:t>
            </a:r>
          </a:p>
        </p:txBody>
      </p:sp>
    </p:spTree>
    <p:extLst>
      <p:ext uri="{BB962C8B-B14F-4D97-AF65-F5344CB8AC3E}">
        <p14:creationId xmlns:p14="http://schemas.microsoft.com/office/powerpoint/2010/main" val="817381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B40B2-3882-467A-A4C7-4884E3C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Topology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F54E0-4B54-4146-A261-C53558AD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A"/>
                </a:solidFill>
              </a:defRPr>
            </a:pPr>
            <a:r>
              <a:rPr sz="1200" b="0">
                <a:solidFill>
                  <a:srgbClr val="52657A"/>
                </a:solidFill>
              </a:rPr>
              <a:t>The map uses the same ordered stages and approval boundary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665ad4e50466e"/>
          <a:stretch xmlns:a="http://schemas.openxmlformats.org/drawingml/2006/main"/>
        </p:blipFill>
        <p:spPr>
          <a:xfrm xmlns:a="http://schemas.openxmlformats.org/drawingml/2006/main">
            <a:off x="1695673" y="1381125"/>
            <a:ext cx="880065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2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AA69A-2CEA-4851-8B62-72E7FBE2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65D"/>
                </a:solidFill>
              </a:defRPr>
            </a:pPr>
            <a:r>
              <a:rPr sz="2625" b="1">
                <a:solidFill>
                  <a:srgbClr val="17365D"/>
                </a:solidFill>
              </a:rPr>
              <a:t>Review outcome and operating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65C85-2734-4752-A8BA-9512DC14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A"/>
                </a:solidFill>
              </a:defRPr>
            </a:pPr>
            <a:r>
              <a:rPr sz="1200" b="0">
                <a:solidFill>
                  <a:srgbClr val="52657A"/>
                </a:solidFill>
              </a:rPr>
              <a:t>Review recorded 2026-07-20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7476E-3953-4D7E-9874-0C90E907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8C95"/>
                </a:solidFill>
              </a:defRPr>
            </a:pPr>
            <a:r>
              <a:rPr sz="2250" b="1">
                <a:solidFill>
                  <a:srgbClr val="008C95"/>
                </a:solidFill>
              </a:rPr>
              <a:t>KEEP ADR-042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FA349-1EB7-446F-BC6B-AA0D3187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Retain the asynchronous release gate and its explicit approval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0A58A-141C-44AB-A928-EEF71455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1  Keep Decision Store before Event Bus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9EAF1-1791-4E1D-93BB-ADC2F914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33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2  Track the 184 ms path by stage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0FCFD-EB54-45A9-9769-27CCB897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3  Repeat controlled recovery validation</a:t>
            </a:r>
          </a:p>
        </p:txBody>
      </p:sp>
    </p:spTree>
    <p:extLst>
      <p:ext uri="{BB962C8B-B14F-4D97-AF65-F5344CB8AC3E}">
        <p14:creationId xmlns:p14="http://schemas.microsoft.com/office/powerpoint/2010/main" val="811496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2026-08-23T15:17:35.7070000Z</dcterms:created>
  <dcterms:modified xsi:type="dcterms:W3CDTF">2026-08-23T15:17:35.7070000Z</dcterms:modified>
</coreProperties>
</file>