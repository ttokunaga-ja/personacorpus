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652ad228b04763" /><Relationship Type="http://schemas.openxmlformats.org/officeDocument/2006/relationships/extended-properties" Target="/docProps/app.xml" Id="Rc056187748dd49c0" /><Relationship Type="http://schemas.openxmlformats.org/officeDocument/2006/relationships/officeDocument" Target="/ppt/presentation.xml" Id="R9cc50a36cb2340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2ed6e1faa7466b"/>
  </p:sldMasterIdLst>
  <p:notesMasterIdLst>
    <p:notesMasterId xmlns:r="http://schemas.openxmlformats.org/officeDocument/2006/relationships" r:id="R9c04ecd05daf42f7"/>
  </p:notesMasterIdLst>
  <p:sldIdLst>
    <p:sldId xmlns:r="http://schemas.openxmlformats.org/officeDocument/2006/relationships" id="256" r:id="R0300d895066c4acf"/>
    <p:sldId xmlns:r="http://schemas.openxmlformats.org/officeDocument/2006/relationships" id="257" r:id="Rcefd2761baaa45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202eb2d5a44430" /><Relationship Type="http://schemas.openxmlformats.org/officeDocument/2006/relationships/slideMaster" Target="/ppt/slideMasters/slideMaster1.xml" Id="Rbe2ed6e1faa7466b" /><Relationship Type="http://schemas.openxmlformats.org/officeDocument/2006/relationships/notesMaster" Target="/ppt/notesMasters/notesMaster1.xml" Id="R9c04ecd05daf42f7" /><Relationship Type="http://schemas.openxmlformats.org/officeDocument/2006/relationships/presProps" Target="/ppt/presProps.xml" Id="Rf991a477d3834445" /><Relationship Type="http://schemas.openxmlformats.org/officeDocument/2006/relationships/tableStyles" Target="/ppt/tableStyles.xml" Id="R6e7a636d907d4c77" /><Relationship Type="http://schemas.openxmlformats.org/officeDocument/2006/relationships/slide" Target="/ppt/slides/slide1.xml" Id="R0300d895066c4acf" /><Relationship Type="http://schemas.openxmlformats.org/officeDocument/2006/relationships/slide" Target="/ppt/slides/slide2.xml" Id="Rcefd2761baaa45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6d5f9995ec49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9ec4ee44fc4243" /><Relationship Type="http://schemas.openxmlformats.org/officeDocument/2006/relationships/notesMaster" Target="/ppt/notesMasters/notesMaster1.xml" Id="Re3c280491c484a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f7067ef9d341c1" /><Relationship Type="http://schemas.openxmlformats.org/officeDocument/2006/relationships/notesMaster" Target="/ppt/notesMasters/notesMaster1.xml" Id="R3cc445d1fac348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5e2efd40e46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f0a650abe44b18" /><Relationship Type="http://schemas.openxmlformats.org/officeDocument/2006/relationships/slideLayout" Target="/ppt/slideLayouts/slideLayout1.xml" Id="Re7747dfe56f740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747dfe56f740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0f812b34c45b9" /><Relationship Type="http://schemas.openxmlformats.org/officeDocument/2006/relationships/notesSlide" Target="/ppt/notesSlides/notesSlide1.xml" Id="R89c451b5b91f45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b50acc16b4558" /><Relationship Type="http://schemas.openxmlformats.org/officeDocument/2006/relationships/chart" Target="/ppt/slides/charts/chart1.xml" Id="Ra2f2f64a7e4441da" /><Relationship Type="http://schemas.openxmlformats.org/officeDocument/2006/relationships/notesSlide" Target="/ppt/notesSlides/notesSlide2.xml" Id="Rf878ba9c58614d4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6276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Decision Store</c:v>
              </c:pt>
              <c:pt idx="4">
                <c:v>Event 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32</c:v>
              </c:pt>
              <c:pt idx="1">
                <c:v>35</c:v>
              </c:pt>
              <c:pt idx="2">
                <c:v>44</c:v>
              </c:pt>
              <c:pt idx="3">
                <c:v>22</c:v>
              </c:pt>
              <c:pt idx="4">
                <c:v>20</c:v>
              </c:pt>
              <c:pt idx="5">
                <c:v>37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27B5A-B943-464E-BCCC-C98101AF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 decision trace · p01-src-006276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5FAD0-ACA4-48A6-9AE4-9FDECC18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Artifact p01-full-006276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p01-full-010235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observed p95 191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4F231-47D2-4EBE-B9A1-FC006479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Source 6276: evidence moves from Intake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Decision 0235 is committed in the Decision Store before Event Bus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asynchronous gate protects the R7 release boundary.</a:t>
            </a:r>
          </a:p>
        </p:txBody>
      </p:sp>
    </p:spTree>
    <p:extLst>
      <p:ext uri="{BB962C8B-B14F-4D97-AF65-F5344CB8AC3E}">
        <p14:creationId xmlns:p14="http://schemas.microsoft.com/office/powerpoint/2010/main" val="7547392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DB378-A28E-4364-AE23-6F35E41A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Evidence profile · p01-src-006276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4ED86-DDEA-4DFD-88EA-1B5BF2D9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p01-full-010235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Release gate signal: approval recorded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threshold: p95 ≤ 184 ms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619750" y="1562100"/>
          <a:ext xmlns:a="http://schemas.openxmlformats.org/drawingml/2006/main" cx="528637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f2f64a7e4441d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36EB8-FF74-49A4-8CEA-11C58A20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The p01-src-006276 trace links the dependency to one measurable release-gate decision.</a:t>
            </a:r>
          </a:p>
        </p:txBody>
      </p:sp>
    </p:spTree>
    <p:extLst>
      <p:ext uri="{BB962C8B-B14F-4D97-AF65-F5344CB8AC3E}">
        <p14:creationId xmlns:p14="http://schemas.microsoft.com/office/powerpoint/2010/main" val="936376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2026-08-24T02:29:16.1180000Z</dcterms:created>
  <dcterms:modified xsi:type="dcterms:W3CDTF">2026-08-24T02:29:16.1180000Z</dcterms:modified>
</coreProperties>
</file>