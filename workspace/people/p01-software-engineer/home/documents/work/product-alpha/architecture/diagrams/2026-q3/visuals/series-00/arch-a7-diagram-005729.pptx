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5a0f078a7449d3" /><Relationship Type="http://schemas.openxmlformats.org/officeDocument/2006/relationships/extended-properties" Target="/docProps/app.xml" Id="R5405be904b764ffd" /><Relationship Type="http://schemas.openxmlformats.org/officeDocument/2006/relationships/officeDocument" Target="/ppt/presentation.xml" Id="R4ad311a662794d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9f23cfa52846e6"/>
  </p:sldMasterIdLst>
  <p:notesMasterIdLst>
    <p:notesMasterId xmlns:r="http://schemas.openxmlformats.org/officeDocument/2006/relationships" r:id="Rad46f87782054387"/>
  </p:notesMasterIdLst>
  <p:sldIdLst>
    <p:sldId xmlns:r="http://schemas.openxmlformats.org/officeDocument/2006/relationships" id="256" r:id="Rf5cadfed77b34497"/>
    <p:sldId xmlns:r="http://schemas.openxmlformats.org/officeDocument/2006/relationships" id="257" r:id="R6db7dc66fed04e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c9286fc3d24396" /><Relationship Type="http://schemas.openxmlformats.org/officeDocument/2006/relationships/slideMaster" Target="/ppt/slideMasters/slideMaster1.xml" Id="R4a9f23cfa52846e6" /><Relationship Type="http://schemas.openxmlformats.org/officeDocument/2006/relationships/notesMaster" Target="/ppt/notesMasters/notesMaster1.xml" Id="Rad46f87782054387" /><Relationship Type="http://schemas.openxmlformats.org/officeDocument/2006/relationships/presProps" Target="/ppt/presProps.xml" Id="R28cd44d326954dcf" /><Relationship Type="http://schemas.openxmlformats.org/officeDocument/2006/relationships/tableStyles" Target="/ppt/tableStyles.xml" Id="R03b9980eb83c476a" /><Relationship Type="http://schemas.openxmlformats.org/officeDocument/2006/relationships/slide" Target="/ppt/slides/slide1.xml" Id="Rf5cadfed77b34497" /><Relationship Type="http://schemas.openxmlformats.org/officeDocument/2006/relationships/slide" Target="/ppt/slides/slide2.xml" Id="R6db7dc66fed04e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36a7e30de747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910bbfcc7e44b0" /><Relationship Type="http://schemas.openxmlformats.org/officeDocument/2006/relationships/notesMaster" Target="/ppt/notesMasters/notesMaster1.xml" Id="Rcb7dda8fe6594e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39178ecfa64046" /><Relationship Type="http://schemas.openxmlformats.org/officeDocument/2006/relationships/notesMaster" Target="/ppt/notesMasters/notesMaster1.xml" Id="Re4ef69f750fa4e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2eadf0c1e4d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fc68c3e02546c6" /><Relationship Type="http://schemas.openxmlformats.org/officeDocument/2006/relationships/slideLayout" Target="/ppt/slideLayouts/slideLayout1.xml" Id="Re435e2a6f20b4f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35e2a6f20b4f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d05472ded4922" /><Relationship Type="http://schemas.openxmlformats.org/officeDocument/2006/relationships/notesSlide" Target="/ppt/notesSlides/notesSlide1.xml" Id="Red4282dd2f6340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d9473f86c4f84" /><Relationship Type="http://schemas.openxmlformats.org/officeDocument/2006/relationships/chart" Target="/ppt/slides/charts/chart1.xml" Id="R131ee6269c494caa" /><Relationship Type="http://schemas.openxmlformats.org/officeDocument/2006/relationships/notesSlide" Target="/ppt/notesSlides/notesSlide2.xml" Id="R10abd04008f4424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5729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31</c:v>
              </c:pt>
              <c:pt idx="1">
                <c:v>38</c:v>
              </c:pt>
              <c:pt idx="2">
                <c:v>41</c:v>
              </c:pt>
              <c:pt idx="3">
                <c:v>24</c:v>
              </c:pt>
              <c:pt idx="4">
                <c:v>19</c:v>
              </c:pt>
              <c:pt idx="5">
                <c:v>45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22B0C-DB20-476E-BA37-4AAA665E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p01-src-005729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D883C-E12A-4D5A-9224-00C690D0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p01-full-005729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p01-full-009899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p95 180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A0558-3193-4CA0-BA1F-D99EE53D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5729: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9899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1912591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C5413-FADF-4276-8281-8BA2953A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p01-src-005729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7033A-70A5-4617-8BB4-5DFDA932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p01-full-009899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handoff confirmed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1ee6269c494ca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48D77-9BC8-483A-B5D3-1AB32BBF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p01-src-005729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1659768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2026-08-24T02:29:16.0010000Z</dcterms:created>
  <dcterms:modified xsi:type="dcterms:W3CDTF">2026-08-24T02:29:16.0010000Z</dcterms:modified>
</coreProperties>
</file>