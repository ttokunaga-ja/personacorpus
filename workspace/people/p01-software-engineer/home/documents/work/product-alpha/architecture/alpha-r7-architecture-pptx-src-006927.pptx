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a28fa163ac453b" /><Relationship Type="http://schemas.openxmlformats.org/officeDocument/2006/relationships/extended-properties" Target="/docProps/app.xml" Id="R0c3c9dc72c6841b9" /><Relationship Type="http://schemas.openxmlformats.org/officeDocument/2006/relationships/officeDocument" Target="/ppt/presentation.xml" Id="Ree6020faf1ac44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f53176ae924a20"/>
  </p:sldMasterIdLst>
  <p:notesMasterIdLst>
    <p:notesMasterId xmlns:r="http://schemas.openxmlformats.org/officeDocument/2006/relationships" r:id="R92f20404106742ec"/>
  </p:notesMasterIdLst>
  <p:sldIdLst>
    <p:sldId xmlns:r="http://schemas.openxmlformats.org/officeDocument/2006/relationships" id="256" r:id="R328ff059d6844804"/>
    <p:sldId xmlns:r="http://schemas.openxmlformats.org/officeDocument/2006/relationships" id="257" r:id="Re280fbd1950841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e47b6a218f41a2" /><Relationship Type="http://schemas.openxmlformats.org/officeDocument/2006/relationships/slideMaster" Target="/ppt/slideMasters/slideMaster1.xml" Id="R3af53176ae924a20" /><Relationship Type="http://schemas.openxmlformats.org/officeDocument/2006/relationships/notesMaster" Target="/ppt/notesMasters/notesMaster1.xml" Id="R92f20404106742ec" /><Relationship Type="http://schemas.openxmlformats.org/officeDocument/2006/relationships/presProps" Target="/ppt/presProps.xml" Id="Rd5089f1576294473" /><Relationship Type="http://schemas.openxmlformats.org/officeDocument/2006/relationships/tableStyles" Target="/ppt/tableStyles.xml" Id="Rbb5ce35e0c374c93" /><Relationship Type="http://schemas.openxmlformats.org/officeDocument/2006/relationships/slide" Target="/ppt/slides/slide1.xml" Id="R328ff059d6844804" /><Relationship Type="http://schemas.openxmlformats.org/officeDocument/2006/relationships/slide" Target="/ppt/slides/slide2.xml" Id="Re280fbd1950841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0a5c604d6f47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514e99402044af" /><Relationship Type="http://schemas.openxmlformats.org/officeDocument/2006/relationships/notesMaster" Target="/ppt/notesMasters/notesMaster1.xml" Id="R3d7f4ff5c23249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485fd91d074b35" /><Relationship Type="http://schemas.openxmlformats.org/officeDocument/2006/relationships/notesMaster" Target="/ppt/notesMasters/notesMaster1.xml" Id="R0d0854f44e8a4c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951da19a346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0da29d57d84e53" /><Relationship Type="http://schemas.openxmlformats.org/officeDocument/2006/relationships/slideLayout" Target="/ppt/slideLayouts/slideLayout1.xml" Id="Re9f59a3aaadd42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f59a3aaadd42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956d5922c4dad" /><Relationship Type="http://schemas.openxmlformats.org/officeDocument/2006/relationships/notesSlide" Target="/ppt/notesSlides/notesSlide1.xml" Id="R82ed519ef03e40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5f2264fa94eda" /><Relationship Type="http://schemas.openxmlformats.org/officeDocument/2006/relationships/chart" Target="/ppt/slides/charts/chart1.xml" Id="R845e419fce664fe8" /><Relationship Type="http://schemas.openxmlformats.org/officeDocument/2006/relationships/notesSlide" Target="/ppt/notesSlides/notesSlide2.xml" Id="Rcf2dee64da074c9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6927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Decision Store</c:v>
              </c:pt>
              <c:pt idx="4">
                <c:v>Event 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33</c:v>
              </c:pt>
              <c:pt idx="1">
                <c:v>37</c:v>
              </c:pt>
              <c:pt idx="2">
                <c:v>49</c:v>
              </c:pt>
              <c:pt idx="3">
                <c:v>25</c:v>
              </c:pt>
              <c:pt idx="4">
                <c:v>20</c:v>
              </c:pt>
              <c:pt idx="5">
                <c:v>43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FB972-F1F4-408F-9019-57D8A796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 decision trace · p01-src-006927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154A2-30ED-475C-8163-81ABC0D8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Artifact p01-full-006927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p01-full-010346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observed p95 172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E3B21-0C7B-463A-ABE4-6F5BC40B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Source 6927: evidence moves from Intake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Decision 0346 is committed in the Decision Store before Event Bus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asynchronous gate protects the R7 release boundary.</a:t>
            </a:r>
          </a:p>
        </p:txBody>
      </p:sp>
    </p:spTree>
    <p:extLst>
      <p:ext uri="{BB962C8B-B14F-4D97-AF65-F5344CB8AC3E}">
        <p14:creationId xmlns:p14="http://schemas.microsoft.com/office/powerpoint/2010/main" val="579080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504A8-2855-461A-BF68-8975A351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Evidence profile · p01-src-006927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64207-2067-4A43-A856-6704C511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p01-full-010346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Release gate signal: handoff confirmed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threshold: p95 ≤ 184 ms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619750" y="1562100"/>
          <a:ext xmlns:a="http://schemas.openxmlformats.org/drawingml/2006/main" cx="528637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5e419fce664fe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6F1A9-36D3-446D-8C21-C7BCE16A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The p01-src-006927 trace links the dependency to one measurable release-gate decision.</a:t>
            </a:r>
          </a:p>
        </p:txBody>
      </p:sp>
    </p:spTree>
    <p:extLst>
      <p:ext uri="{BB962C8B-B14F-4D97-AF65-F5344CB8AC3E}">
        <p14:creationId xmlns:p14="http://schemas.microsoft.com/office/powerpoint/2010/main" val="1484287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2026-08-24T02:29:16.1970000Z</dcterms:created>
  <dcterms:modified xsi:type="dcterms:W3CDTF">2026-08-24T02:29:16.1970000Z</dcterms:modified>
</coreProperties>
</file>