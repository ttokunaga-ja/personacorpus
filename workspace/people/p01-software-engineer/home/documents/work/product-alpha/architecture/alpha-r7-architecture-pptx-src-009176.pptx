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89fafe8c594312" /><Relationship Type="http://schemas.openxmlformats.org/officeDocument/2006/relationships/extended-properties" Target="/docProps/app.xml" Id="R61ac033fae7d4a34" /><Relationship Type="http://schemas.openxmlformats.org/officeDocument/2006/relationships/officeDocument" Target="/ppt/presentation.xml" Id="R6fe2dfa9c29044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94d9e245884090"/>
  </p:sldMasterIdLst>
  <p:notesMasterIdLst>
    <p:notesMasterId xmlns:r="http://schemas.openxmlformats.org/officeDocument/2006/relationships" r:id="Rc4b9d7d43e6447b1"/>
  </p:notesMasterIdLst>
  <p:sldIdLst>
    <p:sldId xmlns:r="http://schemas.openxmlformats.org/officeDocument/2006/relationships" id="256" r:id="R410e8d5c25cf4f5a"/>
    <p:sldId xmlns:r="http://schemas.openxmlformats.org/officeDocument/2006/relationships" id="257" r:id="R03991eb24a8b4b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4d1f82640f47f9" /><Relationship Type="http://schemas.openxmlformats.org/officeDocument/2006/relationships/slideMaster" Target="/ppt/slideMasters/slideMaster1.xml" Id="R4f94d9e245884090" /><Relationship Type="http://schemas.openxmlformats.org/officeDocument/2006/relationships/notesMaster" Target="/ppt/notesMasters/notesMaster1.xml" Id="Rc4b9d7d43e6447b1" /><Relationship Type="http://schemas.openxmlformats.org/officeDocument/2006/relationships/presProps" Target="/ppt/presProps.xml" Id="Rb061ed1b0fe64113" /><Relationship Type="http://schemas.openxmlformats.org/officeDocument/2006/relationships/tableStyles" Target="/ppt/tableStyles.xml" Id="R0e757aacb0cc4361" /><Relationship Type="http://schemas.openxmlformats.org/officeDocument/2006/relationships/slide" Target="/ppt/slides/slide1.xml" Id="R410e8d5c25cf4f5a" /><Relationship Type="http://schemas.openxmlformats.org/officeDocument/2006/relationships/slide" Target="/ppt/slides/slide2.xml" Id="R03991eb24a8b4b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2431c3b3ee4b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46487293734707" /><Relationship Type="http://schemas.openxmlformats.org/officeDocument/2006/relationships/notesMaster" Target="/ppt/notesMasters/notesMaster1.xml" Id="R6f53cc0e99b14a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ac2c8791444467" /><Relationship Type="http://schemas.openxmlformats.org/officeDocument/2006/relationships/notesMaster" Target="/ppt/notesMasters/notesMaster1.xml" Id="R65119058355545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eec455a29549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fdedc4dd1c49fb" /><Relationship Type="http://schemas.openxmlformats.org/officeDocument/2006/relationships/slideLayout" Target="/ppt/slideLayouts/slideLayout1.xml" Id="Refd189dff05a44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d189dff05a44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79e83e29f4a82" /><Relationship Type="http://schemas.openxmlformats.org/officeDocument/2006/relationships/notesSlide" Target="/ppt/notesSlides/notesSlide1.xml" Id="Ra6cd3d0e006d42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85093d2d7437d" /><Relationship Type="http://schemas.openxmlformats.org/officeDocument/2006/relationships/chart" Target="/ppt/slides/charts/chart1.xml" Id="R9223f327971f41ae" /><Relationship Type="http://schemas.openxmlformats.org/officeDocument/2006/relationships/notesSlide" Target="/ppt/notesSlides/notesSlide2.xml" Id="R23e60fe5d7e1447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9176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Ingress</c:v>
              </c:pt>
              <c:pt idx="1">
                <c:v>Policy Edge</c:v>
              </c:pt>
              <c:pt idx="2">
                <c:v>Release Coordinator</c:v>
              </c:pt>
              <c:pt idx="3">
                <c:v>Decision Store</c:v>
              </c:pt>
              <c:pt idx="4">
                <c:v>Event Bus</c:v>
              </c:pt>
              <c:pt idx="5">
                <c:v>Telemetry</c:v>
              </c:pt>
            </c:strLit>
          </c:cat>
          <c:val>
            <c:numLit>
              <c:formatCode>General</c:formatCode>
              <c:ptCount val="6"/>
              <c:pt idx="0">
                <c:v>29</c:v>
              </c:pt>
              <c:pt idx="1">
                <c:v>46</c:v>
              </c:pt>
              <c:pt idx="2">
                <c:v>27</c:v>
              </c:pt>
              <c:pt idx="3">
                <c:v>44</c:v>
              </c:pt>
              <c:pt idx="4">
                <c:v>25</c:v>
              </c:pt>
              <c:pt idx="5">
                <c:v>42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E78D9-F814-4423-8627-43ECC942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Release-gate contract · p01-src-009176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7DEAF-73FE-444A-8B71-46A85361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p01-full-009176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p01-full-011035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· ADR-042 · observed p95 177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8AE16-EED8-428C-9ED8-0FB4D9DA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66875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Trace 9176 assigns the approval boundary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coordinator commits decision 1035 to the Decision Store.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Event Bus emits only after the durable decision; telemetry records the asynchronous handoff.</a:t>
            </a:r>
          </a:p>
        </p:txBody>
      </p:sp>
    </p:spTree>
    <p:extLst>
      <p:ext uri="{BB962C8B-B14F-4D97-AF65-F5344CB8AC3E}">
        <p14:creationId xmlns:p14="http://schemas.microsoft.com/office/powerpoint/2010/main" val="14382531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022C4-4F0A-444B-A0B7-401A5D5C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Gate latency distribution · p01-src-009176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13093-0763-45B8-A419-4C213493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0957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Decision 1035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Observed p95: 177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operating threshold: 184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Status: within release objective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572125" y="1571625"/>
          <a:ext xmlns:a="http://schemas.openxmlformats.org/drawingml/2006/main" cx="538162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223f327971f41a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89B1A-8169-4315-A7D0-BA52B778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This profile ties p01-src-009176 to a durable decision and observable release-gate evidence.</a:t>
            </a:r>
          </a:p>
        </p:txBody>
      </p:sp>
    </p:spTree>
    <p:extLst>
      <p:ext uri="{BB962C8B-B14F-4D97-AF65-F5344CB8AC3E}">
        <p14:creationId xmlns:p14="http://schemas.microsoft.com/office/powerpoint/2010/main" val="2054331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2026-08-24T02:31:56.6400000Z</dcterms:created>
  <dcterms:modified xsi:type="dcterms:W3CDTF">2026-08-24T02:31:56.6400000Z</dcterms:modified>
</coreProperties>
</file>