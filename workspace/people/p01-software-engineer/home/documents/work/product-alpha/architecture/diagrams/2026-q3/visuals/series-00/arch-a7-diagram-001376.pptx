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59c10c06d54cd2" /><Relationship Type="http://schemas.openxmlformats.org/officeDocument/2006/relationships/extended-properties" Target="/docProps/app.xml" Id="Rd8b4bd01222f464c" /><Relationship Type="http://schemas.openxmlformats.org/officeDocument/2006/relationships/officeDocument" Target="/ppt/presentation.xml" Id="Rdb1570bcfd10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555483bf349a1"/>
  </p:sldMasterIdLst>
  <p:notesMasterIdLst>
    <p:notesMasterId xmlns:r="http://schemas.openxmlformats.org/officeDocument/2006/relationships" r:id="R59c4f0344a3645e3"/>
  </p:notesMasterIdLst>
  <p:sldIdLst>
    <p:sldId xmlns:r="http://schemas.openxmlformats.org/officeDocument/2006/relationships" id="256" r:id="R987482c833024a88"/>
    <p:sldId xmlns:r="http://schemas.openxmlformats.org/officeDocument/2006/relationships" id="257" r:id="Re0e456c32d1244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9096a4e0b41e8" /><Relationship Type="http://schemas.openxmlformats.org/officeDocument/2006/relationships/slideMaster" Target="/ppt/slideMasters/slideMaster1.xml" Id="Rb90555483bf349a1" /><Relationship Type="http://schemas.openxmlformats.org/officeDocument/2006/relationships/notesMaster" Target="/ppt/notesMasters/notesMaster1.xml" Id="R59c4f0344a3645e3" /><Relationship Type="http://schemas.openxmlformats.org/officeDocument/2006/relationships/presProps" Target="/ppt/presProps.xml" Id="Ra17c82a34022496c" /><Relationship Type="http://schemas.openxmlformats.org/officeDocument/2006/relationships/tableStyles" Target="/ppt/tableStyles.xml" Id="Raf3ae9cdc9074cc5" /><Relationship Type="http://schemas.openxmlformats.org/officeDocument/2006/relationships/slide" Target="/ppt/slides/slide1.xml" Id="R987482c833024a88" /><Relationship Type="http://schemas.openxmlformats.org/officeDocument/2006/relationships/slide" Target="/ppt/slides/slide2.xml" Id="Re0e456c32d1244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e6c243984948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392dc8ae2486a" /><Relationship Type="http://schemas.openxmlformats.org/officeDocument/2006/relationships/notesMaster" Target="/ppt/notesMasters/notesMaster1.xml" Id="Rff4aa80d6bea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11d5ad8df84d76" /><Relationship Type="http://schemas.openxmlformats.org/officeDocument/2006/relationships/notesMaster" Target="/ppt/notesMasters/notesMaster1.xml" Id="Rfbfae17adfc745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c3c7d8e6d45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56b0be645f412f" /><Relationship Type="http://schemas.openxmlformats.org/officeDocument/2006/relationships/slideLayout" Target="/ppt/slideLayouts/slideLayout1.xml" Id="R5a9bfa59d7eb49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bfa59d7eb49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79678d33048dc" /><Relationship Type="http://schemas.openxmlformats.org/officeDocument/2006/relationships/notesSlide" Target="/ppt/notesSlides/notesSlide1.xml" Id="Rbb2b5dc361ce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24d9d249f42f3" /><Relationship Type="http://schemas.openxmlformats.org/officeDocument/2006/relationships/chart" Target="/ppt/slides/charts/chart1.xml" Id="Rfbf4aeff8ae94331" /><Relationship Type="http://schemas.openxmlformats.org/officeDocument/2006/relationships/notesSlide" Target="/ppt/notesSlides/notesSlide2.xml" Id="R364c9e926e2f4e8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BE73E-C2D1-472C-8780-F4D23267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02C8F-5C9B-4D70-8528-B8F493A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p01-full-008499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5CA68-AE31-48AA-94A0-74DC49E2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980172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355A5-A0C2-4FCA-9853-9CBEA433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800CF-6BFF-438B-8FE7-674D9A42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p01-src-001376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p01-full-001376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p01-full-008499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f4aeff8ae94331"/>
          </a:graphicData>
        </a:graphic>
      </p:graphicFrame>
    </p:spTree>
    <p:extLst>
      <p:ext uri="{BB962C8B-B14F-4D97-AF65-F5344CB8AC3E}">
        <p14:creationId xmlns:p14="http://schemas.microsoft.com/office/powerpoint/2010/main" val="1224985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2026-08-24T02:20:33.3720000Z</dcterms:created>
  <dcterms:modified xsi:type="dcterms:W3CDTF">2026-08-24T02:20:33.3720000Z</dcterms:modified>
</coreProperties>
</file>