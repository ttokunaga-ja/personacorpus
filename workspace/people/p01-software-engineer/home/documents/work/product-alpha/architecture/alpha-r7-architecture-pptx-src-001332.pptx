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29a2f608374eae" /><Relationship Type="http://schemas.openxmlformats.org/officeDocument/2006/relationships/extended-properties" Target="/docProps/app.xml" Id="R3b7b387b5c50432c" /><Relationship Type="http://schemas.openxmlformats.org/officeDocument/2006/relationships/officeDocument" Target="/ppt/presentation.xml" Id="Rf3fc03f97abb4c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5adf8b5314d65"/>
  </p:sldMasterIdLst>
  <p:notesMasterIdLst>
    <p:notesMasterId xmlns:r="http://schemas.openxmlformats.org/officeDocument/2006/relationships" r:id="Rb953868354e141d5"/>
  </p:notesMasterIdLst>
  <p:sldIdLst>
    <p:sldId xmlns:r="http://schemas.openxmlformats.org/officeDocument/2006/relationships" id="256" r:id="Ra76f1b81a8104269"/>
    <p:sldId xmlns:r="http://schemas.openxmlformats.org/officeDocument/2006/relationships" id="257" r:id="Re05c277510db4f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5906d71f014497" /><Relationship Type="http://schemas.openxmlformats.org/officeDocument/2006/relationships/slideMaster" Target="/ppt/slideMasters/slideMaster1.xml" Id="R98f5adf8b5314d65" /><Relationship Type="http://schemas.openxmlformats.org/officeDocument/2006/relationships/notesMaster" Target="/ppt/notesMasters/notesMaster1.xml" Id="Rb953868354e141d5" /><Relationship Type="http://schemas.openxmlformats.org/officeDocument/2006/relationships/presProps" Target="/ppt/presProps.xml" Id="R6ea2767218e54e2c" /><Relationship Type="http://schemas.openxmlformats.org/officeDocument/2006/relationships/tableStyles" Target="/ppt/tableStyles.xml" Id="R52da32a2beca43ea" /><Relationship Type="http://schemas.openxmlformats.org/officeDocument/2006/relationships/slide" Target="/ppt/slides/slide1.xml" Id="Ra76f1b81a8104269" /><Relationship Type="http://schemas.openxmlformats.org/officeDocument/2006/relationships/slide" Target="/ppt/slides/slide2.xml" Id="Re05c277510db4f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c96e5c28db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69960ff0114479" /><Relationship Type="http://schemas.openxmlformats.org/officeDocument/2006/relationships/notesMaster" Target="/ppt/notesMasters/notesMaster1.xml" Id="R5198879e36a749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dcd7cfab884855" /><Relationship Type="http://schemas.openxmlformats.org/officeDocument/2006/relationships/notesMaster" Target="/ppt/notesMasters/notesMaster1.xml" Id="R19c859a42ab441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c3e6b5d5046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e552c93ca04a6e" /><Relationship Type="http://schemas.openxmlformats.org/officeDocument/2006/relationships/slideLayout" Target="/ppt/slideLayouts/slideLayout1.xml" Id="R41a35253b34742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a35253b34742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af570e4d74d80" /><Relationship Type="http://schemas.openxmlformats.org/officeDocument/2006/relationships/notesSlide" Target="/ppt/notesSlides/notesSlide1.xml" Id="Rdaf9257b0ebf43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8e4738d9a4443" /><Relationship Type="http://schemas.openxmlformats.org/officeDocument/2006/relationships/chart" Target="/ppt/slides/charts/chart1.xml" Id="R16e9b9d931f64732" /><Relationship Type="http://schemas.openxmlformats.org/officeDocument/2006/relationships/notesSlide" Target="/ppt/notesSlides/notesSlide2.xml" Id="R0ffe07d9c64a443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371C1-9E02-40DC-ABD2-4E9423C7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4963D-26F3-4A79-A353-28445124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p01-src-001332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p01-full-001332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p01-full-008476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AEF93-529D-4602-861D-E38BF4CE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696665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4A84C-5EF8-4D2F-BB84-F550CD38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08932-D7F5-44C3-86C3-A40C8183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p01-src-001332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p01-full-001332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p01-full-008476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e9b9d931f64732"/>
          </a:graphicData>
        </a:graphic>
      </p:graphicFrame>
    </p:spTree>
    <p:extLst>
      <p:ext uri="{BB962C8B-B14F-4D97-AF65-F5344CB8AC3E}">
        <p14:creationId xmlns:p14="http://schemas.microsoft.com/office/powerpoint/2010/main" val="36223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2026-08-24T02:20:33.3290000Z</dcterms:created>
  <dcterms:modified xsi:type="dcterms:W3CDTF">2026-08-24T02:20:33.3290000Z</dcterms:modified>
</coreProperties>
</file>