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cf8f1329ee4f83" /><Relationship Type="http://schemas.openxmlformats.org/officeDocument/2006/relationships/extended-properties" Target="/docProps/app.xml" Id="R5b86f13927d84c09" /><Relationship Type="http://schemas.openxmlformats.org/officeDocument/2006/relationships/officeDocument" Target="/ppt/presentation.xml" Id="R8ea58225d29146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17d383988346da"/>
  </p:sldMasterIdLst>
  <p:notesMasterIdLst>
    <p:notesMasterId xmlns:r="http://schemas.openxmlformats.org/officeDocument/2006/relationships" r:id="R83dbfdef908a44ad"/>
  </p:notesMasterIdLst>
  <p:sldIdLst>
    <p:sldId xmlns:r="http://schemas.openxmlformats.org/officeDocument/2006/relationships" id="256" r:id="Rdcd4adcd48194c8b"/>
    <p:sldId xmlns:r="http://schemas.openxmlformats.org/officeDocument/2006/relationships" id="257" r:id="R06b40ae773f845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73deef400a4ab4" /><Relationship Type="http://schemas.openxmlformats.org/officeDocument/2006/relationships/slideMaster" Target="/ppt/slideMasters/slideMaster1.xml" Id="Rcb17d383988346da" /><Relationship Type="http://schemas.openxmlformats.org/officeDocument/2006/relationships/notesMaster" Target="/ppt/notesMasters/notesMaster1.xml" Id="R83dbfdef908a44ad" /><Relationship Type="http://schemas.openxmlformats.org/officeDocument/2006/relationships/presProps" Target="/ppt/presProps.xml" Id="Rf1bfc3354bd6424b" /><Relationship Type="http://schemas.openxmlformats.org/officeDocument/2006/relationships/tableStyles" Target="/ppt/tableStyles.xml" Id="R358733617ee645c5" /><Relationship Type="http://schemas.openxmlformats.org/officeDocument/2006/relationships/slide" Target="/ppt/slides/slide1.xml" Id="Rdcd4adcd48194c8b" /><Relationship Type="http://schemas.openxmlformats.org/officeDocument/2006/relationships/slide" Target="/ppt/slides/slide2.xml" Id="R06b40ae773f845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d88da5c2e142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43d05bae854735" /><Relationship Type="http://schemas.openxmlformats.org/officeDocument/2006/relationships/notesMaster" Target="/ppt/notesMasters/notesMaster1.xml" Id="Rcb3b7e46a66640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00e5f8995c4c64" /><Relationship Type="http://schemas.openxmlformats.org/officeDocument/2006/relationships/notesMaster" Target="/ppt/notesMasters/notesMaster1.xml" Id="R52bbd0d407274c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fa23d2b6d4a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7736e5e9e64b6e" /><Relationship Type="http://schemas.openxmlformats.org/officeDocument/2006/relationships/slideLayout" Target="/ppt/slideLayouts/slideLayout1.xml" Id="R60f22a8b557f47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f22a8b557f47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cac1da2e94042" /><Relationship Type="http://schemas.openxmlformats.org/officeDocument/2006/relationships/notesSlide" Target="/ppt/notesSlides/notesSlide1.xml" Id="R8d0b63a5a78b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562639a04447e" /><Relationship Type="http://schemas.openxmlformats.org/officeDocument/2006/relationships/chart" Target="/ppt/slides/charts/chart1.xml" Id="Rc19b41b0d7004a7d" /><Relationship Type="http://schemas.openxmlformats.org/officeDocument/2006/relationships/notesSlide" Target="/ppt/notesSlides/notesSlide2.xml" Id="Rdde0cd0e57b54b7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A8776-E5FD-4890-BC4D-530961F2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4F355-54B0-4DB1-BD42-F1BB0B02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p01-src-004029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p01-full-004029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p01-full-009157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E722F-D643-46F7-A26C-84AAC289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580112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7FA36-C211-422E-B4D4-F9B6E7D2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9456F-F088-40AB-900A-9A2111FC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p01-src-004029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p01-full-004029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p01-full-009157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9b41b0d7004a7d"/>
          </a:graphicData>
        </a:graphic>
      </p:graphicFrame>
    </p:spTree>
    <p:extLst>
      <p:ext uri="{BB962C8B-B14F-4D97-AF65-F5344CB8AC3E}">
        <p14:creationId xmlns:p14="http://schemas.microsoft.com/office/powerpoint/2010/main" val="46905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2026-08-24T02:20:33.6930000Z</dcterms:created>
  <dcterms:modified xsi:type="dcterms:W3CDTF">2026-08-24T02:20:33.6930000Z</dcterms:modified>
</coreProperties>
</file>