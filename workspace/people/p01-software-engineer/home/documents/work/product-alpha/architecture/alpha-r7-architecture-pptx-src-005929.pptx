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ce54e5fec29414d" /><Relationship Type="http://schemas.openxmlformats.org/officeDocument/2006/relationships/extended-properties" Target="/docProps/app.xml" Id="R4aef79842af745cc" /><Relationship Type="http://schemas.openxmlformats.org/officeDocument/2006/relationships/officeDocument" Target="/ppt/presentation.xml" Id="R9fc0ed7da2494b3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4b871814d774e87"/>
  </p:sldMasterIdLst>
  <p:notesMasterIdLst>
    <p:notesMasterId xmlns:r="http://schemas.openxmlformats.org/officeDocument/2006/relationships" r:id="R6b137c3bc7154c9c"/>
  </p:notesMasterIdLst>
  <p:sldIdLst>
    <p:sldId xmlns:r="http://schemas.openxmlformats.org/officeDocument/2006/relationships" id="256" r:id="Re7c334e5ab8d4d11"/>
    <p:sldId xmlns:r="http://schemas.openxmlformats.org/officeDocument/2006/relationships" id="257" r:id="R15ced134796f45f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87f2798923d47d8" /><Relationship Type="http://schemas.openxmlformats.org/officeDocument/2006/relationships/slideMaster" Target="/ppt/slideMasters/slideMaster1.xml" Id="R14b871814d774e87" /><Relationship Type="http://schemas.openxmlformats.org/officeDocument/2006/relationships/notesMaster" Target="/ppt/notesMasters/notesMaster1.xml" Id="R6b137c3bc7154c9c" /><Relationship Type="http://schemas.openxmlformats.org/officeDocument/2006/relationships/presProps" Target="/ppt/presProps.xml" Id="R6787eec51c7c4a68" /><Relationship Type="http://schemas.openxmlformats.org/officeDocument/2006/relationships/tableStyles" Target="/ppt/tableStyles.xml" Id="R61ebf13f10044b2a" /><Relationship Type="http://schemas.openxmlformats.org/officeDocument/2006/relationships/slide" Target="/ppt/slides/slide1.xml" Id="Re7c334e5ab8d4d11" /><Relationship Type="http://schemas.openxmlformats.org/officeDocument/2006/relationships/slide" Target="/ppt/slides/slide2.xml" Id="R15ced134796f45f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62c6c80cf48451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8232f32675e4e4a" /><Relationship Type="http://schemas.openxmlformats.org/officeDocument/2006/relationships/notesMaster" Target="/ppt/notesMasters/notesMaster1.xml" Id="R6b9212d4a9854b0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f2ab3234f9747de" /><Relationship Type="http://schemas.openxmlformats.org/officeDocument/2006/relationships/notesMaster" Target="/ppt/notesMasters/notesMaster1.xml" Id="R3946e7ba29284f4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e90466daa5c4ca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e82f5229eda4d64" /><Relationship Type="http://schemas.openxmlformats.org/officeDocument/2006/relationships/slideLayout" Target="/ppt/slideLayouts/slideLayout1.xml" Id="Rd689f915295e4e4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689f915295e4e4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2319d07e584751" /><Relationship Type="http://schemas.openxmlformats.org/officeDocument/2006/relationships/notesSlide" Target="/ppt/notesSlides/notesSlide1.xml" Id="Rf8bc34f847bb4d3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1a133f53b546d9" /><Relationship Type="http://schemas.openxmlformats.org/officeDocument/2006/relationships/chart" Target="/ppt/slides/charts/chart1.xml" Id="R72df05aaa80d411c" /><Relationship Type="http://schemas.openxmlformats.org/officeDocument/2006/relationships/notesSlide" Target="/ppt/notesSlides/notesSlide2.xml" Id="Rd8973c1d9b4540c5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trace 5929</c:v>
          </c:tx>
          <c:spPr>
            <a:solidFill xmlns:a="http://schemas.openxmlformats.org/drawingml/2006/main">
              <a:schemeClr val="accent1"/>
            </a:solidFill>
          </c:spPr>
          <c:cat>
            <c:strLit>
              <c:ptCount val="6"/>
              <c:pt idx="0">
                <c:v>Intake</c:v>
              </c:pt>
              <c:pt idx="1">
                <c:v>Edge</c:v>
              </c:pt>
              <c:pt idx="2">
                <c:v>Coordinator</c:v>
              </c:pt>
              <c:pt idx="3">
                <c:v>Decision Store</c:v>
              </c:pt>
              <c:pt idx="4">
                <c:v>Event Bus</c:v>
              </c:pt>
              <c:pt idx="5">
                <c:v>Observe</c:v>
              </c:pt>
            </c:strLit>
          </c:cat>
          <c:val>
            <c:numLit>
              <c:formatCode>General</c:formatCode>
              <c:ptCount val="6"/>
              <c:pt idx="0">
                <c:v>23</c:v>
              </c:pt>
              <c:pt idx="1">
                <c:v>29</c:v>
              </c:pt>
              <c:pt idx="2">
                <c:v>54</c:v>
              </c:pt>
              <c:pt idx="3">
                <c:v>26</c:v>
              </c:pt>
              <c:pt idx="4">
                <c:v>16</c:v>
              </c:pt>
              <c:pt idx="5">
                <c:v>35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D82ACC-0C2D-45C8-B92B-85EB55F58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020618"/>
                </a:solidFill>
              </a:defRPr>
            </a:pPr>
            <a:r>
              <a:rPr sz="3300" b="1">
                <a:solidFill>
                  <a:srgbClr val="020618"/>
                </a:solidFill>
              </a:rPr>
              <a:t>Release decision trace · p01-src-005929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9B1ED3-BB00-44C4-842D-BB404B15C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504825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Aster Loop | Artifact p01-full-005929</a:t>
            </a:r>
          </a:p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Dependency p01-full-009986</a:t>
            </a:r>
          </a:p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2026-07-13 | ADR-042 | observed p95 179 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1D0D4C-1CEE-4B26-875C-12D4A07BD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76400"/>
            <a:ext cx="47625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314158"/>
                </a:solidFill>
              </a:defRPr>
            </a:pPr>
            <a:r>
              <a:rPr sz="1950" b="0">
                <a:solidFill>
                  <a:srgbClr val="314158"/>
                </a:solidFill>
              </a:rPr>
              <a:t>Source 5929: evidence moves from Intake to the Release Coordinator.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314158"/>
                </a:solidFill>
              </a:defRPr>
            </a:pPr>
            <a:r>
              <a:rPr sz="1950" b="0">
                <a:solidFill>
                  <a:srgbClr val="314158"/>
                </a:solidFill>
              </a:rPr>
              <a:t>Decision 9986 is committed in the Decision Store before Event Bus publication.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314158"/>
                </a:solidFill>
              </a:defRPr>
            </a:pPr>
            <a:r>
              <a:rPr sz="1950" b="0">
                <a:solidFill>
                  <a:srgbClr val="314158"/>
                </a:solidFill>
              </a:rPr>
              <a:t>The asynchronous gate protects the R7 release boundary.</a:t>
            </a:r>
          </a:p>
        </p:txBody>
      </p:sp>
    </p:spTree>
    <p:extLst>
      <p:ext uri="{BB962C8B-B14F-4D97-AF65-F5344CB8AC3E}">
        <p14:creationId xmlns:p14="http://schemas.microsoft.com/office/powerpoint/2010/main" val="214326777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8AE9C7-BCCE-4625-A03B-3FCCEA58D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20618"/>
                </a:solidFill>
              </a:defRPr>
            </a:pPr>
            <a:r>
              <a:rPr sz="3150" b="1">
                <a:solidFill>
                  <a:srgbClr val="020618"/>
                </a:solidFill>
              </a:rPr>
              <a:t>Evidence profile · p01-src-005929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AB237B-1EA2-4380-A650-18054436C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4095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Dependency p01-full-009986</a:t>
            </a:r>
          </a:p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Release gate signal: handoff confirmed</a:t>
            </a:r>
          </a:p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ADR-042 threshold: p95 ≤ 184 ms</a:t>
            </a:r>
          </a:p>
        </p:txBody>
      </p:sp>
      <p:graphicFrame>
        <p:nvGraphicFramePr>
          <p:cNvPr id="7" name="Chart"/>
          <p:cNvGraphicFramePr/>
          <p:nvPr/>
        </p:nvGraphicFramePr>
        <p:xfrm>
          <a:off xmlns:a="http://schemas.openxmlformats.org/drawingml/2006/main" x="5619750" y="1562100"/>
          <a:ext xmlns:a="http://schemas.openxmlformats.org/drawingml/2006/main" cx="5286375" cy="2952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2df05aaa80d411c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D4192D-FC5B-4FF4-BD8D-9B3ED05A9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952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314158"/>
                </a:solidFill>
              </a:defRPr>
            </a:pPr>
            <a:r>
              <a:rPr sz="1500" b="0">
                <a:solidFill>
                  <a:srgbClr val="314158"/>
                </a:solidFill>
              </a:rPr>
              <a:t>The p01-src-005929 trace links the dependency to one measurable release-gate decision.</a:t>
            </a:r>
          </a:p>
        </p:txBody>
      </p:sp>
    </p:spTree>
    <p:extLst>
      <p:ext uri="{BB962C8B-B14F-4D97-AF65-F5344CB8AC3E}">
        <p14:creationId xmlns:p14="http://schemas.microsoft.com/office/powerpoint/2010/main" val="119695756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2026-08-24T02:29:16.0580000Z</dcterms:created>
  <dcterms:modified xsi:type="dcterms:W3CDTF">2026-08-24T02:29:16.0580000Z</dcterms:modified>
</coreProperties>
</file>