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bba49f114f41c7" /><Relationship Type="http://schemas.openxmlformats.org/officeDocument/2006/relationships/extended-properties" Target="/docProps/app.xml" Id="R2e0ba709b28e491f" /><Relationship Type="http://schemas.openxmlformats.org/officeDocument/2006/relationships/officeDocument" Target="/ppt/presentation.xml" Id="R9d81c6ed2950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de93182afb432f"/>
  </p:sldMasterIdLst>
  <p:notesMasterIdLst>
    <p:notesMasterId xmlns:r="http://schemas.openxmlformats.org/officeDocument/2006/relationships" r:id="Rfe6e3f5ba8f84ec7"/>
  </p:notesMasterIdLst>
  <p:sldIdLst>
    <p:sldId xmlns:r="http://schemas.openxmlformats.org/officeDocument/2006/relationships" id="256" r:id="R3d28adc6535c4f76"/>
    <p:sldId xmlns:r="http://schemas.openxmlformats.org/officeDocument/2006/relationships" id="257" r:id="R0dd7136b2a774c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bb1fb33d014347" /><Relationship Type="http://schemas.openxmlformats.org/officeDocument/2006/relationships/slideMaster" Target="/ppt/slideMasters/slideMaster1.xml" Id="R44de93182afb432f" /><Relationship Type="http://schemas.openxmlformats.org/officeDocument/2006/relationships/notesMaster" Target="/ppt/notesMasters/notesMaster1.xml" Id="Rfe6e3f5ba8f84ec7" /><Relationship Type="http://schemas.openxmlformats.org/officeDocument/2006/relationships/presProps" Target="/ppt/presProps.xml" Id="Re1e5ebed3b9b49bf" /><Relationship Type="http://schemas.openxmlformats.org/officeDocument/2006/relationships/tableStyles" Target="/ppt/tableStyles.xml" Id="R7db7f352ec894fc7" /><Relationship Type="http://schemas.openxmlformats.org/officeDocument/2006/relationships/slide" Target="/ppt/slides/slide1.xml" Id="R3d28adc6535c4f76" /><Relationship Type="http://schemas.openxmlformats.org/officeDocument/2006/relationships/slide" Target="/ppt/slides/slide2.xml" Id="R0dd7136b2a77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0508b0d02943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31e98c0bb418e" /><Relationship Type="http://schemas.openxmlformats.org/officeDocument/2006/relationships/notesMaster" Target="/ppt/notesMasters/notesMaster1.xml" Id="R5e848cccc9a847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9e90b77fb142df" /><Relationship Type="http://schemas.openxmlformats.org/officeDocument/2006/relationships/notesMaster" Target="/ppt/notesMasters/notesMaster1.xml" Id="Rffd23c2e24c9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faccf7517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b1b0b25c1c46ab" /><Relationship Type="http://schemas.openxmlformats.org/officeDocument/2006/relationships/slideLayout" Target="/ppt/slideLayouts/slideLayout1.xml" Id="R2fa6903b5c8244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6903b5c8244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9fc3619c74e9b" /><Relationship Type="http://schemas.openxmlformats.org/officeDocument/2006/relationships/notesSlide" Target="/ppt/notesSlides/notesSlide1.xml" Id="R5609d88826be4b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3fe02149448dc" /><Relationship Type="http://schemas.openxmlformats.org/officeDocument/2006/relationships/chart" Target="/ppt/slides/charts/chart1.xml" Id="Rf061f83a97a34b76" /><Relationship Type="http://schemas.openxmlformats.org/officeDocument/2006/relationships/notesSlide" Target="/ppt/notesSlides/notesSlide2.xml" Id="Rc519a7caf7f94f3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7176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26</c:v>
              </c:pt>
              <c:pt idx="2">
                <c:v>43</c:v>
              </c:pt>
              <c:pt idx="3">
                <c:v>24</c:v>
              </c:pt>
              <c:pt idx="4">
                <c:v>41</c:v>
              </c:pt>
              <c:pt idx="5">
                <c:v>22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4A44D-30AE-4335-B4AF-CA84963F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p01-src-007176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FB2CA-D952-45C7-BB4C-82A32B07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p01-full-007176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p01-full-010499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p95 190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0ED55-2F1F-44EE-9355-E3B9D942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7176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0499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1837995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05469-D96A-4B54-BD2A-37F7C387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p01-src-007176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ED28A-4AEA-464F-A355-69345EDE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0499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190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requires release review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61f83a97a34b7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2E21E-4B66-4C9C-B72E-0E194637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p01-src-007176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956985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2026-08-24T02:31:56.2090000Z</dcterms:created>
  <dcterms:modified xsi:type="dcterms:W3CDTF">2026-08-24T02:31:56.2090000Z</dcterms:modified>
</coreProperties>
</file>