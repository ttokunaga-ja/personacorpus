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a6a71666f844a2" /><Relationship Type="http://schemas.openxmlformats.org/officeDocument/2006/relationships/extended-properties" Target="/docProps/app.xml" Id="R1b4f4ab7688e4ea6" /><Relationship Type="http://schemas.openxmlformats.org/officeDocument/2006/relationships/officeDocument" Target="/ppt/presentation.xml" Id="R8a55abef96734a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01baef0b4c40b3"/>
  </p:sldMasterIdLst>
  <p:notesMasterIdLst>
    <p:notesMasterId xmlns:r="http://schemas.openxmlformats.org/officeDocument/2006/relationships" r:id="R5799c72d94ae4e3e"/>
  </p:notesMasterIdLst>
  <p:sldIdLst>
    <p:sldId xmlns:r="http://schemas.openxmlformats.org/officeDocument/2006/relationships" id="256" r:id="R9ae3f3f682c84d01"/>
    <p:sldId xmlns:r="http://schemas.openxmlformats.org/officeDocument/2006/relationships" id="257" r:id="R6e6dccc62b1f4c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6afca0f5cd4830" /><Relationship Type="http://schemas.openxmlformats.org/officeDocument/2006/relationships/slideMaster" Target="/ppt/slideMasters/slideMaster1.xml" Id="Rf601baef0b4c40b3" /><Relationship Type="http://schemas.openxmlformats.org/officeDocument/2006/relationships/notesMaster" Target="/ppt/notesMasters/notesMaster1.xml" Id="R5799c72d94ae4e3e" /><Relationship Type="http://schemas.openxmlformats.org/officeDocument/2006/relationships/presProps" Target="/ppt/presProps.xml" Id="R843f0d7a99044b06" /><Relationship Type="http://schemas.openxmlformats.org/officeDocument/2006/relationships/tableStyles" Target="/ppt/tableStyles.xml" Id="R1ca16b0c5b1e4ce2" /><Relationship Type="http://schemas.openxmlformats.org/officeDocument/2006/relationships/slide" Target="/ppt/slides/slide1.xml" Id="R9ae3f3f682c84d01" /><Relationship Type="http://schemas.openxmlformats.org/officeDocument/2006/relationships/slide" Target="/ppt/slides/slide2.xml" Id="R6e6dccc62b1f4c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1ff36fa8e4f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e8479148ee44b7" /><Relationship Type="http://schemas.openxmlformats.org/officeDocument/2006/relationships/notesMaster" Target="/ppt/notesMasters/notesMaster1.xml" Id="R59f7938d9d1245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a20c63390485e" /><Relationship Type="http://schemas.openxmlformats.org/officeDocument/2006/relationships/notesMaster" Target="/ppt/notesMasters/notesMaster1.xml" Id="R40064631d50449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904ebe24f42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f3eef6e62d4209" /><Relationship Type="http://schemas.openxmlformats.org/officeDocument/2006/relationships/slideLayout" Target="/ppt/slideLayouts/slideLayout1.xml" Id="Rb624a3f39abb4b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24a3f39abb4b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73f3bcd064a52" /><Relationship Type="http://schemas.openxmlformats.org/officeDocument/2006/relationships/notesSlide" Target="/ppt/notesSlides/notesSlide1.xml" Id="R630aaa90579a4c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77d50d36f4ca7" /><Relationship Type="http://schemas.openxmlformats.org/officeDocument/2006/relationships/chart" Target="/ppt/slides/charts/chart1.xml" Id="R7062784676cc4954" /><Relationship Type="http://schemas.openxmlformats.org/officeDocument/2006/relationships/notesSlide" Target="/ppt/notesSlides/notesSlide2.xml" Id="R39e8cb5cdac547c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FC1C-4FF4-4D26-9990-C72CA18E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076F6-3C42-48DF-A89D-37E27151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p01-full-008799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B54FA-9E92-4A93-B566-C26D874E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1212444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5408D-6C05-478F-BFF4-F6AAD918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F3854-F4D9-4DA5-B202-C6CE9881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p01-full-003376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p01-full-008799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62784676cc4954"/>
          </a:graphicData>
        </a:graphic>
      </p:graphicFrame>
    </p:spTree>
    <p:extLst>
      <p:ext uri="{BB962C8B-B14F-4D97-AF65-F5344CB8AC3E}">
        <p14:creationId xmlns:p14="http://schemas.microsoft.com/office/powerpoint/2010/main" val="46279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2026-08-24T02:20:33.5740000Z</dcterms:created>
  <dcterms:modified xsi:type="dcterms:W3CDTF">2026-08-24T02:20:33.5740000Z</dcterms:modified>
</coreProperties>
</file>