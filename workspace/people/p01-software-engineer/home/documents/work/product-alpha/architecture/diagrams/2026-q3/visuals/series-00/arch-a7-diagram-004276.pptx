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a54fc084c04634" /><Relationship Type="http://schemas.openxmlformats.org/officeDocument/2006/relationships/extended-properties" Target="/docProps/app.xml" Id="Re13a1a2b621f4241" /><Relationship Type="http://schemas.openxmlformats.org/officeDocument/2006/relationships/officeDocument" Target="/ppt/presentation.xml" Id="R53662bfdb06b4b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567419e5e543d0"/>
  </p:sldMasterIdLst>
  <p:notesMasterIdLst>
    <p:notesMasterId xmlns:r="http://schemas.openxmlformats.org/officeDocument/2006/relationships" r:id="Rbbb1032d52aa4449"/>
  </p:notesMasterIdLst>
  <p:sldIdLst>
    <p:sldId xmlns:r="http://schemas.openxmlformats.org/officeDocument/2006/relationships" id="256" r:id="R213d156432f44ad0"/>
    <p:sldId xmlns:r="http://schemas.openxmlformats.org/officeDocument/2006/relationships" id="257" r:id="Ra3f298ce9a7b46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2cb5ddf4254cb5" /><Relationship Type="http://schemas.openxmlformats.org/officeDocument/2006/relationships/slideMaster" Target="/ppt/slideMasters/slideMaster1.xml" Id="Rf1567419e5e543d0" /><Relationship Type="http://schemas.openxmlformats.org/officeDocument/2006/relationships/notesMaster" Target="/ppt/notesMasters/notesMaster1.xml" Id="Rbbb1032d52aa4449" /><Relationship Type="http://schemas.openxmlformats.org/officeDocument/2006/relationships/presProps" Target="/ppt/presProps.xml" Id="R2b2dde1a7c074ec4" /><Relationship Type="http://schemas.openxmlformats.org/officeDocument/2006/relationships/tableStyles" Target="/ppt/tableStyles.xml" Id="Re2bd14310c6f4336" /><Relationship Type="http://schemas.openxmlformats.org/officeDocument/2006/relationships/slide" Target="/ppt/slides/slide1.xml" Id="R213d156432f44ad0" /><Relationship Type="http://schemas.openxmlformats.org/officeDocument/2006/relationships/slide" Target="/ppt/slides/slide2.xml" Id="Ra3f298ce9a7b46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e1dec1230246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e5716dd447427d" /><Relationship Type="http://schemas.openxmlformats.org/officeDocument/2006/relationships/notesMaster" Target="/ppt/notesMasters/notesMaster1.xml" Id="R80e7c926ec3d4f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9600557ac549e8" /><Relationship Type="http://schemas.openxmlformats.org/officeDocument/2006/relationships/notesMaster" Target="/ppt/notesMasters/notesMaster1.xml" Id="R48b04b838e5141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70e4eb5ab140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61db606b634275" /><Relationship Type="http://schemas.openxmlformats.org/officeDocument/2006/relationships/slideLayout" Target="/ppt/slideLayouts/slideLayout1.xml" Id="R4bb3fe3d689644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b3fe3d689644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8bbc144f046ca" /><Relationship Type="http://schemas.openxmlformats.org/officeDocument/2006/relationships/notesSlide" Target="/ppt/notesSlides/notesSlide1.xml" Id="R4a688359d8c14b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04b7cfcae4580" /><Relationship Type="http://schemas.openxmlformats.org/officeDocument/2006/relationships/chart" Target="/ppt/slides/charts/chart1.xml" Id="R21bc79e8a77a4e9b" /><Relationship Type="http://schemas.openxmlformats.org/officeDocument/2006/relationships/notesSlide" Target="/ppt/notesSlides/notesSlide2.xml" Id="Rc9fc5cd9c5754b6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trace 4276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Intake</c:v>
              </c:pt>
              <c:pt idx="1">
                <c:v>Edge</c:v>
              </c:pt>
              <c:pt idx="2">
                <c:v>Coordinator</c:v>
              </c:pt>
              <c:pt idx="3">
                <c:v>Decision Store</c:v>
              </c:pt>
              <c:pt idx="4">
                <c:v>Event Bus</c:v>
              </c:pt>
              <c:pt idx="5">
                <c:v>Observe</c:v>
              </c:pt>
            </c:strLit>
          </c:cat>
          <c:val>
            <c:numLit>
              <c:formatCode>General</c:formatCode>
              <c:ptCount val="6"/>
              <c:pt idx="0">
                <c:v>34</c:v>
              </c:pt>
              <c:pt idx="1">
                <c:v>37</c:v>
              </c:pt>
              <c:pt idx="2">
                <c:v>50</c:v>
              </c:pt>
              <c:pt idx="3">
                <c:v>20</c:v>
              </c:pt>
              <c:pt idx="4">
                <c:v>22</c:v>
              </c:pt>
              <c:pt idx="5">
                <c:v>32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E24BA-55DA-4D07-947A-6A3C4A5C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Release decision trace · p01-src-004276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DB764E-7991-47E6-9327-5D8F6DDD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 | Artifact p01-full-004276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p01-full-009286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| ADR-042 | observed p95 201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43D69-2E74-41F7-991D-4DE653CC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Source 4276: evidence moves from Intake to the Release Coordinator.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Decision 9286 is committed in the Decision Store before Event Bus publication.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asynchronous gate protects the R7 release boundary.</a:t>
            </a:r>
          </a:p>
        </p:txBody>
      </p:sp>
    </p:spTree>
    <p:extLst>
      <p:ext uri="{BB962C8B-B14F-4D97-AF65-F5344CB8AC3E}">
        <p14:creationId xmlns:p14="http://schemas.microsoft.com/office/powerpoint/2010/main" val="20214237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30001-9262-4887-B5AB-AA862301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Evidence profile · p01-src-004276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0F73B-621F-4BCC-B47B-29B0324A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p01-full-009286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Release gate signal: approval recorded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ADR-042 threshold: p95 ≤ 184 ms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5619750" y="1562100"/>
          <a:ext xmlns:a="http://schemas.openxmlformats.org/drawingml/2006/main" cx="5286375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bc79e8a77a4e9b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49EBC-1855-45F8-865F-4276436F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The p01-src-004276 trace links the dependency to one measurable release-gate decision.</a:t>
            </a:r>
          </a:p>
        </p:txBody>
      </p:sp>
    </p:spTree>
    <p:extLst>
      <p:ext uri="{BB962C8B-B14F-4D97-AF65-F5344CB8AC3E}">
        <p14:creationId xmlns:p14="http://schemas.microsoft.com/office/powerpoint/2010/main" val="508505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2026-08-24T02:29:15.5780000Z</dcterms:created>
  <dcterms:modified xsi:type="dcterms:W3CDTF">2026-08-24T02:29:15.5780000Z</dcterms:modified>
</coreProperties>
</file>