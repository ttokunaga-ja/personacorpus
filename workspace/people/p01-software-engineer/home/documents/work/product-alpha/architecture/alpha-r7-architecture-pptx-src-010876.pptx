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b0ed9a87ed4f88" /><Relationship Type="http://schemas.openxmlformats.org/officeDocument/2006/relationships/extended-properties" Target="/docProps/app.xml" Id="R2bfada02009e407f" /><Relationship Type="http://schemas.openxmlformats.org/officeDocument/2006/relationships/officeDocument" Target="/ppt/presentation.xml" Id="Rf40eaabaa3734e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4e1cf38c54e1d"/>
  </p:sldMasterIdLst>
  <p:notesMasterIdLst>
    <p:notesMasterId xmlns:r="http://schemas.openxmlformats.org/officeDocument/2006/relationships" r:id="Rb71e00b3784945f0"/>
  </p:notesMasterIdLst>
  <p:sldIdLst>
    <p:sldId xmlns:r="http://schemas.openxmlformats.org/officeDocument/2006/relationships" id="256" r:id="Rdba52bdf82f34bf8"/>
    <p:sldId xmlns:r="http://schemas.openxmlformats.org/officeDocument/2006/relationships" id="257" r:id="Rf7d63b7ebef943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6ce864e9ed48cc" /><Relationship Type="http://schemas.openxmlformats.org/officeDocument/2006/relationships/slideMaster" Target="/ppt/slideMasters/slideMaster1.xml" Id="Rfe74e1cf38c54e1d" /><Relationship Type="http://schemas.openxmlformats.org/officeDocument/2006/relationships/notesMaster" Target="/ppt/notesMasters/notesMaster1.xml" Id="Rb71e00b3784945f0" /><Relationship Type="http://schemas.openxmlformats.org/officeDocument/2006/relationships/presProps" Target="/ppt/presProps.xml" Id="R84a0bb2ce6894b3b" /><Relationship Type="http://schemas.openxmlformats.org/officeDocument/2006/relationships/tableStyles" Target="/ppt/tableStyles.xml" Id="Rd0ac29ecfd014c42" /><Relationship Type="http://schemas.openxmlformats.org/officeDocument/2006/relationships/slide" Target="/ppt/slides/slide1.xml" Id="Rdba52bdf82f34bf8" /><Relationship Type="http://schemas.openxmlformats.org/officeDocument/2006/relationships/slide" Target="/ppt/slides/slide2.xml" Id="Rf7d63b7ebef943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c65b9fa32c43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b4c9af8f0f4bfd" /><Relationship Type="http://schemas.openxmlformats.org/officeDocument/2006/relationships/notesMaster" Target="/ppt/notesMasters/notesMaster1.xml" Id="Rccfcc4e1723345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6b89d8357045c1" /><Relationship Type="http://schemas.openxmlformats.org/officeDocument/2006/relationships/notesMaster" Target="/ppt/notesMasters/notesMaster1.xml" Id="R9b54498633c848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7eaa498844d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d2226556ec445d" /><Relationship Type="http://schemas.openxmlformats.org/officeDocument/2006/relationships/slideLayout" Target="/ppt/slideLayouts/slideLayout1.xml" Id="Rdb747dfdc27343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747dfdc27343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c0f5feb4349fb" /><Relationship Type="http://schemas.openxmlformats.org/officeDocument/2006/relationships/notesSlide" Target="/ppt/notesSlides/notesSlide1.xml" Id="R3ad338e1d8f647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0c04a68134068" /><Relationship Type="http://schemas.openxmlformats.org/officeDocument/2006/relationships/chart" Target="/ppt/slides/charts/chart1.xml" Id="R8ab375c0c9fb415e" /><Relationship Type="http://schemas.openxmlformats.org/officeDocument/2006/relationships/notesSlide" Target="/ppt/notesSlides/notesSlide2.xml" Id="R5887c1506dc94af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876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45</c:v>
              </c:pt>
              <c:pt idx="1">
                <c:v>26</c:v>
              </c:pt>
              <c:pt idx="2">
                <c:v>43</c:v>
              </c:pt>
              <c:pt idx="3">
                <c:v>24</c:v>
              </c:pt>
              <c:pt idx="4">
                <c:v>41</c:v>
              </c:pt>
              <c:pt idx="5">
                <c:v>22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24C54-4178-4066-A076-B00DA043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p01-src-010876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CDA5B-6427-4032-893A-E412993E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p01-full-010876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p01-full-011299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p95 173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6089F-FBB0-4AAE-8A16-7E4CEC69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876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1299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23461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82283-3851-427B-966A-DC93487E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p01-src-010876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9ED1C-C24D-4F3B-A274-22DF1476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1299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173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within release objective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b375c0c9fb415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F1928-91D1-4CA0-8023-3C082FC6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p01-src-010876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1467975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2026-08-24T02:31:56.8010000Z</dcterms:created>
  <dcterms:modified xsi:type="dcterms:W3CDTF">2026-08-24T02:31:56.8010000Z</dcterms:modified>
</coreProperties>
</file>