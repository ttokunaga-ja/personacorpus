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c032d524504a69" /><Relationship Type="http://schemas.openxmlformats.org/officeDocument/2006/relationships/extended-properties" Target="/docProps/app.xml" Id="R3954514bda43438a" /><Relationship Type="http://schemas.openxmlformats.org/officeDocument/2006/relationships/officeDocument" Target="/ppt/presentation.xml" Id="Rf314fe0ad14641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13c2f9a4be4a3e"/>
  </p:sldMasterIdLst>
  <p:notesMasterIdLst>
    <p:notesMasterId xmlns:r="http://schemas.openxmlformats.org/officeDocument/2006/relationships" r:id="R5d593e5365db419f"/>
  </p:notesMasterIdLst>
  <p:sldIdLst>
    <p:sldId xmlns:r="http://schemas.openxmlformats.org/officeDocument/2006/relationships" id="256" r:id="Re1d666d450304e7b"/>
    <p:sldId xmlns:r="http://schemas.openxmlformats.org/officeDocument/2006/relationships" id="257" r:id="Rc4b40fcfae984f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440c61abba4152" /><Relationship Type="http://schemas.openxmlformats.org/officeDocument/2006/relationships/slideMaster" Target="/ppt/slideMasters/slideMaster1.xml" Id="Rfe13c2f9a4be4a3e" /><Relationship Type="http://schemas.openxmlformats.org/officeDocument/2006/relationships/notesMaster" Target="/ppt/notesMasters/notesMaster1.xml" Id="R5d593e5365db419f" /><Relationship Type="http://schemas.openxmlformats.org/officeDocument/2006/relationships/presProps" Target="/ppt/presProps.xml" Id="R6feefa9d54a444d7" /><Relationship Type="http://schemas.openxmlformats.org/officeDocument/2006/relationships/tableStyles" Target="/ppt/tableStyles.xml" Id="R70db095f9b97449d" /><Relationship Type="http://schemas.openxmlformats.org/officeDocument/2006/relationships/slide" Target="/ppt/slides/slide1.xml" Id="Re1d666d450304e7b" /><Relationship Type="http://schemas.openxmlformats.org/officeDocument/2006/relationships/slide" Target="/ppt/slides/slide2.xml" Id="Rc4b40fcfae984f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6e81c63ea54d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d63d1d4cc74f96" /><Relationship Type="http://schemas.openxmlformats.org/officeDocument/2006/relationships/notesMaster" Target="/ppt/notesMasters/notesMaster1.xml" Id="Rbe968e4801964b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bde972f444436b" /><Relationship Type="http://schemas.openxmlformats.org/officeDocument/2006/relationships/notesMaster" Target="/ppt/notesMasters/notesMaster1.xml" Id="Rea938934093748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75776676004b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abefbf88384902" /><Relationship Type="http://schemas.openxmlformats.org/officeDocument/2006/relationships/slideLayout" Target="/ppt/slideLayouts/slideLayout1.xml" Id="Rd14f5ed61a9549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4f5ed61a9549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0ac8f196d440d" /><Relationship Type="http://schemas.openxmlformats.org/officeDocument/2006/relationships/notesSlide" Target="/ppt/notesSlides/notesSlide1.xml" Id="Rc0b53c77f6e840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e1bc6740243b3" /><Relationship Type="http://schemas.openxmlformats.org/officeDocument/2006/relationships/chart" Target="/ppt/slides/charts/chart1.xml" Id="R32471ffeb9c9470c" /><Relationship Type="http://schemas.openxmlformats.org/officeDocument/2006/relationships/notesSlide" Target="/ppt/notesSlides/notesSlide2.xml" Id="Rab5266d3d879480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trace 7576 ms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Ingress</c:v>
              </c:pt>
              <c:pt idx="1">
                <c:v>Policy Edge</c:v>
              </c:pt>
              <c:pt idx="2">
                <c:v>Release Coordinator</c:v>
              </c:pt>
              <c:pt idx="3">
                <c:v>Decision Store</c:v>
              </c:pt>
              <c:pt idx="4">
                <c:v>Event Bus</c:v>
              </c:pt>
              <c:pt idx="5">
                <c:v>Telemetry</c:v>
              </c:pt>
            </c:strLit>
          </c:cat>
          <c:val>
            <c:numLit>
              <c:formatCode>General</c:formatCode>
              <c:ptCount val="6"/>
              <c:pt idx="0">
                <c:v>49</c:v>
              </c:pt>
              <c:pt idx="1">
                <c:v>30</c:v>
              </c:pt>
              <c:pt idx="2">
                <c:v>47</c:v>
              </c:pt>
              <c:pt idx="3">
                <c:v>28</c:v>
              </c:pt>
              <c:pt idx="4">
                <c:v>45</c:v>
              </c:pt>
              <c:pt idx="5">
                <c:v>26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AAD84-CAA3-467D-B8B9-4BDB080A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Release-gate contract · p01-src-007576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85CDA-642D-47A3-BF3D-AD8FC7AA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p01-full-007576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p01-full-010603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· ADR-042 · observed p95 163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02AFE-FBAA-49F8-9854-1661B1B8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66875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Trace 7576 assigns the approval boundary to the Release Coordinator.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coordinator commits decision 0603 to the Decision Store.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Event Bus emits only after the durable decision; telemetry records the asynchronous handoff.</a:t>
            </a:r>
          </a:p>
        </p:txBody>
      </p:sp>
    </p:spTree>
    <p:extLst>
      <p:ext uri="{BB962C8B-B14F-4D97-AF65-F5344CB8AC3E}">
        <p14:creationId xmlns:p14="http://schemas.microsoft.com/office/powerpoint/2010/main" val="8064602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07ED79-0594-498F-962A-5BA11110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Gate latency distribution · p01-src-007576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BCB64-4BCF-4097-98B0-54FDBD21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0957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Decision 0603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Observed p95: 163 ms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ADR-042 operating threshold: 184 ms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Status: within release objective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5572125" y="1571625"/>
          <a:ext xmlns:a="http://schemas.openxmlformats.org/drawingml/2006/main" cx="5381625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471ffeb9c9470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64DC0-3847-4FA5-B105-2FD32225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This profile ties p01-src-007576 to a durable decision and observable release-gate evidence.</a:t>
            </a:r>
          </a:p>
        </p:txBody>
      </p:sp>
    </p:spTree>
    <p:extLst>
      <p:ext uri="{BB962C8B-B14F-4D97-AF65-F5344CB8AC3E}">
        <p14:creationId xmlns:p14="http://schemas.microsoft.com/office/powerpoint/2010/main" val="1070715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2026-08-24T02:31:56.4660000Z</dcterms:created>
  <dcterms:modified xsi:type="dcterms:W3CDTF">2026-08-24T02:31:56.4660000Z</dcterms:modified>
</coreProperties>
</file>