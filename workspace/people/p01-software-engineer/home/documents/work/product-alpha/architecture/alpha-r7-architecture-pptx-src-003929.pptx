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fedfc6f1e54921" /><Relationship Type="http://schemas.openxmlformats.org/officeDocument/2006/relationships/extended-properties" Target="/docProps/app.xml" Id="R0b8aad75df7d4384" /><Relationship Type="http://schemas.openxmlformats.org/officeDocument/2006/relationships/officeDocument" Target="/ppt/presentation.xml" Id="R69593b228a7543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06fa6f8fd843f8"/>
  </p:sldMasterIdLst>
  <p:notesMasterIdLst>
    <p:notesMasterId xmlns:r="http://schemas.openxmlformats.org/officeDocument/2006/relationships" r:id="R68d4a0e3fdd746a7"/>
  </p:notesMasterIdLst>
  <p:sldIdLst>
    <p:sldId xmlns:r="http://schemas.openxmlformats.org/officeDocument/2006/relationships" id="256" r:id="R1e2a7fc7537f42d8"/>
    <p:sldId xmlns:r="http://schemas.openxmlformats.org/officeDocument/2006/relationships" id="257" r:id="Rd4c7d9d2941242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0bb48884d34223" /><Relationship Type="http://schemas.openxmlformats.org/officeDocument/2006/relationships/slideMaster" Target="/ppt/slideMasters/slideMaster1.xml" Id="R6f06fa6f8fd843f8" /><Relationship Type="http://schemas.openxmlformats.org/officeDocument/2006/relationships/notesMaster" Target="/ppt/notesMasters/notesMaster1.xml" Id="R68d4a0e3fdd746a7" /><Relationship Type="http://schemas.openxmlformats.org/officeDocument/2006/relationships/presProps" Target="/ppt/presProps.xml" Id="Rdeefc3a3ead14460" /><Relationship Type="http://schemas.openxmlformats.org/officeDocument/2006/relationships/tableStyles" Target="/ppt/tableStyles.xml" Id="Rc9d6835924a243a2" /><Relationship Type="http://schemas.openxmlformats.org/officeDocument/2006/relationships/slide" Target="/ppt/slides/slide1.xml" Id="R1e2a7fc7537f42d8" /><Relationship Type="http://schemas.openxmlformats.org/officeDocument/2006/relationships/slide" Target="/ppt/slides/slide2.xml" Id="Rd4c7d9d2941242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f31a7afac4a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c1558926b413a" /><Relationship Type="http://schemas.openxmlformats.org/officeDocument/2006/relationships/notesMaster" Target="/ppt/notesMasters/notesMaster1.xml" Id="Rf3b03b7b12694a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5231cce7b84bdb" /><Relationship Type="http://schemas.openxmlformats.org/officeDocument/2006/relationships/notesMaster" Target="/ppt/notesMasters/notesMaster1.xml" Id="Rc431b0626a9c4b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4bce280f349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b3362e68f748a5" /><Relationship Type="http://schemas.openxmlformats.org/officeDocument/2006/relationships/slideLayout" Target="/ppt/slideLayouts/slideLayout1.xml" Id="R55dbb44a5eed48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bb44a5eed48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110977eb7445f" /><Relationship Type="http://schemas.openxmlformats.org/officeDocument/2006/relationships/notesSlide" Target="/ppt/notesSlides/notesSlide1.xml" Id="Rc0357340926045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9ca78b34d45b7" /><Relationship Type="http://schemas.openxmlformats.org/officeDocument/2006/relationships/chart" Target="/ppt/slides/charts/chart1.xml" Id="R2ed14494fb5440ef" /><Relationship Type="http://schemas.openxmlformats.org/officeDocument/2006/relationships/notesSlide" Target="/ppt/notesSlides/notesSlide2.xml" Id="R70378bf527c24b4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p95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Store</c:v>
              </c:pt>
              <c:pt idx="4">
                <c:v>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32</c:v>
              </c:pt>
              <c:pt idx="2">
                <c:v>46</c:v>
              </c:pt>
              <c:pt idx="3">
                <c:v>24</c:v>
              </c:pt>
              <c:pt idx="4">
                <c:v>18</c:v>
              </c:pt>
              <c:pt idx="5">
                <c:v>36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8BF0D-6EB8-4CD2-9A8A-4D1142B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Product Alpha R7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B0DD5-C3BD-4229-B1C1-0D5C9AD3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p01-src-003929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p01-full-003929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p01-full-009046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CF448-0819-4559-886C-4F0F166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Asynchronous release gate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Approval boundary: Release Coordinator -&gt; Decision Store</a:t>
            </a:r>
          </a:p>
          <a:p xmlns:a="http://schemas.openxmlformats.org/drawingml/2006/main">
            <a:pPr>
              <a:defRPr sz="2100" b="0">
                <a:solidFill>
                  <a:srgbClr val="314158"/>
                </a:solidFill>
              </a:defRPr>
            </a:pPr>
            <a:r>
              <a:rPr sz="2100" b="0">
                <a:solidFill>
                  <a:srgbClr val="314158"/>
                </a:solidFill>
              </a:rPr>
              <a:t>Event Bus delivery follows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2879737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EC488-49E0-484D-974C-F6B5D6AA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relationship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4A39-F292-492B-8728-4EA657DC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p01-src-003929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p01-full-003929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p01-full-009046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p95 184 ms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6381750" y="1714500"/>
          <a:ext xmlns:a="http://schemas.openxmlformats.org/drawingml/2006/main" cx="4191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d14494fb5440ef"/>
          </a:graphicData>
        </a:graphic>
      </p:graphicFrame>
    </p:spTree>
    <p:extLst>
      <p:ext uri="{BB962C8B-B14F-4D97-AF65-F5344CB8AC3E}">
        <p14:creationId xmlns:p14="http://schemas.microsoft.com/office/powerpoint/2010/main" val="1204541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2026-08-24T02:20:33.6650000Z</dcterms:created>
  <dcterms:modified xsi:type="dcterms:W3CDTF">2026-08-24T02:20:33.6650000Z</dcterms:modified>
</coreProperties>
</file>