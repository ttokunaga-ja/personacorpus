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0644ebf8d84d87" /><Relationship Type="http://schemas.openxmlformats.org/officeDocument/2006/relationships/extended-properties" Target="/docProps/app.xml" Id="R50142bbdb4154f93" /><Relationship Type="http://schemas.openxmlformats.org/officeDocument/2006/relationships/officeDocument" Target="/ppt/presentation.xml" Id="Rbe949ecf30cb4a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57692dbe5c43fd"/>
  </p:sldMasterIdLst>
  <p:notesMasterIdLst>
    <p:notesMasterId xmlns:r="http://schemas.openxmlformats.org/officeDocument/2006/relationships" r:id="R3e7d64048dff46b3"/>
  </p:notesMasterIdLst>
  <p:sldIdLst>
    <p:sldId xmlns:r="http://schemas.openxmlformats.org/officeDocument/2006/relationships" id="256" r:id="Re57228b062394d94"/>
    <p:sldId xmlns:r="http://schemas.openxmlformats.org/officeDocument/2006/relationships" id="257" r:id="Rda72237c62b34c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c55e00e7ce4262" /><Relationship Type="http://schemas.openxmlformats.org/officeDocument/2006/relationships/slideMaster" Target="/ppt/slideMasters/slideMaster1.xml" Id="R5457692dbe5c43fd" /><Relationship Type="http://schemas.openxmlformats.org/officeDocument/2006/relationships/notesMaster" Target="/ppt/notesMasters/notesMaster1.xml" Id="R3e7d64048dff46b3" /><Relationship Type="http://schemas.openxmlformats.org/officeDocument/2006/relationships/presProps" Target="/ppt/presProps.xml" Id="Rdb75e89f470b424f" /><Relationship Type="http://schemas.openxmlformats.org/officeDocument/2006/relationships/tableStyles" Target="/ppt/tableStyles.xml" Id="Rd6b73d432f8d426b" /><Relationship Type="http://schemas.openxmlformats.org/officeDocument/2006/relationships/slide" Target="/ppt/slides/slide1.xml" Id="Re57228b062394d94" /><Relationship Type="http://schemas.openxmlformats.org/officeDocument/2006/relationships/slide" Target="/ppt/slides/slide2.xml" Id="Rda72237c62b34c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eabe460b6745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a548bd5875453b" /><Relationship Type="http://schemas.openxmlformats.org/officeDocument/2006/relationships/notesMaster" Target="/ppt/notesMasters/notesMaster1.xml" Id="R33aa7313621f4d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41bad6cf2441c5" /><Relationship Type="http://schemas.openxmlformats.org/officeDocument/2006/relationships/notesMaster" Target="/ppt/notesMasters/notesMaster1.xml" Id="R14ebd439e6f840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4f6e953de49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a158b7ef2a4bf2" /><Relationship Type="http://schemas.openxmlformats.org/officeDocument/2006/relationships/slideLayout" Target="/ppt/slideLayouts/slideLayout1.xml" Id="R3cfcbbd824844d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fcbbd824844d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943ac653d4b9f" /><Relationship Type="http://schemas.openxmlformats.org/officeDocument/2006/relationships/notesSlide" Target="/ppt/notesSlides/notesSlide1.xml" Id="R46df615e46e34a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00331f4494237" /><Relationship Type="http://schemas.openxmlformats.org/officeDocument/2006/relationships/chart" Target="/ppt/slides/charts/chart1.xml" Id="R3857b98d9c784633" /><Relationship Type="http://schemas.openxmlformats.org/officeDocument/2006/relationships/notesSlide" Target="/ppt/notesSlides/notesSlide2.xml" Id="Rb046a8d65059480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p95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Store</c:v>
              </c:pt>
              <c:pt idx="4">
                <c:v>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32</c:v>
              </c:pt>
              <c:pt idx="2">
                <c:v>46</c:v>
              </c:pt>
              <c:pt idx="3">
                <c:v>24</c:v>
              </c:pt>
              <c:pt idx="4">
                <c:v>18</c:v>
              </c:pt>
              <c:pt idx="5">
                <c:v>36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3D99D-2E55-43DF-9596-2EA3AD3D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Product Alpha R7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B3218-3637-4F17-BD7D-CC50B7A2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p01-src-002230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p01-full-002230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p01-full-008699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D1BDC-4D55-443E-A856-29EE503E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Asynchronous release gate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Approval boundary: Release Coordinator -&gt; Decision Store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Event Bus delivery follows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638873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80DD2-2ADB-4E8D-AD1B-29DC6FE2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Evidence relationship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DE7FA-45A9-40F6-9CA4-12749EAF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p01-src-002230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p01-full-002230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p01-full-008699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4191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57b98d9c784633"/>
          </a:graphicData>
        </a:graphic>
      </p:graphicFrame>
    </p:spTree>
    <p:extLst>
      <p:ext uri="{BB962C8B-B14F-4D97-AF65-F5344CB8AC3E}">
        <p14:creationId xmlns:p14="http://schemas.microsoft.com/office/powerpoint/2010/main" val="1223896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2026-08-24T02:20:33.4870000Z</dcterms:created>
  <dcterms:modified xsi:type="dcterms:W3CDTF">2026-08-24T02:20:33.4870000Z</dcterms:modified>
</coreProperties>
</file>