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1f2d70a15b4134" /><Relationship Type="http://schemas.openxmlformats.org/officeDocument/2006/relationships/extended-properties" Target="/docProps/app.xml" Id="R057ebe5e2486418e" /><Relationship Type="http://schemas.openxmlformats.org/officeDocument/2006/relationships/officeDocument" Target="/ppt/presentation.xml" Id="R92a40361389142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34770d6b44396"/>
  </p:sldMasterIdLst>
  <p:notesMasterIdLst>
    <p:notesMasterId xmlns:r="http://schemas.openxmlformats.org/officeDocument/2006/relationships" r:id="Raa9f461b48df455c"/>
  </p:notesMasterIdLst>
  <p:sldIdLst>
    <p:sldId xmlns:r="http://schemas.openxmlformats.org/officeDocument/2006/relationships" id="256" r:id="Ra67bb02d6eb34eeb"/>
    <p:sldId xmlns:r="http://schemas.openxmlformats.org/officeDocument/2006/relationships" id="257" r:id="Rbd464da4bfa042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ca25ef275493a" /><Relationship Type="http://schemas.openxmlformats.org/officeDocument/2006/relationships/slideMaster" Target="/ppt/slideMasters/slideMaster1.xml" Id="R51134770d6b44396" /><Relationship Type="http://schemas.openxmlformats.org/officeDocument/2006/relationships/notesMaster" Target="/ppt/notesMasters/notesMaster1.xml" Id="Raa9f461b48df455c" /><Relationship Type="http://schemas.openxmlformats.org/officeDocument/2006/relationships/presProps" Target="/ppt/presProps.xml" Id="R16054f03602444b2" /><Relationship Type="http://schemas.openxmlformats.org/officeDocument/2006/relationships/tableStyles" Target="/ppt/tableStyles.xml" Id="R17ec893a4dd94f7e" /><Relationship Type="http://schemas.openxmlformats.org/officeDocument/2006/relationships/slide" Target="/ppt/slides/slide1.xml" Id="Ra67bb02d6eb34eeb" /><Relationship Type="http://schemas.openxmlformats.org/officeDocument/2006/relationships/slide" Target="/ppt/slides/slide2.xml" Id="Rbd464da4bfa0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45c69d538c40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0525e41ea46f3" /><Relationship Type="http://schemas.openxmlformats.org/officeDocument/2006/relationships/notesMaster" Target="/ppt/notesMasters/notesMaster1.xml" Id="R70c06dc68f4740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e95c56ee3f4f56" /><Relationship Type="http://schemas.openxmlformats.org/officeDocument/2006/relationships/notesMaster" Target="/ppt/notesMasters/notesMaster1.xml" Id="R9493e65082b7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4de645ca1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8734c0c29c4ce2" /><Relationship Type="http://schemas.openxmlformats.org/officeDocument/2006/relationships/slideLayout" Target="/ppt/slideLayouts/slideLayout1.xml" Id="R79681186e59547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681186e59547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279536d694378" /><Relationship Type="http://schemas.openxmlformats.org/officeDocument/2006/relationships/notesSlide" Target="/ppt/notesSlides/notesSlide1.xml" Id="R9570fd7fb3ef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aa857c3a4637" /><Relationship Type="http://schemas.openxmlformats.org/officeDocument/2006/relationships/chart" Target="/ppt/slides/charts/chart1.xml" Id="R1f6f07e8dd1c4370" /><Relationship Type="http://schemas.openxmlformats.org/officeDocument/2006/relationships/notesSlide" Target="/ppt/notesSlides/notesSlide2.xml" Id="R6062f0d947ff49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254DA-5801-4D8D-9088-6B20AB8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7402-FB32-48FD-98AC-93F5209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p01-src-001675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p01-full-001675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p01-full-008546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1F8AC-7197-43BB-A128-CF73E80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592222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9D8B8-CB92-4290-B9DD-4E7A5D1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6D80F-05E9-4805-847B-F07F7D0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p01-src-001675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p01-full-001675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p01-full-008546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6f07e8dd1c4370"/>
          </a:graphicData>
        </a:graphic>
      </p:graphicFrame>
    </p:spTree>
    <p:extLst>
      <p:ext uri="{BB962C8B-B14F-4D97-AF65-F5344CB8AC3E}">
        <p14:creationId xmlns:p14="http://schemas.microsoft.com/office/powerpoint/2010/main" val="221307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2026-08-24T02:20:33.4150000Z</dcterms:created>
  <dcterms:modified xsi:type="dcterms:W3CDTF">2026-08-24T02:20:33.4150000Z</dcterms:modified>
</coreProperties>
</file>