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625bd544b04965" /><Relationship Type="http://schemas.openxmlformats.org/officeDocument/2006/relationships/extended-properties" Target="/docProps/app.xml" Id="R4b9f1a0640f342fc" /><Relationship Type="http://schemas.openxmlformats.org/officeDocument/2006/relationships/officeDocument" Target="/ppt/presentation.xml" Id="R5482c1a49b6346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e329f88bfc4b4a"/>
  </p:sldMasterIdLst>
  <p:notesMasterIdLst>
    <p:notesMasterId xmlns:r="http://schemas.openxmlformats.org/officeDocument/2006/relationships" r:id="Re6975fe2c97049b7"/>
  </p:notesMasterIdLst>
  <p:sldIdLst>
    <p:sldId xmlns:r="http://schemas.openxmlformats.org/officeDocument/2006/relationships" id="256" r:id="Read94d238d4f4f44"/>
    <p:sldId xmlns:r="http://schemas.openxmlformats.org/officeDocument/2006/relationships" id="257" r:id="Rca140219c2fb4a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5bd2f3c07c4968" /><Relationship Type="http://schemas.openxmlformats.org/officeDocument/2006/relationships/slideMaster" Target="/ppt/slideMasters/slideMaster1.xml" Id="R45e329f88bfc4b4a" /><Relationship Type="http://schemas.openxmlformats.org/officeDocument/2006/relationships/notesMaster" Target="/ppt/notesMasters/notesMaster1.xml" Id="Re6975fe2c97049b7" /><Relationship Type="http://schemas.openxmlformats.org/officeDocument/2006/relationships/presProps" Target="/ppt/presProps.xml" Id="R4020c3fac7504924" /><Relationship Type="http://schemas.openxmlformats.org/officeDocument/2006/relationships/tableStyles" Target="/ppt/tableStyles.xml" Id="Rb8bf6a6586104a8e" /><Relationship Type="http://schemas.openxmlformats.org/officeDocument/2006/relationships/slide" Target="/ppt/slides/slide1.xml" Id="Read94d238d4f4f44" /><Relationship Type="http://schemas.openxmlformats.org/officeDocument/2006/relationships/slide" Target="/ppt/slides/slide2.xml" Id="Rca140219c2fb4a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751254d71c42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d2d0b03b604a6c" /><Relationship Type="http://schemas.openxmlformats.org/officeDocument/2006/relationships/notesMaster" Target="/ppt/notesMasters/notesMaster1.xml" Id="R4a115793590b49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c190780d4d4258" /><Relationship Type="http://schemas.openxmlformats.org/officeDocument/2006/relationships/notesMaster" Target="/ppt/notesMasters/notesMaster1.xml" Id="R1a14c99af1464c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df7596a2c45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155c3c8e0f427f" /><Relationship Type="http://schemas.openxmlformats.org/officeDocument/2006/relationships/slideLayout" Target="/ppt/slideLayouts/slideLayout1.xml" Id="R39ffc02873fb48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ffc02873fb48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c201efd4f45f6" /><Relationship Type="http://schemas.openxmlformats.org/officeDocument/2006/relationships/notesSlide" Target="/ppt/notesSlides/notesSlide1.xml" Id="R3f8fb6292f6c4d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d2f6fdd51454c" /><Relationship Type="http://schemas.openxmlformats.org/officeDocument/2006/relationships/chart" Target="/ppt/slides/charts/chart1.xml" Id="R45e028de6a9e40e9" /><Relationship Type="http://schemas.openxmlformats.org/officeDocument/2006/relationships/notesSlide" Target="/ppt/notesSlides/notesSlide2.xml" Id="R9dca1744e29e4fa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546BA-6194-4284-9BF1-D63E7474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DE007-D285-40F8-99B3-D3CE03D5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p01-src-003229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p01-full-003229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p01-full-008767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E5964-3946-4677-9D53-462DDCA7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581270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A1CBA-AF43-4567-B1DA-2D2604F1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2BFC9-6D17-46A2-B8FF-C2601119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p01-src-003229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p01-full-003229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p01-full-008767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e028de6a9e40e9"/>
          </a:graphicData>
        </a:graphic>
      </p:graphicFrame>
    </p:spTree>
    <p:extLst>
      <p:ext uri="{BB962C8B-B14F-4D97-AF65-F5344CB8AC3E}">
        <p14:creationId xmlns:p14="http://schemas.microsoft.com/office/powerpoint/2010/main" val="1996800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2026-08-24T02:20:33.5450000Z</dcterms:created>
  <dcterms:modified xsi:type="dcterms:W3CDTF">2026-08-24T02:20:33.5450000Z</dcterms:modified>
</coreProperties>
</file>