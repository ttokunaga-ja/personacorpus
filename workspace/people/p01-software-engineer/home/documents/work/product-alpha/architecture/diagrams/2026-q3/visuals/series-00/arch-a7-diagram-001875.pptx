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ce6325493420b" /><Relationship Type="http://schemas.openxmlformats.org/officeDocument/2006/relationships/extended-properties" Target="/docProps/app.xml" Id="Rcd5b4116f2dc43b8" /><Relationship Type="http://schemas.openxmlformats.org/officeDocument/2006/relationships/officeDocument" Target="/ppt/presentation.xml" Id="R11f8a4708837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c8d7030234fc6"/>
  </p:sldMasterIdLst>
  <p:notesMasterIdLst>
    <p:notesMasterId xmlns:r="http://schemas.openxmlformats.org/officeDocument/2006/relationships" r:id="R264d3659c3064de7"/>
  </p:notesMasterIdLst>
  <p:sldIdLst>
    <p:sldId xmlns:r="http://schemas.openxmlformats.org/officeDocument/2006/relationships" id="256" r:id="R03ceba4e08704b34"/>
    <p:sldId xmlns:r="http://schemas.openxmlformats.org/officeDocument/2006/relationships" id="257" r:id="Rbcb603907134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2bd3f8e5a4142" /><Relationship Type="http://schemas.openxmlformats.org/officeDocument/2006/relationships/slideMaster" Target="/ppt/slideMasters/slideMaster1.xml" Id="R631c8d7030234fc6" /><Relationship Type="http://schemas.openxmlformats.org/officeDocument/2006/relationships/notesMaster" Target="/ppt/notesMasters/notesMaster1.xml" Id="R264d3659c3064de7" /><Relationship Type="http://schemas.openxmlformats.org/officeDocument/2006/relationships/presProps" Target="/ppt/presProps.xml" Id="Rc91bf85f88564ab2" /><Relationship Type="http://schemas.openxmlformats.org/officeDocument/2006/relationships/tableStyles" Target="/ppt/tableStyles.xml" Id="R035bcfd729394f2c" /><Relationship Type="http://schemas.openxmlformats.org/officeDocument/2006/relationships/slide" Target="/ppt/slides/slide1.xml" Id="R03ceba4e08704b34" /><Relationship Type="http://schemas.openxmlformats.org/officeDocument/2006/relationships/slide" Target="/ppt/slides/slide2.xml" Id="Rbcb603907134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ef5ee190a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37995178864c0e" /><Relationship Type="http://schemas.openxmlformats.org/officeDocument/2006/relationships/notesMaster" Target="/ppt/notesMasters/notesMaster1.xml" Id="Rb45c334580cf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913b4f5314657" /><Relationship Type="http://schemas.openxmlformats.org/officeDocument/2006/relationships/notesMaster" Target="/ppt/notesMasters/notesMaster1.xml" Id="Rf4a92fc1982a4a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cd15927cd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28364773842da" /><Relationship Type="http://schemas.openxmlformats.org/officeDocument/2006/relationships/slideLayout" Target="/ppt/slideLayouts/slideLayout1.xml" Id="Rf35dcec9e637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dcec9e637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c51e8007a4ca9" /><Relationship Type="http://schemas.openxmlformats.org/officeDocument/2006/relationships/notesSlide" Target="/ppt/notesSlides/notesSlide1.xml" Id="Rcae7da8e3cbd42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335d9af694a1e" /><Relationship Type="http://schemas.openxmlformats.org/officeDocument/2006/relationships/chart" Target="/ppt/slides/charts/chart1.xml" Id="R994fc102e5514673" /><Relationship Type="http://schemas.openxmlformats.org/officeDocument/2006/relationships/notesSlide" Target="/ppt/notesSlides/notesSlide2.xml" Id="R2bf0cdf9a662439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7A3BE-4DFA-4A94-A088-D2DB6771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9027-DE34-4B90-A73F-491E76F6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p01-src-001875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p01-full-001875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p01-full-008605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985B6-A467-4AF7-B130-1FB99021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5638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AC8AE-BD2F-4C82-875E-3ACF91C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ECC37-643D-4BC2-A389-08357FA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p01-src-001875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p01-full-001875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p01-full-008605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4fc102e5514673"/>
          </a:graphicData>
        </a:graphic>
      </p:graphicFrame>
    </p:spTree>
    <p:extLst>
      <p:ext uri="{BB962C8B-B14F-4D97-AF65-F5344CB8AC3E}">
        <p14:creationId xmlns:p14="http://schemas.microsoft.com/office/powerpoint/2010/main" val="1725760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2026-08-24T02:20:33.4570000Z</dcterms:created>
  <dcterms:modified xsi:type="dcterms:W3CDTF">2026-08-24T02:20:33.4570000Z</dcterms:modified>
</coreProperties>
</file>