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d4619648e4427" /><Relationship Type="http://schemas.openxmlformats.org/officeDocument/2006/relationships/extended-properties" Target="/docProps/app.xml" Id="Rd9330a1bbecf4227" /><Relationship Type="http://schemas.openxmlformats.org/officeDocument/2006/relationships/officeDocument" Target="/ppt/presentation.xml" Id="R823c3e802ef14f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db7e5045c4eac"/>
  </p:sldMasterIdLst>
  <p:notesMasterIdLst>
    <p:notesMasterId xmlns:r="http://schemas.openxmlformats.org/officeDocument/2006/relationships" r:id="Rcdcbebb0a5904155"/>
  </p:notesMasterIdLst>
  <p:sldIdLst>
    <p:sldId xmlns:r="http://schemas.openxmlformats.org/officeDocument/2006/relationships" id="256" r:id="Rc3110ccc377e495f"/>
    <p:sldId xmlns:r="http://schemas.openxmlformats.org/officeDocument/2006/relationships" id="257" r:id="R6f656f4247014e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24e5da41944044" /><Relationship Type="http://schemas.openxmlformats.org/officeDocument/2006/relationships/slideMaster" Target="/ppt/slideMasters/slideMaster1.xml" Id="Ra19db7e5045c4eac" /><Relationship Type="http://schemas.openxmlformats.org/officeDocument/2006/relationships/notesMaster" Target="/ppt/notesMasters/notesMaster1.xml" Id="Rcdcbebb0a5904155" /><Relationship Type="http://schemas.openxmlformats.org/officeDocument/2006/relationships/presProps" Target="/ppt/presProps.xml" Id="Re6bfdf16e1b54de5" /><Relationship Type="http://schemas.openxmlformats.org/officeDocument/2006/relationships/tableStyles" Target="/ppt/tableStyles.xml" Id="R163acfcca4fa4c42" /><Relationship Type="http://schemas.openxmlformats.org/officeDocument/2006/relationships/slide" Target="/ppt/slides/slide1.xml" Id="Rc3110ccc377e495f" /><Relationship Type="http://schemas.openxmlformats.org/officeDocument/2006/relationships/slide" Target="/ppt/slides/slide2.xml" Id="R6f656f4247014e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b9c61c50d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950b2b6974847" /><Relationship Type="http://schemas.openxmlformats.org/officeDocument/2006/relationships/notesMaster" Target="/ppt/notesMasters/notesMaster1.xml" Id="R22665f3bdb52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d4e514298421d" /><Relationship Type="http://schemas.openxmlformats.org/officeDocument/2006/relationships/notesMaster" Target="/ppt/notesMasters/notesMaster1.xml" Id="R892fc1bd84ba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e86330c72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3ac30df13d4cf4" /><Relationship Type="http://schemas.openxmlformats.org/officeDocument/2006/relationships/slideLayout" Target="/ppt/slideLayouts/slideLayout1.xml" Id="R92f1943722f4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f1943722f4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b85968a444981" /><Relationship Type="http://schemas.openxmlformats.org/officeDocument/2006/relationships/notesSlide" Target="/ppt/notesSlides/notesSlide1.xml" Id="Rf4d5e5d112de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7db5090e34b56" /><Relationship Type="http://schemas.openxmlformats.org/officeDocument/2006/relationships/chart" Target="/ppt/slides/charts/chart1.xml" Id="Raca2eec73da34fad" /><Relationship Type="http://schemas.openxmlformats.org/officeDocument/2006/relationships/notesSlide" Target="/ppt/notesSlides/notesSlide2.xml" Id="R794cea85d8fb401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8258A-F73B-4221-B281-B00C41F4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617C5-4EEC-4782-90A6-A056F01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p01-src-003429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p01-full-003429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p01-full-008936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3D097-BAF5-4794-9FD3-BCF8396E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093029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909A1-E813-4159-B069-9EC69FAF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EDCC6-4112-4596-9627-22E473DA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p01-src-003429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p01-full-003429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p01-full-008936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a2eec73da34fad"/>
          </a:graphicData>
        </a:graphic>
      </p:graphicFrame>
    </p:spTree>
    <p:extLst>
      <p:ext uri="{BB962C8B-B14F-4D97-AF65-F5344CB8AC3E}">
        <p14:creationId xmlns:p14="http://schemas.microsoft.com/office/powerpoint/2010/main" val="2105079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2026-08-24T02:20:33.6030000Z</dcterms:created>
  <dcterms:modified xsi:type="dcterms:W3CDTF">2026-08-24T02:20:33.6030000Z</dcterms:modified>
</coreProperties>
</file>