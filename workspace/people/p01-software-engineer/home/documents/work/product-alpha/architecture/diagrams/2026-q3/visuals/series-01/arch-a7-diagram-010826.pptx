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ea41aab84459b" /><Relationship Type="http://schemas.openxmlformats.org/officeDocument/2006/relationships/extended-properties" Target="/docProps/app.xml" Id="R342280dbc211495c" /><Relationship Type="http://schemas.openxmlformats.org/officeDocument/2006/relationships/officeDocument" Target="/ppt/presentation.xml" Id="Rc7712fbec0ed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889e4d23a43b5"/>
  </p:sldMasterIdLst>
  <p:notesMasterIdLst>
    <p:notesMasterId xmlns:r="http://schemas.openxmlformats.org/officeDocument/2006/relationships" r:id="Rf7f29d2d24044ded"/>
  </p:notesMasterIdLst>
  <p:sldIdLst>
    <p:sldId xmlns:r="http://schemas.openxmlformats.org/officeDocument/2006/relationships" id="256" r:id="R9f4c2e7008274bb2"/>
    <p:sldId xmlns:r="http://schemas.openxmlformats.org/officeDocument/2006/relationships" id="257" r:id="R236030e8fab646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d6857c4cb46ed" /><Relationship Type="http://schemas.openxmlformats.org/officeDocument/2006/relationships/slideMaster" Target="/ppt/slideMasters/slideMaster1.xml" Id="Rca4889e4d23a43b5" /><Relationship Type="http://schemas.openxmlformats.org/officeDocument/2006/relationships/notesMaster" Target="/ppt/notesMasters/notesMaster1.xml" Id="Rf7f29d2d24044ded" /><Relationship Type="http://schemas.openxmlformats.org/officeDocument/2006/relationships/presProps" Target="/ppt/presProps.xml" Id="R01a95d4ead8842dc" /><Relationship Type="http://schemas.openxmlformats.org/officeDocument/2006/relationships/tableStyles" Target="/ppt/tableStyles.xml" Id="R998fd2d0624c4f0e" /><Relationship Type="http://schemas.openxmlformats.org/officeDocument/2006/relationships/slide" Target="/ppt/slides/slide1.xml" Id="R9f4c2e7008274bb2" /><Relationship Type="http://schemas.openxmlformats.org/officeDocument/2006/relationships/slide" Target="/ppt/slides/slide2.xml" Id="R236030e8fab6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96fb2d570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8447b7a144920" /><Relationship Type="http://schemas.openxmlformats.org/officeDocument/2006/relationships/notesMaster" Target="/ppt/notesMasters/notesMaster1.xml" Id="Redad20b9e890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5883ff6f31434c" /><Relationship Type="http://schemas.openxmlformats.org/officeDocument/2006/relationships/notesMaster" Target="/ppt/notesMasters/notesMaster1.xml" Id="Ra2accf99c889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82623f3d5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028eb96f94a17" /><Relationship Type="http://schemas.openxmlformats.org/officeDocument/2006/relationships/slideLayout" Target="/ppt/slideLayouts/slideLayout1.xml" Id="Rb3af28bdf922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f28bdf922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8a4d31dd948da" /><Relationship Type="http://schemas.openxmlformats.org/officeDocument/2006/relationships/notesSlide" Target="/ppt/notesSlides/notesSlide1.xml" Id="R37ebaa364331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439e780084208" /><Relationship Type="http://schemas.openxmlformats.org/officeDocument/2006/relationships/chart" Target="/ppt/slides/charts/chart1.xml" Id="R8b91a61f992a428d" /><Relationship Type="http://schemas.openxmlformats.org/officeDocument/2006/relationships/notesSlide" Target="/ppt/notesSlides/notesSlide2.xml" Id="R434f2e4991f549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826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31</c:v>
              </c:pt>
              <c:pt idx="1">
                <c:v>48</c:v>
              </c:pt>
              <c:pt idx="2">
                <c:v>29</c:v>
              </c:pt>
              <c:pt idx="3">
                <c:v>46</c:v>
              </c:pt>
              <c:pt idx="4">
                <c:v>27</c:v>
              </c:pt>
              <c:pt idx="5">
                <c:v>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92FD-96F4-41A2-890E-E6395F0C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p01-src-010826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63FB7-26CE-4431-8A0D-EC947113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p01-full-010826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p01-full-011286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0C79E-10B6-42C6-A6AD-1144B2C1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826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1286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834695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705F0-7F46-414D-ACB8-6E16054E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p01-src-010826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3367A-CEBF-4413-80A9-46590E7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1286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91a61f992a428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745DC-BF27-45C8-8207-1FE9A6C5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p01-src-010826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336884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2026-08-24T02:31:56.7720000Z</dcterms:created>
  <dcterms:modified xsi:type="dcterms:W3CDTF">2026-08-24T02:31:56.7720000Z</dcterms:modified>
</coreProperties>
</file>