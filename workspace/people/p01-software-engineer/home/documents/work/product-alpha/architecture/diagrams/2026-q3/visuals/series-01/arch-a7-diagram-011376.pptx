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3e3fb96b1b4e3e" /><Relationship Type="http://schemas.openxmlformats.org/officeDocument/2006/relationships/extended-properties" Target="/docProps/app.xml" Id="R1f78d5ab41f74552" /><Relationship Type="http://schemas.openxmlformats.org/officeDocument/2006/relationships/officeDocument" Target="/ppt/presentation.xml" Id="R3879c916ec6340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47ddcf057f444d"/>
  </p:sldMasterIdLst>
  <p:notesMasterIdLst>
    <p:notesMasterId xmlns:r="http://schemas.openxmlformats.org/officeDocument/2006/relationships" r:id="Rba2d0b647aa148d6"/>
  </p:notesMasterIdLst>
  <p:sldIdLst>
    <p:sldId xmlns:r="http://schemas.openxmlformats.org/officeDocument/2006/relationships" id="256" r:id="Rcf7c33ca26cd4ecd"/>
    <p:sldId xmlns:r="http://schemas.openxmlformats.org/officeDocument/2006/relationships" id="257" r:id="R39094d4937624b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ad0e3c91974d6c" /><Relationship Type="http://schemas.openxmlformats.org/officeDocument/2006/relationships/slideMaster" Target="/ppt/slideMasters/slideMaster1.xml" Id="R4f47ddcf057f444d" /><Relationship Type="http://schemas.openxmlformats.org/officeDocument/2006/relationships/notesMaster" Target="/ppt/notesMasters/notesMaster1.xml" Id="Rba2d0b647aa148d6" /><Relationship Type="http://schemas.openxmlformats.org/officeDocument/2006/relationships/presProps" Target="/ppt/presProps.xml" Id="R73eb468c5a164797" /><Relationship Type="http://schemas.openxmlformats.org/officeDocument/2006/relationships/tableStyles" Target="/ppt/tableStyles.xml" Id="R1a049f9bdc5648ee" /><Relationship Type="http://schemas.openxmlformats.org/officeDocument/2006/relationships/slide" Target="/ppt/slides/slide1.xml" Id="Rcf7c33ca26cd4ecd" /><Relationship Type="http://schemas.openxmlformats.org/officeDocument/2006/relationships/slide" Target="/ppt/slides/slide2.xml" Id="R39094d4937624b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cbae22f49848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487352126641fc" /><Relationship Type="http://schemas.openxmlformats.org/officeDocument/2006/relationships/notesMaster" Target="/ppt/notesMasters/notesMaster1.xml" Id="R29315868570941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4f5bc41d5c422a" /><Relationship Type="http://schemas.openxmlformats.org/officeDocument/2006/relationships/notesMaster" Target="/ppt/notesMasters/notesMaster1.xml" Id="Rce2c693eb4ec4a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a1d7fe0d2448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c68eb432c741c5" /><Relationship Type="http://schemas.openxmlformats.org/officeDocument/2006/relationships/slideLayout" Target="/ppt/slideLayouts/slideLayout1.xml" Id="Rc9cd990a18ed4a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cd990a18ed4a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a92020daf44de0" /><Relationship Type="http://schemas.openxmlformats.org/officeDocument/2006/relationships/notesSlide" Target="/ppt/notesSlides/notesSlide1.xml" Id="R98818f56c7fe48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e4eaf597f4400" /><Relationship Type="http://schemas.openxmlformats.org/officeDocument/2006/relationships/chart" Target="/ppt/slides/charts/chart1.xml" Id="Rae092ce7d9324a5b" /><Relationship Type="http://schemas.openxmlformats.org/officeDocument/2006/relationships/notesSlide" Target="/ppt/notesSlides/notesSlide2.xml" Id="R6bc57360c2fb419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trace 1376 ms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6"/>
              <c:pt idx="0">
                <c:v>Ingress</c:v>
              </c:pt>
              <c:pt idx="1">
                <c:v>Policy Edge</c:v>
              </c:pt>
              <c:pt idx="2">
                <c:v>Release Coordinator</c:v>
              </c:pt>
              <c:pt idx="3">
                <c:v>Decision Store</c:v>
              </c:pt>
              <c:pt idx="4">
                <c:v>Event Bus</c:v>
              </c:pt>
              <c:pt idx="5">
                <c:v>Telemetry</c:v>
              </c:pt>
            </c:strLit>
          </c:cat>
          <c:val>
            <c:numLit>
              <c:formatCode>General</c:formatCode>
              <c:ptCount val="6"/>
              <c:pt idx="0">
                <c:v>41</c:v>
              </c:pt>
              <c:pt idx="1">
                <c:v>22</c:v>
              </c:pt>
              <c:pt idx="2">
                <c:v>39</c:v>
              </c:pt>
              <c:pt idx="3">
                <c:v>20</c:v>
              </c:pt>
              <c:pt idx="4">
                <c:v>37</c:v>
              </c:pt>
              <c:pt idx="5">
                <c:v>18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91C871-C6FF-4261-93C6-E84EA447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20618"/>
                </a:solidFill>
              </a:defRPr>
            </a:pPr>
            <a:r>
              <a:rPr sz="3300" b="1">
                <a:solidFill>
                  <a:srgbClr val="020618"/>
                </a:solidFill>
              </a:rPr>
              <a:t>Release-gate contract · p01-src-011376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1D528C-726E-4C9C-9198-D3CF7E55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Aster Loop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Artifact p01-full-011376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p01-full-011535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2026-07-13 · ADR-042 · observed p95 185 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0FAFE9-39C6-46E0-B3E4-9BF2381F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66875"/>
            <a:ext cx="4857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Trace 1376 assigns the approval boundary to the Release Coordinator.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The coordinator commits decision 1535 to the Decision Store.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The Event Bus emits only after the durable decision; telemetry records the asynchronous handoff.</a:t>
            </a:r>
          </a:p>
        </p:txBody>
      </p:sp>
    </p:spTree>
    <p:extLst>
      <p:ext uri="{BB962C8B-B14F-4D97-AF65-F5344CB8AC3E}">
        <p14:creationId xmlns:p14="http://schemas.microsoft.com/office/powerpoint/2010/main" val="6705749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1A723F-AA00-49DA-AAA9-A9A1A326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Gate latency distribution · p01-src-011376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2F856A-CFE1-4BB6-934C-A789E18D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0957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Decision 1535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Observed p95: 185 ms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ADR-042 operating threshold: 184 ms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Status: requires release review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5572125" y="1571625"/>
          <a:ext xmlns:a="http://schemas.openxmlformats.org/drawingml/2006/main" cx="5381625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e092ce7d9324a5b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C754D5-ED5D-42D3-BF7B-A1808453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This profile ties p01-src-011376 to a durable decision and observable release-gate evidence.</a:t>
            </a:r>
          </a:p>
        </p:txBody>
      </p:sp>
    </p:spTree>
    <p:extLst>
      <p:ext uri="{BB962C8B-B14F-4D97-AF65-F5344CB8AC3E}">
        <p14:creationId xmlns:p14="http://schemas.microsoft.com/office/powerpoint/2010/main" val="21058996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2026-08-24T02:31:56.8550000Z</dcterms:created>
  <dcterms:modified xsi:type="dcterms:W3CDTF">2026-08-24T02:31:56.8550000Z</dcterms:modified>
</coreProperties>
</file>