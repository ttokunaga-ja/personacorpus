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a6113f78f4edd" /><Relationship Type="http://schemas.openxmlformats.org/officeDocument/2006/relationships/extended-properties" Target="/docProps/app.xml" Id="Ra9970f2f19864ed1" /><Relationship Type="http://schemas.openxmlformats.org/officeDocument/2006/relationships/officeDocument" Target="/ppt/presentation.xml" Id="Rd0adf1563266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c5706a20f4d0d"/>
  </p:sldMasterIdLst>
  <p:notesMasterIdLst>
    <p:notesMasterId xmlns:r="http://schemas.openxmlformats.org/officeDocument/2006/relationships" r:id="R1fdd2c4a4a474767"/>
  </p:notesMasterIdLst>
  <p:sldIdLst>
    <p:sldId xmlns:r="http://schemas.openxmlformats.org/officeDocument/2006/relationships" id="256" r:id="R95185774984445d9"/>
    <p:sldId xmlns:r="http://schemas.openxmlformats.org/officeDocument/2006/relationships" id="257" r:id="R8523ce4aa70342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8b93316574562" /><Relationship Type="http://schemas.openxmlformats.org/officeDocument/2006/relationships/slideMaster" Target="/ppt/slideMasters/slideMaster1.xml" Id="R435c5706a20f4d0d" /><Relationship Type="http://schemas.openxmlformats.org/officeDocument/2006/relationships/notesMaster" Target="/ppt/notesMasters/notesMaster1.xml" Id="R1fdd2c4a4a474767" /><Relationship Type="http://schemas.openxmlformats.org/officeDocument/2006/relationships/presProps" Target="/ppt/presProps.xml" Id="R17af464cd57845fc" /><Relationship Type="http://schemas.openxmlformats.org/officeDocument/2006/relationships/tableStyles" Target="/ppt/tableStyles.xml" Id="Rf090e67773c1464c" /><Relationship Type="http://schemas.openxmlformats.org/officeDocument/2006/relationships/slide" Target="/ppt/slides/slide1.xml" Id="R95185774984445d9" /><Relationship Type="http://schemas.openxmlformats.org/officeDocument/2006/relationships/slide" Target="/ppt/slides/slide2.xml" Id="R8523ce4aa70342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f49cb151a49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de1f99fae742fb" /><Relationship Type="http://schemas.openxmlformats.org/officeDocument/2006/relationships/notesMaster" Target="/ppt/notesMasters/notesMaster1.xml" Id="R2919695a92d3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5b8db2a8794f47" /><Relationship Type="http://schemas.openxmlformats.org/officeDocument/2006/relationships/notesMaster" Target="/ppt/notesMasters/notesMaster1.xml" Id="Rf11b9b07a7d4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1b2047fa84d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4066f86cac4633" /><Relationship Type="http://schemas.openxmlformats.org/officeDocument/2006/relationships/slideLayout" Target="/ppt/slideLayouts/slideLayout1.xml" Id="R24aebd01ea16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ebd01ea16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d35d0def64d0b" /><Relationship Type="http://schemas.openxmlformats.org/officeDocument/2006/relationships/notesSlide" Target="/ppt/notesSlides/notesSlide1.xml" Id="R2de7f098c60640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3da9ace3e419f" /><Relationship Type="http://schemas.openxmlformats.org/officeDocument/2006/relationships/chart" Target="/ppt/slides/charts/chart1.xml" Id="Rc90cfb38381b4075" /><Relationship Type="http://schemas.openxmlformats.org/officeDocument/2006/relationships/notesSlide" Target="/ppt/notesSlides/notesSlide2.xml" Id="Rd020fc4c7010498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4576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29</c:v>
              </c:pt>
              <c:pt idx="2">
                <c:v>44</c:v>
              </c:pt>
              <c:pt idx="3">
                <c:v>23</c:v>
              </c:pt>
              <c:pt idx="4">
                <c:v>21</c:v>
              </c:pt>
              <c:pt idx="5">
                <c:v>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20417-FE41-4660-AE14-75FB03D0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p01-src-004576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110EC-FEAC-4DB3-B3D9-6B00CC7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p01-full-004576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p01-full-009404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p95 166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8A01C-FD45-487B-8ECE-D1E14A91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4576: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9404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833555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C24A8-5211-4C6C-8E47-B45423E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p01-src-004576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51684-0CC0-478B-AEEF-C38096B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p01-full-009404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0cfb38381b407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01C19-ED7C-4533-8E93-AC369C2D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p01-src-004576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204565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2026-08-24T02:29:15.8850000Z</dcterms:created>
  <dcterms:modified xsi:type="dcterms:W3CDTF">2026-08-24T02:29:15.8850000Z</dcterms:modified>
</coreProperties>
</file>