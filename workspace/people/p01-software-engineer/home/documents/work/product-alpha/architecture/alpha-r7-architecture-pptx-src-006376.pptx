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9a04ed7abf486b" /><Relationship Type="http://schemas.openxmlformats.org/officeDocument/2006/relationships/extended-properties" Target="/docProps/app.xml" Id="R6557c8e4d89d4488" /><Relationship Type="http://schemas.openxmlformats.org/officeDocument/2006/relationships/officeDocument" Target="/ppt/presentation.xml" Id="Rae3a995a13bc4e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2efd3686d40b9"/>
  </p:sldMasterIdLst>
  <p:notesMasterIdLst>
    <p:notesMasterId xmlns:r="http://schemas.openxmlformats.org/officeDocument/2006/relationships" r:id="Rd2079e51fd96411d"/>
  </p:notesMasterIdLst>
  <p:sldIdLst>
    <p:sldId xmlns:r="http://schemas.openxmlformats.org/officeDocument/2006/relationships" id="256" r:id="R62cc034f16994dbb"/>
    <p:sldId xmlns:r="http://schemas.openxmlformats.org/officeDocument/2006/relationships" id="257" r:id="R9da6ece19d0843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00f1d180d1417b" /><Relationship Type="http://schemas.openxmlformats.org/officeDocument/2006/relationships/slideMaster" Target="/ppt/slideMasters/slideMaster1.xml" Id="R7042efd3686d40b9" /><Relationship Type="http://schemas.openxmlformats.org/officeDocument/2006/relationships/notesMaster" Target="/ppt/notesMasters/notesMaster1.xml" Id="Rd2079e51fd96411d" /><Relationship Type="http://schemas.openxmlformats.org/officeDocument/2006/relationships/presProps" Target="/ppt/presProps.xml" Id="R72b29d5b06ad4d48" /><Relationship Type="http://schemas.openxmlformats.org/officeDocument/2006/relationships/tableStyles" Target="/ppt/tableStyles.xml" Id="Rc8edc444b6864a5a" /><Relationship Type="http://schemas.openxmlformats.org/officeDocument/2006/relationships/slide" Target="/ppt/slides/slide1.xml" Id="R62cc034f16994dbb" /><Relationship Type="http://schemas.openxmlformats.org/officeDocument/2006/relationships/slide" Target="/ppt/slides/slide2.xml" Id="R9da6ece19d0843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f860e01ba42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7407172e1344b9" /><Relationship Type="http://schemas.openxmlformats.org/officeDocument/2006/relationships/notesMaster" Target="/ppt/notesMasters/notesMaster1.xml" Id="R4e6e9b9e8e8040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7ed2f627ec40e1" /><Relationship Type="http://schemas.openxmlformats.org/officeDocument/2006/relationships/notesMaster" Target="/ppt/notesMasters/notesMaster1.xml" Id="Rda9886bdf35247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33d6d106f43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7bb13da9774d0a" /><Relationship Type="http://schemas.openxmlformats.org/officeDocument/2006/relationships/slideLayout" Target="/ppt/slideLayouts/slideLayout1.xml" Id="Rde5b15af2a6e4b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5b15af2a6e4b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1b477502048f6" /><Relationship Type="http://schemas.openxmlformats.org/officeDocument/2006/relationships/notesSlide" Target="/ppt/notesSlides/notesSlide1.xml" Id="R36369e97de1345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2fb7a4c3a4c5e" /><Relationship Type="http://schemas.openxmlformats.org/officeDocument/2006/relationships/chart" Target="/ppt/slides/charts/chart1.xml" Id="R99408d2ff72e4487" /><Relationship Type="http://schemas.openxmlformats.org/officeDocument/2006/relationships/notesSlide" Target="/ppt/notesSlides/notesSlide2.xml" Id="Rf0b4eab3247e48a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6376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36</c:v>
              </c:pt>
              <c:pt idx="2">
                <c:v>42</c:v>
              </c:pt>
              <c:pt idx="3">
                <c:v>23</c:v>
              </c:pt>
              <c:pt idx="4">
                <c:v>22</c:v>
              </c:pt>
              <c:pt idx="5">
                <c:v>32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1EA7E-8641-44F2-9B71-6A1161D0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p01-src-006376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62F74-1CFC-4090-8465-20FB17E0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p01-full-006376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p01-full-010246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p95 157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79045-01A4-4FF8-A3B3-4B9D112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6376: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0246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1847707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69193-2166-4C86-98C6-3A54BF11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p01-src-006376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E7CEC-1D06-4A1F-9C5C-4B68EC68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p01-full-010246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approval recorded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408d2ff72e448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2773A-4CE7-4DA9-841F-0FAC0D78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p01-src-006376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1306079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2026-08-24T02:29:16.1450000Z</dcterms:created>
  <dcterms:modified xsi:type="dcterms:W3CDTF">2026-08-24T02:29:16.1450000Z</dcterms:modified>
</coreProperties>
</file>