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2fa8951eb643ce" /><Relationship Type="http://schemas.openxmlformats.org/officeDocument/2006/relationships/extended-properties" Target="/docProps/app.xml" Id="R5afc6e67a8fb4415" /><Relationship Type="http://schemas.openxmlformats.org/officeDocument/2006/relationships/officeDocument" Target="/ppt/presentation.xml" Id="R741682a4cbf446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1903925df04aa2"/>
  </p:sldMasterIdLst>
  <p:notesMasterIdLst>
    <p:notesMasterId xmlns:r="http://schemas.openxmlformats.org/officeDocument/2006/relationships" r:id="Rf61fca3a6206481b"/>
  </p:notesMasterIdLst>
  <p:sldIdLst>
    <p:sldId xmlns:r="http://schemas.openxmlformats.org/officeDocument/2006/relationships" id="256" r:id="R34f770ddd77442f6"/>
    <p:sldId xmlns:r="http://schemas.openxmlformats.org/officeDocument/2006/relationships" id="257" r:id="Rb662863a5d214b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e67dd72af94b07" /><Relationship Type="http://schemas.openxmlformats.org/officeDocument/2006/relationships/slideMaster" Target="/ppt/slideMasters/slideMaster1.xml" Id="R111903925df04aa2" /><Relationship Type="http://schemas.openxmlformats.org/officeDocument/2006/relationships/notesMaster" Target="/ppt/notesMasters/notesMaster1.xml" Id="Rf61fca3a6206481b" /><Relationship Type="http://schemas.openxmlformats.org/officeDocument/2006/relationships/presProps" Target="/ppt/presProps.xml" Id="R8cc757a0ac5f4a43" /><Relationship Type="http://schemas.openxmlformats.org/officeDocument/2006/relationships/tableStyles" Target="/ppt/tableStyles.xml" Id="Rbf0bd5ae76204698" /><Relationship Type="http://schemas.openxmlformats.org/officeDocument/2006/relationships/slide" Target="/ppt/slides/slide1.xml" Id="R34f770ddd77442f6" /><Relationship Type="http://schemas.openxmlformats.org/officeDocument/2006/relationships/slide" Target="/ppt/slides/slide2.xml" Id="Rb662863a5d214b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77038baff54c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04808f42214ec7" /><Relationship Type="http://schemas.openxmlformats.org/officeDocument/2006/relationships/notesMaster" Target="/ppt/notesMasters/notesMaster1.xml" Id="Re6ff4f90adcd4b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57a2383e1f40bf" /><Relationship Type="http://schemas.openxmlformats.org/officeDocument/2006/relationships/notesMaster" Target="/ppt/notesMasters/notesMaster1.xml" Id="R58a264ae23fa4a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169ad6a75c4a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c09a6e95b54cdd" /><Relationship Type="http://schemas.openxmlformats.org/officeDocument/2006/relationships/slideLayout" Target="/ppt/slideLayouts/slideLayout1.xml" Id="Rf2b3ffc17ad049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b3ffc17ad049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1df796dfb4428" /><Relationship Type="http://schemas.openxmlformats.org/officeDocument/2006/relationships/notesSlide" Target="/ppt/notesSlides/notesSlide1.xml" Id="R84f519ade08045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09c657af6403c" /><Relationship Type="http://schemas.openxmlformats.org/officeDocument/2006/relationships/notesSlide" Target="/ppt/notesSlides/notesSlide2.xml" Id="R7a8cb59a7e6941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A97B7-10C4-43D1-B798-65541593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Contract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3D2E6-4D47-4B7B-8ED8-A944571C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API-A7-1177 keeps the asynchronous release gate observable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81C52-77A6-4E7B-B276-4E104401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p01-full-001177 | Source p01-src-001177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F71A7-2659-4B93-B6C1-8D23B190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Request intake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9C9EC-C57D-4E2B-8EE9-97A0B1E8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Decision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DA18C-C2EA-4A0D-AB0A-2BB4656A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Event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09C24-1093-4E07-AFCA-C60A2CD6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Evidence 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2694D-2566-4C97-AFE4-010E8805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4775E-1994-498F-845D-CBE918E1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A7BB0-2481-4E64-A450-53EBA9DB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FC0FC-D684-434E-A890-586FCD75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ADR-042 preserves the approval boundary; 200 ms p95 is the target and 184 ms is the accepted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39F19-B37A-4758-94A2-5B29C96A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4954495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5B6423-B80B-4FE8-8451-FA5F276F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API-A7-1177: contract evidence is reconciled to its scope-local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80F56-1CA1-44E2-85BB-C926DBD9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Evidence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7D140-C070-4256-90BF-CF40E294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8B982-33C2-4C95-9953-8A2E98DE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A372B-CBC7-442E-BD36-22EF80C1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41632-6033-4A60-A8C0-E9BA691A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p01-full-008209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98587-F631-428B-9354-B5B5209E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8C942-B809-47FC-AA45-D1F11C83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B468B-A7EC-4DCB-9279-4FBE1237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7583E-F018-41C8-BEED-38C3CCE8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19082-04F8-4A91-A328-DC777956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00F8B7-619B-4173-8F54-CD581167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2FCF9-EF48-4219-ABEA-C975863B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40508-1641-4079-A4AA-133BE2D7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796E4-AE41-493D-97D3-2605C219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40CE39-71F7-49F7-BFB9-963808F7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08BB7-EBFB-46E9-A6AE-D314DDAE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8E741B-3F2A-47B2-8188-5F2074BE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contract supports additive-before-removal compatibility. The evidence input and release-gate reference remain aligned without changing ADR-042.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C96C4A-8139-4000-A026-E9D4578D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p01-full-001177 | Source p01-src-001177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1461475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2026-08-24T02:21:30.6850000Z</dcterms:created>
  <dcterms:modified xsi:type="dcterms:W3CDTF">2026-08-24T02:21:30.6850000Z</dcterms:modified>
</coreProperties>
</file>