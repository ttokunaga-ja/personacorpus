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07fb500faa4898" /><Relationship Type="http://schemas.openxmlformats.org/officeDocument/2006/relationships/extended-properties" Target="/docProps/app.xml" Id="R551474add5604bf7" /><Relationship Type="http://schemas.openxmlformats.org/officeDocument/2006/relationships/officeDocument" Target="/ppt/presentation.xml" Id="R2e5a0ccf696f46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f7bb9c854441df"/>
  </p:sldMasterIdLst>
  <p:notesMasterIdLst>
    <p:notesMasterId xmlns:r="http://schemas.openxmlformats.org/officeDocument/2006/relationships" r:id="R53898c19cfb64f73"/>
  </p:notesMasterIdLst>
  <p:sldIdLst>
    <p:sldId xmlns:r="http://schemas.openxmlformats.org/officeDocument/2006/relationships" id="256" r:id="R315b1a53ab9443f9"/>
    <p:sldId xmlns:r="http://schemas.openxmlformats.org/officeDocument/2006/relationships" id="257" r:id="R2974cc56e2b34e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879d99de6b4e1d" /><Relationship Type="http://schemas.openxmlformats.org/officeDocument/2006/relationships/slideMaster" Target="/ppt/slideMasters/slideMaster1.xml" Id="Rb5f7bb9c854441df" /><Relationship Type="http://schemas.openxmlformats.org/officeDocument/2006/relationships/notesMaster" Target="/ppt/notesMasters/notesMaster1.xml" Id="R53898c19cfb64f73" /><Relationship Type="http://schemas.openxmlformats.org/officeDocument/2006/relationships/presProps" Target="/ppt/presProps.xml" Id="Ra3bfb4404a214168" /><Relationship Type="http://schemas.openxmlformats.org/officeDocument/2006/relationships/tableStyles" Target="/ppt/tableStyles.xml" Id="R23c6e127daf94c3a" /><Relationship Type="http://schemas.openxmlformats.org/officeDocument/2006/relationships/slide" Target="/ppt/slides/slide1.xml" Id="R315b1a53ab9443f9" /><Relationship Type="http://schemas.openxmlformats.org/officeDocument/2006/relationships/slide" Target="/ppt/slides/slide2.xml" Id="R2974cc56e2b34e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111eb135864f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889e095aec40da" /><Relationship Type="http://schemas.openxmlformats.org/officeDocument/2006/relationships/notesMaster" Target="/ppt/notesMasters/notesMaster1.xml" Id="R5b12204a04c24e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fcd6613a8a4504" /><Relationship Type="http://schemas.openxmlformats.org/officeDocument/2006/relationships/notesMaster" Target="/ppt/notesMasters/notesMaster1.xml" Id="R25b07788b86440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a4fa317e814e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d3825696ae46e6" /><Relationship Type="http://schemas.openxmlformats.org/officeDocument/2006/relationships/slideLayout" Target="/ppt/slideLayouts/slideLayout1.xml" Id="Rc098d1cb7d4e4b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98d1cb7d4e4b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22de2f4da4de2" /><Relationship Type="http://schemas.openxmlformats.org/officeDocument/2006/relationships/notesSlide" Target="/ppt/notesSlides/notesSlide1.xml" Id="R588c3112251442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6dc9049944192" /><Relationship Type="http://schemas.openxmlformats.org/officeDocument/2006/relationships/notesSlide" Target="/ppt/notesSlides/notesSlide2.xml" Id="Rb81362be2a0243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386BD-F3FC-4235-8B6E-AEC952B3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API contract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8A0C2-FE66-43D2-9D99-43EF6BCD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API-A7-8775 maintains an auditable compatibility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7442C-786C-430B-9087-C66409AC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p01-full-008775 | Source p01-src-008775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01E6D-632C-4CD7-B545-E6BE2F05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Schema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E4CF9-988C-43D0-9E0B-A155645A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A51CF-CCB4-4B33-B0B3-C0A01F38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72831-7DE4-4905-B928-0AEBBE0D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Review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97021-514A-4192-8F83-2590A92C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ADCDE-9382-4043-951A-D05291CE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A65AE-708E-4232-959F-BE868F4D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D21D2-C530-4363-8BD0-0FB46398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keeps compatibility additive before removal. Target p95: 200 ms; accepted reference: 184 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3D5C7-8266-4CC3-A216-14D6731E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588312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2F05F-318E-4F60-9244-0B00E398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API-A7-8775: release decision and evidence remain connected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E9053-C24D-4D42-8C8C-BEB0C5FA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Decision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F32D7-046A-4474-B2C5-10D93C52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035EF-6B77-4CA2-B219-E8B1C72B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2D82C-50E8-4F85-9C8E-0B648C62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386A6-1051-43F8-A422-DEA5CC28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p01-full-010085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3939E-2550-4E01-B14D-83310CF0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741C5-2F4C-4D3C-9A8D-7FEA29D3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B64C0-4224-45A2-8F59-F98888EF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BD117-FB29-451A-A10F-2A9AA03D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15132-5306-40CA-8F55-FAB97936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8B9B6A-EB32-4185-98BB-2E910CD9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43C1B-7606-430F-960F-2983E1A0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E7F014-8998-44D4-880B-0DD03B8C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AA995D-34EE-4609-A0CA-B587F109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3A9EB-CE04-43B3-9559-099580A4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DDBB6D-4293-4BD8-9369-606C05AC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FCA07C-9F0B-4BAC-8433-B0F7C470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scope-local input supports a reversible release gate. Its linked evidence is ready for review while preserving the ADR-042 boundary.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36B107-300E-43D4-BA50-E71F6047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p01-full-008775 | Source p01-src-008775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5368507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2026-08-24T02:26:11.9540000Z</dcterms:created>
  <dcterms:modified xsi:type="dcterms:W3CDTF">2026-08-24T02:26:11.9540000Z</dcterms:modified>
</coreProperties>
</file>