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06d83d3b60464d" /><Relationship Type="http://schemas.openxmlformats.org/officeDocument/2006/relationships/extended-properties" Target="/docProps/app.xml" Id="R2431848104754e8f" /><Relationship Type="http://schemas.openxmlformats.org/officeDocument/2006/relationships/officeDocument" Target="/ppt/presentation.xml" Id="R913fa6968db049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7571ed4d9e4ae9"/>
  </p:sldMasterIdLst>
  <p:notesMasterIdLst>
    <p:notesMasterId xmlns:r="http://schemas.openxmlformats.org/officeDocument/2006/relationships" r:id="R793e831f846141b5"/>
  </p:notesMasterIdLst>
  <p:sldIdLst>
    <p:sldId xmlns:r="http://schemas.openxmlformats.org/officeDocument/2006/relationships" id="256" r:id="R3847bbabf96e48c4"/>
    <p:sldId xmlns:r="http://schemas.openxmlformats.org/officeDocument/2006/relationships" id="257" r:id="R1d97e74a83be48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e8be84362445e5" /><Relationship Type="http://schemas.openxmlformats.org/officeDocument/2006/relationships/slideMaster" Target="/ppt/slideMasters/slideMaster1.xml" Id="R607571ed4d9e4ae9" /><Relationship Type="http://schemas.openxmlformats.org/officeDocument/2006/relationships/notesMaster" Target="/ppt/notesMasters/notesMaster1.xml" Id="R793e831f846141b5" /><Relationship Type="http://schemas.openxmlformats.org/officeDocument/2006/relationships/presProps" Target="/ppt/presProps.xml" Id="R33968a5d29ec4ae9" /><Relationship Type="http://schemas.openxmlformats.org/officeDocument/2006/relationships/tableStyles" Target="/ppt/tableStyles.xml" Id="R5c8c28543c0e4613" /><Relationship Type="http://schemas.openxmlformats.org/officeDocument/2006/relationships/slide" Target="/ppt/slides/slide1.xml" Id="R3847bbabf96e48c4" /><Relationship Type="http://schemas.openxmlformats.org/officeDocument/2006/relationships/slide" Target="/ppt/slides/slide2.xml" Id="R1d97e74a83be48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b7ee5480a34c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b6ea1422d04e17" /><Relationship Type="http://schemas.openxmlformats.org/officeDocument/2006/relationships/notesMaster" Target="/ppt/notesMasters/notesMaster1.xml" Id="R450b85489bf249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252cdd1a6646e0" /><Relationship Type="http://schemas.openxmlformats.org/officeDocument/2006/relationships/notesMaster" Target="/ppt/notesMasters/notesMaster1.xml" Id="R968e895da50d48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276efa5db94a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0dfca35bc845e0" /><Relationship Type="http://schemas.openxmlformats.org/officeDocument/2006/relationships/slideLayout" Target="/ppt/slideLayouts/slideLayout1.xml" Id="R2fa5a55cde8645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a5a55cde8645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a1b4f69c04ef5" /><Relationship Type="http://schemas.openxmlformats.org/officeDocument/2006/relationships/notesSlide" Target="/ppt/notesSlides/notesSlide1.xml" Id="Rb51ec91b80464c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33d7d3ea34a6c" /><Relationship Type="http://schemas.openxmlformats.org/officeDocument/2006/relationships/notesSlide" Target="/ppt/notesSlides/notesSlide2.xml" Id="R3bf9a99c53084e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4B7F2F-E566-4850-BED3-95B013B5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F6475"/>
                </a:solidFill>
              </a:defRPr>
            </a:pPr>
            <a:r>
              <a:rPr sz="1200">
                <a:solidFill>
                  <a:srgbClr val="4F6475"/>
                </a:solidFill>
              </a:rPr>
              <a:t>Aster Loop | Product Alpha R7 | contract release briefing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258660-3BA0-456D-84B5-1DB20BBB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02E58"/>
                </a:solidFill>
              </a:defRPr>
            </a:pPr>
            <a:r>
              <a:rPr sz="3000">
                <a:solidFill>
                  <a:srgbClr val="102E58"/>
                </a:solidFill>
              </a:rPr>
              <a:t>API-A7-10974 makes the approval trail clear at the API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66E39A-BA3C-4230-A593-0150692B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F6475"/>
                </a:solidFill>
              </a:defRPr>
            </a:pPr>
            <a:r>
              <a:rPr sz="1350">
                <a:solidFill>
                  <a:srgbClr val="4F6475"/>
                </a:solidFill>
              </a:rPr>
              <a:t>Reviewed 2026-07-20 | Artifact p01-full-010974 | Source p01-src-010974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9522FA-7E34-4A19-9E74-15793EC9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Change 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854C6A-4590-4315-A9ED-57E94F0F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ADR-042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AC3D2A-EBCC-4AC4-9C50-3795E40D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6F7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Compatibility signal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BD646-8B85-4FAA-AFD4-D25A4BF8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Release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72D69-886C-48F3-B87B-6FC7C536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A93675-1862-41C3-98F5-F1D9A298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A3DFC4-B26D-43AA-8DC4-56ED48F6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99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77981A-05F3-4E55-B56D-6078D21F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E68"/>
                </a:solidFill>
              </a:defRPr>
            </a:pPr>
            <a:r>
              <a:rPr sz="1800">
                <a:solidFill>
                  <a:srgbClr val="334E68"/>
                </a:solidFill>
              </a:rPr>
              <a:t>The release gate maintains additive-before-removal sequencing. 200 ms p95 is the target; 184 ms is the accepted reference.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813345-EE64-4222-A305-F08A60B0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Synthetic engineering evidence only; no customer or production data.</a:t>
            </a:r>
          </a:p>
        </p:txBody>
      </p:sp>
    </p:spTree>
    <p:extLst>
      <p:ext uri="{BB962C8B-B14F-4D97-AF65-F5344CB8AC3E}">
        <p14:creationId xmlns:p14="http://schemas.microsoft.com/office/powerpoint/2010/main" val="7924897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6A05A0-C30F-4687-8EF6-F9C980C4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02E58"/>
                </a:solidFill>
              </a:defRPr>
            </a:pPr>
            <a:r>
              <a:rPr sz="2700">
                <a:solidFill>
                  <a:srgbClr val="102E58"/>
                </a:solidFill>
              </a:rPr>
              <a:t>API-A7-10974: evidence links the scope-local dependency to a release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9880B7-4F66-46FC-A91F-5C659E00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Release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1BE738-2726-4713-A2F6-ACAFDF31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Field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E82956-504A-42A5-AC0E-D85E161A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93CDDE-459B-4A2A-AF33-7D071009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Dependency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11966B-4DD7-4659-AC87-5338B80B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479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p01-full-010585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6533F5-99A7-45BA-95C8-A36CB39F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32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Release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DB7A03-B715-45FC-A132-A492BAE0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432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Product Alpha R7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9A50CF-7050-44A7-8DDE-331043B1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385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7654FA-784E-44AF-90DA-70628D0A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385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2026-07-20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B19DDF-F350-49B3-8437-E5813CCC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Target p95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97E7A2-8358-4C9C-8DB3-59709B7E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338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200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2B1749-3CE7-4824-ACE2-36229E5C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Reference p95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0866B6-2455-46BE-ACD8-0C6F04F1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91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184 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1F6875-55B6-41D4-A13A-CBD55715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244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Lifecycle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974E4C-D733-48D4-8D95-00785E7F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244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D7FD6E-EB80-4273-A6CD-0A344CCF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81CDE9-E039-476C-B8FE-C9632C6C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E68"/>
                </a:solidFill>
              </a:defRPr>
            </a:pPr>
            <a:r>
              <a:rPr sz="1650">
                <a:solidFill>
                  <a:srgbClr val="334E68"/>
                </a:solidFill>
              </a:rPr>
              <a:t>The source-specific input can be reconciled without widening the release boundary. Reviewers can trace the dependency while retaining the established service measure.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10F5AB-1E9B-4729-B1E8-77CE522D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Artifact p01-full-010974 | Source p01-src-010974 | synthetic Aster Loop record</a:t>
            </a:r>
          </a:p>
        </p:txBody>
      </p:sp>
    </p:spTree>
    <p:extLst>
      <p:ext uri="{BB962C8B-B14F-4D97-AF65-F5344CB8AC3E}">
        <p14:creationId xmlns:p14="http://schemas.microsoft.com/office/powerpoint/2010/main" val="20568098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2026-08-24T02:30:46.1070000Z</dcterms:created>
  <dcterms:modified xsi:type="dcterms:W3CDTF">2026-08-24T02:30:46.1070000Z</dcterms:modified>
</coreProperties>
</file>