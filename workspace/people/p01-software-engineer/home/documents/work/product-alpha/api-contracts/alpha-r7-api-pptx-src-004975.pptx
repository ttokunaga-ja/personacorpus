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7d03c58e3423f" /><Relationship Type="http://schemas.openxmlformats.org/officeDocument/2006/relationships/extended-properties" Target="/docProps/app.xml" Id="R1436fc9d8d024f05" /><Relationship Type="http://schemas.openxmlformats.org/officeDocument/2006/relationships/officeDocument" Target="/ppt/presentation.xml" Id="R621d9142aafe4a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13ea480f9a439b"/>
  </p:sldMasterIdLst>
  <p:notesMasterIdLst>
    <p:notesMasterId xmlns:r="http://schemas.openxmlformats.org/officeDocument/2006/relationships" r:id="Re2bcd56b1ce54d94"/>
  </p:notesMasterIdLst>
  <p:sldIdLst>
    <p:sldId xmlns:r="http://schemas.openxmlformats.org/officeDocument/2006/relationships" id="256" r:id="R68e030758a294ccd"/>
    <p:sldId xmlns:r="http://schemas.openxmlformats.org/officeDocument/2006/relationships" id="257" r:id="Rb7d8799dcaf0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0fd30b13ad4dda" /><Relationship Type="http://schemas.openxmlformats.org/officeDocument/2006/relationships/slideMaster" Target="/ppt/slideMasters/slideMaster1.xml" Id="R2913ea480f9a439b" /><Relationship Type="http://schemas.openxmlformats.org/officeDocument/2006/relationships/notesMaster" Target="/ppt/notesMasters/notesMaster1.xml" Id="Re2bcd56b1ce54d94" /><Relationship Type="http://schemas.openxmlformats.org/officeDocument/2006/relationships/presProps" Target="/ppt/presProps.xml" Id="R8256984de0704e73" /><Relationship Type="http://schemas.openxmlformats.org/officeDocument/2006/relationships/tableStyles" Target="/ppt/tableStyles.xml" Id="R9d20b0b185e04904" /><Relationship Type="http://schemas.openxmlformats.org/officeDocument/2006/relationships/slide" Target="/ppt/slides/slide1.xml" Id="R68e030758a294ccd" /><Relationship Type="http://schemas.openxmlformats.org/officeDocument/2006/relationships/slide" Target="/ppt/slides/slide2.xml" Id="Rb7d8799dcaf0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0030cd88b4b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b8fc0bb9a7451f" /><Relationship Type="http://schemas.openxmlformats.org/officeDocument/2006/relationships/notesMaster" Target="/ppt/notesMasters/notesMaster1.xml" Id="Red904ec4d656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9e4d1e64145e8" /><Relationship Type="http://schemas.openxmlformats.org/officeDocument/2006/relationships/notesMaster" Target="/ppt/notesMasters/notesMaster1.xml" Id="R3ea22cffd5d64b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6fd79468a48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6350a778a428b" /><Relationship Type="http://schemas.openxmlformats.org/officeDocument/2006/relationships/slideLayout" Target="/ppt/slideLayouts/slideLayout1.xml" Id="Re2b211a43a4f42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211a43a4f42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a5e864f974207" /><Relationship Type="http://schemas.openxmlformats.org/officeDocument/2006/relationships/notesSlide" Target="/ppt/notesSlides/notesSlide1.xml" Id="Rd1afd3fbb26f4f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cd6fc8924c72" /><Relationship Type="http://schemas.openxmlformats.org/officeDocument/2006/relationships/notesSlide" Target="/ppt/notesSlides/notesSlide2.xml" Id="Ra6d5c10ba4a3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F3582-25EB-4788-B966-B6F2FA6D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BC515-BD75-4F12-A08E-82337182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API-A7-4975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8E2C6-A5AB-4CFB-B1C4-EAAB95CA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p01-full-004975 | Source p01-src-004975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9BCA-0884-4BBD-BC11-94B469BA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ECAA8-C029-4674-9EC3-F32BDEE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AD750-0ACB-44A5-86DB-7D635457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BD390-98E2-4FAA-8B4F-7EA23878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C7AAC-DD31-4DEA-8621-3A331CF3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9F2D5-3DD6-40C1-8E96-524B4DB5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EEFCB-F548-4EB3-8F35-4A73344B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D9042-BC17-4461-81FB-4520F953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CFC80-E2DB-46F9-BD69-0FA853EF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65423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A4029-5FBE-499F-83C2-B87CC08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API-A7-4975: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DB733-6341-41D4-AB48-12C3B882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705DA-90D0-4093-A0DD-AB6C7672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5119D-927B-453E-B904-1E23C204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A63FF-21DB-4E6E-9691-35581C8B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119BC-DA44-4FC9-A0EF-A327BB7F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p01-full-008785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887CA-7C58-411A-A544-40D5D5F7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68BCE-45AB-4A14-8E5A-07C707AF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9C591-8095-4728-A331-88A9C21B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94DE6-0B14-49E4-98C9-D2DF2EDA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BF902-2F8B-43D4-A1BA-78D3CEEC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BB89B-D078-45F6-8BCF-7220413A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F26DB-DF51-49CA-B475-16D02905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4E3CF-03E0-4D7A-B21E-64CFEF3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EE530-D223-4F2C-A698-B0CB013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69ACE-FA8C-4D13-ACD9-BE5FBD57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77F7B-8D41-4D35-849D-E4D9F9D9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8DF2D-D592-4324-AEAF-DA20F7D5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049B2-C63B-4DFE-A9CA-415C39F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p01-full-004975 | Source p01-src-004975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369068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2026-08-24T02:21:32.4030000Z</dcterms:created>
  <dcterms:modified xsi:type="dcterms:W3CDTF">2026-08-24T02:21:32.4030000Z</dcterms:modified>
</coreProperties>
</file>