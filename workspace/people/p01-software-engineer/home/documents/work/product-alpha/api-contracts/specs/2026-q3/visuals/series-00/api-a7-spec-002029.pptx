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fd4dfd0d984f0d" /><Relationship Type="http://schemas.openxmlformats.org/officeDocument/2006/relationships/extended-properties" Target="/docProps/app.xml" Id="R7b85594c2cdc4e87" /><Relationship Type="http://schemas.openxmlformats.org/officeDocument/2006/relationships/officeDocument" Target="/ppt/presentation.xml" Id="R594a7c6cd73941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8300ec43c49fb"/>
  </p:sldMasterIdLst>
  <p:notesMasterIdLst>
    <p:notesMasterId xmlns:r="http://schemas.openxmlformats.org/officeDocument/2006/relationships" r:id="R10fb2a890ff14827"/>
  </p:notesMasterIdLst>
  <p:sldIdLst>
    <p:sldId xmlns:r="http://schemas.openxmlformats.org/officeDocument/2006/relationships" id="256" r:id="R349926e10a034f3e"/>
    <p:sldId xmlns:r="http://schemas.openxmlformats.org/officeDocument/2006/relationships" id="257" r:id="R56f28748112641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f6afe60604be9" /><Relationship Type="http://schemas.openxmlformats.org/officeDocument/2006/relationships/slideMaster" Target="/ppt/slideMasters/slideMaster1.xml" Id="R2048300ec43c49fb" /><Relationship Type="http://schemas.openxmlformats.org/officeDocument/2006/relationships/notesMaster" Target="/ppt/notesMasters/notesMaster1.xml" Id="R10fb2a890ff14827" /><Relationship Type="http://schemas.openxmlformats.org/officeDocument/2006/relationships/presProps" Target="/ppt/presProps.xml" Id="R06bd3a68e808421a" /><Relationship Type="http://schemas.openxmlformats.org/officeDocument/2006/relationships/tableStyles" Target="/ppt/tableStyles.xml" Id="R6929b8a4c2ab4855" /><Relationship Type="http://schemas.openxmlformats.org/officeDocument/2006/relationships/slide" Target="/ppt/slides/slide1.xml" Id="R349926e10a034f3e" /><Relationship Type="http://schemas.openxmlformats.org/officeDocument/2006/relationships/slide" Target="/ppt/slides/slide2.xml" Id="R56f28748112641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aca799978d41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01f2d15a3b4ae6" /><Relationship Type="http://schemas.openxmlformats.org/officeDocument/2006/relationships/notesMaster" Target="/ppt/notesMasters/notesMaster1.xml" Id="R91c38e3e4dac47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8c20fa4ae040cf" /><Relationship Type="http://schemas.openxmlformats.org/officeDocument/2006/relationships/notesMaster" Target="/ppt/notesMasters/notesMaster1.xml" Id="R1019311a0fbd48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c3582a62f41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8ac3497f3e491c" /><Relationship Type="http://schemas.openxmlformats.org/officeDocument/2006/relationships/slideLayout" Target="/ppt/slideLayouts/slideLayout1.xml" Id="R068b065841104e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b065841104e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ec8e9df4746a9" /><Relationship Type="http://schemas.openxmlformats.org/officeDocument/2006/relationships/notesSlide" Target="/ppt/notesSlides/notesSlide1.xml" Id="R325a7af9eb3f4d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f130cbe6844d1" /><Relationship Type="http://schemas.openxmlformats.org/officeDocument/2006/relationships/notesSlide" Target="/ppt/notesSlides/notesSlide2.xml" Id="Rb71def3393a943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665E0-2E27-40C4-AEE2-1A5E8CEA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C331B-4959-431C-983E-B6D25413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API-A7-2029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B857F-2251-477C-A351-3D539230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p01-full-002029 | Source p01-src-002029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52095-E12C-41F5-BCB0-E5D6270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2230D-CB7D-40F3-9A9C-626A6A94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4D174-5B0E-43FC-912B-F6721A2C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97BFC-287C-47F5-8291-A0E86EE3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C21DB-868C-4793-ABDF-BBBDEA18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1E0A4-8DF1-4857-9783-F480523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67379-C224-4298-A782-CC85145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386D4-B75A-4B97-9A7F-A670ECB8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25FBD-C33D-4530-AF75-5DB17F8C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485944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00ABE-44DD-46F8-BA3D-D227960C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API-A7-2029: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7D27A-1067-42E0-9302-98A81274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7F4E0-8CB4-4108-9941-1DDF88E1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A328D-D73A-45A6-A522-B9523C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5B1E6-B78C-4D1E-A06C-FC1BEE37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E309D-C1ED-481C-9B54-733B8338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39CE0-153C-481E-B2FC-6733C244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23EBD-AE5F-43E3-80EA-8B209189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C6F8B-3683-4C14-ADA2-9E32BA56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6FA86-2D2E-4A09-B6FC-AA0B5EB1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59FB8-F80D-4A35-9325-22DC59A4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8FF2C-C3F7-475D-92BA-12FBA38D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5C6F8-0386-4CB9-8CC7-BF1009B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AD795-542A-45DE-9631-85B6AFF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9CD26-EA79-4065-81E2-CF7823FE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95535-54FE-4378-B435-B4DC2AC7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4CD76-D2AB-42C0-BCDC-38904879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48A74-FCE6-47AA-BFF8-856D66C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80C84-E63C-4444-BF1F-47EA5318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p01-full-002029 | Source p01-src-002029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571965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2026-08-24T02:21:30.9000000Z</dcterms:created>
  <dcterms:modified xsi:type="dcterms:W3CDTF">2026-08-24T02:21:30.9000000Z</dcterms:modified>
</coreProperties>
</file>