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c0162be6d4c77" /><Relationship Type="http://schemas.openxmlformats.org/officeDocument/2006/relationships/extended-properties" Target="/docProps/app.xml" Id="Re355edf841b74bfb" /><Relationship Type="http://schemas.openxmlformats.org/officeDocument/2006/relationships/officeDocument" Target="/ppt/presentation.xml" Id="Rb164919f14d449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ee7e61ad0949d4"/>
  </p:sldMasterIdLst>
  <p:notesMasterIdLst>
    <p:notesMasterId xmlns:r="http://schemas.openxmlformats.org/officeDocument/2006/relationships" r:id="Rb1518913b6504fb1"/>
  </p:notesMasterIdLst>
  <p:sldIdLst>
    <p:sldId xmlns:r="http://schemas.openxmlformats.org/officeDocument/2006/relationships" id="256" r:id="R94018e74726045c8"/>
    <p:sldId xmlns:r="http://schemas.openxmlformats.org/officeDocument/2006/relationships" id="257" r:id="Ra0ea74c0cba142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a0edbf2c634550" /><Relationship Type="http://schemas.openxmlformats.org/officeDocument/2006/relationships/slideMaster" Target="/ppt/slideMasters/slideMaster1.xml" Id="R8dee7e61ad0949d4" /><Relationship Type="http://schemas.openxmlformats.org/officeDocument/2006/relationships/notesMaster" Target="/ppt/notesMasters/notesMaster1.xml" Id="Rb1518913b6504fb1" /><Relationship Type="http://schemas.openxmlformats.org/officeDocument/2006/relationships/presProps" Target="/ppt/presProps.xml" Id="Rbcf3f430a49a4b64" /><Relationship Type="http://schemas.openxmlformats.org/officeDocument/2006/relationships/tableStyles" Target="/ppt/tableStyles.xml" Id="R0e2312dee8264c63" /><Relationship Type="http://schemas.openxmlformats.org/officeDocument/2006/relationships/slide" Target="/ppt/slides/slide1.xml" Id="R94018e74726045c8" /><Relationship Type="http://schemas.openxmlformats.org/officeDocument/2006/relationships/slide" Target="/ppt/slides/slide2.xml" Id="Ra0ea74c0cba142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0a8e16445a4e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e5bc067464a4b" /><Relationship Type="http://schemas.openxmlformats.org/officeDocument/2006/relationships/notesMaster" Target="/ppt/notesMasters/notesMaster1.xml" Id="R56cd06a884634e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1119b8f7b34d31" /><Relationship Type="http://schemas.openxmlformats.org/officeDocument/2006/relationships/notesMaster" Target="/ppt/notesMasters/notesMaster1.xml" Id="Rdc07f74c16b24a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484b7591e41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c599f493704781" /><Relationship Type="http://schemas.openxmlformats.org/officeDocument/2006/relationships/slideLayout" Target="/ppt/slideLayouts/slideLayout1.xml" Id="Rb9b87c1c3e7a48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b87c1c3e7a48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9503e2f8d4774" /><Relationship Type="http://schemas.openxmlformats.org/officeDocument/2006/relationships/notesSlide" Target="/ppt/notesSlides/notesSlide1.xml" Id="R9467a82aab724c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ee8751d31495a" /><Relationship Type="http://schemas.openxmlformats.org/officeDocument/2006/relationships/notesSlide" Target="/ppt/notesSlides/notesSlide2.xml" Id="R792058b0dbee4d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01A2F-D609-47B1-B4CB-BDE0598A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92B21-931D-45B4-B112-8136AEA2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API-A7-5175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E5270-BDDA-4B99-B69C-3E3AA2D1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p01-full-005175 | Source p01-src-005175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8DE6D-2D51-43D2-A8B8-5A44D04E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D76E8-6FA0-4631-8C8A-CB050789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294E7-F9D2-4515-8B70-A2DDCB61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A1AE0-DCD5-48CC-9D17-D60852B0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19801-8A33-4449-AF30-A60EFAF0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C14CA-0FCA-4B33-B9A0-FA299E46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E4F52-DED3-4D12-BD3F-5793648D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C88ED-DF3D-4A3A-9789-E0322B7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A68F6-4222-4398-845E-4AAEAC5F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720200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16C5A-7F70-4D1D-8783-11B1A806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API-A7-5175: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C51D8-2C5D-4E71-BEB6-D0BB368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C8CA2-1F00-4859-BEE9-EEF341F1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C8409-C39C-40E2-942A-81668AA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BD8F9-8440-4534-8FD4-7E7FDC4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81232-1A38-41DB-9CA8-A09366F5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p01-full-008941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7EB8C-34AF-4285-A47B-AC9E0063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2A350-D058-4EBA-B1D8-CBA19759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34FC4-E22D-4556-B221-FE670F2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F13A2-51DB-4FF5-B94E-A07F6AC6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ADAB9-E5E7-4FEB-A0C3-D791E8AE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DEC32-74DC-4387-A1B9-1B9AD43E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9B2D3-11D4-49C6-8DE2-EF01FFA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8C28E-EFE3-46BE-83FB-44425EE2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06377-5E3C-4B36-86E9-19FD2D52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47AE8-EC86-4242-BB07-012A3177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690B6-8380-41AD-B584-7566852D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AA7C6-3A83-4E02-AF22-05760FA8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C2B75-96CE-4C61-9AC1-1A79B217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p01-full-005175 | Source p01-src-005175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251934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2026-08-24T02:26:10.6770000Z</dcterms:created>
  <dcterms:modified xsi:type="dcterms:W3CDTF">2026-08-24T02:26:10.6770000Z</dcterms:modified>
</coreProperties>
</file>