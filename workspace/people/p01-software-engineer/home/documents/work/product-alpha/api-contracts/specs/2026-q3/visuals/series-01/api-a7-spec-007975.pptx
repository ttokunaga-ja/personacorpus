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5bfc28130e484d" /><Relationship Type="http://schemas.openxmlformats.org/officeDocument/2006/relationships/extended-properties" Target="/docProps/app.xml" Id="R11674973578445de" /><Relationship Type="http://schemas.openxmlformats.org/officeDocument/2006/relationships/officeDocument" Target="/ppt/presentation.xml" Id="R8205e871acb941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ebe523c6ff41f3"/>
  </p:sldMasterIdLst>
  <p:notesMasterIdLst>
    <p:notesMasterId xmlns:r="http://schemas.openxmlformats.org/officeDocument/2006/relationships" r:id="R5961b5a736f4496a"/>
  </p:notesMasterIdLst>
  <p:sldIdLst>
    <p:sldId xmlns:r="http://schemas.openxmlformats.org/officeDocument/2006/relationships" id="256" r:id="R767aa98653d14668"/>
    <p:sldId xmlns:r="http://schemas.openxmlformats.org/officeDocument/2006/relationships" id="257" r:id="R75274dce8de54e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d0db82a3a94164" /><Relationship Type="http://schemas.openxmlformats.org/officeDocument/2006/relationships/slideMaster" Target="/ppt/slideMasters/slideMaster1.xml" Id="Re0ebe523c6ff41f3" /><Relationship Type="http://schemas.openxmlformats.org/officeDocument/2006/relationships/notesMaster" Target="/ppt/notesMasters/notesMaster1.xml" Id="R5961b5a736f4496a" /><Relationship Type="http://schemas.openxmlformats.org/officeDocument/2006/relationships/presProps" Target="/ppt/presProps.xml" Id="Rcfae6b98c6604259" /><Relationship Type="http://schemas.openxmlformats.org/officeDocument/2006/relationships/tableStyles" Target="/ppt/tableStyles.xml" Id="R1e4f7f1c53484c13" /><Relationship Type="http://schemas.openxmlformats.org/officeDocument/2006/relationships/slide" Target="/ppt/slides/slide1.xml" Id="R767aa98653d14668" /><Relationship Type="http://schemas.openxmlformats.org/officeDocument/2006/relationships/slide" Target="/ppt/slides/slide2.xml" Id="R75274dce8de54e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fe2cca657d4a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902469dc4041da" /><Relationship Type="http://schemas.openxmlformats.org/officeDocument/2006/relationships/notesMaster" Target="/ppt/notesMasters/notesMaster1.xml" Id="Raff859bf7bf943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e0caa31cc64592" /><Relationship Type="http://schemas.openxmlformats.org/officeDocument/2006/relationships/notesMaster" Target="/ppt/notesMasters/notesMaster1.xml" Id="Rca80e8fe297d4a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9f19845db49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4d94da75ac4921" /><Relationship Type="http://schemas.openxmlformats.org/officeDocument/2006/relationships/slideLayout" Target="/ppt/slideLayouts/slideLayout1.xml" Id="R617898731e4747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7898731e4747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0fc25c0a04d1a" /><Relationship Type="http://schemas.openxmlformats.org/officeDocument/2006/relationships/notesSlide" Target="/ppt/notesSlides/notesSlide1.xml" Id="R9a9482552d7a4d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c59bc86fb43d9" /><Relationship Type="http://schemas.openxmlformats.org/officeDocument/2006/relationships/notesSlide" Target="/ppt/notesSlides/notesSlide2.xml" Id="R32d820888d634b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0EF71-57FA-441F-A800-7E49B7C9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API contract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42EC4-8016-41FB-9443-83ADF024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API-A7-7975 maintains an auditable compatibility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3EB8E-4977-4B2F-B1C2-36BB299D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p01-full-007975 | Source p01-src-007975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8111A-B20F-4C4B-A70F-E42A471E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Schema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D3910-58E5-473F-B608-0D84AB3B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2AD99-0E9F-4877-9662-310629C8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CA5FB-291F-44D0-AF8B-097C29D5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Review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8CDD2-0B21-411F-83A3-9A3877AD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141BF-0F3D-4F22-A660-24BBBAE4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5A583-AA1E-4230-9DB0-BDD4A178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2F5D7-74AC-4F1A-9354-190CF745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keeps compatibility additive before removal. Target p95: 200 ms; accepted reference: 184 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B73B6-773D-4335-AF40-BF209AE6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1403729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AD554-D8CD-4F59-9272-F16E0750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API-A7-7975: release decision and evidence remain connected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5AE63-C52D-40DC-8C83-CF99C8FB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0AC93-AB39-4221-98C5-9B0DAC8E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2231C-8911-440F-94CE-0E0E1022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D7F03-C345-4605-B455-895F0250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EF39F-AD87-47E1-A14D-03A8BBEB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p01-full-009606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707DD-3571-44A9-9A0D-1964EEFF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8B83E-CFA7-461F-9172-98AAE7C0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E6AD2-FDFC-441A-8F0D-46DC01B2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7311E-AA40-475E-900E-349C093E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67917-07CE-4A22-98AA-29666475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7E29D-EB07-4CEC-A451-FE1CC1F6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C6FC6-0BD0-43FD-8023-2DCCE2D5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DBEB3-2F77-4B7B-A2F1-548FFD3D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9AF55-A3ED-4A36-8CBC-F8F0A2B3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990EE-A39D-40C3-A705-036AEC06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9A9A7-43DE-4656-B911-C0E26FA1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A5528-E4E9-4094-8AE0-6C8C635B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scope-local input supports a reversible release gate. Its linked evidence is ready for review while preserving the ADR-042 boundary.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8CF22-742D-4711-AE2E-0F09E1D1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p01-full-007975 | Source p01-src-007975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1863960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2026-08-24T02:26:11.7860000Z</dcterms:created>
  <dcterms:modified xsi:type="dcterms:W3CDTF">2026-08-24T02:26:11.7860000Z</dcterms:modified>
</coreProperties>
</file>