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f04a19e8544fc3" /><Relationship Type="http://schemas.openxmlformats.org/officeDocument/2006/relationships/extended-properties" Target="/docProps/app.xml" Id="R2a8799db7bf844ec" /><Relationship Type="http://schemas.openxmlformats.org/officeDocument/2006/relationships/officeDocument" Target="/ppt/presentation.xml" Id="R687fe6d8da5f4f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6478deaaf8433c"/>
  </p:sldMasterIdLst>
  <p:notesMasterIdLst>
    <p:notesMasterId xmlns:r="http://schemas.openxmlformats.org/officeDocument/2006/relationships" r:id="Rc5d8116290dd427d"/>
  </p:notesMasterIdLst>
  <p:sldIdLst>
    <p:sldId xmlns:r="http://schemas.openxmlformats.org/officeDocument/2006/relationships" id="256" r:id="R7219ca5255504e00"/>
    <p:sldId xmlns:r="http://schemas.openxmlformats.org/officeDocument/2006/relationships" id="257" r:id="R5929615978f34a1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efc14c5be54ab0" /><Relationship Type="http://schemas.openxmlformats.org/officeDocument/2006/relationships/slideMaster" Target="/ppt/slideMasters/slideMaster1.xml" Id="Rae6478deaaf8433c" /><Relationship Type="http://schemas.openxmlformats.org/officeDocument/2006/relationships/notesMaster" Target="/ppt/notesMasters/notesMaster1.xml" Id="Rc5d8116290dd427d" /><Relationship Type="http://schemas.openxmlformats.org/officeDocument/2006/relationships/presProps" Target="/ppt/presProps.xml" Id="Ree1bc9f7e85e4305" /><Relationship Type="http://schemas.openxmlformats.org/officeDocument/2006/relationships/tableStyles" Target="/ppt/tableStyles.xml" Id="R94fe23b6f9644e0e" /><Relationship Type="http://schemas.openxmlformats.org/officeDocument/2006/relationships/slide" Target="/ppt/slides/slide1.xml" Id="R7219ca5255504e00" /><Relationship Type="http://schemas.openxmlformats.org/officeDocument/2006/relationships/slide" Target="/ppt/slides/slide2.xml" Id="R5929615978f34a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56333b7cb544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9c0811da4b4d5f" /><Relationship Type="http://schemas.openxmlformats.org/officeDocument/2006/relationships/notesMaster" Target="/ppt/notesMasters/notesMaster1.xml" Id="R372c21068c5c40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a78450ac124dba" /><Relationship Type="http://schemas.openxmlformats.org/officeDocument/2006/relationships/notesMaster" Target="/ppt/notesMasters/notesMaster1.xml" Id="Ra28eb3ba79254b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bb46571c114c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2eccae15604d67" /><Relationship Type="http://schemas.openxmlformats.org/officeDocument/2006/relationships/slideLayout" Target="/ppt/slideLayouts/slideLayout1.xml" Id="R734269ab45fb42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4269ab45fb42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3d6db98ee4451e" /><Relationship Type="http://schemas.openxmlformats.org/officeDocument/2006/relationships/notesSlide" Target="/ppt/notesSlides/notesSlide1.xml" Id="R33ceec0ec71442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0f8e5805dd4688" /><Relationship Type="http://schemas.openxmlformats.org/officeDocument/2006/relationships/notesSlide" Target="/ppt/notesSlides/notesSlide2.xml" Id="Rc1fcb1d476694e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CBFF24-7970-4684-9706-189041A2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F6475"/>
                </a:solidFill>
              </a:defRPr>
            </a:pPr>
            <a:r>
              <a:rPr sz="1200">
                <a:solidFill>
                  <a:srgbClr val="4F6475"/>
                </a:solidFill>
              </a:rPr>
              <a:t>Aster Loop | Product Alpha R7 | API contract readiness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0B71EF-AD46-4D3D-9B40-A78B6BC7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102E58"/>
                </a:solidFill>
              </a:defRPr>
            </a:pPr>
            <a:r>
              <a:rPr sz="3000">
                <a:solidFill>
                  <a:srgbClr val="102E58"/>
                </a:solidFill>
              </a:rPr>
              <a:t>API-A7-5275 maintains an auditable compatibility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C41BC5-4DD4-49E4-A009-EB762D6A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F6475"/>
                </a:solidFill>
              </a:defRPr>
            </a:pPr>
            <a:r>
              <a:rPr sz="1350">
                <a:solidFill>
                  <a:srgbClr val="4F6475"/>
                </a:solidFill>
              </a:rPr>
              <a:t>Reviewed 2026-07-20 | Artifact p01-full-005275 | Source p01-src-005275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DD4650-EB19-4FB3-9044-6059CD4F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Schema 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B229AD-51B1-4B58-8336-93FAB814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Compatibility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394700-6BDC-4930-AE3F-3C9481A8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6F7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Release signal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4654BC-C76C-4D2A-83B2-7468FF92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52750"/>
            <a:ext cx="1619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Review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6F3334-7F4D-403B-87C6-C16B6480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09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4E8569-2B74-40E4-AE7A-159210BA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9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36059B-882D-4274-916C-3ADDE6F6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0992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930E6A-7E8F-4596-812C-FF12E935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E68"/>
                </a:solidFill>
              </a:defRPr>
            </a:pPr>
            <a:r>
              <a:rPr sz="1800">
                <a:solidFill>
                  <a:srgbClr val="334E68"/>
                </a:solidFill>
              </a:rPr>
              <a:t>ADR-042 keeps compatibility additive before removal. Target p95: 200 ms; accepted reference: 184 ms.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137CE5-258D-4538-889B-7F4D7761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475"/>
                </a:solidFill>
              </a:defRPr>
            </a:pPr>
            <a:r>
              <a:rPr sz="1125">
                <a:solidFill>
                  <a:srgbClr val="4F6475"/>
                </a:solidFill>
              </a:rPr>
              <a:t>Synthetic engineering evidence only; no customer or production data.</a:t>
            </a:r>
          </a:p>
        </p:txBody>
      </p:sp>
    </p:spTree>
    <p:extLst>
      <p:ext uri="{BB962C8B-B14F-4D97-AF65-F5344CB8AC3E}">
        <p14:creationId xmlns:p14="http://schemas.microsoft.com/office/powerpoint/2010/main" val="4241160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CDB39F-17A8-473F-8138-A31EBE6F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102E58"/>
                </a:solidFill>
              </a:defRPr>
            </a:pPr>
            <a:r>
              <a:rPr sz="2700">
                <a:solidFill>
                  <a:srgbClr val="102E58"/>
                </a:solidFill>
              </a:rPr>
              <a:t>API-A7-5275: release decision and evidence remain connected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4B7E50-02BC-4DCC-B03B-7AA29650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7F82"/>
                </a:solidFill>
              </a:defRPr>
            </a:pPr>
            <a:r>
              <a:rPr sz="1800">
                <a:solidFill>
                  <a:srgbClr val="007F82"/>
                </a:solidFill>
              </a:rPr>
              <a:t>Decision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AEDD06-2E58-49CB-A4C5-A8E4C387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E58"/>
                </a:solidFill>
              </a:defRPr>
            </a:pPr>
            <a:r>
              <a:rPr sz="1500" b="1">
                <a:solidFill>
                  <a:srgbClr val="102E58"/>
                </a:solidFill>
              </a:rPr>
              <a:t>Field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AEE224-1C84-41D9-82D9-99F257AF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E58"/>
                </a:solidFill>
              </a:defRPr>
            </a:pPr>
            <a:r>
              <a:rPr sz="1500" b="1">
                <a:solidFill>
                  <a:srgbClr val="102E58"/>
                </a:solidFill>
              </a:rPr>
              <a:t>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6E7848-C40B-462C-8D15-32715201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Dependency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744249-4D47-46CE-8B05-06D0E51A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479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p01-full-008975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343E0D-D502-4C64-ACCE-AD356BCB8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432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Release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2819C2-3A93-4CF8-AA2F-1FE393A3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432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Product Alpha R7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78B32C-4AE4-445A-8DFD-4A22C936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385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Review 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0D9772-FD57-41C7-82CF-B3ED2546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385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2026-07-20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236B2F-C808-423D-A4E6-22C4E2FE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338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Target p95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0D7C0B-EC7D-4C07-965E-53B75517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338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200 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50CF64-04B9-4A16-BDD0-A97A1986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Reference p95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D381BC-CB95-4AA8-9B65-B5BDFC42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291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184 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DD9A78-6676-4200-9594-7009B945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244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Lifecycle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8112C4-9534-4611-93B8-137D8F5B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244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reviewed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13BF9E-DEF9-4008-92A7-44A28A6C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7F82"/>
                </a:solidFill>
              </a:defRPr>
            </a:pPr>
            <a:r>
              <a:rPr sz="1800">
                <a:solidFill>
                  <a:srgbClr val="007F82"/>
                </a:solidFill>
              </a:rPr>
              <a:t>Interpretation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74EDD8-11F6-4589-B5DE-4429428A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28875"/>
            <a:ext cx="238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34E68"/>
                </a:solidFill>
              </a:defRPr>
            </a:pPr>
            <a:r>
              <a:rPr sz="1650">
                <a:solidFill>
                  <a:srgbClr val="334E68"/>
                </a:solidFill>
              </a:rPr>
              <a:t>The scope-local input supports a reversible release gate. Its linked evidence is ready for review while preserving the ADR-042 boundary.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7275D9-53E6-4A4C-A511-5FDCFB2A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475"/>
                </a:solidFill>
              </a:defRPr>
            </a:pPr>
            <a:r>
              <a:rPr sz="1125">
                <a:solidFill>
                  <a:srgbClr val="4F6475"/>
                </a:solidFill>
              </a:rPr>
              <a:t>Artifact p01-full-005275 | Source p01-src-005275 | synthetic Aster Loop record</a:t>
            </a:r>
          </a:p>
        </p:txBody>
      </p:sp>
    </p:spTree>
    <p:extLst>
      <p:ext uri="{BB962C8B-B14F-4D97-AF65-F5344CB8AC3E}">
        <p14:creationId xmlns:p14="http://schemas.microsoft.com/office/powerpoint/2010/main" val="6387572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2026-08-24T02:26:11.0030000Z</dcterms:created>
  <dcterms:modified xsi:type="dcterms:W3CDTF">2026-08-24T02:26:11.0030000Z</dcterms:modified>
</coreProperties>
</file>