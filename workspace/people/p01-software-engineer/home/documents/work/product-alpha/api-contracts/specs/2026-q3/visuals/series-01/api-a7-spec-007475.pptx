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0ed05e19fe4ad1" /><Relationship Type="http://schemas.openxmlformats.org/officeDocument/2006/relationships/extended-properties" Target="/docProps/app.xml" Id="R8e9f80d5a1084a97" /><Relationship Type="http://schemas.openxmlformats.org/officeDocument/2006/relationships/officeDocument" Target="/ppt/presentation.xml" Id="R976baa0361c743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7676c55b7b43a8"/>
  </p:sldMasterIdLst>
  <p:notesMasterIdLst>
    <p:notesMasterId xmlns:r="http://schemas.openxmlformats.org/officeDocument/2006/relationships" r:id="R1336593eba22454c"/>
  </p:notesMasterIdLst>
  <p:sldIdLst>
    <p:sldId xmlns:r="http://schemas.openxmlformats.org/officeDocument/2006/relationships" id="256" r:id="Red1e9b827e4f44a8"/>
    <p:sldId xmlns:r="http://schemas.openxmlformats.org/officeDocument/2006/relationships" id="257" r:id="Rba13c5de6e4048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1cfcaaa2ac4654" /><Relationship Type="http://schemas.openxmlformats.org/officeDocument/2006/relationships/slideMaster" Target="/ppt/slideMasters/slideMaster1.xml" Id="R8f7676c55b7b43a8" /><Relationship Type="http://schemas.openxmlformats.org/officeDocument/2006/relationships/notesMaster" Target="/ppt/notesMasters/notesMaster1.xml" Id="R1336593eba22454c" /><Relationship Type="http://schemas.openxmlformats.org/officeDocument/2006/relationships/presProps" Target="/ppt/presProps.xml" Id="R853fc85468c54e45" /><Relationship Type="http://schemas.openxmlformats.org/officeDocument/2006/relationships/tableStyles" Target="/ppt/tableStyles.xml" Id="R3ab65c6b90104ed7" /><Relationship Type="http://schemas.openxmlformats.org/officeDocument/2006/relationships/slide" Target="/ppt/slides/slide1.xml" Id="Red1e9b827e4f44a8" /><Relationship Type="http://schemas.openxmlformats.org/officeDocument/2006/relationships/slide" Target="/ppt/slides/slide2.xml" Id="Rba13c5de6e4048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c1a10f269644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82040809ac4be6" /><Relationship Type="http://schemas.openxmlformats.org/officeDocument/2006/relationships/notesMaster" Target="/ppt/notesMasters/notesMaster1.xml" Id="R353e9e764bc04d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8179660c8f4f02" /><Relationship Type="http://schemas.openxmlformats.org/officeDocument/2006/relationships/notesMaster" Target="/ppt/notesMasters/notesMaster1.xml" Id="R5d1f33fa2f554f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64cfe04c4b45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651b8d6d8b4de1" /><Relationship Type="http://schemas.openxmlformats.org/officeDocument/2006/relationships/slideLayout" Target="/ppt/slideLayouts/slideLayout1.xml" Id="R876946856a8c45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6946856a8c45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5d1bac37b4ce4" /><Relationship Type="http://schemas.openxmlformats.org/officeDocument/2006/relationships/notesSlide" Target="/ppt/notesSlides/notesSlide1.xml" Id="R32ef84e3ac2841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31c807e904aee" /><Relationship Type="http://schemas.openxmlformats.org/officeDocument/2006/relationships/notesSlide" Target="/ppt/notesSlides/notesSlide2.xml" Id="R74e615e2433b42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96E5F-A8A2-4ECF-AE2A-9963C498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API contract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A13CA-08CC-4556-84F0-723EB0CB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API-A7-7475 maintains an auditable compatibility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4970C-111E-4F18-A686-9943D7F8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p01-full-007475 | Source p01-src-007475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A8FA3-391D-4AD5-BB71-F0AA1303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Schema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9003F-67A7-4F19-9F1D-A0574C76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C7E4D-0DAB-4E96-A988-628FC880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03187-9F83-42D4-B936-2C5978AC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Review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93B2B-F534-4EFC-B48A-E4C74CCD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77050-62E8-4E2D-8292-C63B4976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AAE42-4C3A-43C6-9080-AC5C45DF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FB167-A637-47DE-B92E-50C6CEFE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keeps compatibility additive before removal. Target p95: 200 ms; accepted reference: 184 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2F6CA-3885-404C-84F9-D4C4224E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8935214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6AAF74-B7B4-4747-8C7A-7F1245F1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API-A7-7475: release decision and evidence remain connected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06BAD-33FA-4089-B4DE-A5F52291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Decision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D36D1-A7BE-4F7F-A816-57C43545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4923D-792A-4245-A27B-29B18B1E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DF6F0-6ECF-4409-A94B-94F94E28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AFF11-5CCE-4E24-8B33-0ED18C35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p01-full-009585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7E82E-A9F4-40CB-A849-BB721103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FDD87-1077-49B1-9384-2DE19CCB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6E4B5-C7A0-4E84-8107-46177173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E9732-A4DF-433E-BB8D-74D13C40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AE697-1641-4EB2-A8E8-7C90B517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0582F-9FBF-43D2-BE73-1327CFD5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3A303-018B-4463-ADB3-1CD23A91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E8129-165B-4A1C-AC77-FC620BD1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64260-8837-4219-890F-6227B5CA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EE0F7D-3218-403F-83AC-D28E7E1C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35B4E-55E0-42EE-AFD9-2B55FA25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4E4FE-320A-40D5-A3A4-B1B80BB9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scope-local input supports a reversible release gate. Its linked evidence is ready for review while preserving the ADR-042 boundary.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25E82-2113-41B5-85EA-C90E9DF3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p01-full-007475 | Source p01-src-007475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9744600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2026-08-24T02:26:11.7010000Z</dcterms:created>
  <dcterms:modified xsi:type="dcterms:W3CDTF">2026-08-24T02:26:11.7010000Z</dcterms:modified>
</coreProperties>
</file>