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a9da893e04ee1" /><Relationship Type="http://schemas.openxmlformats.org/officeDocument/2006/relationships/extended-properties" Target="/docProps/app.xml" Id="Rf255863a2e2443a5" /><Relationship Type="http://schemas.openxmlformats.org/officeDocument/2006/relationships/officeDocument" Target="/ppt/presentation.xml" Id="R07690436e65342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7657cabc534585"/>
  </p:sldMasterIdLst>
  <p:notesMasterIdLst>
    <p:notesMasterId xmlns:r="http://schemas.openxmlformats.org/officeDocument/2006/relationships" r:id="R7f15c0d4b3844ecf"/>
  </p:notesMasterIdLst>
  <p:sldIdLst>
    <p:sldId xmlns:r="http://schemas.openxmlformats.org/officeDocument/2006/relationships" id="256" r:id="R4284e27de1bd482a"/>
    <p:sldId xmlns:r="http://schemas.openxmlformats.org/officeDocument/2006/relationships" id="257" r:id="R0d0659bcbc434e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62f0dc5f454caf" /><Relationship Type="http://schemas.openxmlformats.org/officeDocument/2006/relationships/slideMaster" Target="/ppt/slideMasters/slideMaster1.xml" Id="R157657cabc534585" /><Relationship Type="http://schemas.openxmlformats.org/officeDocument/2006/relationships/notesMaster" Target="/ppt/notesMasters/notesMaster1.xml" Id="R7f15c0d4b3844ecf" /><Relationship Type="http://schemas.openxmlformats.org/officeDocument/2006/relationships/presProps" Target="/ppt/presProps.xml" Id="Raaf32509aada4254" /><Relationship Type="http://schemas.openxmlformats.org/officeDocument/2006/relationships/tableStyles" Target="/ppt/tableStyles.xml" Id="R2b48a2fca7c74b1c" /><Relationship Type="http://schemas.openxmlformats.org/officeDocument/2006/relationships/slide" Target="/ppt/slides/slide1.xml" Id="R4284e27de1bd482a" /><Relationship Type="http://schemas.openxmlformats.org/officeDocument/2006/relationships/slide" Target="/ppt/slides/slide2.xml" Id="R0d0659bcbc434e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6451813d0847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c24e21b89a440e" /><Relationship Type="http://schemas.openxmlformats.org/officeDocument/2006/relationships/notesMaster" Target="/ppt/notesMasters/notesMaster1.xml" Id="R5ddd722744ee4a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27ed1b2d7f41ab" /><Relationship Type="http://schemas.openxmlformats.org/officeDocument/2006/relationships/notesMaster" Target="/ppt/notesMasters/notesMaster1.xml" Id="Rf91979f4d60e47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1e9639ed049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85956517b4a4c" /><Relationship Type="http://schemas.openxmlformats.org/officeDocument/2006/relationships/slideLayout" Target="/ppt/slideLayouts/slideLayout1.xml" Id="Rc8fcff09574c4b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fcff09574c4b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0bed83b5945f8" /><Relationship Type="http://schemas.openxmlformats.org/officeDocument/2006/relationships/notesSlide" Target="/ppt/notesSlides/notesSlide1.xml" Id="Re0694fb1e0574f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d76dad86545c0" /><Relationship Type="http://schemas.openxmlformats.org/officeDocument/2006/relationships/notesSlide" Target="/ppt/notesSlides/notesSlide2.xml" Id="Rd21e6d88203c41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D470D-05D7-4A1F-A9CB-9FF7A5B7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DD70F-F785-4C92-87F2-E2AE0E51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API-A7-4675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6FA20-AAAA-4B52-A71C-91AB498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p01-full-004675 | Source p01-src-004675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6A94A-2F74-4C31-A9A2-6E8E7AC9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B9675-300B-4920-9520-428F89F0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56FE0-1070-482E-873C-BC748D9E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848EB-5AB4-4A8F-ADDF-B1563295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09B95-7DD8-46D8-A80A-5B60DD9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D5A5-E4E5-4471-9EAF-33E64149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875C3-C550-4479-BCE5-C91F3E3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63E01-5FA3-4BC9-AFD8-BFD47098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3683E-F1DC-490F-AB20-B2EF8546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353675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8DBB8-E752-4276-98C5-8F6B9848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API-A7-4675: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C3CCD-634B-492C-B58F-C7697311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FB359-D766-4980-BC9F-6452AABF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426E7-6E39-4972-BB71-56FA74DC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A45EB-EB16-4E8E-ACFE-B7E77CFE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2A659-ECDE-49AB-88E4-A9EE4CFD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p01-full-008753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18A92-D82B-4945-A9CA-4E501A95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A79AF-E57F-4056-A062-95B3D4E8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F5EF8-81D9-46C8-A8B8-61BEB74C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53368-1B34-4BD3-A286-42986D28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98AA9-D38D-453C-8CAE-C218911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77A67-4CDC-41A9-B81B-EFE7D82E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64848-5AE6-4650-86F2-79F7714E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CA025-C382-4A56-A90D-C44C5B95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9289-6912-4822-B98B-FC887B2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16CA8-47EB-4224-98DD-3139E420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CA510-C779-4F87-AF7E-75149A7B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E55FC-08EE-46A2-8150-1FE9F02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AAF03-E57C-4601-9D6D-B5D45EFD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p01-full-004675 | Source p01-src-004675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2044438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2026-08-24T02:21:32.3150000Z</dcterms:created>
  <dcterms:modified xsi:type="dcterms:W3CDTF">2026-08-24T02:21:32.3150000Z</dcterms:modified>
</coreProperties>
</file>