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080460885c4757" /><Relationship Type="http://schemas.openxmlformats.org/officeDocument/2006/relationships/extended-properties" Target="/docProps/app.xml" Id="Rdfecf2135680420d" /><Relationship Type="http://schemas.openxmlformats.org/officeDocument/2006/relationships/officeDocument" Target="/ppt/presentation.xml" Id="R375c7898b8854c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68c9401d214190"/>
  </p:sldMasterIdLst>
  <p:notesMasterIdLst>
    <p:notesMasterId xmlns:r="http://schemas.openxmlformats.org/officeDocument/2006/relationships" r:id="Rd5d81014bb384443"/>
  </p:notesMasterIdLst>
  <p:sldIdLst>
    <p:sldId xmlns:r="http://schemas.openxmlformats.org/officeDocument/2006/relationships" id="256" r:id="Re65945b031264b09"/>
    <p:sldId xmlns:r="http://schemas.openxmlformats.org/officeDocument/2006/relationships" id="257" r:id="R38dc3f1ff4fc40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e1be9983fe4889" /><Relationship Type="http://schemas.openxmlformats.org/officeDocument/2006/relationships/slideMaster" Target="/ppt/slideMasters/slideMaster1.xml" Id="R6668c9401d214190" /><Relationship Type="http://schemas.openxmlformats.org/officeDocument/2006/relationships/notesMaster" Target="/ppt/notesMasters/notesMaster1.xml" Id="Rd5d81014bb384443" /><Relationship Type="http://schemas.openxmlformats.org/officeDocument/2006/relationships/presProps" Target="/ppt/presProps.xml" Id="Rb22c5a747c5949e7" /><Relationship Type="http://schemas.openxmlformats.org/officeDocument/2006/relationships/tableStyles" Target="/ppt/tableStyles.xml" Id="R30aa25b477e74d45" /><Relationship Type="http://schemas.openxmlformats.org/officeDocument/2006/relationships/slide" Target="/ppt/slides/slide1.xml" Id="Re65945b031264b09" /><Relationship Type="http://schemas.openxmlformats.org/officeDocument/2006/relationships/slide" Target="/ppt/slides/slide2.xml" Id="R38dc3f1ff4fc40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6e26d6e8db42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9cb9e46a9942f6" /><Relationship Type="http://schemas.openxmlformats.org/officeDocument/2006/relationships/notesMaster" Target="/ppt/notesMasters/notesMaster1.xml" Id="R49677d0ab7364d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f81c5bd88e48fc" /><Relationship Type="http://schemas.openxmlformats.org/officeDocument/2006/relationships/notesMaster" Target="/ppt/notesMasters/notesMaster1.xml" Id="Rcd9ab9d0013846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55f6721ae43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69d6c4c3444fa4" /><Relationship Type="http://schemas.openxmlformats.org/officeDocument/2006/relationships/slideLayout" Target="/ppt/slideLayouts/slideLayout1.xml" Id="R5b42371e11ac4b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42371e11ac4b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fb01b158540c8" /><Relationship Type="http://schemas.openxmlformats.org/officeDocument/2006/relationships/notesSlide" Target="/ppt/notesSlides/notesSlide1.xml" Id="Rb8d3c3fab7ea4a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ce9ae3577494d" /><Relationship Type="http://schemas.openxmlformats.org/officeDocument/2006/relationships/notesSlide" Target="/ppt/notesSlides/notesSlide2.xml" Id="Rfce3a82ad4df4f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BEDE1-6485-4966-8FE9-F3BFBD17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release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36355-ADA2-42E9-932F-9C605AE8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API-A7-11529 makes the approval trail clear at the API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01116-3B43-4DBA-83C4-A9EBC3E0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p01-full-011529 | Source p01-src-011529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1B900-5D34-45CC-9A21-DFAD51E6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Change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DC82A9-AF9A-446E-AD02-29E37B89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ADR-042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3810A-58B9-4F82-AED5-CAC83717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C04CB-6646-4FA5-9E55-CEC3042E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2EC4F-2474-45B3-8AB2-040AF73D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6CAB1-1989-4109-8B64-32D125ED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C0F67-A89D-4BD1-A04B-60511B0E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2AB0D-B4AC-4FD2-A962-02FF70F6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The release gate maintains additive-before-removal sequencing. 200 ms p95 is the target;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0CE9F-CAD6-4CAF-825F-E56AF0C2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19989819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CA2961-1431-4CB1-A88F-88B5CE2A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API-A7-11529: evidence links the scope-local dependency to a 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30CAF-736C-48F0-BF74-EBA300A0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Release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4BC91-A00C-4921-90DB-3763EE60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0B9CF-4969-4A2D-A98F-552F907B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F5C44-8A79-4AE5-A014-3ECDE468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F3A9C-1E5F-4A2E-99BA-74545A84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p01-full-010774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F9CAC-F944-4153-B97A-714B1509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B6D53-B32D-4421-9A5E-3AD55AF7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6F8E1-5236-420C-91FC-0CD2DA55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38D25-56A9-4112-A63A-20493595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1EACA-91D7-44C4-A149-5B7A196E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7C6C4F-B6E3-450C-A502-93557793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39526-B16C-414D-A111-884CA681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F16CA-CA02-47A3-9EE8-1C903982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CC0C9-0324-4740-B2D0-B4B58CD9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364F1-EA52-49ED-9D6B-CEC1D4EC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BD276-FFB3-40DD-962F-4BA0AF18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856E1-C62C-4BAC-9F65-9F8DA81C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source-specific input can be reconciled without widening the release boundary. Reviewers can trace the dependency while retaining the established service measure.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6B505-AE37-4021-9C85-AC3B975C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p01-full-011529 | Source p01-src-011529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386534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2026-08-24T02:30:46.2810000Z</dcterms:created>
  <dcterms:modified xsi:type="dcterms:W3CDTF">2026-08-24T02:30:46.2810000Z</dcterms:modified>
</coreProperties>
</file>