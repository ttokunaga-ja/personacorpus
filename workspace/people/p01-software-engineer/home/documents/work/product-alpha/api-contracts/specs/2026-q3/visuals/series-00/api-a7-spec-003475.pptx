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7a62f2262447e3" /><Relationship Type="http://schemas.openxmlformats.org/officeDocument/2006/relationships/extended-properties" Target="/docProps/app.xml" Id="Rb67b05b34fe84809" /><Relationship Type="http://schemas.openxmlformats.org/officeDocument/2006/relationships/officeDocument" Target="/ppt/presentation.xml" Id="Raff70c79dc1b45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a3344d014b4f3a"/>
  </p:sldMasterIdLst>
  <p:notesMasterIdLst>
    <p:notesMasterId xmlns:r="http://schemas.openxmlformats.org/officeDocument/2006/relationships" r:id="R832d6d4f7fa94a9e"/>
  </p:notesMasterIdLst>
  <p:sldIdLst>
    <p:sldId xmlns:r="http://schemas.openxmlformats.org/officeDocument/2006/relationships" id="256" r:id="R6cd18df2f8064f4a"/>
    <p:sldId xmlns:r="http://schemas.openxmlformats.org/officeDocument/2006/relationships" id="257" r:id="R4a2315fb2eed43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d5e42e6a854e0b" /><Relationship Type="http://schemas.openxmlformats.org/officeDocument/2006/relationships/slideMaster" Target="/ppt/slideMasters/slideMaster1.xml" Id="Rf1a3344d014b4f3a" /><Relationship Type="http://schemas.openxmlformats.org/officeDocument/2006/relationships/notesMaster" Target="/ppt/notesMasters/notesMaster1.xml" Id="R832d6d4f7fa94a9e" /><Relationship Type="http://schemas.openxmlformats.org/officeDocument/2006/relationships/presProps" Target="/ppt/presProps.xml" Id="Rb474bb88cf7644de" /><Relationship Type="http://schemas.openxmlformats.org/officeDocument/2006/relationships/tableStyles" Target="/ppt/tableStyles.xml" Id="R7209ad8357724848" /><Relationship Type="http://schemas.openxmlformats.org/officeDocument/2006/relationships/slide" Target="/ppt/slides/slide1.xml" Id="R6cd18df2f8064f4a" /><Relationship Type="http://schemas.openxmlformats.org/officeDocument/2006/relationships/slide" Target="/ppt/slides/slide2.xml" Id="R4a2315fb2eed43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80ac9ea96542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4aa2ddc2f14035" /><Relationship Type="http://schemas.openxmlformats.org/officeDocument/2006/relationships/notesMaster" Target="/ppt/notesMasters/notesMaster1.xml" Id="R025c19baafa14b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65993db84c4f8f" /><Relationship Type="http://schemas.openxmlformats.org/officeDocument/2006/relationships/notesMaster" Target="/ppt/notesMasters/notesMaster1.xml" Id="R61ee30c89c2048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82a88d5c649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5334b7a3f4ddd" /><Relationship Type="http://schemas.openxmlformats.org/officeDocument/2006/relationships/slideLayout" Target="/ppt/slideLayouts/slideLayout1.xml" Id="R7a13eccaaeed40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13eccaaeed40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2f2e4729946f9" /><Relationship Type="http://schemas.openxmlformats.org/officeDocument/2006/relationships/notesSlide" Target="/ppt/notesSlides/notesSlide1.xml" Id="Re0d9fc9d2fe64c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aeac3ae064517" /><Relationship Type="http://schemas.openxmlformats.org/officeDocument/2006/relationships/notesSlide" Target="/ppt/notesSlides/notesSlide2.xml" Id="Rf23870d3ee844e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6B22C-E217-4779-B9A4-0432BF12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9530A-BE66-4C6F-ABB6-0038D103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API-A7-3475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8AECC-154A-4176-B815-76BC61BE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p01-full-003475 | Source p01-src-003475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8D32F-9C80-4D38-8D3C-C87340EB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4A505-A9BC-4C79-AD70-64F47441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F9D3E-65B1-4E17-B475-4A72D316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984C0-4525-451E-9EAC-2A715EC5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2FA13-DA9F-4DE9-819F-EE2C3B53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90426-5115-4DD3-AB44-B9417EDC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62358-2072-4CDB-9305-6F90F476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6B6A0-03F2-43DC-905D-33B73666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E2855-BE8C-4F38-83D1-60DDCAEC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333878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31985-77EB-4226-8F2A-F26BD0D0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API-A7-3475: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9322D-ECFD-4B95-93C4-ADFAB191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68A4D-5C5E-42E0-99D9-FCC8C1A2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5985A-2C0E-437E-9A97-BE6A70E9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A227D-3420-4DA5-B3AE-2963E193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D37F9-745E-434D-A0EE-D8FA3F04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p01-full-008585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B26A4-7F56-4108-BA56-F863A7A3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09E05-7F54-4C63-8A6E-2827A2B6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974A8-30DB-40C4-B31D-C2FDF82C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00277-2B39-47BC-9C9B-010A2F65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C3380-9CE6-44D6-A444-492DDF5D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E51F1-D525-4504-B215-4FDB3BA3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CEA5A-8886-40C0-A1E9-BC7F3FAE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3364C-88D3-44A6-A48B-E4A4A9E2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1DC66-B82A-4FCA-810A-B0BC4628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A95E9-49B7-48DE-BBBF-23DABCB6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CE34B-F12F-40A8-9178-EEBC77DF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7044D-7B3B-459E-97B0-0888F21B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14D6D-BC6A-43DF-A5E0-1116E2A4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p01-full-003475 | Source p01-src-003475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252282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2026-08-24T02:21:32.0500000Z</dcterms:created>
  <dcterms:modified xsi:type="dcterms:W3CDTF">2026-08-24T02:21:32.0500000Z</dcterms:modified>
</coreProperties>
</file>