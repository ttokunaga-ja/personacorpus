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9c321f381d4a2c" /><Relationship Type="http://schemas.openxmlformats.org/officeDocument/2006/relationships/extended-properties" Target="/docProps/app.xml" Id="R415637de96f5456f" /><Relationship Type="http://schemas.openxmlformats.org/officeDocument/2006/relationships/officeDocument" Target="/ppt/presentation.xml" Id="R2420d7458e5b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54768a183d4d6d"/>
  </p:sldMasterIdLst>
  <p:notesMasterIdLst>
    <p:notesMasterId xmlns:r="http://schemas.openxmlformats.org/officeDocument/2006/relationships" r:id="R7976fadbb6294605"/>
  </p:notesMasterIdLst>
  <p:sldIdLst>
    <p:sldId xmlns:r="http://schemas.openxmlformats.org/officeDocument/2006/relationships" id="256" r:id="R0f495c459fe442c9"/>
    <p:sldId xmlns:r="http://schemas.openxmlformats.org/officeDocument/2006/relationships" id="257" r:id="Rfed59b60ee0e4b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da4942693b4231" /><Relationship Type="http://schemas.openxmlformats.org/officeDocument/2006/relationships/slideMaster" Target="/ppt/slideMasters/slideMaster1.xml" Id="Rac54768a183d4d6d" /><Relationship Type="http://schemas.openxmlformats.org/officeDocument/2006/relationships/notesMaster" Target="/ppt/notesMasters/notesMaster1.xml" Id="R7976fadbb6294605" /><Relationship Type="http://schemas.openxmlformats.org/officeDocument/2006/relationships/presProps" Target="/ppt/presProps.xml" Id="Rd9aada3739ce4a14" /><Relationship Type="http://schemas.openxmlformats.org/officeDocument/2006/relationships/tableStyles" Target="/ppt/tableStyles.xml" Id="Rd59d9eb9248d4e67" /><Relationship Type="http://schemas.openxmlformats.org/officeDocument/2006/relationships/slide" Target="/ppt/slides/slide1.xml" Id="R0f495c459fe442c9" /><Relationship Type="http://schemas.openxmlformats.org/officeDocument/2006/relationships/slide" Target="/ppt/slides/slide2.xml" Id="Rfed59b60ee0e4b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905dce7f4041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dc61bd2bc643a9" /><Relationship Type="http://schemas.openxmlformats.org/officeDocument/2006/relationships/notesMaster" Target="/ppt/notesMasters/notesMaster1.xml" Id="R83698f63d55040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c1178ea2614847" /><Relationship Type="http://schemas.openxmlformats.org/officeDocument/2006/relationships/notesMaster" Target="/ppt/notesMasters/notesMaster1.xml" Id="R8fc4248b4a3d46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33f3778f04b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00c23eb77a4c32" /><Relationship Type="http://schemas.openxmlformats.org/officeDocument/2006/relationships/slideLayout" Target="/ppt/slideLayouts/slideLayout1.xml" Id="Rf82efee40ee941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2efee40ee941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7c52618914052" /><Relationship Type="http://schemas.openxmlformats.org/officeDocument/2006/relationships/notesSlide" Target="/ppt/notesSlides/notesSlide1.xml" Id="R270d24c6514d44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408be80a5471c" /><Relationship Type="http://schemas.openxmlformats.org/officeDocument/2006/relationships/notesSlide" Target="/ppt/notesSlides/notesSlide2.xml" Id="R9aac98681c2a46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BA054-A12C-409A-8BCE-5DFE7180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release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684F0-4890-42E1-84A4-E6E1D720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API-A7-10574 makes the approval trail clear at the API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9C0E6-09A7-438D-9D74-D4BD56E6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p01-full-010574 | Source p01-src-010574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E16F9-00A4-4DD3-A082-782FC28B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Change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7BB93-0C7A-437A-A48B-FAD2A2AD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ADR-042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75BB7-432D-492A-B195-40EC8284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15D08-1FBB-4DC8-83A9-6BD110F4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B35A0-A442-4136-8275-CB768A45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A72CC-EDA5-4DD5-A56F-77FD5A61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28D00-EF05-43C9-B17A-2B59B160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71832-F5AC-4B2F-843A-8663A7B5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The release gate maintains additive-before-removal sequencing. 200 ms p95 is the target;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97583-6665-4BBD-B4C6-CE79FBE4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851901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295B4-4300-428C-B17C-91F5A522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API-A7-10574: evidence links the scope-local dependency to a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22562-E992-4D7C-8EB1-C7DD1AFB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3C50C-0240-4123-B53A-7785C642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89EA8-432C-4101-83AD-3F30314D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A209A-0CC6-40DF-A5A0-5E1E28A1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A47E1-9E8C-43EE-857F-C0AF11DA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p01-full-010418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7DB26-94DE-4F67-A487-DA4F97FA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F9993-B3C3-45E8-AE8A-F6E321B4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ABC28-C761-469A-B186-AA36DB93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A587C-BECF-4FFD-A922-5BEB587E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DD7B4-05D3-4326-8BE8-5EE63847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73AA5-B371-4065-BBC0-235FD424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6E50B-9466-46E5-8773-F698B8D9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40744-E89A-4C22-B86D-1AC3E28D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0BF03-E349-4008-83E0-B0B556B9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EE749-9D1B-44C5-8112-CB4023B5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DE5DD-1680-4993-A596-DDDD14F6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3FCEF-4314-4DC8-B50F-8880D74B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source-specific input can be reconciled without widening the release boundary. Reviewers can trace the dependency while retaining the established service measure.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4C254-F39D-41B8-912D-54B9B7F5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p01-full-010574 | Source p01-src-010574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922339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2026-08-24T02:30:45.8250000Z</dcterms:created>
  <dcterms:modified xsi:type="dcterms:W3CDTF">2026-08-24T02:30:45.8250000Z</dcterms:modified>
</coreProperties>
</file>