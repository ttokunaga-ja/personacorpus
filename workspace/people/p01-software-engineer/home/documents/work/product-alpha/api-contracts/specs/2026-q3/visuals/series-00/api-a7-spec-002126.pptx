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374958ccb14be9" /><Relationship Type="http://schemas.openxmlformats.org/officeDocument/2006/relationships/extended-properties" Target="/docProps/app.xml" Id="R8a5f48e32c4b4b7c" /><Relationship Type="http://schemas.openxmlformats.org/officeDocument/2006/relationships/officeDocument" Target="/ppt/presentation.xml" Id="R077b7b8a20c046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a59e3997aa4d0a"/>
  </p:sldMasterIdLst>
  <p:notesMasterIdLst>
    <p:notesMasterId xmlns:r="http://schemas.openxmlformats.org/officeDocument/2006/relationships" r:id="R782bce7698e34bf0"/>
  </p:notesMasterIdLst>
  <p:sldIdLst>
    <p:sldId xmlns:r="http://schemas.openxmlformats.org/officeDocument/2006/relationships" id="256" r:id="Rab715dc778e14374"/>
    <p:sldId xmlns:r="http://schemas.openxmlformats.org/officeDocument/2006/relationships" id="257" r:id="R726d4c69bd4249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2db691ed6e41c6" /><Relationship Type="http://schemas.openxmlformats.org/officeDocument/2006/relationships/slideMaster" Target="/ppt/slideMasters/slideMaster1.xml" Id="R42a59e3997aa4d0a" /><Relationship Type="http://schemas.openxmlformats.org/officeDocument/2006/relationships/notesMaster" Target="/ppt/notesMasters/notesMaster1.xml" Id="R782bce7698e34bf0" /><Relationship Type="http://schemas.openxmlformats.org/officeDocument/2006/relationships/presProps" Target="/ppt/presProps.xml" Id="Re8bd090359ff4098" /><Relationship Type="http://schemas.openxmlformats.org/officeDocument/2006/relationships/tableStyles" Target="/ppt/tableStyles.xml" Id="Rb688c6aaa7e44c4c" /><Relationship Type="http://schemas.openxmlformats.org/officeDocument/2006/relationships/slide" Target="/ppt/slides/slide1.xml" Id="Rab715dc778e14374" /><Relationship Type="http://schemas.openxmlformats.org/officeDocument/2006/relationships/slide" Target="/ppt/slides/slide2.xml" Id="R726d4c69bd4249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2519f21f0f4d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fca63bbec246ee" /><Relationship Type="http://schemas.openxmlformats.org/officeDocument/2006/relationships/notesMaster" Target="/ppt/notesMasters/notesMaster1.xml" Id="R1bd7efb7b1e645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db6b154ff0483a" /><Relationship Type="http://schemas.openxmlformats.org/officeDocument/2006/relationships/notesMaster" Target="/ppt/notesMasters/notesMaster1.xml" Id="Rc03196801c6241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9666ae88442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46fe51e79040ee" /><Relationship Type="http://schemas.openxmlformats.org/officeDocument/2006/relationships/slideLayout" Target="/ppt/slideLayouts/slideLayout1.xml" Id="R09be4974e95447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be4974e95447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1b8f78c6847ad" /><Relationship Type="http://schemas.openxmlformats.org/officeDocument/2006/relationships/notesSlide" Target="/ppt/notesSlides/notesSlide1.xml" Id="R17710e51375e49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79b4b86e24c95" /><Relationship Type="http://schemas.openxmlformats.org/officeDocument/2006/relationships/notesSlide" Target="/ppt/notesSlides/notesSlide2.xml" Id="Ra19b7ce772264a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DBD6F-C2ED-4AA9-8CBE-CA1D2445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13486-788B-4F24-86BF-F2C33CA3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API-A7-2126 keeps the asynchronous release gate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EEC74-1FAD-42E2-8995-A08E0C3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p01-full-002126 | Source p01-src-002126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C323D-9830-4123-AE64-71A7A8FC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Request 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C0E55-83E0-42E8-92B9-1B01DEE0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Decision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F7D27-755E-431E-8C0E-EE046BBD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Event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AE43E-9D56-4BC9-BE7E-751A65B7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Evidence 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60125-29A4-4F06-8F0C-2C695552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392D0-DD47-4C66-A820-3D07BB86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AE513-9426-4137-9783-55D450A1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9FDCC-1900-48A8-A055-41CF1B5E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preserves the approval boundary; 200 ms p95 is the target and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CAE48-0D14-4AF9-AF53-DE11ACA4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649274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C19F3-A3F5-4C29-95AB-A746B4EF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API-A7-2126: contract evidence is reconciled to its scope-local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567B2-670F-4317-8694-71F18886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Evidence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91EFE-7825-4D02-9F7E-C4E2BF75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4FE80-AF8A-4100-8CEB-AFD94382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4B45C-9FDC-42F3-9932-055550A5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099C0-3CF6-4C21-96A1-A2909A16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p01-full-008309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21F06-FB7F-42EE-8A22-A1E9276D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B7260-EEE6-4C35-981D-C6D97C8F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86343-554A-4B72-ABAA-9C796E51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AD41A-69A2-418B-A65C-8B134993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345AB-58DE-418D-BE97-A21517DA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482CE-D9F1-404D-805C-C8F768F4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75624-876D-4F5D-B2F0-0563C5B5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3F956-FFEB-4247-BB13-B78D592A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4B0C9-FCB8-45F4-B00D-8ACA4F34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B62F0-76EF-4073-A2D5-D935E98F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6427E-E078-4A49-ABA2-09E28956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92214-E2F7-4F0D-8921-F22FD7C2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contract supports additive-before-removal compatibility. The evidence input and release-gate reference remain aligned without changing ADR-042.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22C70-D823-4CE9-93D2-CD8B2EA3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p01-full-002126 | Source p01-src-002126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1447746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2026-08-24T02:21:31.0430000Z</dcterms:created>
  <dcterms:modified xsi:type="dcterms:W3CDTF">2026-08-24T02:21:31.0430000Z</dcterms:modified>
</coreProperties>
</file>