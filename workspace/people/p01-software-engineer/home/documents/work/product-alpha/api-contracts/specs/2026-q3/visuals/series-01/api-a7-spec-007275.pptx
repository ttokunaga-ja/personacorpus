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46cf3690994a01" /><Relationship Type="http://schemas.openxmlformats.org/officeDocument/2006/relationships/extended-properties" Target="/docProps/app.xml" Id="Rc6a5cbae3d6a436e" /><Relationship Type="http://schemas.openxmlformats.org/officeDocument/2006/relationships/officeDocument" Target="/ppt/presentation.xml" Id="R1201a469aabc40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0983ebcf5478d"/>
  </p:sldMasterIdLst>
  <p:notesMasterIdLst>
    <p:notesMasterId xmlns:r="http://schemas.openxmlformats.org/officeDocument/2006/relationships" r:id="R768f236855a7489e"/>
  </p:notesMasterIdLst>
  <p:sldIdLst>
    <p:sldId xmlns:r="http://schemas.openxmlformats.org/officeDocument/2006/relationships" id="256" r:id="R73570c36474d43a9"/>
    <p:sldId xmlns:r="http://schemas.openxmlformats.org/officeDocument/2006/relationships" id="257" r:id="R87808730209544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325563cd0348fb" /><Relationship Type="http://schemas.openxmlformats.org/officeDocument/2006/relationships/slideMaster" Target="/ppt/slideMasters/slideMaster1.xml" Id="R7050983ebcf5478d" /><Relationship Type="http://schemas.openxmlformats.org/officeDocument/2006/relationships/notesMaster" Target="/ppt/notesMasters/notesMaster1.xml" Id="R768f236855a7489e" /><Relationship Type="http://schemas.openxmlformats.org/officeDocument/2006/relationships/presProps" Target="/ppt/presProps.xml" Id="Rc5850c2ac9ac4ed7" /><Relationship Type="http://schemas.openxmlformats.org/officeDocument/2006/relationships/tableStyles" Target="/ppt/tableStyles.xml" Id="R5c50e7e825204dbd" /><Relationship Type="http://schemas.openxmlformats.org/officeDocument/2006/relationships/slide" Target="/ppt/slides/slide1.xml" Id="R73570c36474d43a9" /><Relationship Type="http://schemas.openxmlformats.org/officeDocument/2006/relationships/slide" Target="/ppt/slides/slide2.xml" Id="R87808730209544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35f7f75887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daa4cc8374557" /><Relationship Type="http://schemas.openxmlformats.org/officeDocument/2006/relationships/notesMaster" Target="/ppt/notesMasters/notesMaster1.xml" Id="R1f8331193b0740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d421e2b6e7421d" /><Relationship Type="http://schemas.openxmlformats.org/officeDocument/2006/relationships/notesMaster" Target="/ppt/notesMasters/notesMaster1.xml" Id="Rb75132b345104d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00309511e4b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5f3609174b4713" /><Relationship Type="http://schemas.openxmlformats.org/officeDocument/2006/relationships/slideLayout" Target="/ppt/slideLayouts/slideLayout1.xml" Id="R37e0222735134a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e0222735134a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921951c444b03" /><Relationship Type="http://schemas.openxmlformats.org/officeDocument/2006/relationships/notesSlide" Target="/ppt/notesSlides/notesSlide1.xml" Id="Rbf5fabef899b46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0f25f8d7e4065" /><Relationship Type="http://schemas.openxmlformats.org/officeDocument/2006/relationships/notesSlide" Target="/ppt/notesSlides/notesSlide2.xml" Id="R4312b1e86d7844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A6EBF-E0FE-4505-BA6A-1087CFB5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093FA-892F-409F-9AE1-F23854F4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API-A7-7275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14D8C-9F03-43C1-BAF9-CB242AD8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p01-full-007275 | Source p01-src-007275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631A9-EEBD-4546-8DA4-198D3912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B3A3D-CD01-40FF-934E-B3CF054D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BC008-A300-454A-98C7-700D1389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5C227-8851-4AE0-A571-85272A4D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9FD5E-D022-4E34-8CAE-5B4749CD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23D60-8C98-47DF-8197-11D3C309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E5D88-A9DA-4E68-A49B-F8377E2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D13E3-AD0B-42F3-B458-73FCC091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277E9-5107-495C-ADC1-B6E280A5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385178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FFABA-2488-4824-A14C-ACFEE897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API-A7-7275: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C9995-6B94-4AC1-BBFC-C02FF92B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7C06C-8004-4E15-8446-2F869B84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853D0-D976-4CCC-9D8D-86693DDF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F7D48-8490-483C-9050-B155A9EF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A390A-1313-45A8-A2A0-CBE51AA6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p01-full-009564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0B83B-28C9-4CBF-B5BD-BDC08BF0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DFB7F-24D0-45D1-BD05-B287F78B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22325-BF34-49B8-B30B-21E368AB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4E6E-E550-4CE6-9AFF-08467812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4F2C0-9265-4654-9DB5-462BD3F0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2C070-E239-40A2-AF9C-816970FA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24607-9C39-4743-80EE-114222DA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7CDD9-8F49-4492-8E30-37CF9EAE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F9464-53CB-427E-8B7B-DF8778E1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61D35-617D-47A0-9263-6177D9DB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EF396-1A58-4BED-B9A8-6B98C35B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4F6EF-72E9-4D9A-A8D8-4D16FAB4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EF92F-5A8F-4DAE-85D8-74E166E0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p01-full-007275 | Source p01-src-007275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361848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2026-08-24T02:26:11.5950000Z</dcterms:created>
  <dcterms:modified xsi:type="dcterms:W3CDTF">2026-08-24T02:26:11.5950000Z</dcterms:modified>
</coreProperties>
</file>