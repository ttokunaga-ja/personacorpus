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89490e8dc4eda" /><Relationship Type="http://schemas.openxmlformats.org/officeDocument/2006/relationships/extended-properties" Target="/docProps/app.xml" Id="R6701222b2999467a" /><Relationship Type="http://schemas.openxmlformats.org/officeDocument/2006/relationships/officeDocument" Target="/ppt/presentation.xml" Id="Rbc78bb60747346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d9b4647e864fcb"/>
  </p:sldMasterIdLst>
  <p:notesMasterIdLst>
    <p:notesMasterId xmlns:r="http://schemas.openxmlformats.org/officeDocument/2006/relationships" r:id="Rb5b94c2a6ac2467f"/>
  </p:notesMasterIdLst>
  <p:sldIdLst>
    <p:sldId xmlns:r="http://schemas.openxmlformats.org/officeDocument/2006/relationships" id="256" r:id="Rdb4bd036f2cc46a1"/>
    <p:sldId xmlns:r="http://schemas.openxmlformats.org/officeDocument/2006/relationships" id="257" r:id="Rcd285a903a6445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44a02891e43f7" /><Relationship Type="http://schemas.openxmlformats.org/officeDocument/2006/relationships/slideMaster" Target="/ppt/slideMasters/slideMaster1.xml" Id="R02d9b4647e864fcb" /><Relationship Type="http://schemas.openxmlformats.org/officeDocument/2006/relationships/notesMaster" Target="/ppt/notesMasters/notesMaster1.xml" Id="Rb5b94c2a6ac2467f" /><Relationship Type="http://schemas.openxmlformats.org/officeDocument/2006/relationships/presProps" Target="/ppt/presProps.xml" Id="R45a542cd24074b20" /><Relationship Type="http://schemas.openxmlformats.org/officeDocument/2006/relationships/tableStyles" Target="/ppt/tableStyles.xml" Id="Rd94cb43ee2294bcc" /><Relationship Type="http://schemas.openxmlformats.org/officeDocument/2006/relationships/slide" Target="/ppt/slides/slide1.xml" Id="Rdb4bd036f2cc46a1" /><Relationship Type="http://schemas.openxmlformats.org/officeDocument/2006/relationships/slide" Target="/ppt/slides/slide2.xml" Id="Rcd285a903a6445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51eca6c4df4f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a9004060674171" /><Relationship Type="http://schemas.openxmlformats.org/officeDocument/2006/relationships/notesMaster" Target="/ppt/notesMasters/notesMaster1.xml" Id="R3a1d41bb6b0347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423abca7a44516" /><Relationship Type="http://schemas.openxmlformats.org/officeDocument/2006/relationships/notesMaster" Target="/ppt/notesMasters/notesMaster1.xml" Id="R09b1201e82d74a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6830b8fff544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b20f5ead6d4a27" /><Relationship Type="http://schemas.openxmlformats.org/officeDocument/2006/relationships/slideLayout" Target="/ppt/slideLayouts/slideLayout1.xml" Id="R23d6d83f17be43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d6d83f17be43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c7fb64e534ea1" /><Relationship Type="http://schemas.openxmlformats.org/officeDocument/2006/relationships/notesSlide" Target="/ppt/notesSlides/notesSlide1.xml" Id="Ra4e7c0c75fe940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ceed18437471f" /><Relationship Type="http://schemas.openxmlformats.org/officeDocument/2006/relationships/notesSlide" Target="/ppt/notesSlides/notesSlide2.xml" Id="Rbb2b13dd38c84c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8B57D-8519-4C12-81F8-A0E97E1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release briefing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7B664B-D1CC-4095-9DFA-20F94AC07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API-A7-9975 makes the approval trail clear at the API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BE9CCD-63AC-4E28-9332-206D7069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p01-full-009975 | Source p01-src-009975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066EF6-4CEF-41C2-9D7A-35EB7916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Change 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1BEA1-5008-4281-B06A-AB005883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ADR-042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E5A5C-F1B7-497D-B160-7D53E676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Compatibility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4097AF-6C2C-492C-B44D-48A89D1F8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Release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34230-A32C-44C8-B1DA-582C6E7A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39E8CD-D3A1-4587-8A36-17939BE7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CCFAC-A3BD-40E2-A027-ABA3162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1B7E4-B35D-478D-A95B-DE2C8DE4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The release gate maintains additive-before-removal sequencing. 200 ms p95 is the target;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E09D6-EACD-4F54-A89C-C325FD92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943463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C0CFA-0845-409F-A711-EE4084A5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API-A7-9975: evidence links the scope-local dependency to a release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10E3A-9B92-4757-B72C-5400B357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Release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E3173-F29B-4D84-BB58-B9CFE7A2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D7DAC8-6575-4CC9-BC7B-881EF8229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BF2B0-6D14-4CB1-B530-355EFC41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31F5DA-9A78-4E7F-A47B-4A05EC2F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p01-full-010163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396A6-3EE2-44A4-A10F-0B2F637F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880D8-8B97-4440-A36F-0AA25ABB7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EF5C0-5ED3-4DD9-B0F9-2563DE2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C19CA9-2590-4B6E-8817-4DF9EB6B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DD9287-D45C-4A4A-9392-EEAA4D8D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3B00F5-5999-4610-AF93-C6F5BCE66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667B39-5F30-46AD-97CD-54B215F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D9AAA-4D66-4F67-B22F-9A878488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02F74-B218-4C60-B6F7-2926111D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8D3D6F-2511-4FAD-BB58-F7CD5AF4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B05B06-DBF2-4413-B926-2A2B8324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2E24FE-E152-45C6-BABC-E131F95C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source-specific input can be reconciled without widening the release boundary. Reviewers can trace the dependency while retaining the established service measure.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EE91C-588F-4492-A7E4-6172A95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p01-full-009975 | Source p01-src-009975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663105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2026-08-24T02:30:45.5250000Z</dcterms:created>
  <dcterms:modified xsi:type="dcterms:W3CDTF">2026-08-24T02:30:45.5250000Z</dcterms:modified>
</coreProperties>
</file>