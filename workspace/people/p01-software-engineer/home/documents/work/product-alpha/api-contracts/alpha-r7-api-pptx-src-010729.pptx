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88e4bcfb91407a" /><Relationship Type="http://schemas.openxmlformats.org/officeDocument/2006/relationships/extended-properties" Target="/docProps/app.xml" Id="R3d6f590097504c97" /><Relationship Type="http://schemas.openxmlformats.org/officeDocument/2006/relationships/officeDocument" Target="/ppt/presentation.xml" Id="R5b7593416803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e770bc3c64218"/>
  </p:sldMasterIdLst>
  <p:notesMasterIdLst>
    <p:notesMasterId xmlns:r="http://schemas.openxmlformats.org/officeDocument/2006/relationships" r:id="R08df91a32c914673"/>
  </p:notesMasterIdLst>
  <p:sldIdLst>
    <p:sldId xmlns:r="http://schemas.openxmlformats.org/officeDocument/2006/relationships" id="256" r:id="R062948e6d4ff4940"/>
    <p:sldId xmlns:r="http://schemas.openxmlformats.org/officeDocument/2006/relationships" id="257" r:id="R25ad446d2cd247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e6f250568b445e" /><Relationship Type="http://schemas.openxmlformats.org/officeDocument/2006/relationships/slideMaster" Target="/ppt/slideMasters/slideMaster1.xml" Id="R30de770bc3c64218" /><Relationship Type="http://schemas.openxmlformats.org/officeDocument/2006/relationships/notesMaster" Target="/ppt/notesMasters/notesMaster1.xml" Id="R08df91a32c914673" /><Relationship Type="http://schemas.openxmlformats.org/officeDocument/2006/relationships/presProps" Target="/ppt/presProps.xml" Id="R98371b27f64344a9" /><Relationship Type="http://schemas.openxmlformats.org/officeDocument/2006/relationships/tableStyles" Target="/ppt/tableStyles.xml" Id="R10cf603d69c24d7f" /><Relationship Type="http://schemas.openxmlformats.org/officeDocument/2006/relationships/slide" Target="/ppt/slides/slide1.xml" Id="R062948e6d4ff4940" /><Relationship Type="http://schemas.openxmlformats.org/officeDocument/2006/relationships/slide" Target="/ppt/slides/slide2.xml" Id="R25ad446d2cd2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f786633d0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1b52a174ff47a4" /><Relationship Type="http://schemas.openxmlformats.org/officeDocument/2006/relationships/notesMaster" Target="/ppt/notesMasters/notesMaster1.xml" Id="Rbb5526829f52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fb51b8ecca414e" /><Relationship Type="http://schemas.openxmlformats.org/officeDocument/2006/relationships/notesMaster" Target="/ppt/notesMasters/notesMaster1.xml" Id="Rb485033913fd41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b7cf6816a4e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40e609b57d4783" /><Relationship Type="http://schemas.openxmlformats.org/officeDocument/2006/relationships/slideLayout" Target="/ppt/slideLayouts/slideLayout1.xml" Id="R180e5b5aeced48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e5b5aeced48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cd1eacf004b5b" /><Relationship Type="http://schemas.openxmlformats.org/officeDocument/2006/relationships/notesSlide" Target="/ppt/notesSlides/notesSlide1.xml" Id="R0f8f5ef3bf514c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78be755fc4c06" /><Relationship Type="http://schemas.openxmlformats.org/officeDocument/2006/relationships/notesSlide" Target="/ppt/notesSlides/notesSlide2.xml" Id="Rb391ad863c3d4e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7A02-7B83-4C4E-A95E-9148C1F3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9DBEF-5A0B-47C8-BFBC-E5D594C3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API-A7-10729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EBCB0-5C5E-4171-83BD-7C04E2FE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p01-full-010729 | Source p01-src-010729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4B571-B2EE-41A3-8132-BA0D70E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3A92B-63FD-46DC-BA9F-2CB005D2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E1D68-6531-4657-A4A8-44D7F91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776F9-8C8F-4976-A583-C7621345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32B62-077D-409B-B7CF-4788AF29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7221E-BCEC-4105-8C26-0EE5E40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D2DB1-8089-48E2-A9A2-709940FF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5B9AD-EBBC-4CD9-80DB-E41DD12F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8C505-20FE-4824-9B06-FC0E8195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264220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89BA2-3133-4177-B7F9-98F539CD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API-A7-10729: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C1F96-042B-4A39-93B3-E8C08C0F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80F52-D470-4200-B7FA-B2A8F1BF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7D558-AEEA-44DB-8EA6-CDA0E77C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CC2D4-C0E7-4F03-8D32-A3BB2F5B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667C0-CFF1-47F8-A014-8F08079F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p01-full-010485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0ADE5-8CF5-4FDC-8010-07883D51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28C71-C9D6-4F92-9659-A617D86F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DC5FB-4B04-4CC0-8621-ED575647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C54A0-7299-49D2-AE2D-7C56D35E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134E5-8EED-45BF-AE4A-F849BE2D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0D6D6-E414-47A2-BD6D-8F9CDF2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2FD92-0BBE-43A7-A096-2CE0629D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8FCAE-81C7-497D-95B9-D359E3E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3B301-39FD-47E8-9DC6-F5BD6947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98B04-FF7C-4854-8CF8-A97501F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44D27F-F950-4B83-9E1E-4F9952E1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439AB-108F-45F9-910C-406F300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8B42E-CEE5-4FC3-ACC0-1A0BE566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p01-full-010729 | Source p01-src-010729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719961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2026-08-24T02:30:45.9150000Z</dcterms:created>
  <dcterms:modified xsi:type="dcterms:W3CDTF">2026-08-24T02:30:45.9150000Z</dcterms:modified>
</coreProperties>
</file>