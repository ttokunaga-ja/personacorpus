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0ee00463145ed" /><Relationship Type="http://schemas.openxmlformats.org/officeDocument/2006/relationships/extended-properties" Target="/docProps/app.xml" Id="Ra1cd6d65d13745e9" /><Relationship Type="http://schemas.openxmlformats.org/officeDocument/2006/relationships/officeDocument" Target="/ppt/presentation.xml" Id="Rd05c2e738c4541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e69df9da614261"/>
  </p:sldMasterIdLst>
  <p:notesMasterIdLst>
    <p:notesMasterId xmlns:r="http://schemas.openxmlformats.org/officeDocument/2006/relationships" r:id="Rbc9a1c7376d54c56"/>
  </p:notesMasterIdLst>
  <p:sldIdLst>
    <p:sldId xmlns:r="http://schemas.openxmlformats.org/officeDocument/2006/relationships" id="256" r:id="Rb64b7ed9a2cb400f"/>
    <p:sldId xmlns:r="http://schemas.openxmlformats.org/officeDocument/2006/relationships" id="257" r:id="R3a6da84bd09a46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4766ca86d423d" /><Relationship Type="http://schemas.openxmlformats.org/officeDocument/2006/relationships/slideMaster" Target="/ppt/slideMasters/slideMaster1.xml" Id="R08e69df9da614261" /><Relationship Type="http://schemas.openxmlformats.org/officeDocument/2006/relationships/notesMaster" Target="/ppt/notesMasters/notesMaster1.xml" Id="Rbc9a1c7376d54c56" /><Relationship Type="http://schemas.openxmlformats.org/officeDocument/2006/relationships/presProps" Target="/ppt/presProps.xml" Id="R8f855265bab544f0" /><Relationship Type="http://schemas.openxmlformats.org/officeDocument/2006/relationships/tableStyles" Target="/ppt/tableStyles.xml" Id="R62892bbe15734f07" /><Relationship Type="http://schemas.openxmlformats.org/officeDocument/2006/relationships/slide" Target="/ppt/slides/slide1.xml" Id="Rb64b7ed9a2cb400f" /><Relationship Type="http://schemas.openxmlformats.org/officeDocument/2006/relationships/slide" Target="/ppt/slides/slide2.xml" Id="R3a6da84bd09a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fe34ac957d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e7abd19ceb4a10" /><Relationship Type="http://schemas.openxmlformats.org/officeDocument/2006/relationships/notesMaster" Target="/ppt/notesMasters/notesMaster1.xml" Id="Rc3b27d3129bb4b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5bc27f08ef4fba" /><Relationship Type="http://schemas.openxmlformats.org/officeDocument/2006/relationships/notesMaster" Target="/ppt/notesMasters/notesMaster1.xml" Id="R8e9374c5fa07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d216308884d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665876d854b71" /><Relationship Type="http://schemas.openxmlformats.org/officeDocument/2006/relationships/slideLayout" Target="/ppt/slideLayouts/slideLayout1.xml" Id="R878d5eb5bd2f4c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8d5eb5bd2f4c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4d441941d4732" /><Relationship Type="http://schemas.openxmlformats.org/officeDocument/2006/relationships/notesSlide" Target="/ppt/notesSlides/notesSlide1.xml" Id="Rd5b0f9a968784a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245d8bc614ca7" /><Relationship Type="http://schemas.openxmlformats.org/officeDocument/2006/relationships/notesSlide" Target="/ppt/notesSlides/notesSlide2.xml" Id="R553a7d396354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86A9D-256E-419D-8FEC-B4D71BEE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CD9BB-64BA-4AFC-B024-D04BF8E2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API-A7-1974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670CF-78C2-4E50-B906-882BB5B8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p01-full-001974 | Source p01-src-001974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9BFEE-6702-4B55-AFC0-1A00848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59E8A-24B0-4061-94AB-0A2B6EA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082C5-3CED-4948-A910-98729EB0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DAC88-999E-4B83-9F47-81AEC73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69183-3F7B-4531-B3F9-2DAACEF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16D45-7228-44AF-9828-91E7E02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6CFD6-FD25-4C4A-97FF-27737208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C159C-1B75-4E94-97C6-AFA1C228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BBB00-9482-4DC6-9324-4B01CA4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735046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B45EF-E2D4-496F-A53C-66488CD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API-A7-1974: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6EEDC-AFDD-4113-9639-32C81EDB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CAA8C-9F5A-4C20-8908-EA8094E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C8524-C1FD-448E-8406-B9EF7FE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7D974-107E-41E8-8D56-B180E8D3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C7903-943D-428E-A853-8D37B591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61B00-5137-452C-A547-7ABF4CC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359CA-B256-4286-BAE6-AAE8D8F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0F974-40B8-4DD8-A5C6-8649E5A8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F4368-DA74-454C-8134-922833B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798DA-FC0C-49FE-BB48-C55EA146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DD355-A315-4737-89C4-EDDF27B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5DCE0-F253-430C-8A95-2ABF9C1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31546-3077-47B0-9D87-60B80B62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44B2E-7E0E-43D5-A1DB-F069740E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EF99-1415-44BA-932D-6ABDDB81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8B9D7-386A-4EF3-A8E9-7EE3C08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8B3A2-953C-42A6-8AA1-62BF8B8D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2C9D4-809A-467F-B121-1891D82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p01-full-001974 | Source p01-src-001974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88009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2026-08-24T02:21:30.7980000Z</dcterms:created>
  <dcterms:modified xsi:type="dcterms:W3CDTF">2026-08-24T02:21:30.7980000Z</dcterms:modified>
</coreProperties>
</file>