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971532ca7d44ef" /><Relationship Type="http://schemas.openxmlformats.org/officeDocument/2006/relationships/extended-properties" Target="/docProps/app.xml" Id="R2ed31cd2bc2440f6" /><Relationship Type="http://schemas.openxmlformats.org/officeDocument/2006/relationships/officeDocument" Target="/ppt/presentation.xml" Id="Rbbddf635ae4648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bc0d07f20a434b"/>
  </p:sldMasterIdLst>
  <p:notesMasterIdLst>
    <p:notesMasterId xmlns:r="http://schemas.openxmlformats.org/officeDocument/2006/relationships" r:id="Re318dd40d1324a99"/>
  </p:notesMasterIdLst>
  <p:sldIdLst>
    <p:sldId xmlns:r="http://schemas.openxmlformats.org/officeDocument/2006/relationships" id="256" r:id="Rd5672c41fedc45ac"/>
    <p:sldId xmlns:r="http://schemas.openxmlformats.org/officeDocument/2006/relationships" id="257" r:id="R19fc3825f5224d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397975557d4762" /><Relationship Type="http://schemas.openxmlformats.org/officeDocument/2006/relationships/slideMaster" Target="/ppt/slideMasters/slideMaster1.xml" Id="Rf2bc0d07f20a434b" /><Relationship Type="http://schemas.openxmlformats.org/officeDocument/2006/relationships/notesMaster" Target="/ppt/notesMasters/notesMaster1.xml" Id="Re318dd40d1324a99" /><Relationship Type="http://schemas.openxmlformats.org/officeDocument/2006/relationships/presProps" Target="/ppt/presProps.xml" Id="R83e39950c77b4add" /><Relationship Type="http://schemas.openxmlformats.org/officeDocument/2006/relationships/tableStyles" Target="/ppt/tableStyles.xml" Id="Rc6dfdbd97149407d" /><Relationship Type="http://schemas.openxmlformats.org/officeDocument/2006/relationships/slide" Target="/ppt/slides/slide1.xml" Id="Rd5672c41fedc45ac" /><Relationship Type="http://schemas.openxmlformats.org/officeDocument/2006/relationships/slide" Target="/ppt/slides/slide2.xml" Id="R19fc3825f5224d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7d5e199a2040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eff76f4c7948b4" /><Relationship Type="http://schemas.openxmlformats.org/officeDocument/2006/relationships/notesMaster" Target="/ppt/notesMasters/notesMaster1.xml" Id="Rcb0ee37c106841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3fc6ed295b4726" /><Relationship Type="http://schemas.openxmlformats.org/officeDocument/2006/relationships/notesMaster" Target="/ppt/notesMasters/notesMaster1.xml" Id="Ra295a7160a704e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752520348345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f6ead3341043d6" /><Relationship Type="http://schemas.openxmlformats.org/officeDocument/2006/relationships/slideLayout" Target="/ppt/slideLayouts/slideLayout1.xml" Id="R5dd23f49ce8b42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d23f49ce8b42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a57d6a03448d7" /><Relationship Type="http://schemas.openxmlformats.org/officeDocument/2006/relationships/notesSlide" Target="/ppt/notesSlides/notesSlide1.xml" Id="Rf4ad01d18b4f41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5fd7361a440a5" /><Relationship Type="http://schemas.openxmlformats.org/officeDocument/2006/relationships/notesSlide" Target="/ppt/notesSlides/notesSlide2.xml" Id="Rdd51283faeea42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E3E39F-8599-4820-B8AC-FC5FB9C8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475"/>
                </a:solidFill>
              </a:defRPr>
            </a:pPr>
            <a:r>
              <a:rPr sz="1200">
                <a:solidFill>
                  <a:srgbClr val="4F6475"/>
                </a:solidFill>
              </a:rPr>
              <a:t>Aster Loop | Product Alpha R7 | Contract assurance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A8B2B-AE02-4376-8BB2-CE4EAF69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02E58"/>
                </a:solidFill>
              </a:defRPr>
            </a:pPr>
            <a:r>
              <a:rPr sz="3000">
                <a:solidFill>
                  <a:srgbClr val="102E58"/>
                </a:solidFill>
              </a:rPr>
              <a:t>API-A7-3775 keeps the asynchronous release gate observable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31C46-3678-47FD-B520-5D26B803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6475"/>
                </a:solidFill>
              </a:defRPr>
            </a:pPr>
            <a:r>
              <a:rPr sz="1350">
                <a:solidFill>
                  <a:srgbClr val="4F6475"/>
                </a:solidFill>
              </a:rPr>
              <a:t>Reviewed 2026-07-20 | Artifact p01-full-003775 | Source p01-src-003775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99065F-8140-4E27-80B1-51B92FEF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Request intake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A64F5-F94D-4347-8CA2-9BED5D19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Decision 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71502-FF03-49F9-95B5-607B0A1C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Event delivery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1F664-A6C7-45BC-91CF-079E0279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Evidence capture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7484E-AADF-49CA-8AB9-2507FFBD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69DAFC-5958-4D62-9ACB-1716B348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32DBD-542D-49E3-B80D-2BF08307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07F895-642B-426C-9469-22F5FC4A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E68"/>
                </a:solidFill>
              </a:defRPr>
            </a:pPr>
            <a:r>
              <a:rPr sz="1800">
                <a:solidFill>
                  <a:srgbClr val="334E68"/>
                </a:solidFill>
              </a:rPr>
              <a:t>ADR-042 preserves the approval boundary; 200 ms p95 is the target and 184 ms is the accepted reference.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06A68D-4D80-41B7-B5DC-CEB03DA3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Synthetic engineering evidence only; no customer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444265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75FF99-765A-4B53-B3C9-F55D6AF7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02E58"/>
                </a:solidFill>
              </a:defRPr>
            </a:pPr>
            <a:r>
              <a:rPr sz="2700">
                <a:solidFill>
                  <a:srgbClr val="102E58"/>
                </a:solidFill>
              </a:rPr>
              <a:t>API-A7-3775: contract evidence is reconciled to its scope-local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82612-8790-42FE-9F33-7DA30C07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Evidence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F590E-4D01-4CB5-AADF-47B02574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Field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4621A-6C32-4AC7-831D-E10D6B89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901EC-F470-4ED4-AFA8-86F0E5E3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5B59C-C747-405B-B9A6-AFF19552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p01-full-008632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0C679-3F39-4E75-B93E-4E55572C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D4CE2-00CC-415C-A32A-4C8B53C5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Product Alpha R7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36F56A-8D2F-4CE1-A9DA-81D06EE9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4ED58F-0C15-4004-A60D-DA373A42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2026-07-20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97BE3D-A2D2-4D0A-A6AE-34EFBC12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Target p95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A3E98F-5683-40C6-9F42-EC20693B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74D459-9DF5-4891-86E3-914DA77B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Reference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A1C136-C4CB-4AAE-A09C-785058C1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184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85043D-E985-401B-9535-E3307CC4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148C07-904F-4DA2-8C79-271257C5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66B54E-F3DB-4E64-9975-096E3F4A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20A347-432D-4EBB-8EA9-B83D2BBF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E68"/>
                </a:solidFill>
              </a:defRPr>
            </a:pPr>
            <a:r>
              <a:rPr sz="1650">
                <a:solidFill>
                  <a:srgbClr val="334E68"/>
                </a:solidFill>
              </a:rPr>
              <a:t>The contract supports additive-before-removal compatibility. The evidence input and release-gate reference remain aligned without changing ADR-042.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E5508F-01FF-42E1-856F-375ACA80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Artifact p01-full-003775 | Source p01-src-003775 | synthetic Aster Loop record</a:t>
            </a:r>
          </a:p>
        </p:txBody>
      </p:sp>
    </p:spTree>
    <p:extLst>
      <p:ext uri="{BB962C8B-B14F-4D97-AF65-F5344CB8AC3E}">
        <p14:creationId xmlns:p14="http://schemas.microsoft.com/office/powerpoint/2010/main" val="17071789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2026-08-24T02:21:32.1410000Z</dcterms:created>
  <dcterms:modified xsi:type="dcterms:W3CDTF">2026-08-24T02:21:32.1410000Z</dcterms:modified>
</coreProperties>
</file>