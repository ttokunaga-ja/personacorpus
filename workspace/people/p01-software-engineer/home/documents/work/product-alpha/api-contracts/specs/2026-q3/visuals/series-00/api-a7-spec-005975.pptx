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1fb3f15904367" /><Relationship Type="http://schemas.openxmlformats.org/officeDocument/2006/relationships/extended-properties" Target="/docProps/app.xml" Id="Rade01f1e883b4cc9" /><Relationship Type="http://schemas.openxmlformats.org/officeDocument/2006/relationships/officeDocument" Target="/ppt/presentation.xml" Id="R39ea3b9e611447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b2fcd475674e3f"/>
  </p:sldMasterIdLst>
  <p:notesMasterIdLst>
    <p:notesMasterId xmlns:r="http://schemas.openxmlformats.org/officeDocument/2006/relationships" r:id="R8b0aeadfb0314cd6"/>
  </p:notesMasterIdLst>
  <p:sldIdLst>
    <p:sldId xmlns:r="http://schemas.openxmlformats.org/officeDocument/2006/relationships" id="256" r:id="R4750a81fe2944550"/>
    <p:sldId xmlns:r="http://schemas.openxmlformats.org/officeDocument/2006/relationships" id="257" r:id="R36f62dc1b582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451ab4694a4717" /><Relationship Type="http://schemas.openxmlformats.org/officeDocument/2006/relationships/slideMaster" Target="/ppt/slideMasters/slideMaster1.xml" Id="Rb7b2fcd475674e3f" /><Relationship Type="http://schemas.openxmlformats.org/officeDocument/2006/relationships/notesMaster" Target="/ppt/notesMasters/notesMaster1.xml" Id="R8b0aeadfb0314cd6" /><Relationship Type="http://schemas.openxmlformats.org/officeDocument/2006/relationships/presProps" Target="/ppt/presProps.xml" Id="R2cebf11383c7455b" /><Relationship Type="http://schemas.openxmlformats.org/officeDocument/2006/relationships/tableStyles" Target="/ppt/tableStyles.xml" Id="Rab8f01f494bc4348" /><Relationship Type="http://schemas.openxmlformats.org/officeDocument/2006/relationships/slide" Target="/ppt/slides/slide1.xml" Id="R4750a81fe2944550" /><Relationship Type="http://schemas.openxmlformats.org/officeDocument/2006/relationships/slide" Target="/ppt/slides/slide2.xml" Id="R36f62dc1b582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a775041e349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719a35252d4951" /><Relationship Type="http://schemas.openxmlformats.org/officeDocument/2006/relationships/notesMaster" Target="/ppt/notesMasters/notesMaster1.xml" Id="R4376aff31c1d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b06b901aa24556" /><Relationship Type="http://schemas.openxmlformats.org/officeDocument/2006/relationships/notesMaster" Target="/ppt/notesMasters/notesMaster1.xml" Id="Rf70e9677f0764f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a28ee39d845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86c25d2ee845a9" /><Relationship Type="http://schemas.openxmlformats.org/officeDocument/2006/relationships/slideLayout" Target="/ppt/slideLayouts/slideLayout1.xml" Id="R071805314866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1805314866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45d1ba8b64af3" /><Relationship Type="http://schemas.openxmlformats.org/officeDocument/2006/relationships/notesSlide" Target="/ppt/notesSlides/notesSlide1.xml" Id="R374fd4c17a6c47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3e77d7ba784b63" /><Relationship Type="http://schemas.openxmlformats.org/officeDocument/2006/relationships/notesSlide" Target="/ppt/notesSlides/notesSlide2.xml" Id="Rf7370054b90e45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8CF01-BA1B-4F61-832E-1AB4589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API contract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78CD1-276D-429E-8C7C-A020D08B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API-A7-5975 maintains an auditable compatibility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9A680-DCE1-4176-B504-CB7B9037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p01-full-005975 | Source p01-src-005975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FBEC8C-6186-443A-BB25-6521BB18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Schema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F6231-15E1-4626-B71C-E8521417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1B25A3-C51E-4BE2-BB58-9A3FDA7D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408F4-6563-4677-A620-86BE77D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Review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E2232-5FED-4821-8CCC-7AC78B39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B70EA-4581-444C-8670-D52DA77B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02C3B-5CC0-47CA-BAFD-36AF3917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69E38-7362-4163-9A6B-BD13D810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keeps compatibility additive before removal. Target p95: 200 ms; accepted reference: 184 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2DAF9-1764-4D79-AC13-FBCA4497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663957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61924-CB1D-4747-9FBD-CE649A09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API-A7-5975: release decision and evidence remain connected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AEE74-1974-4F15-83D3-FA9D16ED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Decision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3B7C8-0CE5-4A67-AD10-B42DE908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7C00B-FDFC-4587-BCFD-BA4ECED1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8AD78-4514-49A0-B58B-F91A2FFC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5D1C0-B533-4C26-B9CB-5A59F2AF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p01-full-009107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06E52-0643-48BF-8F7F-0FC57AF3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B87E7-7F43-42C2-8101-F925659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1C9CC-65E4-4717-90A7-52CE534C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67BFF-0941-4909-B4DA-845C69D2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40326-A7E2-4D06-A0FF-76912CF8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A008C-4540-433A-8645-B6EAF61C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D9858-4D0F-48AB-A44A-5ECFF5D9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F3FEB1-D4A3-473C-BE71-6FA6A9B7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EC05F-640D-4F3C-B91F-065FABD6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19728-0F7E-4A59-99C3-8286057F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CDC3C-0A04-43F2-BE83-8887A073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8F43B-632E-4601-B164-7DB766C7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scope-local input supports a reversible release gate. Its linked evidence is ready for review while preserving the ADR-042 boundary.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50A72-B24E-42BC-AB27-D41EA054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p01-full-005975 | Source p01-src-005975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520111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2026-08-24T02:26:11.2170000Z</dcterms:created>
  <dcterms:modified xsi:type="dcterms:W3CDTF">2026-08-24T02:26:11.2170000Z</dcterms:modified>
</coreProperties>
</file>