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64002660b1c4af4" /><Relationship Type="http://schemas.openxmlformats.org/officeDocument/2006/relationships/extended-properties" Target="/docProps/app.xml" Id="Rd8aba651b6d6491e" /><Relationship Type="http://schemas.openxmlformats.org/officeDocument/2006/relationships/officeDocument" Target="/ppt/presentation.xml" Id="Ra2f18011bd7441f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7a7b8d44a174bef"/>
  </p:sldMasterIdLst>
  <p:notesMasterIdLst>
    <p:notesMasterId xmlns:r="http://schemas.openxmlformats.org/officeDocument/2006/relationships" r:id="Rf82b9b1d57de4e92"/>
  </p:notesMasterIdLst>
  <p:sldIdLst>
    <p:sldId xmlns:r="http://schemas.openxmlformats.org/officeDocument/2006/relationships" id="256" r:id="Re00417e224254cfc"/>
    <p:sldId xmlns:r="http://schemas.openxmlformats.org/officeDocument/2006/relationships" id="257" r:id="Rdbc59e3e55e44a8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aad0eff8cad410e" /><Relationship Type="http://schemas.openxmlformats.org/officeDocument/2006/relationships/slideMaster" Target="/ppt/slideMasters/slideMaster1.xml" Id="Rc7a7b8d44a174bef" /><Relationship Type="http://schemas.openxmlformats.org/officeDocument/2006/relationships/notesMaster" Target="/ppt/notesMasters/notesMaster1.xml" Id="Rf82b9b1d57de4e92" /><Relationship Type="http://schemas.openxmlformats.org/officeDocument/2006/relationships/presProps" Target="/ppt/presProps.xml" Id="Rc02e56ec6be64376" /><Relationship Type="http://schemas.openxmlformats.org/officeDocument/2006/relationships/tableStyles" Target="/ppt/tableStyles.xml" Id="R4f831311271e45ed" /><Relationship Type="http://schemas.openxmlformats.org/officeDocument/2006/relationships/slide" Target="/ppt/slides/slide1.xml" Id="Re00417e224254cfc" /><Relationship Type="http://schemas.openxmlformats.org/officeDocument/2006/relationships/slide" Target="/ppt/slides/slide2.xml" Id="Rdbc59e3e55e44a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f822067c708415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4c5dfad7b2b4204" /><Relationship Type="http://schemas.openxmlformats.org/officeDocument/2006/relationships/notesMaster" Target="/ppt/notesMasters/notesMaster1.xml" Id="R24d6c5e8c5a3456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384d9cb04a842ae" /><Relationship Type="http://schemas.openxmlformats.org/officeDocument/2006/relationships/notesMaster" Target="/ppt/notesMasters/notesMaster1.xml" Id="R126b9f250c0347f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e402ca1ed643e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dd03084d23d4ccd" /><Relationship Type="http://schemas.openxmlformats.org/officeDocument/2006/relationships/slideLayout" Target="/ppt/slideLayouts/slideLayout1.xml" Id="Re8a102ebf51b48b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8a102ebf51b48b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ac8eb9910c4473" /><Relationship Type="http://schemas.openxmlformats.org/officeDocument/2006/relationships/notesSlide" Target="/ppt/notesSlides/notesSlide1.xml" Id="R285d805481634c6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9fbb89952b45dc" /><Relationship Type="http://schemas.openxmlformats.org/officeDocument/2006/relationships/notesSlide" Target="/ppt/notesSlides/notesSlide2.xml" Id="Reeae15f33e1b49e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C975F6-3985-4DA1-A96A-D1C5536C3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F6475"/>
                </a:solidFill>
              </a:defRPr>
            </a:pPr>
            <a:r>
              <a:rPr sz="1200">
                <a:solidFill>
                  <a:srgbClr val="4F6475"/>
                </a:solidFill>
              </a:rPr>
              <a:t>Aster Loop | Product Alpha R7 | Contract assurance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D6BBDA-C3BE-4658-AA1B-DF50A4084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000">
                <a:solidFill>
                  <a:srgbClr val="102E58"/>
                </a:solidFill>
              </a:defRPr>
            </a:pPr>
            <a:r>
              <a:rPr sz="3000">
                <a:solidFill>
                  <a:srgbClr val="102E58"/>
                </a:solidFill>
              </a:rPr>
              <a:t>API-A7-2975 keeps the asynchronous release gate observable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D4BEAC-D0E6-4A70-B76A-A1ABD8B3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F6475"/>
                </a:solidFill>
              </a:defRPr>
            </a:pPr>
            <a:r>
              <a:rPr sz="1350">
                <a:solidFill>
                  <a:srgbClr val="4F6475"/>
                </a:solidFill>
              </a:rPr>
              <a:t>Reviewed 2026-07-20 | Artifact p01-full-002975 | Source p01-src-002975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E37AF5-B28C-454F-B4E2-D88E5D57F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Request intake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CF10C6-44DF-4968-969C-6A0D5CDD0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52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Decision gate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03C22A-AE8D-48F3-9C75-23E32BAE7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52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6F7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Event delivery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1DE927-5AD5-41F0-AF42-4FBDB3780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952750"/>
            <a:ext cx="1619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Evidence capture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FAF439-C09E-4169-9320-A17A4E816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099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F82"/>
                </a:solidFill>
              </a:defRPr>
            </a:pPr>
            <a:r>
              <a:rPr sz="2400">
                <a:solidFill>
                  <a:srgbClr val="007F82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E85EF1-8D09-45F2-894D-0307685A9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099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F82"/>
                </a:solidFill>
              </a:defRPr>
            </a:pPr>
            <a:r>
              <a:rPr sz="2400">
                <a:solidFill>
                  <a:srgbClr val="007F82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4CEF2F-B3A8-42D6-B579-ECAC7FD6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09925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F82"/>
                </a:solidFill>
              </a:defRPr>
            </a:pPr>
            <a:r>
              <a:rPr sz="2400">
                <a:solidFill>
                  <a:srgbClr val="007F82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47B987-7F79-4BB1-82EF-C04DBF355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672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34E68"/>
                </a:solidFill>
              </a:defRPr>
            </a:pPr>
            <a:r>
              <a:rPr sz="1800">
                <a:solidFill>
                  <a:srgbClr val="334E68"/>
                </a:solidFill>
              </a:rPr>
              <a:t>ADR-042 preserves the approval boundary; 200 ms p95 is the target and 184 ms is the accepted reference.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C3E000-E981-459E-AF53-55B77A60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F6475"/>
                </a:solidFill>
              </a:defRPr>
            </a:pPr>
            <a:r>
              <a:rPr sz="1125">
                <a:solidFill>
                  <a:srgbClr val="4F6475"/>
                </a:solidFill>
              </a:rPr>
              <a:t>Synthetic engineering evidence only; no customer or production data.</a:t>
            </a:r>
          </a:p>
        </p:txBody>
      </p:sp>
    </p:spTree>
    <p:extLst>
      <p:ext uri="{BB962C8B-B14F-4D97-AF65-F5344CB8AC3E}">
        <p14:creationId xmlns:p14="http://schemas.microsoft.com/office/powerpoint/2010/main" val="17860810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A5CD1D-356A-4DAE-B02A-DD38B427A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>
                <a:solidFill>
                  <a:srgbClr val="102E58"/>
                </a:solidFill>
              </a:defRPr>
            </a:pPr>
            <a:r>
              <a:rPr sz="2700">
                <a:solidFill>
                  <a:srgbClr val="102E58"/>
                </a:solidFill>
              </a:rPr>
              <a:t>API-A7-2975: contract evidence is reconciled to its scope-local input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5511A7-4CF3-40F7-86AC-48832E0BC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7F82"/>
                </a:solidFill>
              </a:defRPr>
            </a:pPr>
            <a:r>
              <a:rPr sz="1800">
                <a:solidFill>
                  <a:srgbClr val="007F82"/>
                </a:solidFill>
              </a:rPr>
              <a:t>Evidence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E935FD-9149-4210-8A76-9FB5F5660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E58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E58"/>
                </a:solidFill>
              </a:defRPr>
            </a:pPr>
            <a:r>
              <a:rPr sz="1500" b="1">
                <a:solidFill>
                  <a:srgbClr val="102E58"/>
                </a:solidFill>
              </a:rPr>
              <a:t>Field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D8C52A-4FBB-41B2-8207-12E721815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E58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E58"/>
                </a:solidFill>
              </a:defRPr>
            </a:pPr>
            <a:r>
              <a:rPr sz="1500" b="1">
                <a:solidFill>
                  <a:srgbClr val="102E58"/>
                </a:solidFill>
              </a:rPr>
              <a:t>Value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63CEBE-3C6C-4C59-8BE1-D1702B016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Dependency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8293EB-5A08-4BF9-B7FB-21079FE5B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479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p01-full-008441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3CA34B-BB2D-47BF-8976-C7AD1C770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432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Release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B2A3AC-20EB-473A-A772-5DD7E98C1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432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Product Alpha R7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75F515-11BC-44E1-A35A-388ED5018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385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Review 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AF3C45-169E-4B6F-800C-C961D7E9A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385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2026-07-20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F8B8F0-5FE8-4FF1-98CF-559ACA3D8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338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Target p95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E82E61-1AF8-4033-BEDF-C12B0A8A8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338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200 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817F19-5430-49BF-AF9D-9441E2891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291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Reference p95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3F56DE-FE39-4173-921B-1CA8F132B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291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184 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5ECF38-DDAC-4E49-AB32-E6FD9EA1A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244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Lifecycle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ACEDE2-6E3B-484A-82F6-D3A31DCD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244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reviewed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CC0862-EA5F-40BF-9EC5-E151F36C4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52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7F82"/>
                </a:solidFill>
              </a:defRPr>
            </a:pPr>
            <a:r>
              <a:rPr sz="1800">
                <a:solidFill>
                  <a:srgbClr val="007F82"/>
                </a:solidFill>
              </a:rPr>
              <a:t>Interpretation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91AF8D-EC57-45C2-9E4D-CB18A73B9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28875"/>
            <a:ext cx="2381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34E68"/>
                </a:solidFill>
              </a:defRPr>
            </a:pPr>
            <a:r>
              <a:rPr sz="1650">
                <a:solidFill>
                  <a:srgbClr val="334E68"/>
                </a:solidFill>
              </a:rPr>
              <a:t>The contract supports additive-before-removal compatibility. The evidence input and release-gate reference remain aligned without changing ADR-042.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6A2CBF-5A48-43BA-AF2D-4F930C3E0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F6475"/>
                </a:solidFill>
              </a:defRPr>
            </a:pPr>
            <a:r>
              <a:rPr sz="1125">
                <a:solidFill>
                  <a:srgbClr val="4F6475"/>
                </a:solidFill>
              </a:rPr>
              <a:t>Artifact p01-full-002975 | Source p01-src-002975 | synthetic Aster Loop record</a:t>
            </a:r>
          </a:p>
        </p:txBody>
      </p:sp>
    </p:spTree>
    <p:extLst>
      <p:ext uri="{BB962C8B-B14F-4D97-AF65-F5344CB8AC3E}">
        <p14:creationId xmlns:p14="http://schemas.microsoft.com/office/powerpoint/2010/main" val="10265546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2026-08-24T02:21:31.8680000Z</dcterms:created>
  <dcterms:modified xsi:type="dcterms:W3CDTF">2026-08-24T02:21:31.8680000Z</dcterms:modified>
</coreProperties>
</file>