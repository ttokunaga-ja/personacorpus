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2dbe8cea57420f" /><Relationship Type="http://schemas.openxmlformats.org/officeDocument/2006/relationships/extended-properties" Target="/docProps/app.xml" Id="Rfe387c6db6c44d0f" /><Relationship Type="http://schemas.openxmlformats.org/officeDocument/2006/relationships/officeDocument" Target="/ppt/presentation.xml" Id="Re5fdb4be330d42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54604af13a4c20"/>
  </p:sldMasterIdLst>
  <p:notesMasterIdLst>
    <p:notesMasterId xmlns:r="http://schemas.openxmlformats.org/officeDocument/2006/relationships" r:id="Rdd8f5f15fc794aa1"/>
  </p:notesMasterIdLst>
  <p:sldIdLst>
    <p:sldId xmlns:r="http://schemas.openxmlformats.org/officeDocument/2006/relationships" id="256" r:id="R731835ec3de14a6e"/>
    <p:sldId xmlns:r="http://schemas.openxmlformats.org/officeDocument/2006/relationships" id="257" r:id="Rad5b00cdcdc04a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73926a48904619" /><Relationship Type="http://schemas.openxmlformats.org/officeDocument/2006/relationships/slideMaster" Target="/ppt/slideMasters/slideMaster1.xml" Id="R0154604af13a4c20" /><Relationship Type="http://schemas.openxmlformats.org/officeDocument/2006/relationships/notesMaster" Target="/ppt/notesMasters/notesMaster1.xml" Id="Rdd8f5f15fc794aa1" /><Relationship Type="http://schemas.openxmlformats.org/officeDocument/2006/relationships/presProps" Target="/ppt/presProps.xml" Id="Rac250e9f4d7446d3" /><Relationship Type="http://schemas.openxmlformats.org/officeDocument/2006/relationships/tableStyles" Target="/ppt/tableStyles.xml" Id="R0b7c96be22224cdc" /><Relationship Type="http://schemas.openxmlformats.org/officeDocument/2006/relationships/slide" Target="/ppt/slides/slide1.xml" Id="R731835ec3de14a6e" /><Relationship Type="http://schemas.openxmlformats.org/officeDocument/2006/relationships/slide" Target="/ppt/slides/slide2.xml" Id="Rad5b00cdcdc04a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3e0751071847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83efbb176a425a" /><Relationship Type="http://schemas.openxmlformats.org/officeDocument/2006/relationships/notesMaster" Target="/ppt/notesMasters/notesMaster1.xml" Id="Rdbdd326dde7f44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31052a0fb24f4c" /><Relationship Type="http://schemas.openxmlformats.org/officeDocument/2006/relationships/notesMaster" Target="/ppt/notesMasters/notesMaster1.xml" Id="Rf5e85cc613ba4d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ee8c6350bc4c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efb64d366d4d39" /><Relationship Type="http://schemas.openxmlformats.org/officeDocument/2006/relationships/slideLayout" Target="/ppt/slideLayouts/slideLayout1.xml" Id="Rad3a3e3082f149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3a3e3082f149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b75ebfcf74c0e" /><Relationship Type="http://schemas.openxmlformats.org/officeDocument/2006/relationships/notesSlide" Target="/ppt/notesSlides/notesSlide1.xml" Id="R1b1d1c30b5ae46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d18011db84620" /><Relationship Type="http://schemas.openxmlformats.org/officeDocument/2006/relationships/notesSlide" Target="/ppt/notesSlides/notesSlide2.xml" Id="R568781a9157148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A8A3F0-9967-4676-B443-3F818A0B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release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0292-6BA2-4404-8765-D8E7C4A0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API-A7-10175 makes the approval trail clear at the API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D7D34-BA0A-4FC1-B2FB-2C290960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p01-full-010175 | Source p01-src-010175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128FD-48B2-49DB-AEDC-BAF73871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Change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B9B53-7B7E-47A6-AB7E-243324E2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ADR-042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5B89A-220E-4A50-875E-09A7CCEF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FA413-9304-42FB-AC98-43A8A1B1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9E228-003C-4730-96AF-88CB12E3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B2537-5C6F-4156-BEC6-152025D8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C09DA-CBF9-49F3-BDA4-E918033D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37C55-514E-4758-A175-8BD5FE0E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The release gate maintains additive-before-removal sequencing. 200 ms p95 is the target;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80608-B3DE-4B0B-8406-E86B6E7B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468267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AE4E7-0302-489D-AFBA-81941B3C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API-A7-10175: evidence links the scope-local dependency to a release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1BFB1-72D4-4537-ADC6-DD45FFBC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Release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71FD5-F143-49EC-A166-B555BB37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A6514-BC9D-46AC-8CF6-449DEFA7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D940F-A70A-4228-9054-50174016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B7CCF-6F39-4CC5-8331-16B68B1B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p01-full-010285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1C561-77BC-4F2A-8573-2695FACF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F10BD-28EF-487C-88C6-1F26AA90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1B474-C716-463F-BE8D-D466E034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AA9FF-8505-4DC4-8E01-FC6FE53D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C180D-6B7B-4212-9307-90159A0C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9BC14-FE62-4485-AD0F-CC976CC2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E4BEB-6941-4A1F-B70E-822A9B16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A99B4-8AD2-4214-ADE7-D2AEB700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CB5E4-E86D-4BA6-8BD4-107E1AD7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862BF-5844-4125-91EC-E548239F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1A9CE0-F64D-484E-A016-95367AE2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781C9-454E-4EDD-A060-2CFF08FD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source-specific input can be reconciled without widening the release boundary. Reviewers can trace the dependency while retaining the established service measure.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DF4737-B725-4790-A243-D4E67EBA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p01-full-010175 | Source p01-src-010175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2602626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2026-08-24T02:30:45.6260000Z</dcterms:created>
  <dcterms:modified xsi:type="dcterms:W3CDTF">2026-08-24T02:30:45.6260000Z</dcterms:modified>
</coreProperties>
</file>