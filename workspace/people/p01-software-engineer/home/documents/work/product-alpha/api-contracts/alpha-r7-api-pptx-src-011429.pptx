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8792925cf4d45" /><Relationship Type="http://schemas.openxmlformats.org/officeDocument/2006/relationships/extended-properties" Target="/docProps/app.xml" Id="R14c0e916bd8040f1" /><Relationship Type="http://schemas.openxmlformats.org/officeDocument/2006/relationships/officeDocument" Target="/ppt/presentation.xml" Id="Rf391588d0f2a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dcc493457f48ef"/>
  </p:sldMasterIdLst>
  <p:notesMasterIdLst>
    <p:notesMasterId xmlns:r="http://schemas.openxmlformats.org/officeDocument/2006/relationships" r:id="Rffa2ae629c354dec"/>
  </p:notesMasterIdLst>
  <p:sldIdLst>
    <p:sldId xmlns:r="http://schemas.openxmlformats.org/officeDocument/2006/relationships" id="256" r:id="Rdc426e3a17424a48"/>
    <p:sldId xmlns:r="http://schemas.openxmlformats.org/officeDocument/2006/relationships" id="257" r:id="R6bc80c41059c40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abc508a8774ba2" /><Relationship Type="http://schemas.openxmlformats.org/officeDocument/2006/relationships/slideMaster" Target="/ppt/slideMasters/slideMaster1.xml" Id="Raddcc493457f48ef" /><Relationship Type="http://schemas.openxmlformats.org/officeDocument/2006/relationships/notesMaster" Target="/ppt/notesMasters/notesMaster1.xml" Id="Rffa2ae629c354dec" /><Relationship Type="http://schemas.openxmlformats.org/officeDocument/2006/relationships/presProps" Target="/ppt/presProps.xml" Id="R5e1b9dbf6e864ec2" /><Relationship Type="http://schemas.openxmlformats.org/officeDocument/2006/relationships/tableStyles" Target="/ppt/tableStyles.xml" Id="R8dc89bb937b3449d" /><Relationship Type="http://schemas.openxmlformats.org/officeDocument/2006/relationships/slide" Target="/ppt/slides/slide1.xml" Id="Rdc426e3a17424a48" /><Relationship Type="http://schemas.openxmlformats.org/officeDocument/2006/relationships/slide" Target="/ppt/slides/slide2.xml" Id="R6bc80c41059c40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5a7ed1bd1d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ed6e354fb4548" /><Relationship Type="http://schemas.openxmlformats.org/officeDocument/2006/relationships/notesMaster" Target="/ppt/notesMasters/notesMaster1.xml" Id="R238481574b2840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19033d4f14154" /><Relationship Type="http://schemas.openxmlformats.org/officeDocument/2006/relationships/notesMaster" Target="/ppt/notesMasters/notesMaster1.xml" Id="R3d89c8a9d5a54c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74964a91e49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bdd68c25344336" /><Relationship Type="http://schemas.openxmlformats.org/officeDocument/2006/relationships/slideLayout" Target="/ppt/slideLayouts/slideLayout1.xml" Id="Rec9ca6eb32f947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9ca6eb32f947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7569a26044ee1" /><Relationship Type="http://schemas.openxmlformats.org/officeDocument/2006/relationships/notesSlide" Target="/ppt/notesSlides/notesSlide1.xml" Id="Rab5cca9ae8f548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839d0debe413a" /><Relationship Type="http://schemas.openxmlformats.org/officeDocument/2006/relationships/notesSlide" Target="/ppt/notesSlides/notesSlide2.xml" Id="Ra30d722956614a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5CA20-C56C-4816-897B-CB487DE2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5AB42-9855-410A-A5E7-D3D053BC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API-A7-11429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1E28E-DDA4-4F25-9198-37010B8C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p01-full-011429 | Source p01-src-011429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378CD-F7D8-4DF4-9DA0-87C7B0A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E8B37-6E3D-44C7-95F1-7E23D9A6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7C2EC-EA11-4F52-8D61-32BFE9C3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66919-E983-4C69-AA64-A1D781E9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2BAB1-73DA-4BFE-B0F7-C3043707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E5A7B-D263-4D3F-9620-85BAA6B4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57994-3400-4DC7-BA07-B30503E3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FCFE5-431E-426D-8730-ADD75CD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EDBCA-3F15-4DE4-8A64-0A28A44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071112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9C0EB-4CE0-4CA6-BBE0-D83AFA9B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API-A7-11429: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86B3D-DEB6-49AD-AA1E-F1EA831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F1204-F7A4-4109-99B1-B7EB668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F037C-0E0D-4714-81B0-F5D5ADB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83E00-9C49-41AE-A1BC-649295EF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E696B-9C8C-4334-AFD0-BFCEF4B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p01-full-010604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F2689-ED1E-4B5C-8845-29032CC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1992A-F676-4110-A5EC-C5ECE594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DECB7-5ED0-4802-90E2-3D17C3AD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28B38-F1C4-482B-9C8E-3F8A9AFA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78668-35A2-47AB-98EB-22D31AAB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7ED58-EFBD-4756-A447-7CE096F7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1849C-AFE6-45A3-957D-46563083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CC37C-D73C-40EB-9144-294512F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45D2D-7E2E-4149-A1D7-09D45F8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947EA-1914-406B-AC59-83CDCCCA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A973E-1EF5-44F7-A926-6599D42B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8BF7C-54A7-4815-AA9B-7E6D2E74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4E2FD-A3F9-44CB-AFD2-7C5628D3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p01-full-011429 | Source p01-src-011429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048509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2026-08-24T02:30:46.1900000Z</dcterms:created>
  <dcterms:modified xsi:type="dcterms:W3CDTF">2026-08-24T02:30:46.1900000Z</dcterms:modified>
</coreProperties>
</file>