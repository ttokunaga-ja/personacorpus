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232facedb436a" /><Relationship Type="http://schemas.openxmlformats.org/officeDocument/2006/relationships/extended-properties" Target="/docProps/app.xml" Id="Rc700ee1515b844e6" /><Relationship Type="http://schemas.openxmlformats.org/officeDocument/2006/relationships/officeDocument" Target="/ppt/presentation.xml" Id="R792f26894bfc44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841866f0034b6f"/>
  </p:sldMasterIdLst>
  <p:notesMasterIdLst>
    <p:notesMasterId xmlns:r="http://schemas.openxmlformats.org/officeDocument/2006/relationships" r:id="Rcfa09887a85a4b71"/>
  </p:notesMasterIdLst>
  <p:sldIdLst>
    <p:sldId xmlns:r="http://schemas.openxmlformats.org/officeDocument/2006/relationships" id="256" r:id="R6a003c1b9f3f4c36"/>
    <p:sldId xmlns:r="http://schemas.openxmlformats.org/officeDocument/2006/relationships" id="257" r:id="R4f7088fd8ee641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5db9b6f2704bae" /><Relationship Type="http://schemas.openxmlformats.org/officeDocument/2006/relationships/slideMaster" Target="/ppt/slideMasters/slideMaster1.xml" Id="Rdc841866f0034b6f" /><Relationship Type="http://schemas.openxmlformats.org/officeDocument/2006/relationships/notesMaster" Target="/ppt/notesMasters/notesMaster1.xml" Id="Rcfa09887a85a4b71" /><Relationship Type="http://schemas.openxmlformats.org/officeDocument/2006/relationships/presProps" Target="/ppt/presProps.xml" Id="Rc498e86b99924ea3" /><Relationship Type="http://schemas.openxmlformats.org/officeDocument/2006/relationships/tableStyles" Target="/ppt/tableStyles.xml" Id="R6d895045321841f3" /><Relationship Type="http://schemas.openxmlformats.org/officeDocument/2006/relationships/slide" Target="/ppt/slides/slide1.xml" Id="R6a003c1b9f3f4c36" /><Relationship Type="http://schemas.openxmlformats.org/officeDocument/2006/relationships/slide" Target="/ppt/slides/slide2.xml" Id="R4f7088fd8ee641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8c8ccaa1c4e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69eeafc4748d2" /><Relationship Type="http://schemas.openxmlformats.org/officeDocument/2006/relationships/notesMaster" Target="/ppt/notesMasters/notesMaster1.xml" Id="R74e66238245f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b71fa9b8e4325" /><Relationship Type="http://schemas.openxmlformats.org/officeDocument/2006/relationships/notesMaster" Target="/ppt/notesMasters/notesMaster1.xml" Id="R9f30db8a7a6f42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d4097280d4f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2889a66b841d0" /><Relationship Type="http://schemas.openxmlformats.org/officeDocument/2006/relationships/slideLayout" Target="/ppt/slideLayouts/slideLayout1.xml" Id="R1d7358bb4e7445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358bb4e7445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57544cbf94954" /><Relationship Type="http://schemas.openxmlformats.org/officeDocument/2006/relationships/notesSlide" Target="/ppt/notesSlides/notesSlide1.xml" Id="R645815f77bd54c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6a64eb0db4515" /><Relationship Type="http://schemas.openxmlformats.org/officeDocument/2006/relationships/notesSlide" Target="/ppt/notesSlides/notesSlide2.xml" Id="R2121a30842ef44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9EAB2-1AE2-4F6A-AA0C-6FA9F12C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FAAAA-CD16-4A53-A0E8-7132F9C2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API-A7-10929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288D8-7AE4-431B-90E2-960C7AFA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p01-full-010929 | Source p01-src-010929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E6E9-7E30-4426-806F-84575AA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B5709-9A6E-4EB1-AF42-2977C462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F0D11-F1B9-4E9D-8378-23A75558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A4A8F-EBBF-435C-A158-D7D472B4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5ABFC-91D7-428B-A072-45778FA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C56C5-D67E-40A4-B07E-408E2BC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19391-7B2A-43B6-B658-87C28E70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4104D-28C7-4B5B-9ADD-EF719A07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FFD33-7825-4470-B517-B8F9F744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781502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FB741-A171-4E13-9DC3-DDD72747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API-A7-10929: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9EFD6-8A00-4C5B-8C22-9E002BAE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859F8-D3FE-4551-982B-BF8EEA86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C06DA-646D-4F60-B8CA-D15F31D2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6AD1E-C8DA-4851-B93A-EA8EE426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13E71-E7A4-4786-9EBB-F559550C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4F407-5ACD-418A-9FB6-1A59592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56DC8-0B4C-44D4-9F5B-08EB6E10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62EA0-01E2-4001-95A9-CC9C1EC3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302A0-0027-483D-BFBB-6B73E4C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94AE7-AE53-425E-8339-55054AE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24D18-3017-4C0D-AA1A-A074B90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E803E-6118-46E2-9A20-3213AAFF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EB7C0-6E91-4948-850A-D7B5EF06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E820A-19FC-4CA1-8863-4BD8B14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340AA-5876-46D4-B743-3170DC8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866A6-324E-4040-A40E-3C58B78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B4F40-64BD-4C14-A070-2B93AC92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FB767-985E-4FA1-84E9-6600D370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p01-full-010929 | Source p01-src-010929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90168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2026-08-24T02:30:46.0140000Z</dcterms:created>
  <dcterms:modified xsi:type="dcterms:W3CDTF">2026-08-24T02:30:46.0140000Z</dcterms:modified>
</coreProperties>
</file>