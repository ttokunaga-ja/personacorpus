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7ff56fe69b4487" /><Relationship Type="http://schemas.openxmlformats.org/officeDocument/2006/relationships/extended-properties" Target="/docProps/app.xml" Id="R1638ff7b425f4811" /><Relationship Type="http://schemas.openxmlformats.org/officeDocument/2006/relationships/officeDocument" Target="/ppt/presentation.xml" Id="R66d63a7c6a8845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b4fdb9fc5043a6"/>
  </p:sldMasterIdLst>
  <p:notesMasterIdLst>
    <p:notesMasterId xmlns:r="http://schemas.openxmlformats.org/officeDocument/2006/relationships" r:id="Rb440c1f13dca4ee7"/>
  </p:notesMasterIdLst>
  <p:sldIdLst>
    <p:sldId xmlns:r="http://schemas.openxmlformats.org/officeDocument/2006/relationships" id="256" r:id="R1bc2586bfae04e24"/>
    <p:sldId xmlns:r="http://schemas.openxmlformats.org/officeDocument/2006/relationships" id="257" r:id="R42b229678a2b47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5c0e6cb86b45b6" /><Relationship Type="http://schemas.openxmlformats.org/officeDocument/2006/relationships/slideMaster" Target="/ppt/slideMasters/slideMaster1.xml" Id="R55b4fdb9fc5043a6" /><Relationship Type="http://schemas.openxmlformats.org/officeDocument/2006/relationships/notesMaster" Target="/ppt/notesMasters/notesMaster1.xml" Id="Rb440c1f13dca4ee7" /><Relationship Type="http://schemas.openxmlformats.org/officeDocument/2006/relationships/presProps" Target="/ppt/presProps.xml" Id="R4c637d7bf7464c07" /><Relationship Type="http://schemas.openxmlformats.org/officeDocument/2006/relationships/tableStyles" Target="/ppt/tableStyles.xml" Id="R86af72e64792478a" /><Relationship Type="http://schemas.openxmlformats.org/officeDocument/2006/relationships/slide" Target="/ppt/slides/slide1.xml" Id="R1bc2586bfae04e24" /><Relationship Type="http://schemas.openxmlformats.org/officeDocument/2006/relationships/slide" Target="/ppt/slides/slide2.xml" Id="R42b229678a2b47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55ce677ede43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12dad75a7a41d2" /><Relationship Type="http://schemas.openxmlformats.org/officeDocument/2006/relationships/notesMaster" Target="/ppt/notesMasters/notesMaster1.xml" Id="R9c7fc45e7d334e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f3491e1be04005" /><Relationship Type="http://schemas.openxmlformats.org/officeDocument/2006/relationships/notesMaster" Target="/ppt/notesMasters/notesMaster1.xml" Id="Rb55f54eef12b4b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abd00d17a42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ea017712334c17" /><Relationship Type="http://schemas.openxmlformats.org/officeDocument/2006/relationships/slideLayout" Target="/ppt/slideLayouts/slideLayout1.xml" Id="Rfb93f996ab5d44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93f996ab5d44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247f04bee42e2" /><Relationship Type="http://schemas.openxmlformats.org/officeDocument/2006/relationships/notesSlide" Target="/ppt/notesSlides/notesSlide1.xml" Id="R3092afdd9ca84f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230a6dea84dfe" /><Relationship Type="http://schemas.openxmlformats.org/officeDocument/2006/relationships/notesSlide" Target="/ppt/notesSlides/notesSlide2.xml" Id="Rf281428ce0df41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741D8-D371-483E-B7C8-31F38B73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DF932-EF01-4B3B-905C-90F2CCC5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API-A7-3175 keeps the asynchronous release gate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7BC48-CE98-48C5-9EB1-7A817091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p01-full-003175 | Source p01-src-003175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E4041-C8FB-40B9-AB87-4A47A3EE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Request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3CBC5-8992-4C7E-BC60-79CA0350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Decision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F8535-2396-48F3-9449-E8110BE1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7FC4A-9DA3-4FFA-AD68-9A5EBE89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Evidence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D1D93-A44C-46AE-B738-8A29A6D5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3DD7D-F280-4404-BA8A-E8FB1951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BD8AD-66E3-463B-9C78-43D9440B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B48C3-0386-40B1-8C20-42A4CD1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preserves the approval boundary; 200 ms p95 is the target and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A2570-8639-47E6-BA29-C2FD8071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1487788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DC1F4-5F1C-4933-8714-7EB53DB5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API-A7-3175: contract evidence is reconciled to its scope-local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5BE78-57AF-4FA0-A9CA-E9B5829F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FF262-6738-4C1E-85CA-7D67E2E1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83F0F-6234-4195-97F5-AE974B63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C974C-C089-4F44-9282-C66C56BF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0EE1E-24DE-4FF2-8E34-CB4809F7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p01-full-008564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B88D1-B338-4EB8-A679-A742D770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D3F40-9428-45C6-B7A7-F61940B1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88B8F-2615-4F5B-9CED-54495F58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27C55-9267-4812-95E5-7EAEDAB4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F86CA-7312-4CBF-80F1-B4331792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4643C-A71B-4503-96B2-6F932BA3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4157C-FD55-4E60-93A1-8F1E2E93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7B5E7-86CD-45F0-A20C-FA5DEC4B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9B170-26AE-48D6-8D06-8D8D6C0D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AB829-4F0C-4CCA-9186-18A026DE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45FA4-E8C9-4D5F-9647-9E10B075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F771F-4110-4969-8C71-1A1938F0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contract supports additive-before-removal compatibility. The evidence input and release-gate reference remain aligned without changing ADR-042.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F783C-DDB0-4B57-BEAA-621CDCF5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p01-full-003175 | Source p01-src-003175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496437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2026-08-24T02:21:31.9580000Z</dcterms:created>
  <dcterms:modified xsi:type="dcterms:W3CDTF">2026-08-24T02:21:31.9580000Z</dcterms:modified>
</coreProperties>
</file>