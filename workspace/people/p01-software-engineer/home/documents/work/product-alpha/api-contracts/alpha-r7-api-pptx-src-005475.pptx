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55c4990e44277" /><Relationship Type="http://schemas.openxmlformats.org/officeDocument/2006/relationships/extended-properties" Target="/docProps/app.xml" Id="R4f9d67c3f1db411f" /><Relationship Type="http://schemas.openxmlformats.org/officeDocument/2006/relationships/officeDocument" Target="/ppt/presentation.xml" Id="Rc997f0aac2b54e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6dfc865ab4208"/>
  </p:sldMasterIdLst>
  <p:notesMasterIdLst>
    <p:notesMasterId xmlns:r="http://schemas.openxmlformats.org/officeDocument/2006/relationships" r:id="R50319404655e47ea"/>
  </p:notesMasterIdLst>
  <p:sldIdLst>
    <p:sldId xmlns:r="http://schemas.openxmlformats.org/officeDocument/2006/relationships" id="256" r:id="R2adb7aa3f456444c"/>
    <p:sldId xmlns:r="http://schemas.openxmlformats.org/officeDocument/2006/relationships" id="257" r:id="R29e5ccc84a1344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31b34a1bc54b5c" /><Relationship Type="http://schemas.openxmlformats.org/officeDocument/2006/relationships/slideMaster" Target="/ppt/slideMasters/slideMaster1.xml" Id="R5dd6dfc865ab4208" /><Relationship Type="http://schemas.openxmlformats.org/officeDocument/2006/relationships/notesMaster" Target="/ppt/notesMasters/notesMaster1.xml" Id="R50319404655e47ea" /><Relationship Type="http://schemas.openxmlformats.org/officeDocument/2006/relationships/presProps" Target="/ppt/presProps.xml" Id="R9aa9c9c3bccd49a7" /><Relationship Type="http://schemas.openxmlformats.org/officeDocument/2006/relationships/tableStyles" Target="/ppt/tableStyles.xml" Id="R6e6e05c1cc5e458e" /><Relationship Type="http://schemas.openxmlformats.org/officeDocument/2006/relationships/slide" Target="/ppt/slides/slide1.xml" Id="R2adb7aa3f456444c" /><Relationship Type="http://schemas.openxmlformats.org/officeDocument/2006/relationships/slide" Target="/ppt/slides/slide2.xml" Id="R29e5ccc84a1344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a59ff4cd3a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9c0cbc6c743e7" /><Relationship Type="http://schemas.openxmlformats.org/officeDocument/2006/relationships/notesMaster" Target="/ppt/notesMasters/notesMaster1.xml" Id="R8b0963a5c4f349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5281b189d44d7" /><Relationship Type="http://schemas.openxmlformats.org/officeDocument/2006/relationships/notesMaster" Target="/ppt/notesMasters/notesMaster1.xml" Id="Rb92054c2e356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dc423a84e4b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e0db81d7624d50" /><Relationship Type="http://schemas.openxmlformats.org/officeDocument/2006/relationships/slideLayout" Target="/ppt/slideLayouts/slideLayout1.xml" Id="R50b5eeea456742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5eeea456742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1c50897a24079" /><Relationship Type="http://schemas.openxmlformats.org/officeDocument/2006/relationships/notesSlide" Target="/ppt/notesSlides/notesSlide1.xml" Id="Re96ef0ac03a0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07bf5032a42b2" /><Relationship Type="http://schemas.openxmlformats.org/officeDocument/2006/relationships/notesSlide" Target="/ppt/notesSlides/notesSlide2.xml" Id="Rd3cf03c5b3b34b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0A17C-0D7E-48CA-94D6-4ED5C7A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037A3-3642-4844-866D-3CF6D12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API-A7-5475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A1C79-972C-4BF4-B4E0-A8B8482A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p01-full-005475 | Source p01-src-005475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A71ED-4501-4283-A762-A1B7E9DD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4F8B8-EC47-4972-ACC2-31DFF30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B553C-BD49-4EDE-99BA-C24710AE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943FC-D062-4FF1-907A-67B619F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10B0F-543B-497D-98FD-88C0ABD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417C-E714-449B-A109-4A719B0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EA48C-77B6-45A0-BF26-65B964F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63657-B07C-4E1A-B7CB-4EF1061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990CA-2D5B-4020-9970-74C09DC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774831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A1EA5-AFC7-4F9D-9601-DDDBEE93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API-A7-5475: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03B74-03CA-40C5-B135-47DC41B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65C5-75AB-4825-8A2C-D9C213F5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C0DBD-2584-4D8E-A360-201DC2B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2ED2A-9C8F-422D-836B-083463D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5C70E-B6A2-42D8-8FF6-5F0A23B1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p01-full-008985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502C-31D6-4CDE-8C0C-052D066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BAC48-9425-4CDA-9ECF-D632FC3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05C74-DDC8-4EC6-AAF8-C3A5D0F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7201F-871F-474B-8BE4-038D281B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EF1D1-1A19-481B-A8DD-E5D41DA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6CB1D-82D4-46A4-B21C-FDF6D57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E1980-994D-4044-984B-A84B88F8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BE2AD-38D6-4FD2-AC25-7ED131D8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A4201-2827-41FD-B7C6-610726E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96F09-FAC4-44FE-9EBD-E7C4733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199D2-8377-4420-8A0F-40533454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EA95-DBB3-4315-BB15-775F1E0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6E1C1-B5DD-49FE-9C79-522B0F6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p01-full-005475 | Source p01-src-005475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109178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2026-08-24T02:26:11.1110000Z</dcterms:created>
  <dcterms:modified xsi:type="dcterms:W3CDTF">2026-08-24T02:26:11.1110000Z</dcterms:modified>
</coreProperties>
</file>