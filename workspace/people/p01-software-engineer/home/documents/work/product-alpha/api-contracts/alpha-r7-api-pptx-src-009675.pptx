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6d784582c477e" /><Relationship Type="http://schemas.openxmlformats.org/officeDocument/2006/relationships/extended-properties" Target="/docProps/app.xml" Id="Rfed32c94124b4794" /><Relationship Type="http://schemas.openxmlformats.org/officeDocument/2006/relationships/officeDocument" Target="/ppt/presentation.xml" Id="Rf60b50ab5faa44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c8fc8f87f46df"/>
  </p:sldMasterIdLst>
  <p:notesMasterIdLst>
    <p:notesMasterId xmlns:r="http://schemas.openxmlformats.org/officeDocument/2006/relationships" r:id="Rd6b576c1824b4218"/>
  </p:notesMasterIdLst>
  <p:sldIdLst>
    <p:sldId xmlns:r="http://schemas.openxmlformats.org/officeDocument/2006/relationships" id="256" r:id="R54f7c8d5aa044338"/>
    <p:sldId xmlns:r="http://schemas.openxmlformats.org/officeDocument/2006/relationships" id="257" r:id="R236cec7ef3dc49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0e31cc1ad74942" /><Relationship Type="http://schemas.openxmlformats.org/officeDocument/2006/relationships/slideMaster" Target="/ppt/slideMasters/slideMaster1.xml" Id="R552c8fc8f87f46df" /><Relationship Type="http://schemas.openxmlformats.org/officeDocument/2006/relationships/notesMaster" Target="/ppt/notesMasters/notesMaster1.xml" Id="Rd6b576c1824b4218" /><Relationship Type="http://schemas.openxmlformats.org/officeDocument/2006/relationships/presProps" Target="/ppt/presProps.xml" Id="Rbc871a5590694417" /><Relationship Type="http://schemas.openxmlformats.org/officeDocument/2006/relationships/tableStyles" Target="/ppt/tableStyles.xml" Id="R3204c68ee49b44eb" /><Relationship Type="http://schemas.openxmlformats.org/officeDocument/2006/relationships/slide" Target="/ppt/slides/slide1.xml" Id="R54f7c8d5aa044338" /><Relationship Type="http://schemas.openxmlformats.org/officeDocument/2006/relationships/slide" Target="/ppt/slides/slide2.xml" Id="R236cec7ef3dc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0a6d47996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673451c8a4ee7" /><Relationship Type="http://schemas.openxmlformats.org/officeDocument/2006/relationships/notesMaster" Target="/ppt/notesMasters/notesMaster1.xml" Id="R8e73c26630d2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e941c12ac4864" /><Relationship Type="http://schemas.openxmlformats.org/officeDocument/2006/relationships/notesMaster" Target="/ppt/notesMasters/notesMaster1.xml" Id="Rbcb4c69d8f5b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0157c82624c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986318d944224" /><Relationship Type="http://schemas.openxmlformats.org/officeDocument/2006/relationships/slideLayout" Target="/ppt/slideLayouts/slideLayout1.xml" Id="R110e737d40c04a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0e737d40c04a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8ea84d9824f92" /><Relationship Type="http://schemas.openxmlformats.org/officeDocument/2006/relationships/notesSlide" Target="/ppt/notesSlides/notesSlide1.xml" Id="R55c9be5c03874a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52a43f854492d" /><Relationship Type="http://schemas.openxmlformats.org/officeDocument/2006/relationships/notesSlide" Target="/ppt/notesSlides/notesSlide2.xml" Id="R698cd85a9277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C3367-16C1-417E-858C-B8AB92C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D2378-FCDB-4EA1-B1E5-7AC0551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API-A7-9675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6FDA-C60B-4E0E-8856-5E07430B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p01-full-009675 | Source p01-src-009675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306BD-7FD5-434D-BD73-A03DD5C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F9A5D-B9A4-4FB2-911B-03AF3B69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77A32-F9E7-42A8-81ED-5651DBAC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6F590-0DFC-4610-BA76-D907FC0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3588E-E3FB-41EB-85A8-19546B34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5DAEF-5241-47A3-857C-D554164A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9C0C9-5D48-413B-9DA7-646564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42285-DE65-4AB4-9E01-55C5D44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86ADF-541D-4167-B1B4-58FF5580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30637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9CB9E-3AD1-475E-B3CE-139747F4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API-A7-9675: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8EB46-8593-401C-BC33-33DDBEA9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38B89-2C52-4EF4-9EDA-3DAB634C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4C45F-C732-4A9E-83ED-7D9E6B6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86788-30B8-4DD6-B2FF-FEB78BA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D616-9188-4B16-8AA8-24C8CEDF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6A485-80A4-4CD4-8456-131D1E4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DC7B0-81DD-4330-B327-3061333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B93E2-0677-4A39-8507-B5AE3E0F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27544-8D0D-4485-A4BF-6281CA8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2DAEB-762C-469A-87EB-7D247E2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0FB35-2A14-461E-AD23-5B59484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540E1-D1C6-4136-8A74-1030A8F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69F72-EFFF-4C81-8186-2866B5D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178EC-FA3E-44CE-B382-0BE7C4DE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D1714-7AC7-46A5-B6BA-082B7D0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CEE1E-D37D-4F95-9A8A-82522EC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AA97F-6C6F-42AF-99F9-7F2F8F5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00145-CD59-4B32-A691-9597A428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p01-full-009675 | Source p01-src-009675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370156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2026-08-24T02:30:45.4140000Z</dcterms:created>
  <dcterms:modified xsi:type="dcterms:W3CDTF">2026-08-24T02:30:45.4140000Z</dcterms:modified>
</coreProperties>
</file>