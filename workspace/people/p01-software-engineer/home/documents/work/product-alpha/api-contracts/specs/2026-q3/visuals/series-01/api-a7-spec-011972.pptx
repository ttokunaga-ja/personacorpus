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2a4d8e5d664b06" /><Relationship Type="http://schemas.openxmlformats.org/officeDocument/2006/relationships/extended-properties" Target="/docProps/app.xml" Id="R5595ea4ec97e407c" /><Relationship Type="http://schemas.openxmlformats.org/officeDocument/2006/relationships/officeDocument" Target="/ppt/presentation.xml" Id="R96396a05511345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5da843be834df4"/>
  </p:sldMasterIdLst>
  <p:notesMasterIdLst>
    <p:notesMasterId xmlns:r="http://schemas.openxmlformats.org/officeDocument/2006/relationships" r:id="R17674b5d33564506"/>
  </p:notesMasterIdLst>
  <p:sldIdLst>
    <p:sldId xmlns:r="http://schemas.openxmlformats.org/officeDocument/2006/relationships" id="256" r:id="R050db797332e4bfe"/>
    <p:sldId xmlns:r="http://schemas.openxmlformats.org/officeDocument/2006/relationships" id="257" r:id="Rf56490ad9fb04b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26f6a1fea14035" /><Relationship Type="http://schemas.openxmlformats.org/officeDocument/2006/relationships/slideMaster" Target="/ppt/slideMasters/slideMaster1.xml" Id="Ra45da843be834df4" /><Relationship Type="http://schemas.openxmlformats.org/officeDocument/2006/relationships/notesMaster" Target="/ppt/notesMasters/notesMaster1.xml" Id="R17674b5d33564506" /><Relationship Type="http://schemas.openxmlformats.org/officeDocument/2006/relationships/presProps" Target="/ppt/presProps.xml" Id="R79d30a9297c149c5" /><Relationship Type="http://schemas.openxmlformats.org/officeDocument/2006/relationships/tableStyles" Target="/ppt/tableStyles.xml" Id="R2fc2315e1d6b43e4" /><Relationship Type="http://schemas.openxmlformats.org/officeDocument/2006/relationships/slide" Target="/ppt/slides/slide1.xml" Id="R050db797332e4bfe" /><Relationship Type="http://schemas.openxmlformats.org/officeDocument/2006/relationships/slide" Target="/ppt/slides/slide2.xml" Id="Rf56490ad9fb04b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77b091878747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2d81efbfb04d66" /><Relationship Type="http://schemas.openxmlformats.org/officeDocument/2006/relationships/notesMaster" Target="/ppt/notesMasters/notesMaster1.xml" Id="R03f902dd77c042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14a34b5b7d46a8" /><Relationship Type="http://schemas.openxmlformats.org/officeDocument/2006/relationships/notesMaster" Target="/ppt/notesMasters/notesMaster1.xml" Id="R8f412e86164c49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7cddc3d11c4c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15e84f973b46d9" /><Relationship Type="http://schemas.openxmlformats.org/officeDocument/2006/relationships/slideLayout" Target="/ppt/slideLayouts/slideLayout1.xml" Id="R65cb5a04182747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cb5a04182747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03d22397541da" /><Relationship Type="http://schemas.openxmlformats.org/officeDocument/2006/relationships/notesSlide" Target="/ppt/notesSlides/notesSlide1.xml" Id="R0c62625fd5854a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24cb928024ba6" /><Relationship Type="http://schemas.openxmlformats.org/officeDocument/2006/relationships/notesSlide" Target="/ppt/notesSlides/notesSlide2.xml" Id="R0d93f4162c7f4d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F48ED0-94AE-4242-8BA9-6A3F5207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contract release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40CC2-3EEE-44FA-830A-33F53537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API-A7-11972 makes the approval trail clear at the API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7CE523-33D5-4A79-905B-C8283F60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p01-full-011972 | Source p01-src-011972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99B00-577B-4CAC-B4EB-A89F5B5F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Change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2AD69-1FF7-468E-9017-218BAC1D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ADR-042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7BBC9-BF98-4AC8-A622-23195DDF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Compatibility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CB7FE-36BE-4D9A-9D98-37168EBB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Release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D57FE-2DC6-401C-B7D1-7A8AED65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7FEA3-15DD-48C0-9B70-7CA93A38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1F2B8-34EB-4EF6-A6DD-00611D3F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5FF3FE-EC4B-491F-9BDB-3983123A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The release gate maintains additive-before-removal sequencing. 200 ms p95 is the target; 184 ms is the accepted reference.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F66B3-98AE-4103-96CD-DAAA586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19450788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913202-65F1-4701-B37C-F5D34C0D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API-A7-11972: evidence links the scope-local dependency to a release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E1968-871E-41B7-A2AF-8A7551CD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Release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20A77-3FD2-4932-84F9-A42AF5D2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0C17A-E5FF-4D1F-95B1-2897BC45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47DBC-B226-4FD9-A46B-BB17330E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79ABC-B392-4086-BCEA-24C41684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p01-full-010800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74340-CD2A-4069-9335-8515EC42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C1672-3E3A-4D1E-8016-C3E98B0E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19675-31B4-427C-A8A2-76ED9A85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CC8CD7-6070-4DE8-B8EE-8496C1B3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443141-BA20-4D3D-897B-712F852C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8A0E9-91EB-48BA-AF14-F2B843EE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2AACB7-BD66-4C9E-9D41-8F251D95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174571-1471-45E1-8DCD-96DF3671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8F890B-7145-407E-B294-A62414F2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68BCC-7452-4535-B8AF-F910C649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587C9-4527-4DB9-A868-4673E86A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0E1E76-1118-42F1-BC4D-7810A927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source-specific input can be reconciled without widening the release boundary. Reviewers can trace the dependency while retaining the established service measure.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77E1F2-8CBB-4A46-B459-41F9E3B4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p01-full-011972 | Source p01-src-011972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11681889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2026-08-24T02:30:46.3640000Z</dcterms:created>
  <dcterms:modified xsi:type="dcterms:W3CDTF">2026-08-24T02:30:46.3640000Z</dcterms:modified>
</coreProperties>
</file>