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b697722db34702" /><Relationship Type="http://schemas.openxmlformats.org/officeDocument/2006/relationships/extended-properties" Target="/docProps/app.xml" Id="R0a68ff4dbec4477c" /><Relationship Type="http://schemas.openxmlformats.org/officeDocument/2006/relationships/officeDocument" Target="/ppt/presentation.xml" Id="Ra87a8e9a79fd41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e68f5f47ba40c9"/>
  </p:sldMasterIdLst>
  <p:notesMasterIdLst>
    <p:notesMasterId xmlns:r="http://schemas.openxmlformats.org/officeDocument/2006/relationships" r:id="Re1ccfd5b58ca493a"/>
  </p:notesMasterIdLst>
  <p:sldIdLst>
    <p:sldId xmlns:r="http://schemas.openxmlformats.org/officeDocument/2006/relationships" id="256" r:id="R795ddc08e7924a6c"/>
    <p:sldId xmlns:r="http://schemas.openxmlformats.org/officeDocument/2006/relationships" id="257" r:id="R36df48f3ceac41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e8f8f858b54837" /><Relationship Type="http://schemas.openxmlformats.org/officeDocument/2006/relationships/slideMaster" Target="/ppt/slideMasters/slideMaster1.xml" Id="R4be68f5f47ba40c9" /><Relationship Type="http://schemas.openxmlformats.org/officeDocument/2006/relationships/notesMaster" Target="/ppt/notesMasters/notesMaster1.xml" Id="Re1ccfd5b58ca493a" /><Relationship Type="http://schemas.openxmlformats.org/officeDocument/2006/relationships/presProps" Target="/ppt/presProps.xml" Id="Rb2d05ea67f234f15" /><Relationship Type="http://schemas.openxmlformats.org/officeDocument/2006/relationships/tableStyles" Target="/ppt/tableStyles.xml" Id="R784f3b75553b4107" /><Relationship Type="http://schemas.openxmlformats.org/officeDocument/2006/relationships/slide" Target="/ppt/slides/slide1.xml" Id="R795ddc08e7924a6c" /><Relationship Type="http://schemas.openxmlformats.org/officeDocument/2006/relationships/slide" Target="/ppt/slides/slide2.xml" Id="R36df48f3ceac41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9c2ee9bf7d4c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4e84999a664374" /><Relationship Type="http://schemas.openxmlformats.org/officeDocument/2006/relationships/notesMaster" Target="/ppt/notesMasters/notesMaster1.xml" Id="R559642bb27484c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e5e07ace20431b" /><Relationship Type="http://schemas.openxmlformats.org/officeDocument/2006/relationships/notesMaster" Target="/ppt/notesMasters/notesMaster1.xml" Id="Ra01dc12072a146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14011fcba149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f98c6bf7eb4208" /><Relationship Type="http://schemas.openxmlformats.org/officeDocument/2006/relationships/slideLayout" Target="/ppt/slideLayouts/slideLayout1.xml" Id="R79fafda249964c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fafda249964c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3bc13ae53413d" /><Relationship Type="http://schemas.openxmlformats.org/officeDocument/2006/relationships/notesSlide" Target="/ppt/notesSlides/notesSlide1.xml" Id="R6571cede09d941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97ff8d91f4e14" /><Relationship Type="http://schemas.openxmlformats.org/officeDocument/2006/relationships/notesSlide" Target="/ppt/notesSlides/notesSlide2.xml" Id="Rc67398de979e4b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8F4EF-947F-47AD-A242-2BD2EADA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8F524-B6BE-4049-A8B3-CACB9444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API-A7-0531 keeps the asynchronous release gate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8F270-0577-4DFC-B817-706F96C4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p01-full-000531 | Source p01-src-000531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94F52-208F-447D-B73B-C8EBC90D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Request intake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7F17B-E79B-4B95-91EA-CBEF992E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Decision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B8CEC-3FE1-4F36-B812-AA08301D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Event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04543-91CD-4F52-A3BC-A40BCF45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Evidence 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AC804-B51F-4463-9AC4-52BF6A8D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AEA7F-A377-40AB-9EBB-83A99150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A7024-390B-4714-923B-D696172B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070C9-2E28-4FDE-964D-6AA35534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preserves the approval boundary; 200 ms p95 is the target and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C85E1-9F6F-4617-8D6B-59350EDB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491652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FAE935-CDBD-4B3B-BADA-727F2416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API-A7-0531: contract evidence is reconciled to its scope-local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F4846-BB9C-4C54-A547-6DE090F5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Evidence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22E36-D57E-4A30-A239-9568E8FE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B4CFB-787C-4978-AC81-AA16ACBC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14528-BC75-4E24-BA69-BD0CCB51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D4B78-4684-4485-B632-E25271D9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p01-full-008141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ABFCD-5717-47DD-AB73-B0CB953C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FAA31-F65E-4955-9E5D-8FD8214C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B07A8-B36A-4CC1-9953-E5B5376F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340C5-0609-4DE7-9E74-1C233D54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E976B-A05C-418B-ABC8-084790BA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25CDB-BEBF-44D3-8D60-C6E7D53A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5CE4D-5E38-4484-AD59-3E969C73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25F57-E6A6-4ABD-8324-610B6DC4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31C3D-DBDA-42EC-9C18-F66D3C20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25DB2-286F-42CF-86BA-40B19638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F575A-68FE-422E-A7C2-B70087C4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EC28A-29A4-41C2-B43C-52B42C91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contract supports additive-before-removal compatibility. The evidence input and release-gate reference remain aligned without changing ADR-042.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B56DBD-183C-4684-B651-FA9846CE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p01-full-000531 | Source p01-src-000531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20837671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2026-08-24T02:21:30.3890000Z</dcterms:created>
  <dcterms:modified xsi:type="dcterms:W3CDTF">2026-08-24T02:21:30.3890000Z</dcterms:modified>
</coreProperties>
</file>