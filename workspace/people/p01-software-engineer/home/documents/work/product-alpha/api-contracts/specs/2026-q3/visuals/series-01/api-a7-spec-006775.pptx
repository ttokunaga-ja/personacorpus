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b3b48ca16344e7" /><Relationship Type="http://schemas.openxmlformats.org/officeDocument/2006/relationships/extended-properties" Target="/docProps/app.xml" Id="Rdfb9c2dbb9674ec6" /><Relationship Type="http://schemas.openxmlformats.org/officeDocument/2006/relationships/officeDocument" Target="/ppt/presentation.xml" Id="R86a794c4bf2d44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d4f1804c96433f"/>
  </p:sldMasterIdLst>
  <p:notesMasterIdLst>
    <p:notesMasterId xmlns:r="http://schemas.openxmlformats.org/officeDocument/2006/relationships" r:id="R7ac5b5e60960420a"/>
  </p:notesMasterIdLst>
  <p:sldIdLst>
    <p:sldId xmlns:r="http://schemas.openxmlformats.org/officeDocument/2006/relationships" id="256" r:id="R147f69e647e5450a"/>
    <p:sldId xmlns:r="http://schemas.openxmlformats.org/officeDocument/2006/relationships" id="257" r:id="R6656a74418c1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43bbcb2ec44763" /><Relationship Type="http://schemas.openxmlformats.org/officeDocument/2006/relationships/slideMaster" Target="/ppt/slideMasters/slideMaster1.xml" Id="R78d4f1804c96433f" /><Relationship Type="http://schemas.openxmlformats.org/officeDocument/2006/relationships/notesMaster" Target="/ppt/notesMasters/notesMaster1.xml" Id="R7ac5b5e60960420a" /><Relationship Type="http://schemas.openxmlformats.org/officeDocument/2006/relationships/presProps" Target="/ppt/presProps.xml" Id="R487a629a7f2741e0" /><Relationship Type="http://schemas.openxmlformats.org/officeDocument/2006/relationships/tableStyles" Target="/ppt/tableStyles.xml" Id="R436ae7e5fc64461d" /><Relationship Type="http://schemas.openxmlformats.org/officeDocument/2006/relationships/slide" Target="/ppt/slides/slide1.xml" Id="R147f69e647e5450a" /><Relationship Type="http://schemas.openxmlformats.org/officeDocument/2006/relationships/slide" Target="/ppt/slides/slide2.xml" Id="R6656a74418c1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cdbc437b61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a539e48cb4458" /><Relationship Type="http://schemas.openxmlformats.org/officeDocument/2006/relationships/notesMaster" Target="/ppt/notesMasters/notesMaster1.xml" Id="Rd5d1c080e1f6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86780ea3b048f0" /><Relationship Type="http://schemas.openxmlformats.org/officeDocument/2006/relationships/notesMaster" Target="/ppt/notesMasters/notesMaster1.xml" Id="Rd2cdec7b35a2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0d49bc97a43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4a8d12695482c" /><Relationship Type="http://schemas.openxmlformats.org/officeDocument/2006/relationships/slideLayout" Target="/ppt/slideLayouts/slideLayout1.xml" Id="R618aceaaa09a4d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8aceaaa09a4d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526405e8a4b2b" /><Relationship Type="http://schemas.openxmlformats.org/officeDocument/2006/relationships/notesSlide" Target="/ppt/notesSlides/notesSlide1.xml" Id="R50f9c7a0f019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5fe79432e451e" /><Relationship Type="http://schemas.openxmlformats.org/officeDocument/2006/relationships/notesSlide" Target="/ppt/notesSlides/notesSlide2.xml" Id="R4e4da061b4594b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93D2E-91A0-4B8D-A609-894D076D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0F764-9EB9-4458-85E3-CF8A7B64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API-A7-6775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FEF71-027E-4CBB-A7C9-C4CDD2E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p01-full-006775 | Source p01-src-006775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9740E-AC6C-4309-94FC-876D640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102E1-3F76-4D79-ABC9-E63F59A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50E71-3E16-456B-84A3-78D0502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973AC-2C34-46EA-9222-834ED405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9EB84-895A-4AC2-93C2-BE3D684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10B3F-6D5A-45C8-B0EB-4C35D7A1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C9D26-0E2D-4EE7-A7FB-AE1A47F5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48D6D-B760-4915-B47B-AEA89B2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7F5B7-C84C-4B77-B746-C0DEDB0D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632152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A6200-3B91-4F32-B4AB-7977FC5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API-A7-6775: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6C31B-FEE0-497F-9BB9-6AB29E1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597A5-5FF5-4606-8CD3-D73F52AA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9B7AF-B8FE-44CE-8A3A-4DFA1175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7CC6B-62D2-4500-A8C1-9B2EDC60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949E-CB56-426F-9C2B-BDCB75D8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p01-full-009307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0D871-491C-45D1-8F82-3656E173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E7C89-977F-4861-959F-5743433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D3D35-D4CB-4CEF-BCBD-D37FD398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3CB70-B689-4F5F-B31A-67F90E5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0CD3B-C416-450E-9545-F94F36B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A8141-B932-46EE-8E50-D038BFB5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A5D54-6969-449E-A1FC-B6C367C5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E66A2-A618-40EC-952F-FC7B5968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42BCC-F17E-49D2-B014-5F4D1A6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0774E-C7FE-4B0B-AAE0-186B7013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23EBA-7E21-4CEB-836A-58CE927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0A4C9-CDB0-4A48-B0F2-30C2093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7F730-447E-4683-B0C3-4645FB2B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p01-full-006775 | Source p01-src-006775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161190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2026-08-24T02:26:11.4090000Z</dcterms:created>
  <dcterms:modified xsi:type="dcterms:W3CDTF">2026-08-24T02:26:11.4090000Z</dcterms:modified>
</coreProperties>
</file>