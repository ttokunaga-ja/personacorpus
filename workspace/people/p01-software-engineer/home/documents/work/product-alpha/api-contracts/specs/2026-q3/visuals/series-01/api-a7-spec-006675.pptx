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f256932fa34036" /><Relationship Type="http://schemas.openxmlformats.org/officeDocument/2006/relationships/extended-properties" Target="/docProps/app.xml" Id="R822992c1641d44f9" /><Relationship Type="http://schemas.openxmlformats.org/officeDocument/2006/relationships/officeDocument" Target="/ppt/presentation.xml" Id="R5142e7ce2e944c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ff2d650cce43b4"/>
  </p:sldMasterIdLst>
  <p:notesMasterIdLst>
    <p:notesMasterId xmlns:r="http://schemas.openxmlformats.org/officeDocument/2006/relationships" r:id="R9d177244369c4288"/>
  </p:notesMasterIdLst>
  <p:sldIdLst>
    <p:sldId xmlns:r="http://schemas.openxmlformats.org/officeDocument/2006/relationships" id="256" r:id="R01a1da5436614c0f"/>
    <p:sldId xmlns:r="http://schemas.openxmlformats.org/officeDocument/2006/relationships" id="257" r:id="R3bf707cb4ce644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3bbc4beaab4683" /><Relationship Type="http://schemas.openxmlformats.org/officeDocument/2006/relationships/slideMaster" Target="/ppt/slideMasters/slideMaster1.xml" Id="Rd6ff2d650cce43b4" /><Relationship Type="http://schemas.openxmlformats.org/officeDocument/2006/relationships/notesMaster" Target="/ppt/notesMasters/notesMaster1.xml" Id="R9d177244369c4288" /><Relationship Type="http://schemas.openxmlformats.org/officeDocument/2006/relationships/presProps" Target="/ppt/presProps.xml" Id="Rffd24256584b4955" /><Relationship Type="http://schemas.openxmlformats.org/officeDocument/2006/relationships/tableStyles" Target="/ppt/tableStyles.xml" Id="Rdfe94581115f4cca" /><Relationship Type="http://schemas.openxmlformats.org/officeDocument/2006/relationships/slide" Target="/ppt/slides/slide1.xml" Id="R01a1da5436614c0f" /><Relationship Type="http://schemas.openxmlformats.org/officeDocument/2006/relationships/slide" Target="/ppt/slides/slide2.xml" Id="R3bf707cb4ce644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274a869a794c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f6dc3704a24949" /><Relationship Type="http://schemas.openxmlformats.org/officeDocument/2006/relationships/notesMaster" Target="/ppt/notesMasters/notesMaster1.xml" Id="R0e2c7a9b848b45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8d9a3ede6a4cd8" /><Relationship Type="http://schemas.openxmlformats.org/officeDocument/2006/relationships/notesMaster" Target="/ppt/notesMasters/notesMaster1.xml" Id="R9d3b7a0fb1ee4e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f0343a6a304c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8ee0564f5f49dd" /><Relationship Type="http://schemas.openxmlformats.org/officeDocument/2006/relationships/slideLayout" Target="/ppt/slideLayouts/slideLayout1.xml" Id="Rbffffd9c2d1d43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fffd9c2d1d43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60e74584a4105" /><Relationship Type="http://schemas.openxmlformats.org/officeDocument/2006/relationships/notesSlide" Target="/ppt/notesSlides/notesSlide1.xml" Id="Re6929a82dcbf4b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e5a70365c4b7b" /><Relationship Type="http://schemas.openxmlformats.org/officeDocument/2006/relationships/notesSlide" Target="/ppt/notesSlides/notesSlide2.xml" Id="R3a9ad5e2b53048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FE045-8C27-45CF-9991-C45A11F3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API contract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1F255-3F07-4198-98E7-B6A43CC1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API-A7-6675 maintains an auditable compatibility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EB058-05B1-4898-8985-59940EA9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p01-full-006675 | Source p01-src-006675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C3C09-E15C-4DF4-B327-B4EF2764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Schema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36C63-9BFB-4C8B-9B79-4CBB5843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22D65-9CDB-498E-935B-A8862657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A6194-E33C-49FC-9BA8-09B090B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Review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80928-88E0-436E-B375-04EEB431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53A47-36A7-4ED1-A8C2-B83851F5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D0B95-D1BB-446B-83A8-069A8976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2C8CF-B8D1-460F-A2F9-9F84572B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keeps compatibility additive before removal. Target p95: 200 ms; accepted reference: 184 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FB221-223A-43BA-AD4D-0EBF8192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1290153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A2866D-6416-4894-BF1C-F806B5DA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API-A7-6675: release decision and evidence remain connected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8824B-358C-4D2A-AF0D-7EE6E71D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Decision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05E02-6168-4983-8EBB-0BC66226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36A18-E5DF-4678-B837-C3396B81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E361C-4C83-4A1C-A088-1C3C5E13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3B046-E2D2-4839-8EB1-642F178A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p01-full-009132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5C717-1EDA-443E-BC2D-FC23E44D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81F89-7B35-44B8-A94E-76F13FBE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83C0B-336E-445D-B25E-295D7418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E8CDD-6BD4-4EB6-99DB-795D14F7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D7DA4-0139-43C2-861E-07DC0127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B7035-8F1F-491D-B1D2-D093584F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55582-68D4-4C2B-82C7-ECD2456D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642A5-50E0-4321-9FF8-D333302C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E08F1-8137-4888-A44E-AE9058BC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EA087-8E52-40C0-85DB-CD9B9426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EE31B-A11C-44BF-9326-09CABC4E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E2350-6671-431E-AB6F-FA682053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scope-local input supports a reversible release gate. Its linked evidence is ready for review while preserving the ADR-042 boundary.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0A0823-C056-4F81-B83B-6AEDD0C7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p01-full-006675 | Source p01-src-006675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2008711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2026-08-24T02:26:11.3180000Z</dcterms:created>
  <dcterms:modified xsi:type="dcterms:W3CDTF">2026-08-24T02:26:11.3180000Z</dcterms:modified>
</coreProperties>
</file>