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2cbc8d46c1445b" /><Relationship Type="http://schemas.openxmlformats.org/officeDocument/2006/relationships/extended-properties" Target="/docProps/app.xml" Id="R2a0f2c5709ed417c" /><Relationship Type="http://schemas.openxmlformats.org/officeDocument/2006/relationships/officeDocument" Target="/ppt/presentation.xml" Id="Rabf60558250f49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b5210eb35f4a84"/>
  </p:sldMasterIdLst>
  <p:notesMasterIdLst>
    <p:notesMasterId xmlns:r="http://schemas.openxmlformats.org/officeDocument/2006/relationships" r:id="R3157d49928754523"/>
  </p:notesMasterIdLst>
  <p:sldIdLst>
    <p:sldId xmlns:r="http://schemas.openxmlformats.org/officeDocument/2006/relationships" id="256" r:id="Rfbc72812bf944412"/>
    <p:sldId xmlns:r="http://schemas.openxmlformats.org/officeDocument/2006/relationships" id="257" r:id="R374006fa67944e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be3a4f4ec84cb4" /><Relationship Type="http://schemas.openxmlformats.org/officeDocument/2006/relationships/slideMaster" Target="/ppt/slideMasters/slideMaster1.xml" Id="R5cb5210eb35f4a84" /><Relationship Type="http://schemas.openxmlformats.org/officeDocument/2006/relationships/notesMaster" Target="/ppt/notesMasters/notesMaster1.xml" Id="R3157d49928754523" /><Relationship Type="http://schemas.openxmlformats.org/officeDocument/2006/relationships/presProps" Target="/ppt/presProps.xml" Id="R6debb186707346fa" /><Relationship Type="http://schemas.openxmlformats.org/officeDocument/2006/relationships/tableStyles" Target="/ppt/tableStyles.xml" Id="R12908f3d92884ca3" /><Relationship Type="http://schemas.openxmlformats.org/officeDocument/2006/relationships/slide" Target="/ppt/slides/slide1.xml" Id="Rfbc72812bf944412" /><Relationship Type="http://schemas.openxmlformats.org/officeDocument/2006/relationships/slide" Target="/ppt/slides/slide2.xml" Id="R374006fa67944e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99e9732b11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f43773b009429a" /><Relationship Type="http://schemas.openxmlformats.org/officeDocument/2006/relationships/notesMaster" Target="/ppt/notesMasters/notesMaster1.xml" Id="R683058eeed8342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757d7735fa46ff" /><Relationship Type="http://schemas.openxmlformats.org/officeDocument/2006/relationships/notesMaster" Target="/ppt/notesMasters/notesMaster1.xml" Id="Rbed42efbe4ce4f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7aa76b74e4e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30e9499a1f43fb" /><Relationship Type="http://schemas.openxmlformats.org/officeDocument/2006/relationships/slideLayout" Target="/ppt/slideLayouts/slideLayout1.xml" Id="Rd2f04318b9b94b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f04318b9b9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019a6bae242a3" /><Relationship Type="http://schemas.openxmlformats.org/officeDocument/2006/relationships/notesSlide" Target="/ppt/notesSlides/notesSlide1.xml" Id="R411a6e118ef546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a2794579b470e" /><Relationship Type="http://schemas.openxmlformats.org/officeDocument/2006/relationships/notesSlide" Target="/ppt/notesSlides/notesSlide2.xml" Id="Rd613e5c90b2f49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30796-2F08-46EB-A3EF-21DE0AAA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39EB1-43E7-4A72-9B8A-79C859E6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API-A7-8332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92462-2342-446C-9909-ACFFF011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p01-full-008332 | Source p01-src-008332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24CC9-D613-49CA-A654-47070130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166AB-BDBE-428F-9129-7A409552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1654B-103D-4A12-88D1-D0A3F4EC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A141E-A75A-49C3-8317-18B867AA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8AE61-8D0D-4B45-AD79-0BE6523D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B5D11-1800-40AA-8769-ADE60864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28B1B-20CE-4E15-8E41-8B830B5B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9DFA8-13E3-4A1A-9C54-7D88B8FE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CDFA4-8131-4ED4-81BF-C7C40708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518408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21043-9A41-45F5-8B07-3A93C44A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API-A7-8332: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82254-FE00-4899-9CA6-221282DD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706A8-193E-473C-B200-4D1DC410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9025B-8582-41E2-A2F9-68FA974E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9BF54-01D8-4705-A8B8-3DA3695E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80542-C575-457D-A1DA-C1BD3276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p01-full-009806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1C491-C5BE-43DE-AB22-4B18CA4D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85852-A747-4622-9BDB-E3B871F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0EA6C-409E-4C9F-99DF-0C18E050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E02F4-20C9-4425-BD4E-B303AAD1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AA7EB-DF50-4249-9B58-319EF26D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02AAC-643B-4386-B052-110DB33C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512FA-F265-47B2-A00C-38171E45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AD4AD-151C-4635-8C71-67C90309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1921D-5FB8-44AC-A26D-EBB1CC84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5D221-CB7C-40C9-9CC4-F86E2CEB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828AB-B2CC-483B-9710-C982FB10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BE1CB-993F-40E9-83BA-632CF52C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D0179-5D10-41B6-93E1-1171A1F3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p01-full-008332 | Source p01-src-008332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96175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2026-08-24T02:26:11.8700000Z</dcterms:created>
  <dcterms:modified xsi:type="dcterms:W3CDTF">2026-08-24T02:26:11.8700000Z</dcterms:modified>
</coreProperties>
</file>