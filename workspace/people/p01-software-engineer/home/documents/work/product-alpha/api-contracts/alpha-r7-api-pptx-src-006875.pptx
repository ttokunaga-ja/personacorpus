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d194ec613490c" /><Relationship Type="http://schemas.openxmlformats.org/officeDocument/2006/relationships/extended-properties" Target="/docProps/app.xml" Id="R326d37a5b96b439e" /><Relationship Type="http://schemas.openxmlformats.org/officeDocument/2006/relationships/officeDocument" Target="/ppt/presentation.xml" Id="R6fec400cd69e49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fb9409b1414bfe"/>
  </p:sldMasterIdLst>
  <p:notesMasterIdLst>
    <p:notesMasterId xmlns:r="http://schemas.openxmlformats.org/officeDocument/2006/relationships" r:id="R8d510cdaaf384fd9"/>
  </p:notesMasterIdLst>
  <p:sldIdLst>
    <p:sldId xmlns:r="http://schemas.openxmlformats.org/officeDocument/2006/relationships" id="256" r:id="R5790c6e34e19401d"/>
    <p:sldId xmlns:r="http://schemas.openxmlformats.org/officeDocument/2006/relationships" id="257" r:id="Rc10680ff8f1a4e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abc605de4f4cb3" /><Relationship Type="http://schemas.openxmlformats.org/officeDocument/2006/relationships/slideMaster" Target="/ppt/slideMasters/slideMaster1.xml" Id="Rd5fb9409b1414bfe" /><Relationship Type="http://schemas.openxmlformats.org/officeDocument/2006/relationships/notesMaster" Target="/ppt/notesMasters/notesMaster1.xml" Id="R8d510cdaaf384fd9" /><Relationship Type="http://schemas.openxmlformats.org/officeDocument/2006/relationships/presProps" Target="/ppt/presProps.xml" Id="Rbc6807feadf04e86" /><Relationship Type="http://schemas.openxmlformats.org/officeDocument/2006/relationships/tableStyles" Target="/ppt/tableStyles.xml" Id="R9b97987662654e0d" /><Relationship Type="http://schemas.openxmlformats.org/officeDocument/2006/relationships/slide" Target="/ppt/slides/slide1.xml" Id="R5790c6e34e19401d" /><Relationship Type="http://schemas.openxmlformats.org/officeDocument/2006/relationships/slide" Target="/ppt/slides/slide2.xml" Id="Rc10680ff8f1a4e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5ac927359545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06940017ad407f" /><Relationship Type="http://schemas.openxmlformats.org/officeDocument/2006/relationships/notesMaster" Target="/ppt/notesMasters/notesMaster1.xml" Id="Re53f589c180747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6c34e961b947f7" /><Relationship Type="http://schemas.openxmlformats.org/officeDocument/2006/relationships/notesMaster" Target="/ppt/notesMasters/notesMaster1.xml" Id="R916266620cec48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cc3eb533b4a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101ad955b94c4e" /><Relationship Type="http://schemas.openxmlformats.org/officeDocument/2006/relationships/slideLayout" Target="/ppt/slideLayouts/slideLayout1.xml" Id="R1c5dbc17797341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5dbc17797341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d8bfcd6044540" /><Relationship Type="http://schemas.openxmlformats.org/officeDocument/2006/relationships/notesSlide" Target="/ppt/notesSlides/notesSlide1.xml" Id="R08758477f1dd41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9ecbb730a43a9" /><Relationship Type="http://schemas.openxmlformats.org/officeDocument/2006/relationships/notesSlide" Target="/ppt/notesSlides/notesSlide2.xml" Id="Re552cc30ab0d47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10186-9C4D-4FB6-8F21-133E95ED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API contract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DB6EF-FD2E-42CF-A7CE-41E4CD53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API-A7-6875 maintains an auditable compatibility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49946-CDFD-4BFC-B3C4-33FD7C2C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p01-full-006875 | Source p01-src-006875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00819-BCA3-40EB-BDA0-B47532E8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Schema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01442-78E1-42AA-AF07-D07D0633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6B3BAE-FC0C-4EBB-A280-532A20F0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EA32A-FB78-4A05-A34C-F9D8E0BB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Review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421E9-DF60-42B2-95A5-EC9020C6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E175F-2DF6-46BE-A914-8CAD5740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430B6-A880-4F01-96B5-47977599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23B8F-A0A4-4591-8911-4A547609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keeps compatibility additive before removal. Target p95: 200 ms; accepted reference: 184 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CD921-72C4-4331-854B-9DE569DF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721793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EB0E6-F847-4589-B4E6-FF259590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API-A7-6875: release decision and evidence remain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049F4-32C8-4721-801A-7C2753AA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7A2DCC-9480-4482-9132-2810E462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FD95A-7C5B-4CA9-9EEA-EDB9FEBF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86D0F-45CD-4920-87C3-F64C9EF4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C2C16-F72A-4543-8EEE-AE9C681C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p01-full-009500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47B18-AD99-47A3-BACF-F4B7C610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60B53-6B5A-4383-A2F7-C8A02EEF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03FA3-7452-4027-A253-EC004760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E3BF6-E363-4653-BE61-B67E4E64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2E8855-1E2F-4726-BDC6-3A82A5D2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33ADE-7F87-49D5-AB13-CA6FFD19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53DCD-5DD1-4D29-B19D-A469DF62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8C12A-0E62-42EE-8587-60D797A0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9FF36-67B7-4D7E-BFA9-6FA7AB08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6C14E7-02F0-4C9B-A964-FDECACC3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13613-099B-4C1C-99AC-3FBB8397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DCCA1-7DCC-4C21-BA38-4EC8274C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scope-local input supports a reversible release gate. Its linked evidence is ready for review while preserving the ADR-042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1574D-D19B-43FC-9F59-44086704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p01-full-006875 | Source p01-src-006875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950331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2026-08-24T02:26:11.5010000Z</dcterms:created>
  <dcterms:modified xsi:type="dcterms:W3CDTF">2026-08-24T02:26:11.5010000Z</dcterms:modified>
</coreProperties>
</file>