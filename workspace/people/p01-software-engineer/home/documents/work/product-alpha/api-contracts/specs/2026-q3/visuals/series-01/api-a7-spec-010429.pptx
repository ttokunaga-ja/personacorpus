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d3e9542234949" /><Relationship Type="http://schemas.openxmlformats.org/officeDocument/2006/relationships/extended-properties" Target="/docProps/app.xml" Id="R130cfa692044401d" /><Relationship Type="http://schemas.openxmlformats.org/officeDocument/2006/relationships/officeDocument" Target="/ppt/presentation.xml" Id="R9a90f626b599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0dcdc1ecb8406e"/>
  </p:sldMasterIdLst>
  <p:notesMasterIdLst>
    <p:notesMasterId xmlns:r="http://schemas.openxmlformats.org/officeDocument/2006/relationships" r:id="Rd2805ce9bd5f41db"/>
  </p:notesMasterIdLst>
  <p:sldIdLst>
    <p:sldId xmlns:r="http://schemas.openxmlformats.org/officeDocument/2006/relationships" id="256" r:id="Rbd86dba11c8e43b8"/>
    <p:sldId xmlns:r="http://schemas.openxmlformats.org/officeDocument/2006/relationships" id="257" r:id="R5f5ccc9da39547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a95bd3c19247ca" /><Relationship Type="http://schemas.openxmlformats.org/officeDocument/2006/relationships/slideMaster" Target="/ppt/slideMasters/slideMaster1.xml" Id="R400dcdc1ecb8406e" /><Relationship Type="http://schemas.openxmlformats.org/officeDocument/2006/relationships/notesMaster" Target="/ppt/notesMasters/notesMaster1.xml" Id="Rd2805ce9bd5f41db" /><Relationship Type="http://schemas.openxmlformats.org/officeDocument/2006/relationships/presProps" Target="/ppt/presProps.xml" Id="Raff1a29a6bfc4c43" /><Relationship Type="http://schemas.openxmlformats.org/officeDocument/2006/relationships/tableStyles" Target="/ppt/tableStyles.xml" Id="Rd322740954c44ee4" /><Relationship Type="http://schemas.openxmlformats.org/officeDocument/2006/relationships/slide" Target="/ppt/slides/slide1.xml" Id="Rbd86dba11c8e43b8" /><Relationship Type="http://schemas.openxmlformats.org/officeDocument/2006/relationships/slide" Target="/ppt/slides/slide2.xml" Id="R5f5ccc9da39547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d7415821e449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4bc223d1164bd9" /><Relationship Type="http://schemas.openxmlformats.org/officeDocument/2006/relationships/notesMaster" Target="/ppt/notesMasters/notesMaster1.xml" Id="R4041b11b1585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69793e0d40475a" /><Relationship Type="http://schemas.openxmlformats.org/officeDocument/2006/relationships/notesMaster" Target="/ppt/notesMasters/notesMaster1.xml" Id="Rf05908b735354d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2b916300240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ce1a162e814fad" /><Relationship Type="http://schemas.openxmlformats.org/officeDocument/2006/relationships/slideLayout" Target="/ppt/slideLayouts/slideLayout1.xml" Id="R0bf022aa607745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f022aa607745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1c25c588d4582" /><Relationship Type="http://schemas.openxmlformats.org/officeDocument/2006/relationships/notesSlide" Target="/ppt/notesSlides/notesSlide1.xml" Id="R05eab685b8d64f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bfa71fa6348bd" /><Relationship Type="http://schemas.openxmlformats.org/officeDocument/2006/relationships/notesSlide" Target="/ppt/notesSlides/notesSlide2.xml" Id="Rfb9f5bb04f734f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C706D-D872-4284-AA04-C682FA0F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1EDA6-0421-4783-BD11-69EDE76E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API-A7-10429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794B3-B4FF-4AC8-8575-0D9A5DA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p01-full-010429 | Source p01-src-010429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24090-8E63-41AC-98CB-AFC9B308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F6AB7-0740-4B52-BE00-349DB3D1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91A96-1ED3-4777-AF05-BCFA10C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4D106-0689-406D-AA9D-D8CBC824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47983-5059-4003-B483-B70F260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CF176-5191-41DF-A080-B2D552B5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5CD13-DE9A-4205-96EA-BB2FC6A6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70174-E9AE-4945-9FB0-8D76A8DC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42371-A156-4A6C-8180-9954DA87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519829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0130-2376-4978-BE4C-2E89D666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API-A7-10429: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D4A7D-7B39-455A-89B3-57B95F85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EFF6C-FA83-4A89-8BA7-3FAD33C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6B5E6-3376-4611-B5D9-39541FA9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18F87-F197-49A6-8B29-2F571C5E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2D90F-7F97-4491-89B0-77EFBB7C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7EEFA-6B62-49A2-BBE1-028EAB42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D18DB-55CB-4EF8-A79F-54703698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686C1-D29C-450F-9869-5A9F2E10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94211-A077-480D-9FE2-F59C4A4F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017D4-DC69-4301-9B1A-AE22B0A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47F86-0678-455D-9460-C7F1DD8D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E686C-C1B7-457C-8004-44D94982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EA167-D678-4794-B9B2-20B52715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6835F-E922-4DED-8D27-B43CE68E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266F7-6A88-4312-A40F-43AA8938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DD0A7-5BA3-4D3E-BE42-5D241D14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DB53A-A4F0-4CCA-BDC7-46EED2FC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2E8DC-C05A-4A0D-AA9F-A205C68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p01-full-010429 | Source p01-src-010429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611354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2026-08-24T02:30:45.7300000Z</dcterms:created>
  <dcterms:modified xsi:type="dcterms:W3CDTF">2026-08-24T02:30:45.7300000Z</dcterms:modified>
</coreProperties>
</file>