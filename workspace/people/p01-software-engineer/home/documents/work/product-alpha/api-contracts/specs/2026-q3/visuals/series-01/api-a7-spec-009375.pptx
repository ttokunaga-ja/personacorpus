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0a7f2aa9c34e94" /><Relationship Type="http://schemas.openxmlformats.org/officeDocument/2006/relationships/extended-properties" Target="/docProps/app.xml" Id="R8ae88ef974b946b5" /><Relationship Type="http://schemas.openxmlformats.org/officeDocument/2006/relationships/officeDocument" Target="/ppt/presentation.xml" Id="R9820c3f198cc48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3735a0b81149db"/>
  </p:sldMasterIdLst>
  <p:notesMasterIdLst>
    <p:notesMasterId xmlns:r="http://schemas.openxmlformats.org/officeDocument/2006/relationships" r:id="R5730336283034456"/>
  </p:notesMasterIdLst>
  <p:sldIdLst>
    <p:sldId xmlns:r="http://schemas.openxmlformats.org/officeDocument/2006/relationships" id="256" r:id="R0d1d4b2795d045d0"/>
    <p:sldId xmlns:r="http://schemas.openxmlformats.org/officeDocument/2006/relationships" id="257" r:id="R3bafa2233dfb44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0021f35cd14a00" /><Relationship Type="http://schemas.openxmlformats.org/officeDocument/2006/relationships/slideMaster" Target="/ppt/slideMasters/slideMaster1.xml" Id="R0f3735a0b81149db" /><Relationship Type="http://schemas.openxmlformats.org/officeDocument/2006/relationships/notesMaster" Target="/ppt/notesMasters/notesMaster1.xml" Id="R5730336283034456" /><Relationship Type="http://schemas.openxmlformats.org/officeDocument/2006/relationships/presProps" Target="/ppt/presProps.xml" Id="R7212d8121b0649bc" /><Relationship Type="http://schemas.openxmlformats.org/officeDocument/2006/relationships/tableStyles" Target="/ppt/tableStyles.xml" Id="R51deab5194ef404b" /><Relationship Type="http://schemas.openxmlformats.org/officeDocument/2006/relationships/slide" Target="/ppt/slides/slide1.xml" Id="R0d1d4b2795d045d0" /><Relationship Type="http://schemas.openxmlformats.org/officeDocument/2006/relationships/slide" Target="/ppt/slides/slide2.xml" Id="R3bafa2233dfb44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240f7888e44c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8fbc56721740af" /><Relationship Type="http://schemas.openxmlformats.org/officeDocument/2006/relationships/notesMaster" Target="/ppt/notesMasters/notesMaster1.xml" Id="Re83da4ce8ba143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7a438fa95045db" /><Relationship Type="http://schemas.openxmlformats.org/officeDocument/2006/relationships/notesMaster" Target="/ppt/notesMasters/notesMaster1.xml" Id="Rc45fdc17fa2749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01abd220f949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f75be3c7184450" /><Relationship Type="http://schemas.openxmlformats.org/officeDocument/2006/relationships/slideLayout" Target="/ppt/slideLayouts/slideLayout1.xml" Id="R061d3d927c1c44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1d3d927c1c44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8b6012ec6473d" /><Relationship Type="http://schemas.openxmlformats.org/officeDocument/2006/relationships/notesSlide" Target="/ppt/notesSlides/notesSlide1.xml" Id="Reb297dbfd7be42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e4997bfbf4477" /><Relationship Type="http://schemas.openxmlformats.org/officeDocument/2006/relationships/notesSlide" Target="/ppt/notesSlides/notesSlide2.xml" Id="Rd18ed420640840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3471C-6165-42F1-A9C6-5EB0B7FA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release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62835-A336-4296-863F-99792531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API-A7-9375 makes the approval trail clear at the API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DDBA4-9B95-4AC4-9744-FD5E056A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p01-full-009375 | Source p01-src-009375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A9EF7-7CF8-4644-9820-2E9670A9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Change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8282B-193C-4F7F-BC9A-CC359423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ADR-042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0E486-2BE9-493D-8614-E8B168E8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B7140-A0D3-4A41-8028-34B18BB8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064F8-5336-4771-995E-1A813F31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C07DB-B444-4B4F-AEE0-BFF62EFE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9D396-D415-4BF1-AD4A-16D4600C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3E862-1E8A-4535-83C2-2552D9A1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The release gate maintains additive-before-removal sequencing. 200 ms p95 is the target;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0D776-BBA9-40F3-99B0-01D13739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8608249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205DD-938A-4B23-A5C1-A4903580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API-A7-9375: evidence links the scope-local dependency to a release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33485-6B99-4778-B05E-B7FBC649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Release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6215E-8369-4D09-8B5F-DF9BBF9F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190A9-D949-4896-88A3-A5708E08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31A1D-71DE-4C3F-8853-A2D7BC6E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9E9F4-7398-4187-93E2-1DC0AC33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p01-full-010105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C6298-1F64-4442-AC10-507357E0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7BF5E-1C42-4980-BBB3-73A1C74D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1AEFE-CF5F-4579-9285-DAEBF743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761F5-0694-42FE-97DD-BF406248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76EAE-95CC-4EEC-A9EA-44ADCCBB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7C24F-5FCD-41FD-921C-FEC57693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A3D44-E690-4C5C-BE69-D0194D66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AA44B-C651-44C1-973C-753406E5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EBE56-ACDB-4CDD-8F02-040C4D57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848FE-F57F-4EA2-8BD3-14053DFA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4F3E3-82A7-461A-89F7-0C0A0CE4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3950D6-EEFC-417B-9A0F-31A9D3D0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source-specific input can be reconciled without widening the release boundary. Reviewers can trace the dependency while retaining the established service measure.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0DF38-C86D-4DBB-B02F-07B4827A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p01-full-009375 | Source p01-src-009375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16784697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2026-08-24T02:30:45.1130000Z</dcterms:created>
  <dcterms:modified xsi:type="dcterms:W3CDTF">2026-08-24T02:30:45.1130000Z</dcterms:modified>
</coreProperties>
</file>