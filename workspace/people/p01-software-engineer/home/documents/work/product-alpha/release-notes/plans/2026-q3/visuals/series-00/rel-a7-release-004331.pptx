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66762feed04732" /><Relationship Type="http://schemas.openxmlformats.org/officeDocument/2006/relationships/extended-properties" Target="/docProps/app.xml" Id="Raecce6368add4022" /><Relationship Type="http://schemas.openxmlformats.org/officeDocument/2006/relationships/officeDocument" Target="/ppt/presentation.xml" Id="R5a14131a171a4b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10f2d826814e16"/>
  </p:sldMasterIdLst>
  <p:notesMasterIdLst>
    <p:notesMasterId xmlns:r="http://schemas.openxmlformats.org/officeDocument/2006/relationships" r:id="R9a2f09adc25c4d20"/>
  </p:notesMasterIdLst>
  <p:sldIdLst>
    <p:sldId xmlns:r="http://schemas.openxmlformats.org/officeDocument/2006/relationships" id="256" r:id="Re87c31f637404a68"/>
    <p:sldId xmlns:r="http://schemas.openxmlformats.org/officeDocument/2006/relationships" id="257" r:id="R3c239eb5fb7e43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68626da4b5486b" /><Relationship Type="http://schemas.openxmlformats.org/officeDocument/2006/relationships/slideMaster" Target="/ppt/slideMasters/slideMaster1.xml" Id="R2c10f2d826814e16" /><Relationship Type="http://schemas.openxmlformats.org/officeDocument/2006/relationships/notesMaster" Target="/ppt/notesMasters/notesMaster1.xml" Id="R9a2f09adc25c4d20" /><Relationship Type="http://schemas.openxmlformats.org/officeDocument/2006/relationships/presProps" Target="/ppt/presProps.xml" Id="R1159802f3a1945f1" /><Relationship Type="http://schemas.openxmlformats.org/officeDocument/2006/relationships/tableStyles" Target="/ppt/tableStyles.xml" Id="R6462d14e8ef04d18" /><Relationship Type="http://schemas.openxmlformats.org/officeDocument/2006/relationships/slide" Target="/ppt/slides/slide1.xml" Id="Re87c31f637404a68" /><Relationship Type="http://schemas.openxmlformats.org/officeDocument/2006/relationships/slide" Target="/ppt/slides/slide2.xml" Id="R3c239eb5fb7e43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95324872e24c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d94382c6b1451c" /><Relationship Type="http://schemas.openxmlformats.org/officeDocument/2006/relationships/notesMaster" Target="/ppt/notesMasters/notesMaster1.xml" Id="R7c2e4d0962254a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481a3064fb42a9" /><Relationship Type="http://schemas.openxmlformats.org/officeDocument/2006/relationships/notesMaster" Target="/ppt/notesMasters/notesMaster1.xml" Id="R4c1cc4691fd848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678bfa53f54b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b7c738bc5e4740" /><Relationship Type="http://schemas.openxmlformats.org/officeDocument/2006/relationships/slideLayout" Target="/ppt/slideLayouts/slideLayout1.xml" Id="R6b9f067070004e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9f067070004e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eb3bb0ed64090" /><Relationship Type="http://schemas.openxmlformats.org/officeDocument/2006/relationships/notesSlide" Target="/ppt/notesSlides/notesSlide1.xml" Id="R79f8843bc1374a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f115fdf554985" /><Relationship Type="http://schemas.openxmlformats.org/officeDocument/2006/relationships/notesSlide" Target="/ppt/notesSlides/notesSlide2.xml" Id="Re4a1767abaab43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DABA1-D317-4A87-B85B-94BEE1DE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4D78"/>
                </a:solidFill>
              </a:defRPr>
            </a:pPr>
            <a:r>
              <a:rPr sz="1200" b="1">
                <a:solidFill>
                  <a:srgbClr val="1F4D78"/>
                </a:solidFill>
              </a:rPr>
              <a:t>ASTER LOOP | RELEASE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EFCA5-ABD0-4261-97F0-19F51808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866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2545"/>
                </a:solidFill>
              </a:defRPr>
            </a:pPr>
            <a:r>
              <a:rPr sz="3750" b="1">
                <a:solidFill>
                  <a:srgbClr val="0B2545"/>
                </a:solidFill>
              </a:rPr>
              <a:t>Product Alpha R7</a:t>
            </a:r>
          </a:p>
          <a:p xmlns:a="http://schemas.openxmlformats.org/drawingml/2006/main">
            <a:pPr>
              <a:defRPr sz="3750" b="1">
                <a:solidFill>
                  <a:srgbClr val="0B2545"/>
                </a:solidFill>
              </a:defRPr>
            </a:pPr>
            <a:r>
              <a:rPr sz="3750" b="1">
                <a:solidFill>
                  <a:srgbClr val="0B2545"/>
                </a:solidFill>
              </a:rPr>
              <a:t>SRC-004331 release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55664-ADF5-471C-B5B4-1085583D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Release completed 2026-07-13. This brief preserves the operational evidence required for the 2026-07-20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4C0CF-2308-44B5-BFD9-DF4EAEA8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Record p01-full-004331  |  Dependency p01-full-009733</a:t>
            </a:r>
          </a:p>
        </p:txBody>
      </p:sp>
    </p:spTree>
    <p:extLst>
      <p:ext uri="{BB962C8B-B14F-4D97-AF65-F5344CB8AC3E}">
        <p14:creationId xmlns:p14="http://schemas.microsoft.com/office/powerpoint/2010/main" val="8214380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6A2F2-A7BB-494D-9D19-DE99DF84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The release held within the p95 SLO; review the gate alongside request outcomes.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874EE-DCDD-44C9-898F-B7F0C75B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D78"/>
                </a:solidFill>
              </a:defRPr>
            </a:pPr>
            <a:r>
              <a:rPr sz="3600" b="1">
                <a:solidFill>
                  <a:srgbClr val="1F4D78"/>
                </a:solidFill>
              </a:rPr>
              <a:t>184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2E9CF-94D2-40DA-B7C0-C8DC61C8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observed p95 latency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200 ms SLO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CEB58-8421-45B5-9990-9B240120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D78"/>
                </a:solidFill>
              </a:defRPr>
            </a:pPr>
            <a:r>
              <a:rPr sz="3600" b="1">
                <a:solidFill>
                  <a:srgbClr val="1F4D78"/>
                </a:solidFill>
              </a:rPr>
              <a:t>84,200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60A4B-1550-498B-A35A-926389E3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289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total requests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84,149 successes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F0536-9A1D-4BD5-B25D-EABB8F4D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D78"/>
                </a:solidFill>
              </a:defRPr>
            </a:pPr>
            <a:r>
              <a:rPr sz="3600" b="1">
                <a:solidFill>
                  <a:srgbClr val="1F4D78"/>
                </a:solidFill>
              </a:rPr>
              <a:t>ADR-042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AAA44-E76A-469B-9176-E50606DD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asynchronous release gate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confirm before advancing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A94EC-CE58-417C-AB96-7E303EFE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Next step: reconcile the 51 unsuccessful requests with customer-impact evidence before the cross-functional review on 2026-07-20.</a:t>
            </a:r>
          </a:p>
        </p:txBody>
      </p:sp>
    </p:spTree>
    <p:extLst>
      <p:ext uri="{BB962C8B-B14F-4D97-AF65-F5344CB8AC3E}">
        <p14:creationId xmlns:p14="http://schemas.microsoft.com/office/powerpoint/2010/main" val="19168250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2026-08-23T23:58:24.8720000Z</dcterms:created>
  <dcterms:modified xsi:type="dcterms:W3CDTF">2026-08-23T23:58:24.8720000Z</dcterms:modified>
</coreProperties>
</file>