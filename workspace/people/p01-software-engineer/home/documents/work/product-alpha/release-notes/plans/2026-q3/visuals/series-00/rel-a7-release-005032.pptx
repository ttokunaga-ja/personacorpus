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6edeb83734d54" /><Relationship Type="http://schemas.openxmlformats.org/officeDocument/2006/relationships/extended-properties" Target="/docProps/app.xml" Id="R60e6d9229b944b6a" /><Relationship Type="http://schemas.openxmlformats.org/officeDocument/2006/relationships/officeDocument" Target="/ppt/presentation.xml" Id="Rdf977ddef285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11353b0e240df"/>
  </p:sldMasterIdLst>
  <p:notesMasterIdLst>
    <p:notesMasterId xmlns:r="http://schemas.openxmlformats.org/officeDocument/2006/relationships" r:id="R48a83b51543f48de"/>
  </p:notesMasterIdLst>
  <p:sldIdLst>
    <p:sldId xmlns:r="http://schemas.openxmlformats.org/officeDocument/2006/relationships" id="256" r:id="R26fad33f6dac4c22"/>
    <p:sldId xmlns:r="http://schemas.openxmlformats.org/officeDocument/2006/relationships" id="257" r:id="Re9bb93c0b61e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8249ced8b4095" /><Relationship Type="http://schemas.openxmlformats.org/officeDocument/2006/relationships/slideMaster" Target="/ppt/slideMasters/slideMaster1.xml" Id="R97211353b0e240df" /><Relationship Type="http://schemas.openxmlformats.org/officeDocument/2006/relationships/notesMaster" Target="/ppt/notesMasters/notesMaster1.xml" Id="R48a83b51543f48de" /><Relationship Type="http://schemas.openxmlformats.org/officeDocument/2006/relationships/presProps" Target="/ppt/presProps.xml" Id="R27578e2baf2b4c6d" /><Relationship Type="http://schemas.openxmlformats.org/officeDocument/2006/relationships/tableStyles" Target="/ppt/tableStyles.xml" Id="Rcad6fd38ac074170" /><Relationship Type="http://schemas.openxmlformats.org/officeDocument/2006/relationships/slide" Target="/ppt/slides/slide1.xml" Id="R26fad33f6dac4c22" /><Relationship Type="http://schemas.openxmlformats.org/officeDocument/2006/relationships/slide" Target="/ppt/slides/slide2.xml" Id="Re9bb93c0b61e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e4e04587c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5bde14e2b46dc" /><Relationship Type="http://schemas.openxmlformats.org/officeDocument/2006/relationships/notesMaster" Target="/ppt/notesMasters/notesMaster1.xml" Id="R46971a38d2f64c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3f63de77994859" /><Relationship Type="http://schemas.openxmlformats.org/officeDocument/2006/relationships/notesMaster" Target="/ppt/notesMasters/notesMaster1.xml" Id="Ra3f0fbc7b80c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3029690ba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69fa4b1fe4258" /><Relationship Type="http://schemas.openxmlformats.org/officeDocument/2006/relationships/slideLayout" Target="/ppt/slideLayouts/slideLayout1.xml" Id="R978ff3a2f56e40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ff3a2f56e40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b326133d14cc6" /><Relationship Type="http://schemas.openxmlformats.org/officeDocument/2006/relationships/notesSlide" Target="/ppt/notesSlides/notesSlide1.xml" Id="R45848a8dd08046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7e6879b814392" /><Relationship Type="http://schemas.openxmlformats.org/officeDocument/2006/relationships/notesSlide" Target="/ppt/notesSlides/notesSlide2.xml" Id="Rea15531abdcd4e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D0C06-684A-4389-8AF2-57E0E1A1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24D7B-4DDF-427C-B0E9-C1C15CBB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SRC-005032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15DC0-D226-4A29-B61F-E3F39664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756B7-7E99-4061-801D-5856EB5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p01-full-005032  |  Dependency p01-full-009769</a:t>
            </a:r>
          </a:p>
        </p:txBody>
      </p:sp>
    </p:spTree>
    <p:extLst>
      <p:ext uri="{BB962C8B-B14F-4D97-AF65-F5344CB8AC3E}">
        <p14:creationId xmlns:p14="http://schemas.microsoft.com/office/powerpoint/2010/main" val="1460074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9ECDE-2BC3-4934-BC2C-86AE65C8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A08A4-989C-46AF-BB62-96BFF216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F94E4-98B5-414C-AE8B-EE4FA3F8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A0359-6615-450D-8C39-46E9E541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DB0CF-3475-4AC3-B03C-78BE1BB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6D88F-77E3-42CF-8E7D-CA97519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48990-0376-45B4-B874-F4F7F2D5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444A1-97A6-4E68-A58F-25ABECEA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1922802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2026-08-23T23:58:25.0220000Z</dcterms:created>
  <dcterms:modified xsi:type="dcterms:W3CDTF">2026-08-23T23:58:25.0230000Z</dcterms:modified>
</coreProperties>
</file>