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ce7d2e4514e3d" /><Relationship Type="http://schemas.openxmlformats.org/officeDocument/2006/relationships/extended-properties" Target="/docProps/app.xml" Id="R15bb62f70b8b421e" /><Relationship Type="http://schemas.openxmlformats.org/officeDocument/2006/relationships/officeDocument" Target="/ppt/presentation.xml" Id="Rf32c92dc6f76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bbe23e5b14803"/>
  </p:sldMasterIdLst>
  <p:notesMasterIdLst>
    <p:notesMasterId xmlns:r="http://schemas.openxmlformats.org/officeDocument/2006/relationships" r:id="R8f12a28387bc4c19"/>
  </p:notesMasterIdLst>
  <p:sldIdLst>
    <p:sldId xmlns:r="http://schemas.openxmlformats.org/officeDocument/2006/relationships" id="256" r:id="Rbafbd667e12a4ed7"/>
    <p:sldId xmlns:r="http://schemas.openxmlformats.org/officeDocument/2006/relationships" id="257" r:id="R3ce17684e15648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8f5dc196554729" /><Relationship Type="http://schemas.openxmlformats.org/officeDocument/2006/relationships/slideMaster" Target="/ppt/slideMasters/slideMaster1.xml" Id="R74fbbe23e5b14803" /><Relationship Type="http://schemas.openxmlformats.org/officeDocument/2006/relationships/notesMaster" Target="/ppt/notesMasters/notesMaster1.xml" Id="R8f12a28387bc4c19" /><Relationship Type="http://schemas.openxmlformats.org/officeDocument/2006/relationships/presProps" Target="/ppt/presProps.xml" Id="R33d0a301845e49b6" /><Relationship Type="http://schemas.openxmlformats.org/officeDocument/2006/relationships/tableStyles" Target="/ppt/tableStyles.xml" Id="Red479b0ade974769" /><Relationship Type="http://schemas.openxmlformats.org/officeDocument/2006/relationships/slide" Target="/ppt/slides/slide1.xml" Id="Rbafbd667e12a4ed7" /><Relationship Type="http://schemas.openxmlformats.org/officeDocument/2006/relationships/slide" Target="/ppt/slides/slide2.xml" Id="R3ce17684e156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839bd17c71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999f9405745e9" /><Relationship Type="http://schemas.openxmlformats.org/officeDocument/2006/relationships/notesMaster" Target="/ppt/notesMasters/notesMaster1.xml" Id="R8b5247cb6930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f2f3c2b6bf4004" /><Relationship Type="http://schemas.openxmlformats.org/officeDocument/2006/relationships/notesMaster" Target="/ppt/notesMasters/notesMaster1.xml" Id="R7413c50924ec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4c5db932340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7f7c2ac7f4d6d" /><Relationship Type="http://schemas.openxmlformats.org/officeDocument/2006/relationships/slideLayout" Target="/ppt/slideLayouts/slideLayout1.xml" Id="R563c423fc8fb4d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c423fc8fb4d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51e1ffbbb4fd0" /><Relationship Type="http://schemas.openxmlformats.org/officeDocument/2006/relationships/notesSlide" Target="/ppt/notesSlides/notesSlide1.xml" Id="R489aae72aba1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07cb878004001" /><Relationship Type="http://schemas.openxmlformats.org/officeDocument/2006/relationships/notesSlide" Target="/ppt/notesSlides/notesSlide2.xml" Id="Rfe49cd7e03f848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A1B6D-7757-43E8-8728-69A7335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E33F-6953-4440-83A2-F056961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SRC-007532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9D95-8641-4545-AAD7-5E16D3A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C9479-94A4-4FD7-8EBF-7E4A14E6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p01-full-007532  |  Dependency p01-full-010202</a:t>
            </a:r>
          </a:p>
        </p:txBody>
      </p:sp>
    </p:spTree>
    <p:extLst>
      <p:ext uri="{BB962C8B-B14F-4D97-AF65-F5344CB8AC3E}">
        <p14:creationId xmlns:p14="http://schemas.microsoft.com/office/powerpoint/2010/main" val="1807293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A64B5-0764-4EA0-907A-2FF0707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BFD01-F528-4E19-9F78-748C6C0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8FA14-6949-4D39-BD1F-D50FA096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51F16-81CB-4DC5-8670-4664098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CBF5A-B97C-4E20-9FA5-673552F2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C5FA8-A45E-43E5-BED5-DEF20D7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D51AE-6045-4FFC-9B2D-9F0AAF4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745B7-BC7A-48A3-AE11-BA4DBC7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27676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2026-08-23T23:58:25.4420000Z</dcterms:created>
  <dcterms:modified xsi:type="dcterms:W3CDTF">2026-08-23T23:58:25.4420000Z</dcterms:modified>
</coreProperties>
</file>