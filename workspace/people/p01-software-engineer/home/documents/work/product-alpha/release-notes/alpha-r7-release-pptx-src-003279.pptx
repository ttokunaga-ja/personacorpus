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d3521f53c4081" /><Relationship Type="http://schemas.openxmlformats.org/officeDocument/2006/relationships/extended-properties" Target="/docProps/app.xml" Id="Rdd84774bb38e41d0" /><Relationship Type="http://schemas.openxmlformats.org/officeDocument/2006/relationships/officeDocument" Target="/ppt/presentation.xml" Id="R71ce1b3fc1d2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08e300b0a423c"/>
  </p:sldMasterIdLst>
  <p:notesMasterIdLst>
    <p:notesMasterId xmlns:r="http://schemas.openxmlformats.org/officeDocument/2006/relationships" r:id="Rc7f979a0da0a44d0"/>
  </p:notesMasterIdLst>
  <p:sldIdLst>
    <p:sldId xmlns:r="http://schemas.openxmlformats.org/officeDocument/2006/relationships" id="256" r:id="R47cff97469db40e6"/>
    <p:sldId xmlns:r="http://schemas.openxmlformats.org/officeDocument/2006/relationships" id="257" r:id="R51a29fac9e4444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d86159e6f44768" /><Relationship Type="http://schemas.openxmlformats.org/officeDocument/2006/relationships/slideMaster" Target="/ppt/slideMasters/slideMaster1.xml" Id="Rf5308e300b0a423c" /><Relationship Type="http://schemas.openxmlformats.org/officeDocument/2006/relationships/notesMaster" Target="/ppt/notesMasters/notesMaster1.xml" Id="Rc7f979a0da0a44d0" /><Relationship Type="http://schemas.openxmlformats.org/officeDocument/2006/relationships/presProps" Target="/ppt/presProps.xml" Id="R356310f8b5d348d6" /><Relationship Type="http://schemas.openxmlformats.org/officeDocument/2006/relationships/tableStyles" Target="/ppt/tableStyles.xml" Id="R01d0141ac46f4f0f" /><Relationship Type="http://schemas.openxmlformats.org/officeDocument/2006/relationships/slide" Target="/ppt/slides/slide1.xml" Id="R47cff97469db40e6" /><Relationship Type="http://schemas.openxmlformats.org/officeDocument/2006/relationships/slide" Target="/ppt/slides/slide2.xml" Id="R51a29fac9e44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efa5c34a7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16e7a533034071" /><Relationship Type="http://schemas.openxmlformats.org/officeDocument/2006/relationships/notesMaster" Target="/ppt/notesMasters/notesMaster1.xml" Id="R73dd0a66c58346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cd89bc2ad48af" /><Relationship Type="http://schemas.openxmlformats.org/officeDocument/2006/relationships/notesMaster" Target="/ppt/notesMasters/notesMaster1.xml" Id="Rd605dde451c6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08b674c5547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780299173466a" /><Relationship Type="http://schemas.openxmlformats.org/officeDocument/2006/relationships/slideLayout" Target="/ppt/slideLayouts/slideLayout1.xml" Id="Re333716a3087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3716a3087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391c1d864d5a" /><Relationship Type="http://schemas.openxmlformats.org/officeDocument/2006/relationships/notesSlide" Target="/ppt/notesSlides/notesSlide1.xml" Id="Rc1acbb003e9740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790ddf77a4826" /><Relationship Type="http://schemas.openxmlformats.org/officeDocument/2006/relationships/notesSlide" Target="/ppt/notesSlides/notesSlide2.xml" Id="R4be621ac8db446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00829-B2DC-47E6-8E36-7CBCA1C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1C212-EBD0-4A54-A3C3-72D8EB1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SRC-003279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7BF55-96BD-4608-9B0B-4CA32D3F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2C27E-6CC3-4504-8B74-D6B630F4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p01-full-003279  |  Dependency p01-full-009695</a:t>
            </a:r>
          </a:p>
        </p:txBody>
      </p:sp>
    </p:spTree>
    <p:extLst>
      <p:ext uri="{BB962C8B-B14F-4D97-AF65-F5344CB8AC3E}">
        <p14:creationId xmlns:p14="http://schemas.microsoft.com/office/powerpoint/2010/main" val="2051207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05756-35FD-45D6-AD03-CCAD9075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5EAC2-A8B1-4BD3-BC25-2CFDE0AE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E1A6E-4E1E-445C-B92C-A656F3FF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89B89-859E-4985-99F0-AD81341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8356B-5AF7-432E-A39E-A9E47115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478BE-B6EF-4470-91D6-F43494B7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202B4-59AC-46C0-9C86-887B0BF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08C7-284C-44B7-9E8E-6BE3AC7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141070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2026-08-23T23:58:24.6770000Z</dcterms:created>
  <dcterms:modified xsi:type="dcterms:W3CDTF">2026-08-23T23:58:24.6770000Z</dcterms:modified>
</coreProperties>
</file>