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9d1be08d164355" /><Relationship Type="http://schemas.openxmlformats.org/officeDocument/2006/relationships/extended-properties" Target="/docProps/app.xml" Id="R9216339772b843ce" /><Relationship Type="http://schemas.openxmlformats.org/officeDocument/2006/relationships/officeDocument" Target="/ppt/presentation.xml" Id="R6598cd11bd4943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fb2e6be6a04b5c"/>
  </p:sldMasterIdLst>
  <p:notesMasterIdLst>
    <p:notesMasterId xmlns:r="http://schemas.openxmlformats.org/officeDocument/2006/relationships" r:id="R52bf332bba6040bb"/>
  </p:notesMasterIdLst>
  <p:sldIdLst>
    <p:sldId xmlns:r="http://schemas.openxmlformats.org/officeDocument/2006/relationships" id="256" r:id="Rb7521cd4392b4a84"/>
    <p:sldId xmlns:r="http://schemas.openxmlformats.org/officeDocument/2006/relationships" id="257" r:id="Rc43e7bcba8d04f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a2741b0e9c445f" /><Relationship Type="http://schemas.openxmlformats.org/officeDocument/2006/relationships/slideMaster" Target="/ppt/slideMasters/slideMaster1.xml" Id="Rb1fb2e6be6a04b5c" /><Relationship Type="http://schemas.openxmlformats.org/officeDocument/2006/relationships/notesMaster" Target="/ppt/notesMasters/notesMaster1.xml" Id="R52bf332bba6040bb" /><Relationship Type="http://schemas.openxmlformats.org/officeDocument/2006/relationships/presProps" Target="/ppt/presProps.xml" Id="R65d60ad1d14d456a" /><Relationship Type="http://schemas.openxmlformats.org/officeDocument/2006/relationships/tableStyles" Target="/ppt/tableStyles.xml" Id="Ra6f7f28e76734f91" /><Relationship Type="http://schemas.openxmlformats.org/officeDocument/2006/relationships/slide" Target="/ppt/slides/slide1.xml" Id="Rb7521cd4392b4a84" /><Relationship Type="http://schemas.openxmlformats.org/officeDocument/2006/relationships/slide" Target="/ppt/slides/slide2.xml" Id="Rc43e7bcba8d04f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844c87f0044d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0adff583a74f69" /><Relationship Type="http://schemas.openxmlformats.org/officeDocument/2006/relationships/notesMaster" Target="/ppt/notesMasters/notesMaster1.xml" Id="Rd6cd64ceeff844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3340bdd68e4f4e" /><Relationship Type="http://schemas.openxmlformats.org/officeDocument/2006/relationships/notesMaster" Target="/ppt/notesMasters/notesMaster1.xml" Id="Rcf56ad24d94f47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fa16dab6246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c04b312f334cd6" /><Relationship Type="http://schemas.openxmlformats.org/officeDocument/2006/relationships/slideLayout" Target="/ppt/slideLayouts/slideLayout1.xml" Id="R70af77ecd61742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af77ecd61742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f448715a04e07" /><Relationship Type="http://schemas.openxmlformats.org/officeDocument/2006/relationships/notesSlide" Target="/ppt/notesSlides/notesSlide1.xml" Id="Rf79f740dd69145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f596545cb406f" /><Relationship Type="http://schemas.openxmlformats.org/officeDocument/2006/relationships/notesSlide" Target="/ppt/notesSlides/notesSlide2.xml" Id="Rd54561a8c2994c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20508-672B-422F-9F8A-A5B3FE35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D78"/>
                </a:solidFill>
              </a:defRPr>
            </a:pPr>
            <a:r>
              <a:rPr sz="1200" b="1">
                <a:solidFill>
                  <a:srgbClr val="1F4D78"/>
                </a:solidFill>
              </a:rPr>
              <a:t>ASTER LOOP | RELEASE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9BF62-39AB-435C-ABF1-1F375F57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866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Product Alpha R7</a:t>
            </a:r>
          </a:p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SRC-002930 release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42F62-D601-45AB-B855-C31B93F4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Release completed 2026-07-13. This brief preserves the operational evidence required for the 2026-07-20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717E4-47A1-4FB4-8C49-C74AC077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Record p01-full-002930  |  Dependency p01-full-009644</a:t>
            </a:r>
          </a:p>
        </p:txBody>
      </p:sp>
    </p:spTree>
    <p:extLst>
      <p:ext uri="{BB962C8B-B14F-4D97-AF65-F5344CB8AC3E}">
        <p14:creationId xmlns:p14="http://schemas.microsoft.com/office/powerpoint/2010/main" val="2069124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D793D-6E2E-4335-85FA-1CAB5B64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The release held within the p95 SLO; review the gate alongside request outcomes.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76CB3-80BC-4F5A-A6B7-06AFA6EA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FBB5B-4127-42DC-8AC7-1444E987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observed p95 latency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200 ms SLO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CB093-2B8C-4C16-8F84-E251DDBE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84,200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7CE89-87A0-4DE4-9EDF-F175AF33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total requests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84,149 successes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8A8DC-F193-4B63-9D2D-26B7DA2A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2E4C6-07F7-4210-97C9-76B3EE02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asynchronous release gate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confirm before advancing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A0744-4641-4AC5-9934-80A936AF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Next step: reconcile the 51 unsuccessful requests with customer-impact evidence before the cross-functional review on 2026-07-20.</a:t>
            </a:r>
          </a:p>
        </p:txBody>
      </p:sp>
    </p:spTree>
    <p:extLst>
      <p:ext uri="{BB962C8B-B14F-4D97-AF65-F5344CB8AC3E}">
        <p14:creationId xmlns:p14="http://schemas.microsoft.com/office/powerpoint/2010/main" val="1876788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2026-08-23T23:58:24.5370000Z</dcterms:created>
  <dcterms:modified xsi:type="dcterms:W3CDTF">2026-08-23T23:58:24.5370000Z</dcterms:modified>
</coreProperties>
</file>