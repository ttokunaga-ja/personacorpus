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1ff7dfddd04839" /><Relationship Type="http://schemas.openxmlformats.org/officeDocument/2006/relationships/extended-properties" Target="/docProps/app.xml" Id="Rbabd97809613449b" /><Relationship Type="http://schemas.openxmlformats.org/officeDocument/2006/relationships/officeDocument" Target="/ppt/presentation.xml" Id="R7d691622e03344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499b4903264094"/>
  </p:sldMasterIdLst>
  <p:notesMasterIdLst>
    <p:notesMasterId xmlns:r="http://schemas.openxmlformats.org/officeDocument/2006/relationships" r:id="Ra68003ed62034eef"/>
  </p:notesMasterIdLst>
  <p:sldIdLst>
    <p:sldId xmlns:r="http://schemas.openxmlformats.org/officeDocument/2006/relationships" id="256" r:id="R6a65e7e76028438e"/>
    <p:sldId xmlns:r="http://schemas.openxmlformats.org/officeDocument/2006/relationships" id="257" r:id="Rda363454a8bd48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c331986aa54454" /><Relationship Type="http://schemas.openxmlformats.org/officeDocument/2006/relationships/slideMaster" Target="/ppt/slideMasters/slideMaster1.xml" Id="R1a499b4903264094" /><Relationship Type="http://schemas.openxmlformats.org/officeDocument/2006/relationships/notesMaster" Target="/ppt/notesMasters/notesMaster1.xml" Id="Ra68003ed62034eef" /><Relationship Type="http://schemas.openxmlformats.org/officeDocument/2006/relationships/presProps" Target="/ppt/presProps.xml" Id="R6c4c13f1ddb1467c" /><Relationship Type="http://schemas.openxmlformats.org/officeDocument/2006/relationships/tableStyles" Target="/ppt/tableStyles.xml" Id="R1193cd38826c45e4" /><Relationship Type="http://schemas.openxmlformats.org/officeDocument/2006/relationships/slide" Target="/ppt/slides/slide1.xml" Id="R6a65e7e76028438e" /><Relationship Type="http://schemas.openxmlformats.org/officeDocument/2006/relationships/slide" Target="/ppt/slides/slide2.xml" Id="Rda363454a8bd48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be3a2470634a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a6de750e2f4464" /><Relationship Type="http://schemas.openxmlformats.org/officeDocument/2006/relationships/notesMaster" Target="/ppt/notesMasters/notesMaster1.xml" Id="Rad494d7e8f364a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f3391c0e2c44b3" /><Relationship Type="http://schemas.openxmlformats.org/officeDocument/2006/relationships/notesMaster" Target="/ppt/notesMasters/notesMaster1.xml" Id="R37ff2bf7196144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e2004d5ba4c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140b67a4ae4305" /><Relationship Type="http://schemas.openxmlformats.org/officeDocument/2006/relationships/slideLayout" Target="/ppt/slideLayouts/slideLayout1.xml" Id="R3cb14b534a1948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b14b534a1948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d547f12cb4a34" /><Relationship Type="http://schemas.openxmlformats.org/officeDocument/2006/relationships/notesSlide" Target="/ppt/notesSlides/notesSlide1.xml" Id="R6856d35119a749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4bfdd859b418b" /><Relationship Type="http://schemas.openxmlformats.org/officeDocument/2006/relationships/notesSlide" Target="/ppt/notesSlides/notesSlide2.xml" Id="R821d466f051f48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2DBCC-5053-4A0C-A9EC-E2DE98E3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D78"/>
                </a:solidFill>
              </a:defRPr>
            </a:pPr>
            <a:r>
              <a:rPr sz="1200" b="1">
                <a:solidFill>
                  <a:srgbClr val="1F4D78"/>
                </a:solidFill>
              </a:rPr>
              <a:t>ASTER LOOP | RELEASE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D3F9D-A3E3-4E18-896D-33D31919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866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Product Alpha R7</a:t>
            </a:r>
          </a:p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SRC-003830 release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D0BB5-D457-4A92-81A1-5A5D5110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Release completed 2026-07-13. This brief preserves the operational evidence required for the 2026-07-20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89DEE-E192-4B47-8626-8F955559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Record p01-full-003830  |  Dependency p01-full-009702</a:t>
            </a:r>
          </a:p>
        </p:txBody>
      </p:sp>
    </p:spTree>
    <p:extLst>
      <p:ext uri="{BB962C8B-B14F-4D97-AF65-F5344CB8AC3E}">
        <p14:creationId xmlns:p14="http://schemas.microsoft.com/office/powerpoint/2010/main" val="2892112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50376-2418-421E-9E13-42B18E1C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The release held within the p95 SLO; review the gate alongside request outcomes.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8572D-CDDD-4B82-A5D0-BBD7BB0D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23B84-9995-4821-AFEE-FCCD15BC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observed p95 latency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200 ms SLO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D47E9-4073-4996-9A01-760F2D91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84,200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CED60-6514-4EEC-9918-AEFB5CBF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total requests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84,149 successes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A6A19-5DC6-4F66-B54A-FD0E1DA6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ADR-042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7EE5E-F45A-4994-8AA0-A2AA3546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asynchronous release gate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confirm before advancing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9431F-6CBD-4CDE-B2F7-D52DFF43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Next step: reconcile the 51 unsuccessful requests with customer-impact evidence before the cross-functional review on 2026-07-20.</a:t>
            </a:r>
          </a:p>
        </p:txBody>
      </p:sp>
    </p:spTree>
    <p:extLst>
      <p:ext uri="{BB962C8B-B14F-4D97-AF65-F5344CB8AC3E}">
        <p14:creationId xmlns:p14="http://schemas.microsoft.com/office/powerpoint/2010/main" val="1067727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2026-08-23T23:58:24.7930000Z</dcterms:created>
  <dcterms:modified xsi:type="dcterms:W3CDTF">2026-08-23T23:58:24.7930000Z</dcterms:modified>
</coreProperties>
</file>