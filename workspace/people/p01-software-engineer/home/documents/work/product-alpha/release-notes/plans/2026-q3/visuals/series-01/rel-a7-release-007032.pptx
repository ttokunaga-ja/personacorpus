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29b1bfd9b4439f" /><Relationship Type="http://schemas.openxmlformats.org/officeDocument/2006/relationships/extended-properties" Target="/docProps/app.xml" Id="R030629db12594f0a" /><Relationship Type="http://schemas.openxmlformats.org/officeDocument/2006/relationships/officeDocument" Target="/ppt/presentation.xml" Id="Rbee314e31d264c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99c9ca2eb04de0"/>
  </p:sldMasterIdLst>
  <p:notesMasterIdLst>
    <p:notesMasterId xmlns:r="http://schemas.openxmlformats.org/officeDocument/2006/relationships" r:id="R9fbc3441391b42b1"/>
  </p:notesMasterIdLst>
  <p:sldIdLst>
    <p:sldId xmlns:r="http://schemas.openxmlformats.org/officeDocument/2006/relationships" id="256" r:id="R6ac7ba7e120d46bd"/>
    <p:sldId xmlns:r="http://schemas.openxmlformats.org/officeDocument/2006/relationships" id="257" r:id="Rf9f1f8dee47048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edc1ea84ca4127" /><Relationship Type="http://schemas.openxmlformats.org/officeDocument/2006/relationships/slideMaster" Target="/ppt/slideMasters/slideMaster1.xml" Id="R3299c9ca2eb04de0" /><Relationship Type="http://schemas.openxmlformats.org/officeDocument/2006/relationships/notesMaster" Target="/ppt/notesMasters/notesMaster1.xml" Id="R9fbc3441391b42b1" /><Relationship Type="http://schemas.openxmlformats.org/officeDocument/2006/relationships/presProps" Target="/ppt/presProps.xml" Id="Rf6ce0c5edce54236" /><Relationship Type="http://schemas.openxmlformats.org/officeDocument/2006/relationships/tableStyles" Target="/ppt/tableStyles.xml" Id="R072e00869e5841a1" /><Relationship Type="http://schemas.openxmlformats.org/officeDocument/2006/relationships/slide" Target="/ppt/slides/slide1.xml" Id="R6ac7ba7e120d46bd" /><Relationship Type="http://schemas.openxmlformats.org/officeDocument/2006/relationships/slide" Target="/ppt/slides/slide2.xml" Id="Rf9f1f8dee47048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263f155ce145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923eb0ff304891" /><Relationship Type="http://schemas.openxmlformats.org/officeDocument/2006/relationships/notesMaster" Target="/ppt/notesMasters/notesMaster1.xml" Id="R49d755623c1a4f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223603d4274328" /><Relationship Type="http://schemas.openxmlformats.org/officeDocument/2006/relationships/notesMaster" Target="/ppt/notesMasters/notesMaster1.xml" Id="R8f61bccc81cb4f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fbbf3277b4b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8069fbe5c2448a" /><Relationship Type="http://schemas.openxmlformats.org/officeDocument/2006/relationships/slideLayout" Target="/ppt/slideLayouts/slideLayout1.xml" Id="R40468a4de2b14e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468a4de2b14e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6446c538f4f3b" /><Relationship Type="http://schemas.openxmlformats.org/officeDocument/2006/relationships/notesSlide" Target="/ppt/notesSlides/notesSlide1.xml" Id="R8abf0154d90b47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c4fdbf4d84cfe" /><Relationship Type="http://schemas.openxmlformats.org/officeDocument/2006/relationships/notesSlide" Target="/ppt/notesSlides/notesSlide2.xml" Id="R980037f2427c4b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D6204-3435-42ED-83F4-CBCCF6FF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D78"/>
                </a:solidFill>
              </a:defRPr>
            </a:pPr>
            <a:r>
              <a:rPr sz="1200" b="1">
                <a:solidFill>
                  <a:srgbClr val="1F4D78"/>
                </a:solidFill>
              </a:rPr>
              <a:t>ASTER LOOP | RELEASE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F47B9-7B96-4071-B852-936E5DEC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66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Product Alpha R7</a:t>
            </a:r>
          </a:p>
          <a:p xmlns:a="http://schemas.openxmlformats.org/drawingml/2006/main">
            <a:pPr>
              <a:defRPr sz="3750" b="1">
                <a:solidFill>
                  <a:srgbClr val="0B2545"/>
                </a:solidFill>
              </a:defRPr>
            </a:pPr>
            <a:r>
              <a:rPr sz="3750" b="1">
                <a:solidFill>
                  <a:srgbClr val="0B2545"/>
                </a:solidFill>
              </a:rPr>
              <a:t>SRC-007032 release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E6BB8-9B51-44C5-B8D3-A674FC5D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Release completed 2026-07-13. This brief preserves the operational evidence required for the 2026-07-20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30E9B-0CCE-4DB9-8A66-33B7BFEE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Record p01-full-007032  |  Dependency p01-full-010020</a:t>
            </a:r>
          </a:p>
        </p:txBody>
      </p:sp>
    </p:spTree>
    <p:extLst>
      <p:ext uri="{BB962C8B-B14F-4D97-AF65-F5344CB8AC3E}">
        <p14:creationId xmlns:p14="http://schemas.microsoft.com/office/powerpoint/2010/main" val="1812809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A82A5-639A-4388-BAE8-7AD2C16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2545"/>
                </a:solidFill>
              </a:defRPr>
            </a:pPr>
            <a:r>
              <a:rPr sz="2625" b="1">
                <a:solidFill>
                  <a:srgbClr val="0B2545"/>
                </a:solidFill>
              </a:rPr>
              <a:t>The release held within the p95 SLO; review the gate alongside request outcomes.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84EC9-859B-4E03-A852-A71EE309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18E1C-4BF6-4442-8FE4-D217B45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observed p95 latency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200 ms SLO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8A24D-2C04-40C4-8C60-844329F7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84,200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3EE4E-2D71-4579-A988-C4A6DB86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total requests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84,149 successes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6EEF9-1DFF-4462-B088-BB215DC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4D78"/>
                </a:solidFill>
              </a:defRPr>
            </a:pPr>
            <a:r>
              <a:rPr sz="3600" b="1">
                <a:solidFill>
                  <a:srgbClr val="1F4D78"/>
                </a:solidFill>
              </a:rPr>
              <a:t>ADR-042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65039-3646-4CC5-8D6D-5E6CCEE2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asynchronous release gate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confirm before advancing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4302C-30F8-4EEC-9ABA-DFCD3239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Next step: reconcile the 51 unsuccessful requests with customer-impact evidence before the cross-functional review on 2026-07-20.</a:t>
            </a:r>
          </a:p>
        </p:txBody>
      </p:sp>
    </p:spTree>
    <p:extLst>
      <p:ext uri="{BB962C8B-B14F-4D97-AF65-F5344CB8AC3E}">
        <p14:creationId xmlns:p14="http://schemas.microsoft.com/office/powerpoint/2010/main" val="1525543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2026-08-23T23:58:25.2970000Z</dcterms:created>
  <dcterms:modified xsi:type="dcterms:W3CDTF">2026-08-23T23:58:25.2970000Z</dcterms:modified>
</coreProperties>
</file>