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f4d4d729ba416b" /><Relationship Type="http://schemas.openxmlformats.org/officeDocument/2006/relationships/extended-properties" Target="/docProps/app.xml" Id="R799b96c5014041ee" /><Relationship Type="http://schemas.openxmlformats.org/officeDocument/2006/relationships/officeDocument" Target="/ppt/presentation.xml" Id="R9e4a397450904d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af8b5484b54c08"/>
  </p:sldMasterIdLst>
  <p:notesMasterIdLst>
    <p:notesMasterId xmlns:r="http://schemas.openxmlformats.org/officeDocument/2006/relationships" r:id="Rda179d6e69604e92"/>
  </p:notesMasterIdLst>
  <p:sldIdLst>
    <p:sldId xmlns:r="http://schemas.openxmlformats.org/officeDocument/2006/relationships" id="256" r:id="Rbd0e5ff1fca24f97"/>
    <p:sldId xmlns:r="http://schemas.openxmlformats.org/officeDocument/2006/relationships" id="257" r:id="Rbee48bf00a014c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17ed654a7749f3" /><Relationship Type="http://schemas.openxmlformats.org/officeDocument/2006/relationships/slideMaster" Target="/ppt/slideMasters/slideMaster1.xml" Id="Rabaf8b5484b54c08" /><Relationship Type="http://schemas.openxmlformats.org/officeDocument/2006/relationships/notesMaster" Target="/ppt/notesMasters/notesMaster1.xml" Id="Rda179d6e69604e92" /><Relationship Type="http://schemas.openxmlformats.org/officeDocument/2006/relationships/presProps" Target="/ppt/presProps.xml" Id="R509c274e779f4f72" /><Relationship Type="http://schemas.openxmlformats.org/officeDocument/2006/relationships/tableStyles" Target="/ppt/tableStyles.xml" Id="R5de9407e21b44f32" /><Relationship Type="http://schemas.openxmlformats.org/officeDocument/2006/relationships/slide" Target="/ppt/slides/slide1.xml" Id="Rbd0e5ff1fca24f97" /><Relationship Type="http://schemas.openxmlformats.org/officeDocument/2006/relationships/slide" Target="/ppt/slides/slide2.xml" Id="Rbee48bf00a014c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5533c4e5b44d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eb42087054a9d" /><Relationship Type="http://schemas.openxmlformats.org/officeDocument/2006/relationships/notesMaster" Target="/ppt/notesMasters/notesMaster1.xml" Id="Rb6ee19b9089b40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fae2df6674d7b" /><Relationship Type="http://schemas.openxmlformats.org/officeDocument/2006/relationships/notesMaster" Target="/ppt/notesMasters/notesMaster1.xml" Id="R306a3f50d05844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0aa877a6649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7dd1fb2dce4e68" /><Relationship Type="http://schemas.openxmlformats.org/officeDocument/2006/relationships/slideLayout" Target="/ppt/slideLayouts/slideLayout1.xml" Id="Red7672bcc0554a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7672bcc0554a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26fe42f4e4ab9" /><Relationship Type="http://schemas.openxmlformats.org/officeDocument/2006/relationships/notesSlide" Target="/ppt/notesSlides/notesSlide1.xml" Id="R32eb8e92918344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54c5220a24eb0" /><Relationship Type="http://schemas.openxmlformats.org/officeDocument/2006/relationships/notesSlide" Target="/ppt/notesSlides/notesSlide2.xml" Id="Rd19a50490f59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838E6-4437-4511-A00B-FC488915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ASTER LOOP | RELEASE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B2FB4-EB81-4DDF-96B1-29CCD2BF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66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Product Alpha R7</a:t>
            </a:r>
          </a:p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SRC-002730 release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1D86B-EDCE-4F98-B210-73FCE2E4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Release completed 2026-07-13. This brief preserves the operational evidence required for the 2026-07-20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3FEBE-C0FC-4019-B535-DC23E697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Record p01-full-002730  |  Dependency p01-full-009602</a:t>
            </a:r>
          </a:p>
        </p:txBody>
      </p:sp>
    </p:spTree>
    <p:extLst>
      <p:ext uri="{BB962C8B-B14F-4D97-AF65-F5344CB8AC3E}">
        <p14:creationId xmlns:p14="http://schemas.microsoft.com/office/powerpoint/2010/main" val="1087456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EA946-573F-42C9-822D-FEE66DC2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The release held within the p95 SLO; review the gate alongside request outcomes.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F4817-F5E8-42E7-AB51-0BD94EFF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3D426-182E-48EB-951E-2F630FFA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observed p95 latency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200 ms SLO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569BC-CB2D-4B2F-9878-9922876D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84,200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AF38E-37AB-4440-BF4A-09527736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total requests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84,149 successes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A3DF6-5B83-45EB-B4FE-64C0BD75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26521-1493-4F1E-B7BE-B552CF22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asynchronous release gate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confirm before advancing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69EF4-EF51-4792-A639-F1A584B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Next step: reconcile the 51 unsuccessful requests with customer-impact evidence before the cross-functional review on 2026-07-20.</a:t>
            </a:r>
          </a:p>
        </p:txBody>
      </p:sp>
    </p:spTree>
    <p:extLst>
      <p:ext uri="{BB962C8B-B14F-4D97-AF65-F5344CB8AC3E}">
        <p14:creationId xmlns:p14="http://schemas.microsoft.com/office/powerpoint/2010/main" val="1900771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2026-08-23T23:58:24.1790000Z</dcterms:created>
  <dcterms:modified xsi:type="dcterms:W3CDTF">2026-08-23T23:58:24.1790000Z</dcterms:modified>
</coreProperties>
</file>