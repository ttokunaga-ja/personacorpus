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d4126b39d8e4eb5" /><Relationship Type="http://schemas.openxmlformats.org/officeDocument/2006/relationships/extended-properties" Target="/docProps/app.xml" Id="R68593827ba8444af" /><Relationship Type="http://schemas.openxmlformats.org/officeDocument/2006/relationships/officeDocument" Target="/ppt/presentation.xml" Id="R65ede9bd2f3343e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9545fa2cd3241fb"/>
  </p:sldMasterIdLst>
  <p:notesMasterIdLst>
    <p:notesMasterId xmlns:r="http://schemas.openxmlformats.org/officeDocument/2006/relationships" r:id="R3e0f85a2405443bc"/>
  </p:notesMasterIdLst>
  <p:sldIdLst>
    <p:sldId xmlns:r="http://schemas.openxmlformats.org/officeDocument/2006/relationships" id="256" r:id="Rec332c34d41749c4"/>
    <p:sldId xmlns:r="http://schemas.openxmlformats.org/officeDocument/2006/relationships" id="257" r:id="R3599a1d439af4fa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6c3071eda274fe5" /><Relationship Type="http://schemas.openxmlformats.org/officeDocument/2006/relationships/slideMaster" Target="/ppt/slideMasters/slideMaster1.xml" Id="R29545fa2cd3241fb" /><Relationship Type="http://schemas.openxmlformats.org/officeDocument/2006/relationships/notesMaster" Target="/ppt/notesMasters/notesMaster1.xml" Id="R3e0f85a2405443bc" /><Relationship Type="http://schemas.openxmlformats.org/officeDocument/2006/relationships/presProps" Target="/ppt/presProps.xml" Id="Rca9437233a3a4a56" /><Relationship Type="http://schemas.openxmlformats.org/officeDocument/2006/relationships/tableStyles" Target="/ppt/tableStyles.xml" Id="R05ef4470353246f5" /><Relationship Type="http://schemas.openxmlformats.org/officeDocument/2006/relationships/slide" Target="/ppt/slides/slide1.xml" Id="Rec332c34d41749c4" /><Relationship Type="http://schemas.openxmlformats.org/officeDocument/2006/relationships/slide" Target="/ppt/slides/slide2.xml" Id="R3599a1d439af4fa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2df7644bd27443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0f8698e827c44a5" /><Relationship Type="http://schemas.openxmlformats.org/officeDocument/2006/relationships/notesMaster" Target="/ppt/notesMasters/notesMaster1.xml" Id="R18b0079af71d406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cff7c833b6648ef" /><Relationship Type="http://schemas.openxmlformats.org/officeDocument/2006/relationships/notesMaster" Target="/ppt/notesMasters/notesMaster1.xml" Id="R887ddc36e6574d0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abf021cd43c46a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e4964add67e4801" /><Relationship Type="http://schemas.openxmlformats.org/officeDocument/2006/relationships/slideLayout" Target="/ppt/slideLayouts/slideLayout1.xml" Id="R9edd833b198b441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edd833b198b441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ab5f50da6740f1" /><Relationship Type="http://schemas.openxmlformats.org/officeDocument/2006/relationships/notesSlide" Target="/ppt/notesSlides/notesSlide1.xml" Id="Rc9aac835d84c4b1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3ecdbb7edc4acf" /><Relationship Type="http://schemas.openxmlformats.org/officeDocument/2006/relationships/notesSlide" Target="/ppt/notesSlides/notesSlide2.xml" Id="Recdf5b916b7649c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761D49-2D8C-4F1A-8BE9-081E94996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960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F4D78"/>
                </a:solidFill>
              </a:defRPr>
            </a:pPr>
            <a:r>
              <a:rPr sz="1200" b="1">
                <a:solidFill>
                  <a:srgbClr val="1F4D78"/>
                </a:solidFill>
              </a:rPr>
              <a:t>ASTER LOOP | RELEASE ENGINEERING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E073EF-400F-4766-8D47-8F2A2B322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38250"/>
            <a:ext cx="86677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0B2545"/>
                </a:solidFill>
              </a:defRPr>
            </a:pPr>
            <a:r>
              <a:rPr sz="3750" b="1">
                <a:solidFill>
                  <a:srgbClr val="0B2545"/>
                </a:solidFill>
              </a:rPr>
              <a:t>Product Alpha R7</a:t>
            </a:r>
          </a:p>
          <a:p xmlns:a="http://schemas.openxmlformats.org/drawingml/2006/main">
            <a:pPr>
              <a:defRPr sz="3750" b="1">
                <a:solidFill>
                  <a:srgbClr val="0B2545"/>
                </a:solidFill>
              </a:defRPr>
            </a:pPr>
            <a:r>
              <a:rPr sz="3750" b="1">
                <a:solidFill>
                  <a:srgbClr val="0B2545"/>
                </a:solidFill>
              </a:rPr>
              <a:t>SRC-005772 release readout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B27285-9548-4789-8398-87B3C5E42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86100"/>
            <a:ext cx="8572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334155"/>
                </a:solidFill>
              </a:defRPr>
            </a:pPr>
            <a:r>
              <a:rPr sz="1800">
                <a:solidFill>
                  <a:srgbClr val="334155"/>
                </a:solidFill>
              </a:rPr>
              <a:t>Release completed 2026-07-13. This brief preserves the operational evidence required for the 2026-07-20 review.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B5900D-33B7-4E86-BE53-6F3F7EB86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00700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75569"/>
                </a:solidFill>
              </a:defRPr>
            </a:pPr>
            <a:r>
              <a:rPr sz="1275">
                <a:solidFill>
                  <a:srgbClr val="475569"/>
                </a:solidFill>
              </a:rPr>
              <a:t>Record p01-full-005772  |  Dependency p01-full-009869</a:t>
            </a:r>
          </a:p>
        </p:txBody>
      </p:sp>
    </p:spTree>
    <p:extLst>
      <p:ext uri="{BB962C8B-B14F-4D97-AF65-F5344CB8AC3E}">
        <p14:creationId xmlns:p14="http://schemas.microsoft.com/office/powerpoint/2010/main" val="77897704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530ABD-85C1-4EBE-8F35-A190C1B9E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9600"/>
            <a:ext cx="10287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0B2545"/>
                </a:solidFill>
              </a:defRPr>
            </a:pPr>
            <a:r>
              <a:rPr sz="2625" b="1">
                <a:solidFill>
                  <a:srgbClr val="0B2545"/>
                </a:solidFill>
              </a:rPr>
              <a:t>The release held within the p95 SLO; review the gate alongside request outcomes.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75FAA5-EA84-45A1-A191-1CE9E4ABA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90750"/>
            <a:ext cx="2476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F4D78"/>
                </a:solidFill>
              </a:defRPr>
            </a:pPr>
            <a:r>
              <a:rPr sz="3600" b="1">
                <a:solidFill>
                  <a:srgbClr val="1F4D78"/>
                </a:solidFill>
              </a:rPr>
              <a:t>184 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06B649-576B-4651-BE4A-7FC189465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28950"/>
            <a:ext cx="266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475569"/>
                </a:solidFill>
              </a:defRPr>
            </a:pPr>
            <a:r>
              <a:rPr sz="1500">
                <a:solidFill>
                  <a:srgbClr val="475569"/>
                </a:solidFill>
              </a:rPr>
              <a:t>observed p95 latency</a:t>
            </a:r>
          </a:p>
          <a:p xmlns:a="http://schemas.openxmlformats.org/drawingml/2006/main">
            <a:pPr>
              <a:defRPr sz="1500">
                <a:solidFill>
                  <a:srgbClr val="475569"/>
                </a:solidFill>
              </a:defRPr>
            </a:pPr>
            <a:r>
              <a:rPr sz="1500">
                <a:solidFill>
                  <a:srgbClr val="475569"/>
                </a:solidFill>
              </a:rPr>
              <a:t>200 ms SLO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6637CB-94AF-4B15-8208-41E56FD17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190750"/>
            <a:ext cx="2476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F4D78"/>
                </a:solidFill>
              </a:defRPr>
            </a:pPr>
            <a:r>
              <a:rPr sz="3600" b="1">
                <a:solidFill>
                  <a:srgbClr val="1F4D78"/>
                </a:solidFill>
              </a:rPr>
              <a:t>84,200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26B483-25A9-4799-92CE-4355ECA86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028950"/>
            <a:ext cx="266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475569"/>
                </a:solidFill>
              </a:defRPr>
            </a:pPr>
            <a:r>
              <a:rPr sz="1500">
                <a:solidFill>
                  <a:srgbClr val="475569"/>
                </a:solidFill>
              </a:rPr>
              <a:t>total requests</a:t>
            </a:r>
          </a:p>
          <a:p xmlns:a="http://schemas.openxmlformats.org/drawingml/2006/main">
            <a:pPr>
              <a:defRPr sz="1500">
                <a:solidFill>
                  <a:srgbClr val="475569"/>
                </a:solidFill>
              </a:defRPr>
            </a:pPr>
            <a:r>
              <a:rPr sz="1500">
                <a:solidFill>
                  <a:srgbClr val="475569"/>
                </a:solidFill>
              </a:rPr>
              <a:t>84,149 successes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1550C6-9D34-4295-89D9-3B08220A8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190750"/>
            <a:ext cx="2762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F4D78"/>
                </a:solidFill>
              </a:defRPr>
            </a:pPr>
            <a:r>
              <a:rPr sz="3600" b="1">
                <a:solidFill>
                  <a:srgbClr val="1F4D78"/>
                </a:solidFill>
              </a:rPr>
              <a:t>ADR-042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85E3C7-0337-45D7-B29C-B873E091E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028950"/>
            <a:ext cx="295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475569"/>
                </a:solidFill>
              </a:defRPr>
            </a:pPr>
            <a:r>
              <a:rPr sz="1500">
                <a:solidFill>
                  <a:srgbClr val="475569"/>
                </a:solidFill>
              </a:rPr>
              <a:t>asynchronous release gate</a:t>
            </a:r>
          </a:p>
          <a:p xmlns:a="http://schemas.openxmlformats.org/drawingml/2006/main">
            <a:pPr>
              <a:defRPr sz="1500">
                <a:solidFill>
                  <a:srgbClr val="475569"/>
                </a:solidFill>
              </a:defRPr>
            </a:pPr>
            <a:r>
              <a:rPr sz="1500">
                <a:solidFill>
                  <a:srgbClr val="475569"/>
                </a:solidFill>
              </a:rPr>
              <a:t>confirm before advancing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44F32B-1731-44BD-870C-535EA0EB0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86375"/>
            <a:ext cx="10287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334155"/>
                </a:solidFill>
              </a:defRPr>
            </a:pPr>
            <a:r>
              <a:rPr sz="1575">
                <a:solidFill>
                  <a:srgbClr val="334155"/>
                </a:solidFill>
              </a:rPr>
              <a:t>Next step: reconcile the 51 unsuccessful requests with customer-impact evidence before the cross-functional review on 2026-07-20.</a:t>
            </a:r>
          </a:p>
        </p:txBody>
      </p:sp>
    </p:spTree>
    <p:extLst>
      <p:ext uri="{BB962C8B-B14F-4D97-AF65-F5344CB8AC3E}">
        <p14:creationId xmlns:p14="http://schemas.microsoft.com/office/powerpoint/2010/main" val="77359178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2026-08-23T23:58:25.1340000Z</dcterms:created>
  <dcterms:modified xsi:type="dcterms:W3CDTF">2026-08-23T23:58:25.1340000Z</dcterms:modified>
</coreProperties>
</file>