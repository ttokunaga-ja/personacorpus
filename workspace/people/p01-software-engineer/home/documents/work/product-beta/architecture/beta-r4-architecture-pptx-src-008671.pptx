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48a6309ebd4f11" /><Relationship Type="http://schemas.openxmlformats.org/officeDocument/2006/relationships/extended-properties" Target="/docProps/app.xml" Id="Rda13ac777e144673" /><Relationship Type="http://schemas.openxmlformats.org/officeDocument/2006/relationships/officeDocument" Target="/ppt/presentation.xml" Id="R982f9a397a9a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e02919e7db4374"/>
  </p:sldMasterIdLst>
  <p:notesMasterIdLst>
    <p:notesMasterId xmlns:r="http://schemas.openxmlformats.org/officeDocument/2006/relationships" r:id="R1cdde40925bc4233"/>
  </p:notesMasterIdLst>
  <p:sldIdLst>
    <p:sldId xmlns:r="http://schemas.openxmlformats.org/officeDocument/2006/relationships" id="256" r:id="R95aa8a97556347d8"/>
    <p:sldId xmlns:r="http://schemas.openxmlformats.org/officeDocument/2006/relationships" id="257" r:id="R626c177d8f694b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f31983905a4ece" /><Relationship Type="http://schemas.openxmlformats.org/officeDocument/2006/relationships/slideMaster" Target="/ppt/slideMasters/slideMaster1.xml" Id="R10e02919e7db4374" /><Relationship Type="http://schemas.openxmlformats.org/officeDocument/2006/relationships/notesMaster" Target="/ppt/notesMasters/notesMaster1.xml" Id="R1cdde40925bc4233" /><Relationship Type="http://schemas.openxmlformats.org/officeDocument/2006/relationships/presProps" Target="/ppt/presProps.xml" Id="R60b0b96e45ad4ed4" /><Relationship Type="http://schemas.openxmlformats.org/officeDocument/2006/relationships/tableStyles" Target="/ppt/tableStyles.xml" Id="Radcf7a0b1afd42d3" /><Relationship Type="http://schemas.openxmlformats.org/officeDocument/2006/relationships/slide" Target="/ppt/slides/slide1.xml" Id="R95aa8a97556347d8" /><Relationship Type="http://schemas.openxmlformats.org/officeDocument/2006/relationships/slide" Target="/ppt/slides/slide2.xml" Id="R626c177d8f694b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bcf9a5c3824e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86f17471474dce" /><Relationship Type="http://schemas.openxmlformats.org/officeDocument/2006/relationships/notesMaster" Target="/ppt/notesMasters/notesMaster1.xml" Id="R5af94b7cd8fe4a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2c9d16d62a43d2" /><Relationship Type="http://schemas.openxmlformats.org/officeDocument/2006/relationships/notesMaster" Target="/ppt/notesMasters/notesMaster1.xml" Id="Re36c33f8579c42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55c1bdff6b44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a3f5e1f43a46bc" /><Relationship Type="http://schemas.openxmlformats.org/officeDocument/2006/relationships/slideLayout" Target="/ppt/slideLayouts/slideLayout1.xml" Id="R1e1ffed65da341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1ffed65da341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f3bac8b344316" /><Relationship Type="http://schemas.openxmlformats.org/officeDocument/2006/relationships/notesSlide" Target="/ppt/notesSlides/notesSlide1.xml" Id="R37cca56eed4d4e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045a40f8b416a" /><Relationship Type="http://schemas.openxmlformats.org/officeDocument/2006/relationships/notesSlide" Target="/ppt/notesSlides/notesSlide2.xml" Id="R77375eef9bc34c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CA4D7-0A74-42ED-8E7D-2429AEAB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A0"/>
                </a:solidFill>
              </a:defRPr>
            </a:pPr>
            <a:r>
              <a:rPr sz="1350" b="1">
                <a:solidFill>
                  <a:srgbClr val="2D6AA0"/>
                </a:solidFill>
              </a:rPr>
              <a:t>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F81B3-43F9-4D21-89B3-D9F7E371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33C"/>
                </a:solidFill>
              </a:defRPr>
            </a:pPr>
            <a:r>
              <a:rPr sz="3150" b="1">
                <a:solidFill>
                  <a:srgbClr val="17233C"/>
                </a:solidFill>
              </a:rPr>
              <a:t>Architecture review keeps the design path inside the 225 ms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D43FE-5D1D-4BFC-8079-799B4AD6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A"/>
                </a:solidFill>
              </a:defRPr>
            </a:pPr>
            <a:r>
              <a:rPr sz="1500" b="0">
                <a:solidFill>
                  <a:srgbClr val="52657A"/>
                </a:solidFill>
              </a:rPr>
              <a:t>Aster Loop株式会社 (synthetic) · Review date: 2026-08-17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CFEC6-3AC8-4390-B1F6-324E268B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A37B9-3AC5-41C2-99D2-F815DF47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8278C-9815-4760-B0E0-E004D1B1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p01-full-008671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p01-src-008671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47451-D70D-4080-B54D-FF579756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59834-72A7-4115-8CD3-34643391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Reusable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FFB20-F3A4-4147-AA5D-8F5C51AC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structured_text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beta-r4-architecture-json-src-009345.json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D6E02-161B-4B01-B436-40578AC5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9F7C3-7EA5-4338-9DC5-714AFA04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Design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13B75-BD78-491B-BB57-8E33CB64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p95 budget: 225 ms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Review state: planned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1D2DB-B0A5-4F1E-8117-F4125E59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A61"/>
                </a:solidFill>
              </a:defRPr>
            </a:pPr>
            <a:r>
              <a:rPr sz="1650" b="0">
                <a:solidFill>
                  <a:srgbClr val="334A61"/>
                </a:solidFill>
              </a:rPr>
              <a:t>The assigned structured input remains the traceable basis for review; it does not represent a measured production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C6914-E342-4EA1-A6D7-1CA10EA1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Product Engineering · Architecture evidence</a:t>
            </a:r>
          </a:p>
        </p:txBody>
      </p:sp>
    </p:spTree>
    <p:extLst>
      <p:ext uri="{BB962C8B-B14F-4D97-AF65-F5344CB8AC3E}">
        <p14:creationId xmlns:p14="http://schemas.microsoft.com/office/powerpoint/2010/main" val="1183425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DD756-C26F-4003-A9A1-9BBE15CA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C"/>
                </a:solidFill>
              </a:defRPr>
            </a:pPr>
            <a:r>
              <a:rPr sz="2700" b="1">
                <a:solidFill>
                  <a:srgbClr val="17233C"/>
                </a:solidFill>
              </a:rPr>
              <a:t>Review flow connects evidence to an explicit design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F4473-4B94-4011-8DC4-6CA0A1A4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Product Beta R4 · 2026-08-17 · Architecture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F2846-52E1-43C5-AA3A-F03ED18D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33909-C733-4A0F-9F74-7E63B7AD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Typed dependency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880C6-D4CC-4C64-925A-EB242B8C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beta-r4-architecture-json-src-009345.json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28558-4A76-4BB6-818D-4ABAE1F9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EB014-8C65-4337-ACBE-5725E585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E6EE5-330C-44F3-9168-EB49C05B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Architecture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874BC-CB3B-4B5E-ABBE-8AFA850C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Trace source ID and service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BB143-E4EB-4491-8CBE-7F750F53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AF4CA-BF19-4E90-BB52-D5631A6B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084AE-587C-4815-8E0E-2915B6FA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225 ms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8B538-C6DB-4F6E-B1A8-0D2AA128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Compare proposed p95 with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5A7FA-286D-4FA8-9BAA-1AF2A3EE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CA64E-F783-4A4E-A379-3AC1C246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3CCBE-4CD3-4909-BC14-5235685C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Review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0E72B-870C-4E89-94DD-4BE2209A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Record p01-full-008671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8E4AC-808F-4013-A27A-418E36A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A0"/>
                </a:solidFill>
              </a:defRPr>
            </a:pPr>
            <a:r>
              <a:rPr sz="1650" b="1">
                <a:solidFill>
                  <a:srgbClr val="2D6AA0"/>
                </a:solidFill>
              </a:rPr>
              <a:t>Decision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1A16F-7A0D-49CF-A209-D3F66B02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3C"/>
                </a:solidFill>
              </a:defRPr>
            </a:pPr>
            <a:r>
              <a:rPr sz="1800" b="0">
                <a:solidFill>
                  <a:srgbClr val="17233C"/>
                </a:solidFill>
              </a:rPr>
              <a:t>Keep the proposed path only when its review evidence is traceable to the assigned dependency and its design estimate remains at or below 225 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2B66F-B573-4817-AA77-247675FC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Synthetic planning material — no credentials, personal data, or live-production claim</a:t>
            </a:r>
          </a:p>
        </p:txBody>
      </p:sp>
    </p:spTree>
    <p:extLst>
      <p:ext uri="{BB962C8B-B14F-4D97-AF65-F5344CB8AC3E}">
        <p14:creationId xmlns:p14="http://schemas.microsoft.com/office/powerpoint/2010/main" val="896163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2026-08-24T02:28:39.0170000Z</dcterms:created>
  <dcterms:modified xsi:type="dcterms:W3CDTF">2026-08-24T02:28:39.0170000Z</dcterms:modified>
</coreProperties>
</file>