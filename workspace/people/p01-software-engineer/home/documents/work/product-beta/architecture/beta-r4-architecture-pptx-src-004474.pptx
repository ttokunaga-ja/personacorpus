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ea93e53c3d4046" /><Relationship Type="http://schemas.openxmlformats.org/officeDocument/2006/relationships/extended-properties" Target="/docProps/app.xml" Id="R80f97c09d047438a" /><Relationship Type="http://schemas.openxmlformats.org/officeDocument/2006/relationships/officeDocument" Target="/ppt/presentation.xml" Id="R221a555d136845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a087963d3549d6"/>
  </p:sldMasterIdLst>
  <p:notesMasterIdLst>
    <p:notesMasterId xmlns:r="http://schemas.openxmlformats.org/officeDocument/2006/relationships" r:id="R104de35a95a5488d"/>
  </p:notesMasterIdLst>
  <p:sldIdLst>
    <p:sldId xmlns:r="http://schemas.openxmlformats.org/officeDocument/2006/relationships" id="256" r:id="Rb28fad63734a499a"/>
    <p:sldId xmlns:r="http://schemas.openxmlformats.org/officeDocument/2006/relationships" id="257" r:id="R637610c61f7740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6eddadbcf14f55" /><Relationship Type="http://schemas.openxmlformats.org/officeDocument/2006/relationships/slideMaster" Target="/ppt/slideMasters/slideMaster1.xml" Id="Rf5a087963d3549d6" /><Relationship Type="http://schemas.openxmlformats.org/officeDocument/2006/relationships/notesMaster" Target="/ppt/notesMasters/notesMaster1.xml" Id="R104de35a95a5488d" /><Relationship Type="http://schemas.openxmlformats.org/officeDocument/2006/relationships/presProps" Target="/ppt/presProps.xml" Id="R0ab53d07d922420a" /><Relationship Type="http://schemas.openxmlformats.org/officeDocument/2006/relationships/tableStyles" Target="/ppt/tableStyles.xml" Id="R3fbb04bb12a840ee" /><Relationship Type="http://schemas.openxmlformats.org/officeDocument/2006/relationships/slide" Target="/ppt/slides/slide1.xml" Id="Rb28fad63734a499a" /><Relationship Type="http://schemas.openxmlformats.org/officeDocument/2006/relationships/slide" Target="/ppt/slides/slide2.xml" Id="R637610c61f7740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b0675e85dc42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d0645435b4488a" /><Relationship Type="http://schemas.openxmlformats.org/officeDocument/2006/relationships/notesMaster" Target="/ppt/notesMasters/notesMaster1.xml" Id="Rfafde0b6edf941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837876f3c74b1b" /><Relationship Type="http://schemas.openxmlformats.org/officeDocument/2006/relationships/notesMaster" Target="/ppt/notesMasters/notesMaster1.xml" Id="Re0efde53710241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1d312b5f44f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43dbf575744bb1" /><Relationship Type="http://schemas.openxmlformats.org/officeDocument/2006/relationships/slideLayout" Target="/ppt/slideLayouts/slideLayout1.xml" Id="R6c7ecbd5adff40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7ecbd5adff40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43c112fd24f47" /><Relationship Type="http://schemas.openxmlformats.org/officeDocument/2006/relationships/notesSlide" Target="/ppt/notesSlides/notesSlide1.xml" Id="R702d6046d9ae4c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654632f3d4154" /><Relationship Type="http://schemas.openxmlformats.org/officeDocument/2006/relationships/notesSlide" Target="/ppt/notesSlides/notesSlide2.xml" Id="R78d9822f887e41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9C293-82F3-4D4E-B6B7-6F4157AA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A0"/>
                </a:solidFill>
              </a:defRPr>
            </a:pPr>
            <a:r>
              <a:rPr sz="1350" b="1">
                <a:solidFill>
                  <a:srgbClr val="2D6AA0"/>
                </a:solidFill>
              </a:rPr>
              <a:t>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39624-CA10-4865-B5B3-29FB62EF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33C"/>
                </a:solidFill>
              </a:defRPr>
            </a:pPr>
            <a:r>
              <a:rPr sz="3150" b="1">
                <a:solidFill>
                  <a:srgbClr val="17233C"/>
                </a:solidFill>
              </a:rPr>
              <a:t>Architecture review keeps the design path inside the 225 ms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783A3-EB48-4E4C-9919-C6536E9D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A"/>
                </a:solidFill>
              </a:defRPr>
            </a:pPr>
            <a:r>
              <a:rPr sz="1500" b="0">
                <a:solidFill>
                  <a:srgbClr val="52657A"/>
                </a:solidFill>
              </a:rPr>
              <a:t>Aster Loop株式会社 (synthetic) · Review date: 2026-08-17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86FD4-9635-4CCA-AE43-CF0D235C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259B1-4B0E-45F5-BE18-A944BD11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40FF3-20A9-4838-9657-7B132171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p01-full-004474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p01-src-004474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024A1-991A-49ED-8506-B02D6B6A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2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F8D2E-829B-4B56-A212-B90E0D23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Reusable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2F36F-7B11-42A6-8982-DA8A50AE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structured_text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beta-r4-architecture-sql-src-009234.sql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90926-8FE8-4EC0-A75E-6BDEBECB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76D79-0DAC-48B0-BB3C-F08CEA93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Design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1775F-2208-4C86-9CA9-605E8754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p95 budget: 225 ms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Review state: planned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6114E-E0B2-47D6-B54A-003A9CCA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A61"/>
                </a:solidFill>
              </a:defRPr>
            </a:pPr>
            <a:r>
              <a:rPr sz="1650" b="0">
                <a:solidFill>
                  <a:srgbClr val="334A61"/>
                </a:solidFill>
              </a:rPr>
              <a:t>The assigned structured input remains the traceable basis for review; it does not represent a measured production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488C0-5F93-4D9A-83D0-C164B370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Product Engineering · Architecture evidence</a:t>
            </a:r>
          </a:p>
        </p:txBody>
      </p:sp>
    </p:spTree>
    <p:extLst>
      <p:ext uri="{BB962C8B-B14F-4D97-AF65-F5344CB8AC3E}">
        <p14:creationId xmlns:p14="http://schemas.microsoft.com/office/powerpoint/2010/main" val="449868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012E8-1CFE-4B58-AAE2-D736C56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C"/>
                </a:solidFill>
              </a:defRPr>
            </a:pPr>
            <a:r>
              <a:rPr sz="2700" b="1">
                <a:solidFill>
                  <a:srgbClr val="17233C"/>
                </a:solidFill>
              </a:rPr>
              <a:t>Review flow connects evidence to an explicit design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18777-ECA8-4A89-9957-75F69BDA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Product Beta R4 · 2026-08-17 · Architecture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3CFF9-3FA7-4A8C-9A51-9042E008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9A4A9-C94E-43E1-A595-0CBDEF6A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Typed dependency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AD1AF-C9EB-4251-ABA2-D7FDD8FD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beta-r4-architecture-sql-src-009234.sql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DC54F-9A2B-490D-81B2-6BB81E3F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02A94-9431-41FD-90DD-43946068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A45DF-C7D5-441C-B30D-41D279AF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Architecture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88484-021F-4402-A28F-266095AE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Trace source ID and service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3AC3D-9CE9-4A7F-BE21-971F21F6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B706E-7618-4FF6-A095-ACBE9CB4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FD2F8-1934-480F-8F87-12140979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225 ms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107CB-D69A-4C53-9480-62E68FD8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Compare proposed p95 with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2640D-ADA8-4115-B33D-B72FEDB5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8D578-CF03-492E-86E7-A0C6226B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3DF47-3DB1-4F66-A42A-2D0025FD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Review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8CF0A-D989-4116-B60E-AAC57512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Record p01-full-004474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270CF-5B7E-4A6C-B996-FBE33D10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A0"/>
                </a:solidFill>
              </a:defRPr>
            </a:pPr>
            <a:r>
              <a:rPr sz="1650" b="1">
                <a:solidFill>
                  <a:srgbClr val="2D6AA0"/>
                </a:solidFill>
              </a:rPr>
              <a:t>Decision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28D0C-ECBC-435E-8E1E-D8E82033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33C"/>
                </a:solidFill>
              </a:defRPr>
            </a:pPr>
            <a:r>
              <a:rPr sz="1800" b="0">
                <a:solidFill>
                  <a:srgbClr val="17233C"/>
                </a:solidFill>
              </a:rPr>
              <a:t>Keep the proposed path only when its review evidence is traceable to the assigned dependency and its design estimate remains at or below 225 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176C83-536A-4532-A37E-16F9AE49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Synthetic planning material — no credentials, personal data, or live-production claim</a:t>
            </a:r>
          </a:p>
        </p:txBody>
      </p:sp>
    </p:spTree>
    <p:extLst>
      <p:ext uri="{BB962C8B-B14F-4D97-AF65-F5344CB8AC3E}">
        <p14:creationId xmlns:p14="http://schemas.microsoft.com/office/powerpoint/2010/main" val="352549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2026-08-24T02:28:38.9520000Z</dcterms:created>
  <dcterms:modified xsi:type="dcterms:W3CDTF">2026-08-24T02:28:38.9520000Z</dcterms:modified>
</coreProperties>
</file>