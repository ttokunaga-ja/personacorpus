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c23a2f382244e9" /><Relationship Type="http://schemas.openxmlformats.org/officeDocument/2006/relationships/extended-properties" Target="/docProps/app.xml" Id="Raa39f20edc5a4e7f" /><Relationship Type="http://schemas.openxmlformats.org/officeDocument/2006/relationships/officeDocument" Target="/ppt/presentation.xml" Id="Rbebec67d87354c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e696bc934c49a9"/>
  </p:sldMasterIdLst>
  <p:notesMasterIdLst>
    <p:notesMasterId xmlns:r="http://schemas.openxmlformats.org/officeDocument/2006/relationships" r:id="R573cf78237374c40"/>
  </p:notesMasterIdLst>
  <p:sldIdLst>
    <p:sldId xmlns:r="http://schemas.openxmlformats.org/officeDocument/2006/relationships" id="256" r:id="R0270cbf20db4482e"/>
    <p:sldId xmlns:r="http://schemas.openxmlformats.org/officeDocument/2006/relationships" id="257" r:id="R94935fffdb564a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d3b8b5deee44ba2" /><Relationship Type="http://schemas.openxmlformats.org/officeDocument/2006/relationships/slideMaster" Target="/ppt/slideMasters/slideMaster1.xml" Id="R4ce696bc934c49a9" /><Relationship Type="http://schemas.openxmlformats.org/officeDocument/2006/relationships/notesMaster" Target="/ppt/notesMasters/notesMaster1.xml" Id="R573cf78237374c40" /><Relationship Type="http://schemas.openxmlformats.org/officeDocument/2006/relationships/presProps" Target="/ppt/presProps.xml" Id="Rfda3b95d751744da" /><Relationship Type="http://schemas.openxmlformats.org/officeDocument/2006/relationships/tableStyles" Target="/ppt/tableStyles.xml" Id="Rea608857c8cd498c" /><Relationship Type="http://schemas.openxmlformats.org/officeDocument/2006/relationships/slide" Target="/ppt/slides/slide1.xml" Id="R0270cbf20db4482e" /><Relationship Type="http://schemas.openxmlformats.org/officeDocument/2006/relationships/slide" Target="/ppt/slides/slide2.xml" Id="R94935fffdb564a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a61aca4b7a445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fb93aafcad44a1" /><Relationship Type="http://schemas.openxmlformats.org/officeDocument/2006/relationships/notesMaster" Target="/ppt/notesMasters/notesMaster1.xml" Id="R3b2b6ec2968a42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640fca4d74ad1" /><Relationship Type="http://schemas.openxmlformats.org/officeDocument/2006/relationships/notesMaster" Target="/ppt/notesMasters/notesMaster1.xml" Id="Rf8c71cf43aca4f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0d5b3f53b047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330520e69c4d98" /><Relationship Type="http://schemas.openxmlformats.org/officeDocument/2006/relationships/slideLayout" Target="/ppt/slideLayouts/slideLayout1.xml" Id="R34184a4d9ca042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184a4d9ca042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f6a1f262c64c6d" /><Relationship Type="http://schemas.openxmlformats.org/officeDocument/2006/relationships/notesSlide" Target="/ppt/notesSlides/notesSlide1.xml" Id="R561eb735a86940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01119ae74a4d53" /><Relationship Type="http://schemas.openxmlformats.org/officeDocument/2006/relationships/notesSlide" Target="/ppt/notesSlides/notesSlide2.xml" Id="Re8ccb0dbdce641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88AA4-EF21-48EB-B632-202EB1F9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D6AA0"/>
                </a:solidFill>
              </a:defRPr>
            </a:pPr>
            <a:r>
              <a:rPr sz="1350" b="1">
                <a:solidFill>
                  <a:srgbClr val="2D6AA0"/>
                </a:solidFill>
              </a:rPr>
              <a:t>PRODUCT BETA R4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EC498-FE58-4048-B09D-63D76232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382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233C"/>
                </a:solidFill>
              </a:defRPr>
            </a:pPr>
            <a:r>
              <a:rPr sz="3150" b="1">
                <a:solidFill>
                  <a:srgbClr val="17233C"/>
                </a:solidFill>
              </a:rPr>
              <a:t>Architecture review keeps the design path inside the 225 ms budget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4F68B-36B1-4245-842F-AC5F3095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657A"/>
                </a:solidFill>
              </a:defRPr>
            </a:pPr>
            <a:r>
              <a:rPr sz="1500" b="0">
                <a:solidFill>
                  <a:srgbClr val="52657A"/>
                </a:solidFill>
              </a:rPr>
              <a:t>Aster Loop株式会社 (synthetic) · Review date: 2026-08-17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AEF76-0DA5-48B4-9BCB-28E17C06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9F2FB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498291-B6EB-49E9-A3B4-035A9217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Artifact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36989-E594-41A1-ABC8-1A8F2D017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p01-full-005673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p01-src-005673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DAFEB-3A47-43BB-8EE4-C7F4F82CD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2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10455-5204-4222-B10F-27028C772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Reusable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263E37-C64D-4697-8D03-A2C135DC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structured_text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beta-r4-architecture-json-src-009321.json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405AE5-F9AD-4C7C-907E-15205E1D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05100"/>
            <a:ext cx="31242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A7BBD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BA196-2393-4BA4-AE41-EBE9A4C5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57500"/>
            <a:ext cx="2781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14A73"/>
                </a:solidFill>
              </a:defRPr>
            </a:pPr>
            <a:r>
              <a:rPr sz="1500" b="1">
                <a:solidFill>
                  <a:srgbClr val="214A73"/>
                </a:solidFill>
              </a:rPr>
              <a:t>Design 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DB81E-44E1-41DA-B67D-3951EE1B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28975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p95 budget: 225 ms</a:t>
            </a:r>
          </a:p>
          <a:p xmlns:a="http://schemas.openxmlformats.org/drawingml/2006/main">
            <a:pPr algn="l">
              <a:defRPr sz="1350" b="0">
                <a:solidFill>
                  <a:srgbClr val="17233C"/>
                </a:solidFill>
              </a:defRPr>
            </a:pPr>
            <a:r>
              <a:rPr sz="1350" b="0">
                <a:solidFill>
                  <a:srgbClr val="17233C"/>
                </a:solidFill>
              </a:rPr>
              <a:t>Review state: planned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7B80F-0B0E-4E84-9CB6-A26601D7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A61"/>
                </a:solidFill>
              </a:defRPr>
            </a:pPr>
            <a:r>
              <a:rPr sz="1650" b="0">
                <a:solidFill>
                  <a:srgbClr val="334A61"/>
                </a:solidFill>
              </a:rPr>
              <a:t>The assigned structured input remains the traceable basis for review; it does not represent a measured production outcome.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7C092B-B6E5-4D1B-9B52-11D04684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Product Engineering · Architecture evidence</a:t>
            </a:r>
          </a:p>
        </p:txBody>
      </p:sp>
    </p:spTree>
    <p:extLst>
      <p:ext uri="{BB962C8B-B14F-4D97-AF65-F5344CB8AC3E}">
        <p14:creationId xmlns:p14="http://schemas.microsoft.com/office/powerpoint/2010/main" val="725227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36C33E-E716-420C-8C77-19185719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33C"/>
                </a:solidFill>
              </a:defRPr>
            </a:pPr>
            <a:r>
              <a:rPr sz="2700" b="1">
                <a:solidFill>
                  <a:srgbClr val="17233C"/>
                </a:solidFill>
              </a:rPr>
              <a:t>Review flow connects evidence to an explicit design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EB1EF-06DF-4F9D-9A9B-A0B95F28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742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2657A"/>
                </a:solidFill>
              </a:defRPr>
            </a:pPr>
            <a:r>
              <a:rPr sz="1425" b="0">
                <a:solidFill>
                  <a:srgbClr val="52657A"/>
                </a:solidFill>
              </a:rPr>
              <a:t>Product Beta R4 · 2026-08-17 · Architecture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4FB11-0CB7-47B7-8309-B13B11E5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CD929E-3B7C-4DFE-A966-DFEE4069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Typed dependency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F1498-1A38-424D-AC5F-117CD952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beta-r4-architecture-json-src-009321.json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CBD9F1-46E3-4074-87BE-18201FB7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E79736-A2E9-495E-A553-07C1E9914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DAD935-760F-4945-962D-846C8BF7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Architecture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2855F5-CAB5-4594-AB9C-A7E38183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Trace source ID and service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9E86F1-2C78-4CC1-9FA4-EEB981F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CFA7EC-E500-468B-971F-0ACABA57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C0D6C0-3263-4FFF-B764-F20FCD70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225 ms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79F61-E90D-46FF-B5DE-A9600B96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Compare proposed p95 with budget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44B12C-A985-42DA-B76A-92A6F211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14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D6AA0"/>
                </a:solidFill>
              </a:defRPr>
            </a:pPr>
            <a:r>
              <a:rPr sz="2850" b="1">
                <a:solidFill>
                  <a:srgbClr val="2D6AA0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801CCD-FC0E-40AB-8280-8427F60D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647950"/>
            <a:ext cx="14668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EAF2F8"/>
          </a:solidFill>
          <a:ln xmlns:a="http://schemas.openxmlformats.org/drawingml/2006/main" w="9525">
            <a:solidFill>
              <a:srgbClr val="8AA7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3BCE5D-0656-4490-A8F1-6AE9FD5C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2857500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A73"/>
                </a:solidFill>
              </a:defRPr>
            </a:pPr>
            <a:r>
              <a:rPr sz="1350" b="1">
                <a:solidFill>
                  <a:srgbClr val="214A73"/>
                </a:solidFill>
              </a:rPr>
              <a:t>Review record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57FE7-1C42-4148-A0A0-A3A4A294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0775" y="3333750"/>
            <a:ext cx="1238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334A61"/>
                </a:solidFill>
              </a:defRPr>
            </a:pPr>
            <a:r>
              <a:rPr sz="1125" b="0">
                <a:solidFill>
                  <a:srgbClr val="334A61"/>
                </a:solidFill>
              </a:rPr>
              <a:t>Record p01-full-005673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997029-8257-4C83-A340-9842B6DD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D6AA0"/>
                </a:solidFill>
              </a:defRPr>
            </a:pPr>
            <a:r>
              <a:rPr sz="1650" b="1">
                <a:solidFill>
                  <a:srgbClr val="2D6AA0"/>
                </a:solidFill>
              </a:rPr>
              <a:t>Decision posture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C1FB2-404B-4513-90ED-9DCB22B3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62575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33C"/>
                </a:solidFill>
              </a:defRPr>
            </a:pPr>
            <a:r>
              <a:rPr sz="1800" b="0">
                <a:solidFill>
                  <a:srgbClr val="17233C"/>
                </a:solidFill>
              </a:rPr>
              <a:t>Keep the proposed path only when its review evidence is traceable to the assigned dependency and its design estimate remains at or below 225 ms.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A16A1-5975-4DD5-9A03-B40B4FC6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828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D7D8C"/>
                </a:solidFill>
              </a:defRPr>
            </a:pPr>
            <a:r>
              <a:rPr sz="1050" b="0">
                <a:solidFill>
                  <a:srgbClr val="6D7D8C"/>
                </a:solidFill>
              </a:rPr>
              <a:t>Synthetic planning material — no credentials, personal data, or live-production claim</a:t>
            </a:r>
          </a:p>
        </p:txBody>
      </p:sp>
    </p:spTree>
    <p:extLst>
      <p:ext uri="{BB962C8B-B14F-4D97-AF65-F5344CB8AC3E}">
        <p14:creationId xmlns:p14="http://schemas.microsoft.com/office/powerpoint/2010/main" val="1514754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2026-08-24T02:28:38.9860000Z</dcterms:created>
  <dcterms:modified xsi:type="dcterms:W3CDTF">2026-08-24T02:28:38.9860000Z</dcterms:modified>
</coreProperties>
</file>