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1a5d0b79cf479e" /><Relationship Type="http://schemas.openxmlformats.org/officeDocument/2006/relationships/extended-properties" Target="/docProps/app.xml" Id="R4e7d1e45b5e04ab1" /><Relationship Type="http://schemas.openxmlformats.org/officeDocument/2006/relationships/officeDocument" Target="/ppt/presentation.xml" Id="Rc3b32f7dd8bc4c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be2dff68e44f1f"/>
  </p:sldMasterIdLst>
  <p:notesMasterIdLst>
    <p:notesMasterId xmlns:r="http://schemas.openxmlformats.org/officeDocument/2006/relationships" r:id="R8ed7b92704714ded"/>
  </p:notesMasterIdLst>
  <p:sldIdLst>
    <p:sldId xmlns:r="http://schemas.openxmlformats.org/officeDocument/2006/relationships" id="256" r:id="R40949ac0a08042c4"/>
    <p:sldId xmlns:r="http://schemas.openxmlformats.org/officeDocument/2006/relationships" id="257" r:id="Rfa0f651c4c2e43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8420c264d843b6" /><Relationship Type="http://schemas.openxmlformats.org/officeDocument/2006/relationships/slideMaster" Target="/ppt/slideMasters/slideMaster1.xml" Id="Rfebe2dff68e44f1f" /><Relationship Type="http://schemas.openxmlformats.org/officeDocument/2006/relationships/notesMaster" Target="/ppt/notesMasters/notesMaster1.xml" Id="R8ed7b92704714ded" /><Relationship Type="http://schemas.openxmlformats.org/officeDocument/2006/relationships/presProps" Target="/ppt/presProps.xml" Id="R18c5ae448476472f" /><Relationship Type="http://schemas.openxmlformats.org/officeDocument/2006/relationships/tableStyles" Target="/ppt/tableStyles.xml" Id="R22e622a317de4072" /><Relationship Type="http://schemas.openxmlformats.org/officeDocument/2006/relationships/slide" Target="/ppt/slides/slide1.xml" Id="R40949ac0a08042c4" /><Relationship Type="http://schemas.openxmlformats.org/officeDocument/2006/relationships/slide" Target="/ppt/slides/slide2.xml" Id="Rfa0f651c4c2e43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0481957b974f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d7bfc9da54405f" /><Relationship Type="http://schemas.openxmlformats.org/officeDocument/2006/relationships/notesMaster" Target="/ppt/notesMasters/notesMaster1.xml" Id="R02ae8dd22b4341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9cfb0ca3a2465a" /><Relationship Type="http://schemas.openxmlformats.org/officeDocument/2006/relationships/notesMaster" Target="/ppt/notesMasters/notesMaster1.xml" Id="R6410f2859bc842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1738c7e4bd49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7e30ba81a74947" /><Relationship Type="http://schemas.openxmlformats.org/officeDocument/2006/relationships/slideLayout" Target="/ppt/slideLayouts/slideLayout1.xml" Id="Rad6c245998e54c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6c245998e54c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4e4235a334974" /><Relationship Type="http://schemas.openxmlformats.org/officeDocument/2006/relationships/notesSlide" Target="/ppt/notesSlides/notesSlide1.xml" Id="R6a12d31a29a042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510424c2c438a" /><Relationship Type="http://schemas.openxmlformats.org/officeDocument/2006/relationships/notesSlide" Target="/ppt/notesSlides/notesSlide2.xml" Id="Rb3ea235fdb5b43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D9BAB5-D4B6-43EC-8810-2C62D37B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AA0"/>
                </a:solidFill>
              </a:defRPr>
            </a:pPr>
            <a:r>
              <a:rPr sz="1350" b="1">
                <a:solidFill>
                  <a:srgbClr val="2D6AA0"/>
                </a:solidFill>
              </a:rPr>
              <a:t>PRODUCT BETA R4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B0A1B-6F13-44F6-91FD-6B55A39E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33C"/>
                </a:solidFill>
              </a:defRPr>
            </a:pPr>
            <a:r>
              <a:rPr sz="3150" b="1">
                <a:solidFill>
                  <a:srgbClr val="17233C"/>
                </a:solidFill>
              </a:rPr>
              <a:t>Architecture review keeps the design path inside the 225 ms budget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D8DBCB-58DB-4DA8-A4D9-1334CF76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7A"/>
                </a:solidFill>
              </a:defRPr>
            </a:pPr>
            <a:r>
              <a:rPr sz="1500" b="0">
                <a:solidFill>
                  <a:srgbClr val="52657A"/>
                </a:solidFill>
              </a:rPr>
              <a:t>Aster Loop株式会社 (synthetic) · Review date: 2026-08-17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F80D8E-3115-4BD0-94ED-C4DDD1C8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31242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A7BB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99CBB-9B3A-4D14-B153-28299255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4A73"/>
                </a:solidFill>
              </a:defRPr>
            </a:pPr>
            <a:r>
              <a:rPr sz="1500" b="1">
                <a:solidFill>
                  <a:srgbClr val="214A73"/>
                </a:solidFill>
              </a:rPr>
              <a:t>Artifact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829C2-0CED-44BD-918F-711EA158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p01-full-003974</a:t>
            </a:r>
          </a:p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p01-src-003974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ACC54-D96E-4F9E-8593-B3E48DA4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05100"/>
            <a:ext cx="31242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6F2"/>
          </a:solidFill>
          <a:ln xmlns:a="http://schemas.openxmlformats.org/drawingml/2006/main" w="9525">
            <a:solidFill>
              <a:srgbClr val="A7BB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276E1E-6835-4F22-8325-C440DF7D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575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4A73"/>
                </a:solidFill>
              </a:defRPr>
            </a:pPr>
            <a:r>
              <a:rPr sz="1500" b="1">
                <a:solidFill>
                  <a:srgbClr val="214A73"/>
                </a:solidFill>
              </a:rPr>
              <a:t>Reusable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8224D4-6488-4226-B591-0E79750E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28975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structured_text</a:t>
            </a:r>
          </a:p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beta-r4-architecture-sql-src-009144.sql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49E566-1892-4B3A-9A01-4C0C0FAF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05100"/>
            <a:ext cx="31242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A7BB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FF3ED3-F673-4A3B-97B2-4AADA5E7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575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4A73"/>
                </a:solidFill>
              </a:defRPr>
            </a:pPr>
            <a:r>
              <a:rPr sz="1500" b="1">
                <a:solidFill>
                  <a:srgbClr val="214A73"/>
                </a:solidFill>
              </a:rPr>
              <a:t>Design 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150CC0-4D69-4107-B220-B8C0846E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28975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p95 budget: 225 ms</a:t>
            </a:r>
          </a:p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Review state: planned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27CC0D-54AF-44A9-A2A6-95C5B696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A61"/>
                </a:solidFill>
              </a:defRPr>
            </a:pPr>
            <a:r>
              <a:rPr sz="1650" b="0">
                <a:solidFill>
                  <a:srgbClr val="334A61"/>
                </a:solidFill>
              </a:rPr>
              <a:t>The assigned structured input remains the traceable basis for review; it does not represent a measured production outcome.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C38F1-72DE-44F1-9857-8B2E40C9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7D8C"/>
                </a:solidFill>
              </a:defRPr>
            </a:pPr>
            <a:r>
              <a:rPr sz="1050" b="0">
                <a:solidFill>
                  <a:srgbClr val="6D7D8C"/>
                </a:solidFill>
              </a:rPr>
              <a:t>Product Engineering · Architecture evidence</a:t>
            </a:r>
          </a:p>
        </p:txBody>
      </p:sp>
    </p:spTree>
    <p:extLst>
      <p:ext uri="{BB962C8B-B14F-4D97-AF65-F5344CB8AC3E}">
        <p14:creationId xmlns:p14="http://schemas.microsoft.com/office/powerpoint/2010/main" val="8615103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7CF6AE-CC94-477F-BFF2-12B09304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33C"/>
                </a:solidFill>
              </a:defRPr>
            </a:pPr>
            <a:r>
              <a:rPr sz="2700" b="1">
                <a:solidFill>
                  <a:srgbClr val="17233C"/>
                </a:solidFill>
              </a:rPr>
              <a:t>Review flow connects evidence to an explicit design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B23646-635E-4DC9-A46D-3548DE5B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57A"/>
                </a:solidFill>
              </a:defRPr>
            </a:pPr>
            <a:r>
              <a:rPr sz="1425" b="0">
                <a:solidFill>
                  <a:srgbClr val="52657A"/>
                </a:solidFill>
              </a:rPr>
              <a:t>Product Beta R4 · 2026-08-17 · Architecture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6DCB5-F05E-4C92-81F1-5946D1A5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FE027-246E-44FC-8E96-8BC1B570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Typed dependency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843349-8C21-41DE-AC6E-5B9A07A3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beta-r4-architecture-sql-src-009144.sql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CEA09B-2CE2-42CF-8EBF-C3D5D6C4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480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D6AA0"/>
                </a:solidFill>
              </a:defRPr>
            </a:pPr>
            <a:r>
              <a:rPr sz="2850" b="1">
                <a:solidFill>
                  <a:srgbClr val="2D6AA0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E1B18-2BC5-4D5C-8863-25B146F9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AA2157-79B3-47CB-AA5F-8CDF5EFB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Architecture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019E81-219B-47EA-A63C-C4071A45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Trace source ID and service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6C50E7-5D34-4A61-AA1B-B1B3BE41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0480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D6AA0"/>
                </a:solidFill>
              </a:defRPr>
            </a:pPr>
            <a:r>
              <a:rPr sz="2850" b="1">
                <a:solidFill>
                  <a:srgbClr val="2D6AA0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674FB1-C5B0-48DF-82C5-8351D543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0E810-3F97-47B2-8BCF-98B23F85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225 ms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B2963B-45D4-4672-86AD-371686BF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Compare proposed p95 with budget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47490E-46A7-45A1-8FC5-69F6299D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D6AA0"/>
                </a:solidFill>
              </a:defRPr>
            </a:pPr>
            <a:r>
              <a:rPr sz="2850" b="1">
                <a:solidFill>
                  <a:srgbClr val="2D6AA0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002216-2084-47EF-B3A0-EBADDC5E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A9AE03-8753-4C9F-8247-54ADC257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Review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981EC9-36DD-4AAA-80E6-C9273014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Record p01-full-003974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24A009-5E92-4252-A387-991839E3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6AA0"/>
                </a:solidFill>
              </a:defRPr>
            </a:pPr>
            <a:r>
              <a:rPr sz="1650" b="1">
                <a:solidFill>
                  <a:srgbClr val="2D6AA0"/>
                </a:solidFill>
              </a:rPr>
              <a:t>Decision posture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4EEA5F-8B6A-41CA-A29E-124886DE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33C"/>
                </a:solidFill>
              </a:defRPr>
            </a:pPr>
            <a:r>
              <a:rPr sz="1800" b="0">
                <a:solidFill>
                  <a:srgbClr val="17233C"/>
                </a:solidFill>
              </a:rPr>
              <a:t>Keep the proposed path only when its review evidence is traceable to the assigned dependency and its design estimate remains at or below 225 ms.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AE4E1B-03F4-4F61-8578-59A60066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828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7D8C"/>
                </a:solidFill>
              </a:defRPr>
            </a:pPr>
            <a:r>
              <a:rPr sz="1050" b="0">
                <a:solidFill>
                  <a:srgbClr val="6D7D8C"/>
                </a:solidFill>
              </a:rPr>
              <a:t>Synthetic planning material — no credentials, personal data, or live-production claim</a:t>
            </a:r>
          </a:p>
        </p:txBody>
      </p:sp>
    </p:spTree>
    <p:extLst>
      <p:ext uri="{BB962C8B-B14F-4D97-AF65-F5344CB8AC3E}">
        <p14:creationId xmlns:p14="http://schemas.microsoft.com/office/powerpoint/2010/main" val="19924873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2026-08-24T02:28:38.9160000Z</dcterms:created>
  <dcterms:modified xsi:type="dcterms:W3CDTF">2026-08-24T02:28:38.9160000Z</dcterms:modified>
</coreProperties>
</file>