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858c50046a46d8" /><Relationship Type="http://schemas.openxmlformats.org/officeDocument/2006/relationships/extended-properties" Target="/docProps/app.xml" Id="R04213a52ea44485a" /><Relationship Type="http://schemas.openxmlformats.org/officeDocument/2006/relationships/officeDocument" Target="/ppt/presentation.xml" Id="R24d2893b2b0444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6684f2cd2a47ee"/>
  </p:sldMasterIdLst>
  <p:notesMasterIdLst>
    <p:notesMasterId xmlns:r="http://schemas.openxmlformats.org/officeDocument/2006/relationships" r:id="Re74dad9de1f7437f"/>
  </p:notesMasterIdLst>
  <p:sldIdLst>
    <p:sldId xmlns:r="http://schemas.openxmlformats.org/officeDocument/2006/relationships" id="256" r:id="R0c06a75451e84a15"/>
    <p:sldId xmlns:r="http://schemas.openxmlformats.org/officeDocument/2006/relationships" id="257" r:id="R41b8d2b81b0a49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95483ae9234856" /><Relationship Type="http://schemas.openxmlformats.org/officeDocument/2006/relationships/slideMaster" Target="/ppt/slideMasters/slideMaster1.xml" Id="R276684f2cd2a47ee" /><Relationship Type="http://schemas.openxmlformats.org/officeDocument/2006/relationships/notesMaster" Target="/ppt/notesMasters/notesMaster1.xml" Id="Re74dad9de1f7437f" /><Relationship Type="http://schemas.openxmlformats.org/officeDocument/2006/relationships/presProps" Target="/ppt/presProps.xml" Id="Re77b931d70224276" /><Relationship Type="http://schemas.openxmlformats.org/officeDocument/2006/relationships/tableStyles" Target="/ppt/tableStyles.xml" Id="Rb85924013a544ec6" /><Relationship Type="http://schemas.openxmlformats.org/officeDocument/2006/relationships/slide" Target="/ppt/slides/slide1.xml" Id="R0c06a75451e84a15" /><Relationship Type="http://schemas.openxmlformats.org/officeDocument/2006/relationships/slide" Target="/ppt/slides/slide2.xml" Id="R41b8d2b81b0a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ca3ad44ea940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167aee4f894a9a" /><Relationship Type="http://schemas.openxmlformats.org/officeDocument/2006/relationships/notesMaster" Target="/ppt/notesMasters/notesMaster1.xml" Id="Rd3005b7415594f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c93446cea44f61" /><Relationship Type="http://schemas.openxmlformats.org/officeDocument/2006/relationships/notesMaster" Target="/ppt/notesMasters/notesMaster1.xml" Id="Rcb740e82186341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00b9f7775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e45955972e4eb6" /><Relationship Type="http://schemas.openxmlformats.org/officeDocument/2006/relationships/slideLayout" Target="/ppt/slideLayouts/slideLayout1.xml" Id="Ra49a1df75d5640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9a1df75d5640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1a897f0fc42ae" /><Relationship Type="http://schemas.openxmlformats.org/officeDocument/2006/relationships/notesSlide" Target="/ppt/notesSlides/notesSlide1.xml" Id="Ree6067637f94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e897cec2d4cde" /><Relationship Type="http://schemas.openxmlformats.org/officeDocument/2006/relationships/notesSlide" Target="/ppt/notesSlides/notesSlide2.xml" Id="Rf5a1e4157b6f4c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B9DCA-19F9-4AFF-BD68-AE1FFE1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B4CDA-DC08-40F8-ADFD-CC4B8A24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2D8C3-8CAF-45D0-BB5C-C5D812F5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1D4C6-1C5D-4932-A4A7-D32A598A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04BFB-2B9D-44C8-A9F0-E6632DB6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EBE97-B82D-4634-9B86-AFCC693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p01-full-003731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p01-src-003731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5E059-38B9-4BF7-930F-CA46ABB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462DD-1C2E-49B6-9477-0F6CFA0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F7FAD-A83B-4219-8235-67F12185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beta-r4-architecture-json-src-008895.json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B7B07-B4E1-465E-8C43-A3C135FC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D1C37-A3B7-4BBA-9BFC-1C01169D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E8EF0-F399-4840-8B24-9287E20D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70387-9C00-4974-9D88-81BC62D4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3732A-B8F9-41F7-A7E6-0B01D370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1918173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4BE1D-822D-406D-8951-AA9F72C5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47FB4-D08A-4CF6-9E0E-528B793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A426B-7B5F-4C00-BD08-642E3C14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5C4C-11A8-47E3-BC4F-71852124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FE154-42BC-49E3-BA7F-EABC9997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beta-r4-architecture-json-src-008895.json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332E3-9117-412F-894F-F192644F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4C4CA-9CF4-4D6B-84A7-6C763A8E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53E9E-01D1-4437-AB50-E8242B95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C5EF6-28BF-4340-A32C-70EE3323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4924F-2028-4075-9D99-6E5748C5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E8EB5-F466-4E76-BE9B-47A9F9ED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A20C0-5578-46AB-9DBE-1C4AEA1B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EA33F-0926-4F26-B2D9-7CF8E94C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0173F-8221-4433-B0E7-98B861F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7A091-4742-4EB7-909A-CE9B1099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FE16D-DAE2-4E42-97EA-CEDCABB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E0C3E-E9AA-4AC3-B467-57C7862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p01-full-003731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BA59D-A826-4BD0-B259-DE651963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B6DAA-5BF0-4C94-A23B-4C2FAF5C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D62B9-DFE9-4456-AF9D-8C4ACAA1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199231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2026-08-24T02:28:38.8790000Z</dcterms:created>
  <dcterms:modified xsi:type="dcterms:W3CDTF">2026-08-24T02:28:38.8790000Z</dcterms:modified>
</coreProperties>
</file>