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adcebec65340b2" /><Relationship Type="http://schemas.openxmlformats.org/officeDocument/2006/relationships/extended-properties" Target="/docProps/app.xml" Id="Rf599314861da4267" /><Relationship Type="http://schemas.openxmlformats.org/officeDocument/2006/relationships/officeDocument" Target="/ppt/presentation.xml" Id="Rbbcd63d99d9b46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2ad60ce8ad4c52"/>
  </p:sldMasterIdLst>
  <p:notesMasterIdLst>
    <p:notesMasterId xmlns:r="http://schemas.openxmlformats.org/officeDocument/2006/relationships" r:id="Rd4845a87f7714866"/>
  </p:notesMasterIdLst>
  <p:sldIdLst>
    <p:sldId xmlns:r="http://schemas.openxmlformats.org/officeDocument/2006/relationships" id="256" r:id="R42564f51e4e34a0c"/>
    <p:sldId xmlns:r="http://schemas.openxmlformats.org/officeDocument/2006/relationships" id="257" r:id="R3939b36de1934e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f1619159524127" /><Relationship Type="http://schemas.openxmlformats.org/officeDocument/2006/relationships/slideMaster" Target="/ppt/slideMasters/slideMaster1.xml" Id="R352ad60ce8ad4c52" /><Relationship Type="http://schemas.openxmlformats.org/officeDocument/2006/relationships/notesMaster" Target="/ppt/notesMasters/notesMaster1.xml" Id="Rd4845a87f7714866" /><Relationship Type="http://schemas.openxmlformats.org/officeDocument/2006/relationships/presProps" Target="/ppt/presProps.xml" Id="R8a5bd7a7231f4380" /><Relationship Type="http://schemas.openxmlformats.org/officeDocument/2006/relationships/tableStyles" Target="/ppt/tableStyles.xml" Id="Rd9d71138cbc24003" /><Relationship Type="http://schemas.openxmlformats.org/officeDocument/2006/relationships/slide" Target="/ppt/slides/slide1.xml" Id="R42564f51e4e34a0c" /><Relationship Type="http://schemas.openxmlformats.org/officeDocument/2006/relationships/slide" Target="/ppt/slides/slide2.xml" Id="R3939b36de1934e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3d3b588a8f4b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23b1faa13649eb" /><Relationship Type="http://schemas.openxmlformats.org/officeDocument/2006/relationships/notesMaster" Target="/ppt/notesMasters/notesMaster1.xml" Id="R546c10d3e71049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1ea496188a4612" /><Relationship Type="http://schemas.openxmlformats.org/officeDocument/2006/relationships/notesMaster" Target="/ppt/notesMasters/notesMaster1.xml" Id="R9440903992d64a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870b100194c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cd5ec49e18451b" /><Relationship Type="http://schemas.openxmlformats.org/officeDocument/2006/relationships/slideLayout" Target="/ppt/slideLayouts/slideLayout1.xml" Id="R0c552e7057364b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552e7057364b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89458e0644afa" /><Relationship Type="http://schemas.openxmlformats.org/officeDocument/2006/relationships/notesSlide" Target="/ppt/notesSlides/notesSlide1.xml" Id="Rb08ed933afc147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a6bb201c84427" /><Relationship Type="http://schemas.openxmlformats.org/officeDocument/2006/relationships/notesSlide" Target="/ppt/notesSlides/notesSlide2.xml" Id="Ra0aef8449ac847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05F1C-8CC3-48BD-AE33-D44224BA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A0"/>
                </a:solidFill>
              </a:defRPr>
            </a:pPr>
            <a:r>
              <a:rPr sz="1350" b="1">
                <a:solidFill>
                  <a:srgbClr val="2D6AA0"/>
                </a:solidFill>
              </a:rPr>
              <a:t>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FD8B7-5A2F-4610-9081-A92BB4B4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33C"/>
                </a:solidFill>
              </a:defRPr>
            </a:pPr>
            <a:r>
              <a:rPr sz="3150" b="1">
                <a:solidFill>
                  <a:srgbClr val="17233C"/>
                </a:solidFill>
              </a:rPr>
              <a:t>Architecture review keeps the design path inside the 225 ms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58596-7D94-40B2-A0FB-6C11BD26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A"/>
                </a:solidFill>
              </a:defRPr>
            </a:pPr>
            <a:r>
              <a:rPr sz="1500" b="0">
                <a:solidFill>
                  <a:srgbClr val="52657A"/>
                </a:solidFill>
              </a:rPr>
              <a:t>Aster Loop株式会社 (synthetic) · Review date: 2026-08-17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1CF28-B99A-4AB3-AB20-1D99DE26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812DC-37C0-43EE-B019-3CF28846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CD8DF-7905-4527-B4F9-FD2D1D9C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p01-full-001076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p01-src-001076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6F0B9-EE9F-4DB7-BBD1-358DAD0E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2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36E9C-0336-48C2-897C-1788D1D6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Reusable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0F5D5-D8C6-4016-A052-C950465A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structured_text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beta-r4-architecture-sql-src-008604.sql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29612-0DE6-4E19-9D41-733B6B3E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B5913-7F9B-40F1-B009-AEBAB297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Design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9C5DD-1F93-46AA-8608-8EF937A5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p95 budget: 225 ms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Review state: planned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7BAAF-7D31-41C9-859A-6947439F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A61"/>
                </a:solidFill>
              </a:defRPr>
            </a:pPr>
            <a:r>
              <a:rPr sz="1650" b="0">
                <a:solidFill>
                  <a:srgbClr val="334A61"/>
                </a:solidFill>
              </a:rPr>
              <a:t>The assigned structured input remains the traceable basis for review; it does not represent a measured production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A5F75-1E54-4B03-8679-E65BF464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Product Engineering · Architecture evidence</a:t>
            </a:r>
          </a:p>
        </p:txBody>
      </p:sp>
    </p:spTree>
    <p:extLst>
      <p:ext uri="{BB962C8B-B14F-4D97-AF65-F5344CB8AC3E}">
        <p14:creationId xmlns:p14="http://schemas.microsoft.com/office/powerpoint/2010/main" val="19101111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9458A-F3D9-4BDC-BA74-5220519D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C"/>
                </a:solidFill>
              </a:defRPr>
            </a:pPr>
            <a:r>
              <a:rPr sz="2700" b="1">
                <a:solidFill>
                  <a:srgbClr val="17233C"/>
                </a:solidFill>
              </a:rPr>
              <a:t>Review flow connects evidence to an explicit design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BE455-64FC-479A-A89E-D857F641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Product Beta R4 · 2026-08-17 · Architecture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4BA52-C3B2-4AC3-A1A8-5095C153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0848E-B3B5-40BE-B652-16FC75FB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Typed dependency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9F383-1E8D-4A93-A08E-CA9BAB91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beta-r4-architecture-sql-src-008604.sql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F2390-506B-42C8-A375-AC599C93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DC9B1-F646-469E-8056-B670109C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48AEB-EBC6-4C53-88CC-187308F1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Architecture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9197A-13F6-47F1-9E09-4155CAD3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Trace source ID and service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64856-26C1-4FDA-AAC9-C51029F1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02152-BA13-4EC4-9291-FF767AE2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11EA5-34B5-4C8E-8562-B399B7B0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225 ms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99C54-1DB9-47A3-8659-BE7A9191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Compare proposed p95 with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7A771-D274-44D7-A119-9D557D24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92BC1-988E-4552-ADF2-32A06DC1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0BB69-B5A0-440C-9B98-A7CCFC7B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Review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72CD1-662F-4A16-A668-2375EF6E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Record p01-full-001076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B08B8-8E4F-4D2C-A179-3E80C80D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A0"/>
                </a:solidFill>
              </a:defRPr>
            </a:pPr>
            <a:r>
              <a:rPr sz="1650" b="1">
                <a:solidFill>
                  <a:srgbClr val="2D6AA0"/>
                </a:solidFill>
              </a:rPr>
              <a:t>Decision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61B0D-2CD1-4EA9-BF12-FEEB2115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33C"/>
                </a:solidFill>
              </a:defRPr>
            </a:pPr>
            <a:r>
              <a:rPr sz="1800" b="0">
                <a:solidFill>
                  <a:srgbClr val="17233C"/>
                </a:solidFill>
              </a:rPr>
              <a:t>Keep the proposed path only when its review evidence is traceable to the assigned dependency and its design estimate remains at or below 225 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6E7E2-7720-4B03-ACBF-D53F94A8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Synthetic planning material — no credentials, personal data, or live-production claim</a:t>
            </a:r>
          </a:p>
        </p:txBody>
      </p:sp>
    </p:spTree>
    <p:extLst>
      <p:ext uri="{BB962C8B-B14F-4D97-AF65-F5344CB8AC3E}">
        <p14:creationId xmlns:p14="http://schemas.microsoft.com/office/powerpoint/2010/main" val="2146636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2026-08-24T02:28:38.3280000Z</dcterms:created>
  <dcterms:modified xsi:type="dcterms:W3CDTF">2026-08-24T02:28:38.3280000Z</dcterms:modified>
</coreProperties>
</file>