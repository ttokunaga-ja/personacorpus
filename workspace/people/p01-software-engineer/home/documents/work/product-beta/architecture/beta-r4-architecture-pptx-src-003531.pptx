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67a81027e14939" /><Relationship Type="http://schemas.openxmlformats.org/officeDocument/2006/relationships/extended-properties" Target="/docProps/app.xml" Id="Rc5623b1b120745ac" /><Relationship Type="http://schemas.openxmlformats.org/officeDocument/2006/relationships/officeDocument" Target="/ppt/presentation.xml" Id="Rb9249f89f7784d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4bad8c500f4c0f"/>
  </p:sldMasterIdLst>
  <p:notesMasterIdLst>
    <p:notesMasterId xmlns:r="http://schemas.openxmlformats.org/officeDocument/2006/relationships" r:id="R06a538734c554f78"/>
  </p:notesMasterIdLst>
  <p:sldIdLst>
    <p:sldId xmlns:r="http://schemas.openxmlformats.org/officeDocument/2006/relationships" id="256" r:id="R3dded08828d24a15"/>
    <p:sldId xmlns:r="http://schemas.openxmlformats.org/officeDocument/2006/relationships" id="257" r:id="Rc7d52dceb84543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610695b4a84868" /><Relationship Type="http://schemas.openxmlformats.org/officeDocument/2006/relationships/slideMaster" Target="/ppt/slideMasters/slideMaster1.xml" Id="R7f4bad8c500f4c0f" /><Relationship Type="http://schemas.openxmlformats.org/officeDocument/2006/relationships/notesMaster" Target="/ppt/notesMasters/notesMaster1.xml" Id="R06a538734c554f78" /><Relationship Type="http://schemas.openxmlformats.org/officeDocument/2006/relationships/presProps" Target="/ppt/presProps.xml" Id="R0a976b3e66dc4c9c" /><Relationship Type="http://schemas.openxmlformats.org/officeDocument/2006/relationships/tableStyles" Target="/ppt/tableStyles.xml" Id="R618f9cf75d6840d7" /><Relationship Type="http://schemas.openxmlformats.org/officeDocument/2006/relationships/slide" Target="/ppt/slides/slide1.xml" Id="R3dded08828d24a15" /><Relationship Type="http://schemas.openxmlformats.org/officeDocument/2006/relationships/slide" Target="/ppt/slides/slide2.xml" Id="Rc7d52dceb84543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42a3d1047c4f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9e6e6eba6946dc" /><Relationship Type="http://schemas.openxmlformats.org/officeDocument/2006/relationships/notesMaster" Target="/ppt/notesMasters/notesMaster1.xml" Id="R12cb3623bca141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5e33d4568b4050" /><Relationship Type="http://schemas.openxmlformats.org/officeDocument/2006/relationships/notesMaster" Target="/ppt/notesMasters/notesMaster1.xml" Id="R27e17f25bb8945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ba7fac58046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afc4bea3654582" /><Relationship Type="http://schemas.openxmlformats.org/officeDocument/2006/relationships/slideLayout" Target="/ppt/slideLayouts/slideLayout1.xml" Id="R2cb9916017c948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b9916017c948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468707a0b449e" /><Relationship Type="http://schemas.openxmlformats.org/officeDocument/2006/relationships/notesSlide" Target="/ppt/notesSlides/notesSlide1.xml" Id="Rbb69f48274834a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bd673886e4cac" /><Relationship Type="http://schemas.openxmlformats.org/officeDocument/2006/relationships/notesSlide" Target="/ppt/notesSlides/notesSlide2.xml" Id="Rc73d3f9271d349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4FF5B-216D-4650-B6D7-C5D31F13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A0"/>
                </a:solidFill>
              </a:defRPr>
            </a:pPr>
            <a:r>
              <a:rPr sz="1350" b="1">
                <a:solidFill>
                  <a:srgbClr val="2D6AA0"/>
                </a:solidFill>
              </a:rPr>
              <a:t>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38A46-6579-4C14-89DC-7433CF3A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33C"/>
                </a:solidFill>
              </a:defRPr>
            </a:pPr>
            <a:r>
              <a:rPr sz="3150" b="1">
                <a:solidFill>
                  <a:srgbClr val="17233C"/>
                </a:solidFill>
              </a:rPr>
              <a:t>Architecture review keeps the design path inside the 225 ms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8BB72-0B8E-4B28-B67C-46F4AB6F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A"/>
                </a:solidFill>
              </a:defRPr>
            </a:pPr>
            <a:r>
              <a:rPr sz="1500" b="0">
                <a:solidFill>
                  <a:srgbClr val="52657A"/>
                </a:solidFill>
              </a:rPr>
              <a:t>Aster Loop株式会社 (synthetic) · Review date: 2026-08-17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FF1F8-2A5B-4E2B-9C66-D46F2A0A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0661F-3A4E-4F9F-9612-8859BF62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8108D-E501-49FC-B0D8-098ABDE8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p01-full-003531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p01-src-003531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E79B8-2928-484A-A0BC-19E02B9F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F2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FB822-D0E9-4C0E-8E78-FB034B21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Reusable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39697-D7FE-42C2-9E37-8FDE075B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structured_text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beta-r4-architecture-json-src-008844.json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B1780-CC9D-4E93-A061-7106AC51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B5EFD-98ED-4A45-956D-2264C6A8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Design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EE27C-6E34-4821-88BB-3BA2218A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p95 budget: 225 ms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Review state: planned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C539A-2AC1-4754-BB9E-BCCDBFB9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A61"/>
                </a:solidFill>
              </a:defRPr>
            </a:pPr>
            <a:r>
              <a:rPr sz="1650" b="0">
                <a:solidFill>
                  <a:srgbClr val="334A61"/>
                </a:solidFill>
              </a:rPr>
              <a:t>The assigned structured input remains the traceable basis for review; it does not represent a measured production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5A201-5649-4E1C-94C2-D37F557A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Product Engineering · Architecture evidence</a:t>
            </a:r>
          </a:p>
        </p:txBody>
      </p:sp>
    </p:spTree>
    <p:extLst>
      <p:ext uri="{BB962C8B-B14F-4D97-AF65-F5344CB8AC3E}">
        <p14:creationId xmlns:p14="http://schemas.microsoft.com/office/powerpoint/2010/main" val="680464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A6FE5-8C45-4BE6-8B43-543F7022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C"/>
                </a:solidFill>
              </a:defRPr>
            </a:pPr>
            <a:r>
              <a:rPr sz="2700" b="1">
                <a:solidFill>
                  <a:srgbClr val="17233C"/>
                </a:solidFill>
              </a:rPr>
              <a:t>Review flow connects evidence to an explicit design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0A629-D342-4B42-8B97-76B65909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A"/>
                </a:solidFill>
              </a:defRPr>
            </a:pPr>
            <a:r>
              <a:rPr sz="1425" b="0">
                <a:solidFill>
                  <a:srgbClr val="52657A"/>
                </a:solidFill>
              </a:rPr>
              <a:t>Product Beta R4 · 2026-08-17 · Architecture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6B951-87A4-4F04-90A5-06371867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015A5-B59A-41AF-84F4-FA842664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Typed dependency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29C74-20C7-46C6-A3CC-9FBCF77C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beta-r4-architecture-json-src-008844.json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3DCB6-E5AF-40F5-BEA0-35434079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187CF-6B29-40F2-BCBF-D187F6F4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59330-334D-45CB-B68D-A8E5C957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Architecture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33853-7EA6-44CA-BE18-16CB6E03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Trace source ID and service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42A77-8FA7-45E5-BD7A-0034127C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FE98C-845E-4D9E-831E-32996B10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4BEDE-57BB-4E59-82E9-89E17320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225 ms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E718A-E825-403B-917F-2A5B3328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Compare proposed p95 with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FE3BD-F062-45EC-8998-6076AE8A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FB032-055C-44C5-A5DE-12147927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727B6-C148-4618-BFD8-DFFF717D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Review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9EDC6-815D-4F5D-B1E3-9B445D4C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Record p01-full-003531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EBE69-43BD-4BBA-877B-4455C574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AA0"/>
                </a:solidFill>
              </a:defRPr>
            </a:pPr>
            <a:r>
              <a:rPr sz="1650" b="1">
                <a:solidFill>
                  <a:srgbClr val="2D6AA0"/>
                </a:solidFill>
              </a:rPr>
              <a:t>Decision posture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8DE45-7E69-4679-8FEB-AAAD3D66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33C"/>
                </a:solidFill>
              </a:defRPr>
            </a:pPr>
            <a:r>
              <a:rPr sz="1800" b="0">
                <a:solidFill>
                  <a:srgbClr val="17233C"/>
                </a:solidFill>
              </a:rPr>
              <a:t>Keep the proposed path only when its review evidence is traceable to the assigned dependency and its design estimate remains at or below 225 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E423F-2738-41CB-A06C-F6FA31B7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Synthetic planning material — no credentials, personal data, or live-production claim</a:t>
            </a:r>
          </a:p>
        </p:txBody>
      </p:sp>
    </p:spTree>
    <p:extLst>
      <p:ext uri="{BB962C8B-B14F-4D97-AF65-F5344CB8AC3E}">
        <p14:creationId xmlns:p14="http://schemas.microsoft.com/office/powerpoint/2010/main" val="270746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2026-08-24T02:28:38.7840000Z</dcterms:created>
  <dcterms:modified xsi:type="dcterms:W3CDTF">2026-08-24T02:28:38.7840000Z</dcterms:modified>
</coreProperties>
</file>