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44fa270894bbb" /><Relationship Type="http://schemas.openxmlformats.org/officeDocument/2006/relationships/extended-properties" Target="/docProps/app.xml" Id="R6fef614451054be8" /><Relationship Type="http://schemas.openxmlformats.org/officeDocument/2006/relationships/officeDocument" Target="/ppt/presentation.xml" Id="Rafaf4820287e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49749bec214860"/>
  </p:sldMasterIdLst>
  <p:notesMasterIdLst>
    <p:notesMasterId xmlns:r="http://schemas.openxmlformats.org/officeDocument/2006/relationships" r:id="Rf130c41c8c244959"/>
  </p:notesMasterIdLst>
  <p:sldIdLst>
    <p:sldId xmlns:r="http://schemas.openxmlformats.org/officeDocument/2006/relationships" id="256" r:id="R08947c13ecd0438b"/>
    <p:sldId xmlns:r="http://schemas.openxmlformats.org/officeDocument/2006/relationships" id="257" r:id="Rf82519b5d3d748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45fb58773413f" /><Relationship Type="http://schemas.openxmlformats.org/officeDocument/2006/relationships/slideMaster" Target="/ppt/slideMasters/slideMaster1.xml" Id="Rbe49749bec214860" /><Relationship Type="http://schemas.openxmlformats.org/officeDocument/2006/relationships/notesMaster" Target="/ppt/notesMasters/notesMaster1.xml" Id="Rf130c41c8c244959" /><Relationship Type="http://schemas.openxmlformats.org/officeDocument/2006/relationships/presProps" Target="/ppt/presProps.xml" Id="R687e1bba01ef4a49" /><Relationship Type="http://schemas.openxmlformats.org/officeDocument/2006/relationships/tableStyles" Target="/ppt/tableStyles.xml" Id="Rf5579399f1824525" /><Relationship Type="http://schemas.openxmlformats.org/officeDocument/2006/relationships/slide" Target="/ppt/slides/slide1.xml" Id="R08947c13ecd0438b" /><Relationship Type="http://schemas.openxmlformats.org/officeDocument/2006/relationships/slide" Target="/ppt/slides/slide2.xml" Id="Rf82519b5d3d7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2d8763b370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94c42a7074f56" /><Relationship Type="http://schemas.openxmlformats.org/officeDocument/2006/relationships/notesMaster" Target="/ppt/notesMasters/notesMaster1.xml" Id="R370c7188ab9a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1beba673c40d7" /><Relationship Type="http://schemas.openxmlformats.org/officeDocument/2006/relationships/notesMaster" Target="/ppt/notesMasters/notesMaster1.xml" Id="R5cb192ff29c9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82997863b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76a96558b450d" /><Relationship Type="http://schemas.openxmlformats.org/officeDocument/2006/relationships/slideLayout" Target="/ppt/slideLayouts/slideLayout1.xml" Id="R4f8865bdcc76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865bdcc76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3937ca8c5487a" /><Relationship Type="http://schemas.openxmlformats.org/officeDocument/2006/relationships/notesSlide" Target="/ppt/notesSlides/notesSlide1.xml" Id="R61244a99c0c7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2c4dbb3d40af" /><Relationship Type="http://schemas.openxmlformats.org/officeDocument/2006/relationships/notesSlide" Target="/ppt/notesSlides/notesSlide2.xml" Id="R30b1830e7e55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27C9D-F701-48FD-91AE-15932AF5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CE00D-EC9D-4901-A767-8B46F520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A65D-712A-4359-A28A-28DAE8C8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EF65F-3898-4E17-A38B-45594135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3318-C248-475B-A305-8B6CCF78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3D68E-E124-46F1-BE02-F977EF54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p01-full-003574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p01-src-003574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0DB1F-B39B-4BCD-B562-18899CC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B8AD2-82D2-470E-AF34-3776589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70C13-8019-41F8-894B-E468E56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beta-r4-architecture-json-src-008870.json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5791F-9461-456B-9C32-8C2CEFB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F36D5-EE04-406D-9F59-B9B8F61C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BE5D6-4A02-4422-9999-5696F15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C9BD7-B799-4F6F-9653-9A9BF003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185B4-D2D6-436D-A1BC-C37527A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1520494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7573C-6DD7-4398-9319-858CC16C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E3FD6-5089-4E1C-85CF-AAFC517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E6060-F2F2-44FE-A976-5EB4505C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1C8D1-3E0A-4FEB-AD36-1A84B09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BB74B-321B-4892-9D4D-830D9F4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beta-r4-architecture-json-src-008870.json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6B4A1-6911-4265-BE50-7559762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E3A9C-EE7D-49E0-BEB6-B287AFD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D434A-F523-4DD9-AB4C-CBEA2FE7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E1D30-41CE-4FB9-B5F3-581BB2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C6330-A756-41F2-941D-F4D25489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697B9-9DF5-4A67-B2E5-17B437F3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CF286-3F36-49B5-B841-6157405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70BCF-1BDF-4786-BA26-0AAF394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C11E3-7FC2-4360-8864-0474857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4E9FA-8FEF-43C2-A158-6584BF99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D3AAA-11AC-4FD6-894C-A139B0A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BC046-DB93-4563-A7A8-48C5D15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p01-full-003574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A2983-5C10-4149-9282-7BBFDE90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86508-7787-42BE-B00A-7752244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07F54-E74C-4E1C-B20C-A564FFA3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348994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2026-08-24T02:28:38.8220000Z</dcterms:created>
  <dcterms:modified xsi:type="dcterms:W3CDTF">2026-08-24T02:28:38.8220000Z</dcterms:modified>
</coreProperties>
</file>