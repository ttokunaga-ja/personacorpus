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20bedaa8474702" /><Relationship Type="http://schemas.openxmlformats.org/officeDocument/2006/relationships/extended-properties" Target="/docProps/app.xml" Id="Rec49bafecc334c54" /><Relationship Type="http://schemas.openxmlformats.org/officeDocument/2006/relationships/officeDocument" Target="/ppt/presentation.xml" Id="R6dee137eeb0044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30b68f1b0243ac"/>
  </p:sldMasterIdLst>
  <p:notesMasterIdLst>
    <p:notesMasterId xmlns:r="http://schemas.openxmlformats.org/officeDocument/2006/relationships" r:id="Rb93f4697b195475d"/>
  </p:notesMasterIdLst>
  <p:sldIdLst>
    <p:sldId xmlns:r="http://schemas.openxmlformats.org/officeDocument/2006/relationships" id="256" r:id="R8b23483059e646d2"/>
    <p:sldId xmlns:r="http://schemas.openxmlformats.org/officeDocument/2006/relationships" id="257" r:id="R5e10c4d7bec643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4ab463378745e2" /><Relationship Type="http://schemas.openxmlformats.org/officeDocument/2006/relationships/slideMaster" Target="/ppt/slideMasters/slideMaster1.xml" Id="R8c30b68f1b0243ac" /><Relationship Type="http://schemas.openxmlformats.org/officeDocument/2006/relationships/notesMaster" Target="/ppt/notesMasters/notesMaster1.xml" Id="Rb93f4697b195475d" /><Relationship Type="http://schemas.openxmlformats.org/officeDocument/2006/relationships/presProps" Target="/ppt/presProps.xml" Id="R15cf6d10f3544027" /><Relationship Type="http://schemas.openxmlformats.org/officeDocument/2006/relationships/tableStyles" Target="/ppt/tableStyles.xml" Id="Rf49979e3af154944" /><Relationship Type="http://schemas.openxmlformats.org/officeDocument/2006/relationships/slide" Target="/ppt/slides/slide1.xml" Id="R8b23483059e646d2" /><Relationship Type="http://schemas.openxmlformats.org/officeDocument/2006/relationships/slide" Target="/ppt/slides/slide2.xml" Id="R5e10c4d7bec643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9cde25854947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323b1185bc47f0" /><Relationship Type="http://schemas.openxmlformats.org/officeDocument/2006/relationships/notesMaster" Target="/ppt/notesMasters/notesMaster1.xml" Id="R9086579d12f440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a51550b5aa4f63" /><Relationship Type="http://schemas.openxmlformats.org/officeDocument/2006/relationships/notesMaster" Target="/ppt/notesMasters/notesMaster1.xml" Id="Rb55ce33fe5a14d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11ec57702749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7357162de342a8" /><Relationship Type="http://schemas.openxmlformats.org/officeDocument/2006/relationships/slideLayout" Target="/ppt/slideLayouts/slideLayout1.xml" Id="R0c05e619cccf45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05e619cccf45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7257441b54341" /><Relationship Type="http://schemas.openxmlformats.org/officeDocument/2006/relationships/notesSlide" Target="/ppt/notesSlides/notesSlide1.xml" Id="R8cea752c631c4e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c7c74aa384c22" /><Relationship Type="http://schemas.openxmlformats.org/officeDocument/2006/relationships/notesSlide" Target="/ppt/notesSlides/notesSlide2.xml" Id="R022a184a43e842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2DBE3-4DE4-4173-90EB-19283F5C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A0"/>
                </a:solidFill>
              </a:defRPr>
            </a:pPr>
            <a:r>
              <a:rPr sz="1350" b="1">
                <a:solidFill>
                  <a:srgbClr val="2D6AA0"/>
                </a:solidFill>
              </a:rPr>
              <a:t>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F04B4-EB7A-46AF-A961-EAD1AFD3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33C"/>
                </a:solidFill>
              </a:defRPr>
            </a:pPr>
            <a:r>
              <a:rPr sz="3150" b="1">
                <a:solidFill>
                  <a:srgbClr val="17233C"/>
                </a:solidFill>
              </a:rPr>
              <a:t>Architecture review keeps the design path inside the 225 ms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DA8D7-FFC1-43F1-921A-8841F7C6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7A"/>
                </a:solidFill>
              </a:defRPr>
            </a:pPr>
            <a:r>
              <a:rPr sz="1500" b="0">
                <a:solidFill>
                  <a:srgbClr val="52657A"/>
                </a:solidFill>
              </a:rPr>
              <a:t>Aster Loop株式会社 (synthetic) · Review date: 2026-08-17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EF7BF-6CF5-4DDC-A6C3-13EF5223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41E6F-95A3-47D2-BC6A-182AD6FA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Artifact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2BF38-1B97-4501-87FA-04F5BF7C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p01-full-002673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p01-src-002673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AD9AC-7AFF-4A35-81DB-CE76FDF7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6F2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24896-A459-4467-BA9D-1F40B485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Reusable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F88F4-4C95-4F8E-9857-8E1431FB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structured_text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beta-r4-architecture-sql-src-008734.sql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528B7-A144-4F5C-A015-39C7EE62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03A01-9D8A-47DB-AA19-0C5EC19D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Design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DD0B8-C240-419F-AEC5-8B5DE414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p95 budget: 225 ms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Review state: planned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CDB6F-AA5A-456D-8CFF-CD049A89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A61"/>
                </a:solidFill>
              </a:defRPr>
            </a:pPr>
            <a:r>
              <a:rPr sz="1650" b="0">
                <a:solidFill>
                  <a:srgbClr val="334A61"/>
                </a:solidFill>
              </a:rPr>
              <a:t>The assigned structured input remains the traceable basis for review; it does not represent a measured production outcome.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91593-1A18-4320-A0AA-23B15370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8C"/>
                </a:solidFill>
              </a:defRPr>
            </a:pPr>
            <a:r>
              <a:rPr sz="1050" b="0">
                <a:solidFill>
                  <a:srgbClr val="6D7D8C"/>
                </a:solidFill>
              </a:rPr>
              <a:t>Product Engineering · Architecture evidence</a:t>
            </a:r>
          </a:p>
        </p:txBody>
      </p:sp>
    </p:spTree>
    <p:extLst>
      <p:ext uri="{BB962C8B-B14F-4D97-AF65-F5344CB8AC3E}">
        <p14:creationId xmlns:p14="http://schemas.microsoft.com/office/powerpoint/2010/main" val="19632969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BCE045-A4CD-4CC9-A54D-7FD22F9A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C"/>
                </a:solidFill>
              </a:defRPr>
            </a:pPr>
            <a:r>
              <a:rPr sz="2700" b="1">
                <a:solidFill>
                  <a:srgbClr val="17233C"/>
                </a:solidFill>
              </a:rPr>
              <a:t>Review flow connects evidence to an explicit design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9964C-9B8B-478B-A922-4B31EBEC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57A"/>
                </a:solidFill>
              </a:defRPr>
            </a:pPr>
            <a:r>
              <a:rPr sz="1425" b="0">
                <a:solidFill>
                  <a:srgbClr val="52657A"/>
                </a:solidFill>
              </a:rPr>
              <a:t>Product Beta R4 · 2026-08-17 · Architecture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212B8-9F74-49F3-9C20-520A1F76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6C245-AE6B-415D-8F7A-9E0039BF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Typed dependency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83A34-6513-4541-ADC5-2F5E2869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beta-r4-architecture-sql-src-008734.sql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40520-FF1D-4AD9-90DF-0004D663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927B7-DC48-45F3-9E3E-4E45776F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F74F1-780D-4682-B47B-3876F2E4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Architecture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25C38-AA12-48E4-83A0-512B10BB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Trace source ID and service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8A921-85A3-4509-88FD-CA189EDD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8353C-AA89-4173-9DC5-D3D1ED4E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9D315-4B1F-4D3D-A3E4-D8C1AE68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225 ms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1959C-1556-4EE8-9EEF-4C8EA947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Compare proposed p95 with 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937F1-D6C6-4D7C-88DA-CB23D985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90D3E-739A-4D0C-90EF-B1F13DA7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77D5F-FF18-4198-868B-FCBA2058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Review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787138-13DB-48D9-B647-84513751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Record p01-full-002673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7F1B8-781C-4F30-B720-49A65C0B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6AA0"/>
                </a:solidFill>
              </a:defRPr>
            </a:pPr>
            <a:r>
              <a:rPr sz="1650" b="1">
                <a:solidFill>
                  <a:srgbClr val="2D6AA0"/>
                </a:solidFill>
              </a:rPr>
              <a:t>Decision posture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9F47DD-3D71-45FB-8978-2E3ABD09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33C"/>
                </a:solidFill>
              </a:defRPr>
            </a:pPr>
            <a:r>
              <a:rPr sz="1800" b="0">
                <a:solidFill>
                  <a:srgbClr val="17233C"/>
                </a:solidFill>
              </a:rPr>
              <a:t>Keep the proposed path only when its review evidence is traceable to the assigned dependency and its design estimate remains at or below 225 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AED76-322D-424B-B619-72A105CE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28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8C"/>
                </a:solidFill>
              </a:defRPr>
            </a:pPr>
            <a:r>
              <a:rPr sz="1050" b="0">
                <a:solidFill>
                  <a:srgbClr val="6D7D8C"/>
                </a:solidFill>
              </a:rPr>
              <a:t>Synthetic planning material — no credentials, personal data, or live-production claim</a:t>
            </a:r>
          </a:p>
        </p:txBody>
      </p:sp>
    </p:spTree>
    <p:extLst>
      <p:ext uri="{BB962C8B-B14F-4D97-AF65-F5344CB8AC3E}">
        <p14:creationId xmlns:p14="http://schemas.microsoft.com/office/powerpoint/2010/main" val="1163565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2026-08-24T02:28:38.6290000Z</dcterms:created>
  <dcterms:modified xsi:type="dcterms:W3CDTF">2026-08-24T02:28:38.6290000Z</dcterms:modified>
</coreProperties>
</file>