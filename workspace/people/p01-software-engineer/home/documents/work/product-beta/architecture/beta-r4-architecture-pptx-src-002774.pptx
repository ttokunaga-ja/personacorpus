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86af9ff4449ae" /><Relationship Type="http://schemas.openxmlformats.org/officeDocument/2006/relationships/extended-properties" Target="/docProps/app.xml" Id="R9be98faa13794eb9" /><Relationship Type="http://schemas.openxmlformats.org/officeDocument/2006/relationships/officeDocument" Target="/ppt/presentation.xml" Id="R018163b929c6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3bf2235f0f4d9f"/>
  </p:sldMasterIdLst>
  <p:notesMasterIdLst>
    <p:notesMasterId xmlns:r="http://schemas.openxmlformats.org/officeDocument/2006/relationships" r:id="Ra199fb0e83854519"/>
  </p:notesMasterIdLst>
  <p:sldIdLst>
    <p:sldId xmlns:r="http://schemas.openxmlformats.org/officeDocument/2006/relationships" id="256" r:id="R306abedb4aab4bce"/>
    <p:sldId xmlns:r="http://schemas.openxmlformats.org/officeDocument/2006/relationships" id="257" r:id="Rfc806aa3b9c148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4348e031d48ad" /><Relationship Type="http://schemas.openxmlformats.org/officeDocument/2006/relationships/slideMaster" Target="/ppt/slideMasters/slideMaster1.xml" Id="Rfd3bf2235f0f4d9f" /><Relationship Type="http://schemas.openxmlformats.org/officeDocument/2006/relationships/notesMaster" Target="/ppt/notesMasters/notesMaster1.xml" Id="Ra199fb0e83854519" /><Relationship Type="http://schemas.openxmlformats.org/officeDocument/2006/relationships/presProps" Target="/ppt/presProps.xml" Id="R0281148cd7ce4753" /><Relationship Type="http://schemas.openxmlformats.org/officeDocument/2006/relationships/tableStyles" Target="/ppt/tableStyles.xml" Id="Rbf0c65311ff0400a" /><Relationship Type="http://schemas.openxmlformats.org/officeDocument/2006/relationships/slide" Target="/ppt/slides/slide1.xml" Id="R306abedb4aab4bce" /><Relationship Type="http://schemas.openxmlformats.org/officeDocument/2006/relationships/slide" Target="/ppt/slides/slide2.xml" Id="Rfc806aa3b9c1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86678a9278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1551ffe06451e" /><Relationship Type="http://schemas.openxmlformats.org/officeDocument/2006/relationships/notesMaster" Target="/ppt/notesMasters/notesMaster1.xml" Id="Ra0f296734604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acf484ed94e98" /><Relationship Type="http://schemas.openxmlformats.org/officeDocument/2006/relationships/notesMaster" Target="/ppt/notesMasters/notesMaster1.xml" Id="R18fa8a515e56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9dc9d11d7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5614092a346a7" /><Relationship Type="http://schemas.openxmlformats.org/officeDocument/2006/relationships/slideLayout" Target="/ppt/slideLayouts/slideLayout1.xml" Id="R1d9cccf48663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cccf48663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7ce16f4944c45" /><Relationship Type="http://schemas.openxmlformats.org/officeDocument/2006/relationships/notesSlide" Target="/ppt/notesSlides/notesSlide1.xml" Id="R332821833778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0d9e874e4082" /><Relationship Type="http://schemas.openxmlformats.org/officeDocument/2006/relationships/notesSlide" Target="/ppt/notesSlides/notesSlide2.xml" Id="R7914ca2e01fa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40E50-54C7-4AF4-9ABC-99BB7BB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E1695-7680-4C1D-8C5A-A5402016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83A7-0869-4FE7-B3F9-C7D8158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401B8-E52E-4C8D-9E44-4DC1245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E2FC6-C43A-4C39-A613-3E38C0E2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46A69-0DD2-4DED-A490-323B09A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p01-full-002774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p01-src-002774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D58C4-D342-48C0-94FE-211E2797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827C1-3CD5-4132-9C19-7FCA690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44956-F593-4788-B3C3-3C24D19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beta-r4-architecture-json-src-008820.json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97D2E-EAC8-4622-9C92-CF9CB29A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BC364-56F5-4A86-83AB-5E697C9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747B3-F38D-4A78-8CA7-2C2B3262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06C40-27CF-446E-A595-88112B53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27FC4-A69C-48CC-91C8-CA705AA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2047939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0AF27-1AF5-4D9A-9C9D-E9012B5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DD6F1-4246-4564-8216-EB9CD681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F1CD2-9ED7-4F76-BEF8-16D9782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263F-8BD1-4AEE-B2F2-18A9148F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45158-4328-4F25-B865-D718CE5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beta-r4-architecture-json-src-008820.json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ED0D4-CC18-4B10-AF15-B148679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9F56B-FDB1-4A14-BAC2-9563C6A8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85E7-C0DD-4264-85E6-2CE8CA5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5A11E-84A9-4AF5-9832-420A8C9D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99A60-0E7F-478E-BABE-55D6C73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81258-6B4B-4FD1-BDCA-4717190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F0172-9F50-4D5B-92ED-D20D562D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C9C79-C0CF-49C6-8971-83706A8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BE723-D9F4-443F-9180-06754B94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4300E-E84D-4255-85C5-BF9666DC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A0085-841D-4D66-8226-0F4A540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48D9D-557B-4393-B322-6517E07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p01-full-002774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E4343-E34E-440A-B96F-E223F631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05ECC-89CE-44DB-9598-7E05C77E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63473-53DB-49C1-9782-CCEBD51D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2022949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2026-08-24T02:28:38.6840000Z</dcterms:created>
  <dcterms:modified xsi:type="dcterms:W3CDTF">2026-08-24T02:28:38.6840000Z</dcterms:modified>
</coreProperties>
</file>