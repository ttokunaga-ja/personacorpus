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78e7a51a1f40e2" /><Relationship Type="http://schemas.openxmlformats.org/officeDocument/2006/relationships/extended-properties" Target="/docProps/app.xml" Id="R6d40c05b23a143ee" /><Relationship Type="http://schemas.openxmlformats.org/officeDocument/2006/relationships/officeDocument" Target="/ppt/presentation.xml" Id="R2ee229bca86946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afce499a574d8f"/>
  </p:sldMasterIdLst>
  <p:notesMasterIdLst>
    <p:notesMasterId xmlns:r="http://schemas.openxmlformats.org/officeDocument/2006/relationships" r:id="Ra5666c9e1e614c04"/>
  </p:notesMasterIdLst>
  <p:sldIdLst>
    <p:sldId xmlns:r="http://schemas.openxmlformats.org/officeDocument/2006/relationships" id="256" r:id="R2f9acac633994598"/>
    <p:sldId xmlns:r="http://schemas.openxmlformats.org/officeDocument/2006/relationships" id="257" r:id="R9b1be78f6df649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75d3fe95224eaa" /><Relationship Type="http://schemas.openxmlformats.org/officeDocument/2006/relationships/slideMaster" Target="/ppt/slideMasters/slideMaster1.xml" Id="R9aafce499a574d8f" /><Relationship Type="http://schemas.openxmlformats.org/officeDocument/2006/relationships/notesMaster" Target="/ppt/notesMasters/notesMaster1.xml" Id="Ra5666c9e1e614c04" /><Relationship Type="http://schemas.openxmlformats.org/officeDocument/2006/relationships/presProps" Target="/ppt/presProps.xml" Id="Rf206f2a6dcbb4626" /><Relationship Type="http://schemas.openxmlformats.org/officeDocument/2006/relationships/tableStyles" Target="/ppt/tableStyles.xml" Id="R8f3e33aa4b4142dc" /><Relationship Type="http://schemas.openxmlformats.org/officeDocument/2006/relationships/slide" Target="/ppt/slides/slide1.xml" Id="R2f9acac633994598" /><Relationship Type="http://schemas.openxmlformats.org/officeDocument/2006/relationships/slide" Target="/ppt/slides/slide2.xml" Id="R9b1be78f6df649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e23306d70b47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f4a4352d494442" /><Relationship Type="http://schemas.openxmlformats.org/officeDocument/2006/relationships/notesMaster" Target="/ppt/notesMasters/notesMaster1.xml" Id="R4afe488e89c24a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f24708df414512" /><Relationship Type="http://schemas.openxmlformats.org/officeDocument/2006/relationships/notesMaster" Target="/ppt/notesMasters/notesMaster1.xml" Id="R5023932852f446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87a6d192841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68634bd6ed4851" /><Relationship Type="http://schemas.openxmlformats.org/officeDocument/2006/relationships/slideLayout" Target="/ppt/slideLayouts/slideLayout1.xml" Id="Rc7aaf88e63da47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aaf88e63da47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85007545c4ab6" /><Relationship Type="http://schemas.openxmlformats.org/officeDocument/2006/relationships/notesSlide" Target="/ppt/notesSlides/notesSlide1.xml" Id="R67912fbac9c943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06c74918046fc" /><Relationship Type="http://schemas.openxmlformats.org/officeDocument/2006/relationships/notesSlide" Target="/ppt/notesSlides/notesSlide2.xml" Id="Rb31c391a81744e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C67AF-8595-4809-995E-8385340F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7981B-07FC-4B80-B049-543DCF3A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046E5-AA0A-4103-B1D9-B714EFCD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424B2-B40A-455A-94F8-F2006684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5BB26-D1C7-4DA6-A637-1B28CDAF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BA312-A03D-4D40-A8F2-EB00CB2C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p01-full-001927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p01-src-001927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62DBD-6060-4771-8120-BD3C64CA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206F1-BF69-4416-A464-30C10215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B90B6-A812-4663-9FF3-1C1985B1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structured_text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beta-r4-architecture-yaml-src-008681.yaml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F6D55-11D3-4A5B-B5DB-CBC90988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1A043-295A-4C9A-9C8F-05D5CA1E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B4F9E-534B-4ED4-AF5D-DE7E3C68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BA037-5428-4A6B-82CB-474CE7C3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C2DAA-E5BD-4014-8E78-24FCEE17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493685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BC1510-A095-4B7C-8D33-13E39B5E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347C6-25D0-44B5-9210-975B0D5F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83AB2-3AF1-4421-8C44-55200729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C61BC-B5E9-47C9-A3B6-0980B651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9D345-41A0-4B28-8BAB-48697D1A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beta-r4-architecture-yaml-src-008681.yaml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226C9-81D4-4EF0-A66A-022672D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D69AE-FBFF-4B22-8E46-20315FF4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9B5D2-42AB-4653-B8C5-EF7BFEA8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2BA19-2A94-4E77-85C9-08327A7C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D025A-A102-4BC4-812A-D5149F95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7DF37-8DC2-4CCF-AD9A-FA62D2AB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3855D-8F3E-4BD2-BCE7-6A51A791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76380-8A0F-468F-B74C-F3269B4C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D410C-65DF-43AE-A4F9-035805E9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1E32C-9E9F-459A-8153-06F2CC1C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F8790-B54A-44CB-957B-D409C12C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0C13F-B5A8-4C5B-8FDF-7C6662C4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p01-full-001927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E1C6D-A16A-42E8-83AF-ACCAEBA9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E175C-BA3D-4BD4-BCE6-B0AB8CF7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408F1-2392-4902-8282-69EEDA8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971853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2026-08-24T02:28:38.5700000Z</dcterms:created>
  <dcterms:modified xsi:type="dcterms:W3CDTF">2026-08-24T02:28:38.5700000Z</dcterms:modified>
</coreProperties>
</file>