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65fea9d88f4908" /><Relationship Type="http://schemas.openxmlformats.org/officeDocument/2006/relationships/extended-properties" Target="/docProps/app.xml" Id="R9932643723484da3" /><Relationship Type="http://schemas.openxmlformats.org/officeDocument/2006/relationships/officeDocument" Target="/ppt/presentation.xml" Id="R4e2b3bfe433e47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952e40b1f24651"/>
  </p:sldMasterIdLst>
  <p:notesMasterIdLst>
    <p:notesMasterId xmlns:r="http://schemas.openxmlformats.org/officeDocument/2006/relationships" r:id="Rd6d694fb1004492f"/>
  </p:notesMasterIdLst>
  <p:sldIdLst>
    <p:sldId xmlns:r="http://schemas.openxmlformats.org/officeDocument/2006/relationships" id="256" r:id="R7883a53c9257477c"/>
    <p:sldId xmlns:r="http://schemas.openxmlformats.org/officeDocument/2006/relationships" id="257" r:id="Red5a7e6c133745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ef3d9bfcc343e9" /><Relationship Type="http://schemas.openxmlformats.org/officeDocument/2006/relationships/slideMaster" Target="/ppt/slideMasters/slideMaster1.xml" Id="R63952e40b1f24651" /><Relationship Type="http://schemas.openxmlformats.org/officeDocument/2006/relationships/notesMaster" Target="/ppt/notesMasters/notesMaster1.xml" Id="Rd6d694fb1004492f" /><Relationship Type="http://schemas.openxmlformats.org/officeDocument/2006/relationships/presProps" Target="/ppt/presProps.xml" Id="R016686dd02b94d83" /><Relationship Type="http://schemas.openxmlformats.org/officeDocument/2006/relationships/tableStyles" Target="/ppt/tableStyles.xml" Id="Rc3d9bcecb4844604" /><Relationship Type="http://schemas.openxmlformats.org/officeDocument/2006/relationships/slide" Target="/ppt/slides/slide1.xml" Id="R7883a53c9257477c" /><Relationship Type="http://schemas.openxmlformats.org/officeDocument/2006/relationships/slide" Target="/ppt/slides/slide2.xml" Id="Red5a7e6c133745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80e749d13c4d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bfcb668f454cbc" /><Relationship Type="http://schemas.openxmlformats.org/officeDocument/2006/relationships/notesMaster" Target="/ppt/notesMasters/notesMaster1.xml" Id="R9356a45b8e8242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74c6dd66e04d36" /><Relationship Type="http://schemas.openxmlformats.org/officeDocument/2006/relationships/notesMaster" Target="/ppt/notesMasters/notesMaster1.xml" Id="Raadb8c16d4264a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a79a7906984c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ca36851bd14d5d" /><Relationship Type="http://schemas.openxmlformats.org/officeDocument/2006/relationships/slideLayout" Target="/ppt/slideLayouts/slideLayout1.xml" Id="Rca31f544644443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31f544644443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dc513bf114675" /><Relationship Type="http://schemas.openxmlformats.org/officeDocument/2006/relationships/notesSlide" Target="/ppt/notesSlides/notesSlide1.xml" Id="R675e940cad044f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e1ef7bd1a428e" /><Relationship Type="http://schemas.openxmlformats.org/officeDocument/2006/relationships/notesSlide" Target="/ppt/notesSlides/notesSlide2.xml" Id="R0ec7ba089ca14f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5C1A2-CC67-4EB1-BE0B-D478A6EB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API-B4-1430 contract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B2795-B450-483C-B4F9-1B66C4AE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9525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Product Beta R4 - deployment intent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Schema freeze: 2026-09-04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Synthetic internal API contract evidence.</a:t>
            </a:r>
          </a:p>
        </p:txBody>
      </p:sp>
    </p:spTree>
    <p:extLst>
      <p:ext uri="{BB962C8B-B14F-4D97-AF65-F5344CB8AC3E}">
        <p14:creationId xmlns:p14="http://schemas.microsoft.com/office/powerpoint/2010/main" val="19805586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A5E02-C4D1-4D34-BB68-72E8BF73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Quality reconciliation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F2FAF-DA98-47FB-89DE-2EB10D1B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9525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1,240 contract tests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1,231 pass; 9 fail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99.27% pass rate</a:t>
            </a:r>
          </a:p>
        </p:txBody>
      </p:sp>
    </p:spTree>
    <p:extLst>
      <p:ext uri="{BB962C8B-B14F-4D97-AF65-F5344CB8AC3E}">
        <p14:creationId xmlns:p14="http://schemas.microsoft.com/office/powerpoint/2010/main" val="19120520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2026-08-23T23:58:32.5230000Z</dcterms:created>
  <dcterms:modified xsi:type="dcterms:W3CDTF">2026-08-23T23:58:32.5230000Z</dcterms:modified>
</coreProperties>
</file>