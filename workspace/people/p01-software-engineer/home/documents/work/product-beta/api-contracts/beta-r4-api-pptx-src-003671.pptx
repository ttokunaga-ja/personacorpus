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d8977cde714ab4" /><Relationship Type="http://schemas.openxmlformats.org/officeDocument/2006/relationships/extended-properties" Target="/docProps/app.xml" Id="R1d844bfa53794ff0" /><Relationship Type="http://schemas.openxmlformats.org/officeDocument/2006/relationships/officeDocument" Target="/ppt/presentation.xml" Id="Rae244687fd6b4e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935d0a79fc47b2"/>
  </p:sldMasterIdLst>
  <p:notesMasterIdLst>
    <p:notesMasterId xmlns:r="http://schemas.openxmlformats.org/officeDocument/2006/relationships" r:id="R8b59a04a60bf4412"/>
  </p:notesMasterIdLst>
  <p:sldIdLst>
    <p:sldId xmlns:r="http://schemas.openxmlformats.org/officeDocument/2006/relationships" id="256" r:id="Rd863a73edcd8407d"/>
    <p:sldId xmlns:r="http://schemas.openxmlformats.org/officeDocument/2006/relationships" id="257" r:id="R2d8a77ff9cf748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33d38b0cfa4a11" /><Relationship Type="http://schemas.openxmlformats.org/officeDocument/2006/relationships/slideMaster" Target="/ppt/slideMasters/slideMaster1.xml" Id="Rc2935d0a79fc47b2" /><Relationship Type="http://schemas.openxmlformats.org/officeDocument/2006/relationships/notesMaster" Target="/ppt/notesMasters/notesMaster1.xml" Id="R8b59a04a60bf4412" /><Relationship Type="http://schemas.openxmlformats.org/officeDocument/2006/relationships/presProps" Target="/ppt/presProps.xml" Id="R8c4e8cc9d85641cb" /><Relationship Type="http://schemas.openxmlformats.org/officeDocument/2006/relationships/tableStyles" Target="/ppt/tableStyles.xml" Id="R436e1d2343e046e7" /><Relationship Type="http://schemas.openxmlformats.org/officeDocument/2006/relationships/slide" Target="/ppt/slides/slide1.xml" Id="Rd863a73edcd8407d" /><Relationship Type="http://schemas.openxmlformats.org/officeDocument/2006/relationships/slide" Target="/ppt/slides/slide2.xml" Id="R2d8a77ff9cf748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47d65740fc44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f4e524475c4ca5" /><Relationship Type="http://schemas.openxmlformats.org/officeDocument/2006/relationships/notesMaster" Target="/ppt/notesMasters/notesMaster1.xml" Id="R7e3d928deef948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bd702753fe4412" /><Relationship Type="http://schemas.openxmlformats.org/officeDocument/2006/relationships/notesMaster" Target="/ppt/notesMasters/notesMaster1.xml" Id="Rc1208b040a8744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d57494cc348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04d6a77440473e" /><Relationship Type="http://schemas.openxmlformats.org/officeDocument/2006/relationships/slideLayout" Target="/ppt/slideLayouts/slideLayout1.xml" Id="Rd7f7a7ead35749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f7a7ead35749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053200bb045bf" /><Relationship Type="http://schemas.openxmlformats.org/officeDocument/2006/relationships/notesSlide" Target="/ppt/notesSlides/notesSlide1.xml" Id="R7c9a6cac659b44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e39adb8814653" /><Relationship Type="http://schemas.openxmlformats.org/officeDocument/2006/relationships/notesSlide" Target="/ppt/notesSlides/notesSlide2.xml" Id="R4ca1faedeb674c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8A2A0-06E0-447C-851B-083892F6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API-B4-3671 contract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B120B-6F57-4BF4-9759-D7303FF1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Product Beta R4 - evidence snapshot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Schema freeze: 2026-09-04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Synthetic internal API contract evidence.</a:t>
            </a:r>
          </a:p>
        </p:txBody>
      </p:sp>
    </p:spTree>
    <p:extLst>
      <p:ext uri="{BB962C8B-B14F-4D97-AF65-F5344CB8AC3E}">
        <p14:creationId xmlns:p14="http://schemas.microsoft.com/office/powerpoint/2010/main" val="695623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63C95-A270-4B2A-84F7-FE2230BB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Quality 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CD49E-6AA2-4C60-9FD6-43449FCB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1,240 contract tests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1,231 pass; 9 fail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99.27% pass rate</a:t>
            </a:r>
          </a:p>
        </p:txBody>
      </p:sp>
    </p:spTree>
    <p:extLst>
      <p:ext uri="{BB962C8B-B14F-4D97-AF65-F5344CB8AC3E}">
        <p14:creationId xmlns:p14="http://schemas.microsoft.com/office/powerpoint/2010/main" val="862160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2026-08-23T23:58:32.7090000Z</dcterms:created>
  <dcterms:modified xsi:type="dcterms:W3CDTF">2026-08-23T23:58:32.7090000Z</dcterms:modified>
</coreProperties>
</file>