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d253becc24f8a" /><Relationship Type="http://schemas.openxmlformats.org/officeDocument/2006/relationships/extended-properties" Target="/docProps/app.xml" Id="R070be911c5da4852" /><Relationship Type="http://schemas.openxmlformats.org/officeDocument/2006/relationships/officeDocument" Target="/ppt/presentation.xml" Id="R9c3ee330cb65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64f371fdf4086"/>
  </p:sldMasterIdLst>
  <p:notesMasterIdLst>
    <p:notesMasterId xmlns:r="http://schemas.openxmlformats.org/officeDocument/2006/relationships" r:id="R617b5c6ee33d489b"/>
  </p:notesMasterIdLst>
  <p:sldIdLst>
    <p:sldId xmlns:r="http://schemas.openxmlformats.org/officeDocument/2006/relationships" id="256" r:id="R0b4d52bc5c644963"/>
    <p:sldId xmlns:r="http://schemas.openxmlformats.org/officeDocument/2006/relationships" id="257" r:id="R3c898cfe5326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f3473cb954851" /><Relationship Type="http://schemas.openxmlformats.org/officeDocument/2006/relationships/slideMaster" Target="/ppt/slideMasters/slideMaster1.xml" Id="R25264f371fdf4086" /><Relationship Type="http://schemas.openxmlformats.org/officeDocument/2006/relationships/notesMaster" Target="/ppt/notesMasters/notesMaster1.xml" Id="R617b5c6ee33d489b" /><Relationship Type="http://schemas.openxmlformats.org/officeDocument/2006/relationships/presProps" Target="/ppt/presProps.xml" Id="R8fe02967fb614c26" /><Relationship Type="http://schemas.openxmlformats.org/officeDocument/2006/relationships/tableStyles" Target="/ppt/tableStyles.xml" Id="R1cb5a71165fb4776" /><Relationship Type="http://schemas.openxmlformats.org/officeDocument/2006/relationships/slide" Target="/ppt/slides/slide1.xml" Id="R0b4d52bc5c644963" /><Relationship Type="http://schemas.openxmlformats.org/officeDocument/2006/relationships/slide" Target="/ppt/slides/slide2.xml" Id="R3c898cfe5326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8da7fedfb47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6bd000b1fb42e5" /><Relationship Type="http://schemas.openxmlformats.org/officeDocument/2006/relationships/notesMaster" Target="/ppt/notesMasters/notesMaster1.xml" Id="R9f93c3e78663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06e57cff64c26" /><Relationship Type="http://schemas.openxmlformats.org/officeDocument/2006/relationships/notesMaster" Target="/ppt/notesMasters/notesMaster1.xml" Id="R90eec849f92f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cc1cd6475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2032d11c744da2" /><Relationship Type="http://schemas.openxmlformats.org/officeDocument/2006/relationships/slideLayout" Target="/ppt/slideLayouts/slideLayout1.xml" Id="R3bd7626b02d049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7626b02d049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2cd21d3e941c2" /><Relationship Type="http://schemas.openxmlformats.org/officeDocument/2006/relationships/notesSlide" Target="/ppt/notesSlides/notesSlide1.xml" Id="Rd38244b6b960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f5d9c55cf4f6d" /><Relationship Type="http://schemas.openxmlformats.org/officeDocument/2006/relationships/notesSlide" Target="/ppt/notesSlides/notesSlide2.xml" Id="R16c0eeece6d4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CD913-1D68-40C0-8881-933EDD7F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API-B4-1775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EA1DA-8D8B-4512-A196-9790AF3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Product Beta R4 - evidence snapshot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Synthetic internal API contract evidence.</a:t>
            </a:r>
          </a:p>
        </p:txBody>
      </p:sp>
    </p:spTree>
    <p:extLst>
      <p:ext uri="{BB962C8B-B14F-4D97-AF65-F5344CB8AC3E}">
        <p14:creationId xmlns:p14="http://schemas.microsoft.com/office/powerpoint/2010/main" val="1320171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76349-360A-4182-8619-F26643A8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Quality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15AE4-6008-469C-974A-CEC0C02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1,240 contract tests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1,231 pass; 9 fail</a:t>
            </a:r>
          </a:p>
          <a:p xmlns:a="http://schemas.openxmlformats.org/drawingml/2006/main">
            <a:pPr>
              <a:defRPr sz="1950">
                <a:solidFill>
                  <a:srgbClr val="314158"/>
                </a:solidFill>
              </a:defRPr>
            </a:pPr>
            <a:r>
              <a:rPr sz="1950">
                <a:solidFill>
                  <a:srgbClr val="314158"/>
                </a:solidFill>
              </a:rPr>
              <a:t>99.27% pass rate</a:t>
            </a:r>
          </a:p>
        </p:txBody>
      </p:sp>
    </p:spTree>
    <p:extLst>
      <p:ext uri="{BB962C8B-B14F-4D97-AF65-F5344CB8AC3E}">
        <p14:creationId xmlns:p14="http://schemas.microsoft.com/office/powerpoint/2010/main" val="385746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2026-08-23T23:58:32.6250000Z</dcterms:created>
  <dcterms:modified xsi:type="dcterms:W3CDTF">2026-08-23T23:58:32.6250000Z</dcterms:modified>
</coreProperties>
</file>