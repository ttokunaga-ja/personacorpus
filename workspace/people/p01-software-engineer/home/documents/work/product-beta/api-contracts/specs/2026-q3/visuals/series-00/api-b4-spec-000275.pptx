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fd73a529974f21" /><Relationship Type="http://schemas.openxmlformats.org/officeDocument/2006/relationships/extended-properties" Target="/docProps/app.xml" Id="R0f73b67e10944dd6" /><Relationship Type="http://schemas.openxmlformats.org/officeDocument/2006/relationships/officeDocument" Target="/ppt/presentation.xml" Id="R712ab3859c514c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c5e14670bd4d14"/>
  </p:sldMasterIdLst>
  <p:notesMasterIdLst>
    <p:notesMasterId xmlns:r="http://schemas.openxmlformats.org/officeDocument/2006/relationships" r:id="R7601611501fa446b"/>
  </p:notesMasterIdLst>
  <p:sldIdLst>
    <p:sldId xmlns:r="http://schemas.openxmlformats.org/officeDocument/2006/relationships" id="256" r:id="R1d9b27244b544cb4"/>
    <p:sldId xmlns:r="http://schemas.openxmlformats.org/officeDocument/2006/relationships" id="257" r:id="R5a2dbba71df444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b249b8a8b4482" /><Relationship Type="http://schemas.openxmlformats.org/officeDocument/2006/relationships/slideMaster" Target="/ppt/slideMasters/slideMaster1.xml" Id="R61c5e14670bd4d14" /><Relationship Type="http://schemas.openxmlformats.org/officeDocument/2006/relationships/notesMaster" Target="/ppt/notesMasters/notesMaster1.xml" Id="R7601611501fa446b" /><Relationship Type="http://schemas.openxmlformats.org/officeDocument/2006/relationships/presProps" Target="/ppt/presProps.xml" Id="R775d0f8a01a54bd7" /><Relationship Type="http://schemas.openxmlformats.org/officeDocument/2006/relationships/tableStyles" Target="/ppt/tableStyles.xml" Id="R490e903f65e449a8" /><Relationship Type="http://schemas.openxmlformats.org/officeDocument/2006/relationships/slide" Target="/ppt/slides/slide1.xml" Id="R1d9b27244b544cb4" /><Relationship Type="http://schemas.openxmlformats.org/officeDocument/2006/relationships/slide" Target="/ppt/slides/slide2.xml" Id="R5a2dbba71df4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5fbad1e3640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a7e745df34e73" /><Relationship Type="http://schemas.openxmlformats.org/officeDocument/2006/relationships/notesMaster" Target="/ppt/notesMasters/notesMaster1.xml" Id="Rd71729019b8141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c511d63b54e0a" /><Relationship Type="http://schemas.openxmlformats.org/officeDocument/2006/relationships/notesMaster" Target="/ppt/notesMasters/notesMaster1.xml" Id="R882a87fb23d6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2ac1a61a046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a4cb64c5446e7" /><Relationship Type="http://schemas.openxmlformats.org/officeDocument/2006/relationships/slideLayout" Target="/ppt/slideLayouts/slideLayout1.xml" Id="R4956fb7cae5b4a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6fb7cae5b4a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bc5418fd04686" /><Relationship Type="http://schemas.openxmlformats.org/officeDocument/2006/relationships/notesSlide" Target="/ppt/notesSlides/notesSlide1.xml" Id="R71ba15ccd6ba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d5bf24a9e4e58" /><Relationship Type="http://schemas.openxmlformats.org/officeDocument/2006/relationships/notesSlide" Target="/ppt/notesSlides/notesSlide2.xml" Id="R93295a83fced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7E1B5-1CF0-414C-9E5C-7645A472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API-B4-0275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7B1B3-39A2-4203-B3E9-7E47C84E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evidence snapshot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435459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12AA1-9232-4DC7-A52B-0F0A977D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6EF36-95F9-4BF4-9BED-18E7C705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1418562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2026-08-23T23:58:31.8660000Z</dcterms:created>
  <dcterms:modified xsi:type="dcterms:W3CDTF">2026-08-23T23:58:31.8660000Z</dcterms:modified>
</coreProperties>
</file>