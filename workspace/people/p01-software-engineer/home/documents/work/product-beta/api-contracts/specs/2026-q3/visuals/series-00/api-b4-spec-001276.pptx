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d58e8da56d4590" /><Relationship Type="http://schemas.openxmlformats.org/officeDocument/2006/relationships/extended-properties" Target="/docProps/app.xml" Id="Rb20989b19a0a4383" /><Relationship Type="http://schemas.openxmlformats.org/officeDocument/2006/relationships/officeDocument" Target="/ppt/presentation.xml" Id="Rfa765b689c734d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cf7b274e344c84"/>
  </p:sldMasterIdLst>
  <p:notesMasterIdLst>
    <p:notesMasterId xmlns:r="http://schemas.openxmlformats.org/officeDocument/2006/relationships" r:id="R06390905fce24178"/>
  </p:notesMasterIdLst>
  <p:sldIdLst>
    <p:sldId xmlns:r="http://schemas.openxmlformats.org/officeDocument/2006/relationships" id="256" r:id="R7844541af0354453"/>
    <p:sldId xmlns:r="http://schemas.openxmlformats.org/officeDocument/2006/relationships" id="257" r:id="R4bfda38782d84d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796feeba084f3f" /><Relationship Type="http://schemas.openxmlformats.org/officeDocument/2006/relationships/slideMaster" Target="/ppt/slideMasters/slideMaster1.xml" Id="R4bcf7b274e344c84" /><Relationship Type="http://schemas.openxmlformats.org/officeDocument/2006/relationships/notesMaster" Target="/ppt/notesMasters/notesMaster1.xml" Id="R06390905fce24178" /><Relationship Type="http://schemas.openxmlformats.org/officeDocument/2006/relationships/presProps" Target="/ppt/presProps.xml" Id="R8a0a8cfac3554f65" /><Relationship Type="http://schemas.openxmlformats.org/officeDocument/2006/relationships/tableStyles" Target="/ppt/tableStyles.xml" Id="R7e2149d8578c41c3" /><Relationship Type="http://schemas.openxmlformats.org/officeDocument/2006/relationships/slide" Target="/ppt/slides/slide1.xml" Id="R7844541af0354453" /><Relationship Type="http://schemas.openxmlformats.org/officeDocument/2006/relationships/slide" Target="/ppt/slides/slide2.xml" Id="R4bfda38782d84d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a39d95f6f545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87098ebdaf41ef" /><Relationship Type="http://schemas.openxmlformats.org/officeDocument/2006/relationships/notesMaster" Target="/ppt/notesMasters/notesMaster1.xml" Id="Radfc5a99329e4b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effeb7d04b4311" /><Relationship Type="http://schemas.openxmlformats.org/officeDocument/2006/relationships/notesMaster" Target="/ppt/notesMasters/notesMaster1.xml" Id="R9a97d06bd67d4b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d5d420fb5d4c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5e3c0012834d1c" /><Relationship Type="http://schemas.openxmlformats.org/officeDocument/2006/relationships/slideLayout" Target="/ppt/slideLayouts/slideLayout1.xml" Id="Ra123e97ee4e34f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23e97ee4e34f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1cae510d9449b" /><Relationship Type="http://schemas.openxmlformats.org/officeDocument/2006/relationships/notesSlide" Target="/ppt/notesSlides/notesSlide1.xml" Id="R5d6d40236b8e43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1974fe5164ab9" /><Relationship Type="http://schemas.openxmlformats.org/officeDocument/2006/relationships/notesSlide" Target="/ppt/notesSlides/notesSlide2.xml" Id="Rf279887bd3004d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7FA4D1-993F-4BC3-BA68-23A5979A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API-B4-1276 contract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6DBC4-7AAD-44AB-8053-8CD42B80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9525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Product Beta R4 - release window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Schema freeze: 2026-09-04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Synthetic internal API contract evidence.</a:t>
            </a:r>
          </a:p>
        </p:txBody>
      </p:sp>
    </p:spTree>
    <p:extLst>
      <p:ext uri="{BB962C8B-B14F-4D97-AF65-F5344CB8AC3E}">
        <p14:creationId xmlns:p14="http://schemas.microsoft.com/office/powerpoint/2010/main" val="11734299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BD131-0CD1-490F-B995-4B6B6692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Quality reconciliation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03067B-9E8C-4C9D-ABD3-C2018957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9525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1,240 contract tests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1,231 pass; 9 fail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99.27% pass rate</a:t>
            </a:r>
          </a:p>
        </p:txBody>
      </p:sp>
    </p:spTree>
    <p:extLst>
      <p:ext uri="{BB962C8B-B14F-4D97-AF65-F5344CB8AC3E}">
        <p14:creationId xmlns:p14="http://schemas.microsoft.com/office/powerpoint/2010/main" val="10294282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2026-08-23T23:58:32.4510000Z</dcterms:created>
  <dcterms:modified xsi:type="dcterms:W3CDTF">2026-08-23T23:58:32.4510000Z</dcterms:modified>
</coreProperties>
</file>