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e287d2b39b4475" /><Relationship Type="http://schemas.openxmlformats.org/officeDocument/2006/relationships/extended-properties" Target="/docProps/app.xml" Id="R72086d278bde44b2" /><Relationship Type="http://schemas.openxmlformats.org/officeDocument/2006/relationships/officeDocument" Target="/ppt/presentation.xml" Id="Rc0723b7745424b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04edfa99814434"/>
  </p:sldMasterIdLst>
  <p:notesMasterIdLst>
    <p:notesMasterId xmlns:r="http://schemas.openxmlformats.org/officeDocument/2006/relationships" r:id="Re366eb5ee8aa449e"/>
  </p:notesMasterIdLst>
  <p:sldIdLst>
    <p:sldId xmlns:r="http://schemas.openxmlformats.org/officeDocument/2006/relationships" id="256" r:id="R9c3f603c3d2e4457"/>
    <p:sldId xmlns:r="http://schemas.openxmlformats.org/officeDocument/2006/relationships" id="257" r:id="Rb4144d1d238349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4afcb8d7cb48e6" /><Relationship Type="http://schemas.openxmlformats.org/officeDocument/2006/relationships/slideMaster" Target="/ppt/slideMasters/slideMaster1.xml" Id="Rcf04edfa99814434" /><Relationship Type="http://schemas.openxmlformats.org/officeDocument/2006/relationships/notesMaster" Target="/ppt/notesMasters/notesMaster1.xml" Id="Re366eb5ee8aa449e" /><Relationship Type="http://schemas.openxmlformats.org/officeDocument/2006/relationships/presProps" Target="/ppt/presProps.xml" Id="R3bcfd31355fd4857" /><Relationship Type="http://schemas.openxmlformats.org/officeDocument/2006/relationships/tableStyles" Target="/ppt/tableStyles.xml" Id="R60058ee4c83a49b3" /><Relationship Type="http://schemas.openxmlformats.org/officeDocument/2006/relationships/slide" Target="/ppt/slides/slide1.xml" Id="R9c3f603c3d2e4457" /><Relationship Type="http://schemas.openxmlformats.org/officeDocument/2006/relationships/slide" Target="/ppt/slides/slide2.xml" Id="Rb4144d1d238349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8f3411208549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234cacdc3c4841" /><Relationship Type="http://schemas.openxmlformats.org/officeDocument/2006/relationships/notesMaster" Target="/ppt/notesMasters/notesMaster1.xml" Id="R07d23e33c0dd4e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a505b694834e8e" /><Relationship Type="http://schemas.openxmlformats.org/officeDocument/2006/relationships/notesMaster" Target="/ppt/notesMasters/notesMaster1.xml" Id="R59bba7c30c014c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a24969eb864f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90315efd9d4941" /><Relationship Type="http://schemas.openxmlformats.org/officeDocument/2006/relationships/slideLayout" Target="/ppt/slideLayouts/slideLayout1.xml" Id="R9380299d84224e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80299d84224e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4932a39594daa" /><Relationship Type="http://schemas.openxmlformats.org/officeDocument/2006/relationships/notesSlide" Target="/ppt/notesSlides/notesSlide1.xml" Id="R28a95ea9b19a4d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0c2052a61496e" /><Relationship Type="http://schemas.openxmlformats.org/officeDocument/2006/relationships/notesSlide" Target="/ppt/notesSlides/notesSlide2.xml" Id="Rd8bcbf1c1e7140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7C28B-2245-422F-B688-905699D4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API-B4-10279 contract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CA526-EDE6-4D2E-B666-770E52B6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Product Beta R4 - evidence snapshot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Schema freeze: 2026-09-04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Synthetic internal API contract evidence.</a:t>
            </a:r>
          </a:p>
        </p:txBody>
      </p:sp>
    </p:spTree>
    <p:extLst>
      <p:ext uri="{BB962C8B-B14F-4D97-AF65-F5344CB8AC3E}">
        <p14:creationId xmlns:p14="http://schemas.microsoft.com/office/powerpoint/2010/main" val="265440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B8AE6-88EA-4DED-93B3-CF946B82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Quality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A082E-5D23-4C64-94A2-DAD3CD06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1,240 contract tests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1,231 pass; 9 fail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99.27% pass rate</a:t>
            </a:r>
          </a:p>
        </p:txBody>
      </p:sp>
    </p:spTree>
    <p:extLst>
      <p:ext uri="{BB962C8B-B14F-4D97-AF65-F5344CB8AC3E}">
        <p14:creationId xmlns:p14="http://schemas.microsoft.com/office/powerpoint/2010/main" val="1311869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2026-08-23T23:58:32.8690000Z</dcterms:created>
  <dcterms:modified xsi:type="dcterms:W3CDTF">2026-08-23T23:58:32.8690000Z</dcterms:modified>
</coreProperties>
</file>