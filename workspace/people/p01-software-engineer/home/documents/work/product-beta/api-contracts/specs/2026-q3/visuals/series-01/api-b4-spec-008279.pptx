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785b270fac4dd0" /><Relationship Type="http://schemas.openxmlformats.org/officeDocument/2006/relationships/extended-properties" Target="/docProps/app.xml" Id="R878cb90adb704913" /><Relationship Type="http://schemas.openxmlformats.org/officeDocument/2006/relationships/officeDocument" Target="/ppt/presentation.xml" Id="R5f84955bff4f45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6d169a462c4708"/>
  </p:sldMasterIdLst>
  <p:notesMasterIdLst>
    <p:notesMasterId xmlns:r="http://schemas.openxmlformats.org/officeDocument/2006/relationships" r:id="R759b8127f65c41b8"/>
  </p:notesMasterIdLst>
  <p:sldIdLst>
    <p:sldId xmlns:r="http://schemas.openxmlformats.org/officeDocument/2006/relationships" id="256" r:id="Raa0616d09f3341c3"/>
    <p:sldId xmlns:r="http://schemas.openxmlformats.org/officeDocument/2006/relationships" id="257" r:id="R0e297da3669a4b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488a8b79a54ce6" /><Relationship Type="http://schemas.openxmlformats.org/officeDocument/2006/relationships/slideMaster" Target="/ppt/slideMasters/slideMaster1.xml" Id="R5e6d169a462c4708" /><Relationship Type="http://schemas.openxmlformats.org/officeDocument/2006/relationships/notesMaster" Target="/ppt/notesMasters/notesMaster1.xml" Id="R759b8127f65c41b8" /><Relationship Type="http://schemas.openxmlformats.org/officeDocument/2006/relationships/presProps" Target="/ppt/presProps.xml" Id="R6b614bd1ed284b06" /><Relationship Type="http://schemas.openxmlformats.org/officeDocument/2006/relationships/tableStyles" Target="/ppt/tableStyles.xml" Id="Rd99ecb3651a442e2" /><Relationship Type="http://schemas.openxmlformats.org/officeDocument/2006/relationships/slide" Target="/ppt/slides/slide1.xml" Id="Raa0616d09f3341c3" /><Relationship Type="http://schemas.openxmlformats.org/officeDocument/2006/relationships/slide" Target="/ppt/slides/slide2.xml" Id="R0e297da3669a4b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af181277634b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5f27d37ba846dd" /><Relationship Type="http://schemas.openxmlformats.org/officeDocument/2006/relationships/notesMaster" Target="/ppt/notesMasters/notesMaster1.xml" Id="R20921753b85d49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e436f8346b4af8" /><Relationship Type="http://schemas.openxmlformats.org/officeDocument/2006/relationships/notesMaster" Target="/ppt/notesMasters/notesMaster1.xml" Id="R7addbd10a94d47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7651d909940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838b03825a4439" /><Relationship Type="http://schemas.openxmlformats.org/officeDocument/2006/relationships/slideLayout" Target="/ppt/slideLayouts/slideLayout1.xml" Id="R37dba27be08f42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dba27be08f42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0a3ce14c94ac1" /><Relationship Type="http://schemas.openxmlformats.org/officeDocument/2006/relationships/notesSlide" Target="/ppt/notesSlides/notesSlide1.xml" Id="R41e605a9ff5346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acf4494cc4d03" /><Relationship Type="http://schemas.openxmlformats.org/officeDocument/2006/relationships/notesSlide" Target="/ppt/notesSlides/notesSlide2.xml" Id="R8268b0875cee49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2F9BD-795B-4B38-A5AC-10D137E2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API-B4-8279 contract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F4790-6111-4E22-B633-C5709D6A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Product Beta R4 - evidence snapshot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Schema freeze: 2026-09-04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Synthetic internal API contract evidence.</a:t>
            </a:r>
          </a:p>
        </p:txBody>
      </p:sp>
    </p:spTree>
    <p:extLst>
      <p:ext uri="{BB962C8B-B14F-4D97-AF65-F5344CB8AC3E}">
        <p14:creationId xmlns:p14="http://schemas.microsoft.com/office/powerpoint/2010/main" val="335967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33000-6494-4DA5-8EE7-FA6A1B60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Quality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C5D9E-6DFA-47F0-A9D3-116F6F1F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1,240 contract tests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1,231 pass; 9 fail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99.27% pass rate</a:t>
            </a:r>
          </a:p>
        </p:txBody>
      </p:sp>
    </p:spTree>
    <p:extLst>
      <p:ext uri="{BB962C8B-B14F-4D97-AF65-F5344CB8AC3E}">
        <p14:creationId xmlns:p14="http://schemas.microsoft.com/office/powerpoint/2010/main" val="1979538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2026-08-23T23:58:32.7680000Z</dcterms:created>
  <dcterms:modified xsi:type="dcterms:W3CDTF">2026-08-23T23:58:32.7680000Z</dcterms:modified>
</coreProperties>
</file>