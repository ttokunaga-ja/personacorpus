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4e55edfbe48d5" /><Relationship Type="http://schemas.openxmlformats.org/officeDocument/2006/relationships/extended-properties" Target="/docProps/app.xml" Id="Rc2437b6259444f2b" /><Relationship Type="http://schemas.openxmlformats.org/officeDocument/2006/relationships/officeDocument" Target="/ppt/presentation.xml" Id="R5a462771872646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4c029aa8aa4724"/>
  </p:sldMasterIdLst>
  <p:notesMasterIdLst>
    <p:notesMasterId xmlns:r="http://schemas.openxmlformats.org/officeDocument/2006/relationships" r:id="R0512395f24c74f1d"/>
  </p:notesMasterIdLst>
  <p:sldIdLst>
    <p:sldId xmlns:r="http://schemas.openxmlformats.org/officeDocument/2006/relationships" id="256" r:id="R0a54486e6afe4b29"/>
    <p:sldId xmlns:r="http://schemas.openxmlformats.org/officeDocument/2006/relationships" id="257" r:id="R478ee570c10243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6dc21a26684909" /><Relationship Type="http://schemas.openxmlformats.org/officeDocument/2006/relationships/slideMaster" Target="/ppt/slideMasters/slideMaster1.xml" Id="R734c029aa8aa4724" /><Relationship Type="http://schemas.openxmlformats.org/officeDocument/2006/relationships/notesMaster" Target="/ppt/notesMasters/notesMaster1.xml" Id="R0512395f24c74f1d" /><Relationship Type="http://schemas.openxmlformats.org/officeDocument/2006/relationships/presProps" Target="/ppt/presProps.xml" Id="Rbcb9701874724d82" /><Relationship Type="http://schemas.openxmlformats.org/officeDocument/2006/relationships/tableStyles" Target="/ppt/tableStyles.xml" Id="R3b0638df4ff24cdd" /><Relationship Type="http://schemas.openxmlformats.org/officeDocument/2006/relationships/slide" Target="/ppt/slides/slide1.xml" Id="R0a54486e6afe4b29" /><Relationship Type="http://schemas.openxmlformats.org/officeDocument/2006/relationships/slide" Target="/ppt/slides/slide2.xml" Id="R478ee570c102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eed7b20b4f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973cd747e46f9" /><Relationship Type="http://schemas.openxmlformats.org/officeDocument/2006/relationships/notesMaster" Target="/ppt/notesMasters/notesMaster1.xml" Id="Rcfdef3907c7b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899ff9607a4281" /><Relationship Type="http://schemas.openxmlformats.org/officeDocument/2006/relationships/notesMaster" Target="/ppt/notesMasters/notesMaster1.xml" Id="R022e6a32376b4f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6c53fc04f45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d1e4b38f140b0" /><Relationship Type="http://schemas.openxmlformats.org/officeDocument/2006/relationships/slideLayout" Target="/ppt/slideLayouts/slideLayout1.xml" Id="Rba44fd3f38754f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44fd3f38754f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30e2dba594bb0" /><Relationship Type="http://schemas.openxmlformats.org/officeDocument/2006/relationships/notesSlide" Target="/ppt/notesSlides/notesSlide1.xml" Id="Rb94713aa1eec44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f8cf95fd4237" /><Relationship Type="http://schemas.openxmlformats.org/officeDocument/2006/relationships/notesSlide" Target="/ppt/notesSlides/notesSlide2.xml" Id="Rdf3ad442d5564f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17E57-9ADB-4C8B-B0A3-A3905D7B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API-B4-0629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26087-907F-4715-923D-37061DF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contract registry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932760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79337-8D1C-4B44-99C0-F1E8562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D732D-00A8-4A27-B4B6-494A28D2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480586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2026-08-23T23:58:32.2750000Z</dcterms:created>
  <dcterms:modified xsi:type="dcterms:W3CDTF">2026-08-23T23:58:32.2750000Z</dcterms:modified>
</coreProperties>
</file>