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7f1c5e552047f3" /><Relationship Type="http://schemas.openxmlformats.org/officeDocument/2006/relationships/extended-properties" Target="/docProps/app.xml" Id="R01a902d276c84ffd" /><Relationship Type="http://schemas.openxmlformats.org/officeDocument/2006/relationships/officeDocument" Target="/ppt/presentation.xml" Id="Red954130a2084f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d45486444940ba"/>
  </p:sldMasterIdLst>
  <p:notesMasterIdLst>
    <p:notesMasterId xmlns:r="http://schemas.openxmlformats.org/officeDocument/2006/relationships" r:id="Ra38e4fdd77ce44e0"/>
  </p:notesMasterIdLst>
  <p:sldIdLst>
    <p:sldId xmlns:r="http://schemas.openxmlformats.org/officeDocument/2006/relationships" id="256" r:id="R94afe3f8e00c45d1"/>
    <p:sldId xmlns:r="http://schemas.openxmlformats.org/officeDocument/2006/relationships" id="257" r:id="R07a950df35af45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9378a2018e46e6" /><Relationship Type="http://schemas.openxmlformats.org/officeDocument/2006/relationships/slideMaster" Target="/ppt/slideMasters/slideMaster1.xml" Id="R7cd45486444940ba" /><Relationship Type="http://schemas.openxmlformats.org/officeDocument/2006/relationships/notesMaster" Target="/ppt/notesMasters/notesMaster1.xml" Id="Ra38e4fdd77ce44e0" /><Relationship Type="http://schemas.openxmlformats.org/officeDocument/2006/relationships/presProps" Target="/ppt/presProps.xml" Id="R5fcea431722941da" /><Relationship Type="http://schemas.openxmlformats.org/officeDocument/2006/relationships/tableStyles" Target="/ppt/tableStyles.xml" Id="R436fe38f62304e06" /><Relationship Type="http://schemas.openxmlformats.org/officeDocument/2006/relationships/slide" Target="/ppt/slides/slide1.xml" Id="R94afe3f8e00c45d1" /><Relationship Type="http://schemas.openxmlformats.org/officeDocument/2006/relationships/slide" Target="/ppt/slides/slide2.xml" Id="R07a950df35af45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f55b6338034f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6aaae93a1949bd" /><Relationship Type="http://schemas.openxmlformats.org/officeDocument/2006/relationships/notesMaster" Target="/ppt/notesMasters/notesMaster1.xml" Id="R53dfdb9bafae43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4abdd630264839" /><Relationship Type="http://schemas.openxmlformats.org/officeDocument/2006/relationships/notesMaster" Target="/ppt/notesMasters/notesMaster1.xml" Id="Rdc70968f76994d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c5d0885a7c4d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0ba4d8d9f84215" /><Relationship Type="http://schemas.openxmlformats.org/officeDocument/2006/relationships/slideLayout" Target="/ppt/slideLayouts/slideLayout1.xml" Id="R702ec193c2b648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2ec193c2b648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fee58d4bb4698" /><Relationship Type="http://schemas.openxmlformats.org/officeDocument/2006/relationships/notesSlide" Target="/ppt/notesSlides/notesSlide1.xml" Id="Rfeb89ceeeae94c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7641ce3fc14353" /><Relationship Type="http://schemas.openxmlformats.org/officeDocument/2006/relationships/notesSlide" Target="/ppt/notesSlides/notesSlide2.xml" Id="R48d60f0f1c4e4c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65F1F4-CF02-478B-9882-7937A2CC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API-B4-0975 contract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35696B-5161-4F56-A3F8-7FC8E911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9525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Product Beta R4 - evidence snapshot</a:t>
            </a:r>
          </a:p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Schema freeze: 2026-09-04</a:t>
            </a:r>
          </a:p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Synthetic internal API contract evidence.</a:t>
            </a:r>
          </a:p>
        </p:txBody>
      </p:sp>
    </p:spTree>
    <p:extLst>
      <p:ext uri="{BB962C8B-B14F-4D97-AF65-F5344CB8AC3E}">
        <p14:creationId xmlns:p14="http://schemas.microsoft.com/office/powerpoint/2010/main" val="13259488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4F1AA5-5F1A-4F31-BC4F-A2C2051F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Quality reconciliation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943055-9F12-43FB-B722-48D43BDF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9525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1,240 contract tests</a:t>
            </a:r>
          </a:p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1,231 pass; 9 fail</a:t>
            </a:r>
          </a:p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99.27% pass rate</a:t>
            </a:r>
          </a:p>
        </p:txBody>
      </p:sp>
    </p:spTree>
    <p:extLst>
      <p:ext uri="{BB962C8B-B14F-4D97-AF65-F5344CB8AC3E}">
        <p14:creationId xmlns:p14="http://schemas.microsoft.com/office/powerpoint/2010/main" val="17081787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2026-08-23T23:58:32.3760000Z</dcterms:created>
  <dcterms:modified xsi:type="dcterms:W3CDTF">2026-08-23T23:58:32.3760000Z</dcterms:modified>
</coreProperties>
</file>