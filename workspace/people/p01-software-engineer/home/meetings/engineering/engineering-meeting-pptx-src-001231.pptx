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ad9635347f44aa" /><Relationship Type="http://schemas.openxmlformats.org/officeDocument/2006/relationships/extended-properties" Target="/docProps/app.xml" Id="R19493a2994414fa6" /><Relationship Type="http://schemas.openxmlformats.org/officeDocument/2006/relationships/officeDocument" Target="/ppt/presentation.xml" Id="R4f6243e4ad3b44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e449dbe1224c7d"/>
  </p:sldMasterIdLst>
  <p:notesMasterIdLst>
    <p:notesMasterId xmlns:r="http://schemas.openxmlformats.org/officeDocument/2006/relationships" r:id="R03f1145319fb4b6a"/>
  </p:notesMasterIdLst>
  <p:sldIdLst>
    <p:sldId xmlns:r="http://schemas.openxmlformats.org/officeDocument/2006/relationships" id="256" r:id="R6041a32596dc4577"/>
    <p:sldId xmlns:r="http://schemas.openxmlformats.org/officeDocument/2006/relationships" id="257" r:id="Rc1679c8e126d42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b28613fdbf430e" /><Relationship Type="http://schemas.openxmlformats.org/officeDocument/2006/relationships/slideMaster" Target="/ppt/slideMasters/slideMaster1.xml" Id="R0ce449dbe1224c7d" /><Relationship Type="http://schemas.openxmlformats.org/officeDocument/2006/relationships/notesMaster" Target="/ppt/notesMasters/notesMaster1.xml" Id="R03f1145319fb4b6a" /><Relationship Type="http://schemas.openxmlformats.org/officeDocument/2006/relationships/presProps" Target="/ppt/presProps.xml" Id="R25a84f3345874559" /><Relationship Type="http://schemas.openxmlformats.org/officeDocument/2006/relationships/tableStyles" Target="/ppt/tableStyles.xml" Id="R699fd1905dcc4d40" /><Relationship Type="http://schemas.openxmlformats.org/officeDocument/2006/relationships/slide" Target="/ppt/slides/slide1.xml" Id="R6041a32596dc4577" /><Relationship Type="http://schemas.openxmlformats.org/officeDocument/2006/relationships/slide" Target="/ppt/slides/slide2.xml" Id="Rc1679c8e126d42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27ccb4a3d148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afb9a276e145ab" /><Relationship Type="http://schemas.openxmlformats.org/officeDocument/2006/relationships/notesMaster" Target="/ppt/notesMasters/notesMaster1.xml" Id="R35c1d4402026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ed6eac145a4deb" /><Relationship Type="http://schemas.openxmlformats.org/officeDocument/2006/relationships/notesMaster" Target="/ppt/notesMasters/notesMaster1.xml" Id="Re469e97ed7954e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b5b818d7f4c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ac808c04e4c56" /><Relationship Type="http://schemas.openxmlformats.org/officeDocument/2006/relationships/slideLayout" Target="/ppt/slideLayouts/slideLayout1.xml" Id="R9983b66e92934d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83b66e92934d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6b2f18161415d" /><Relationship Type="http://schemas.openxmlformats.org/officeDocument/2006/relationships/notesSlide" Target="/ppt/notesSlides/notesSlide1.xml" Id="Red4156d00e1c42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0380fbf6f4a64" /><Relationship Type="http://schemas.openxmlformats.org/officeDocument/2006/relationships/notesSlide" Target="/ppt/notesSlides/notesSlide2.xml" Id="R79ff0152761d4d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CA642-B046-447C-814B-ED046DDD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Engineering follow-up: p01-src-001231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1E873-1261-44C9-BC0D-11415168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Aster Loop Product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3B0A5-67C1-435A-8AF6-3BD8BEAA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Evidence-led decision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F48C5-DBC4-4243-8F6D-CF085067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Synthetic action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AEE84-0181-4DB0-9F65-EB6EAAB9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A7"/>
          </a:solidFill>
          <a:ln xmlns:a="http://schemas.openxmlformats.org/drawingml/2006/main" w="9525">
            <a:solidFill>
              <a:srgbClr val="00BBA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4394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32B32-1C8D-4B8E-9822-A872883D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Decision and action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A3E26-7322-48B2-AAF3-A219DF47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Review typed base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07CE9-DB50-4DF6-A8F8-36293F84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Confirm approval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64444-A298-4E0D-B845-5BE4E056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Assign follow-up 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A1CEB-45F4-4A86-985A-E9D55D07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95500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BA7"/>
          </a:solidFill>
          <a:ln xmlns:a="http://schemas.openxmlformats.org/drawingml/2006/main" w="9525">
            <a:solidFill>
              <a:srgbClr val="00BBA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0751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2026-08-23T22:37:34.2770000Z</dcterms:created>
  <dcterms:modified xsi:type="dcterms:W3CDTF">2026-08-23T22:37:34.2770000Z</dcterms:modified>
</coreProperties>
</file>