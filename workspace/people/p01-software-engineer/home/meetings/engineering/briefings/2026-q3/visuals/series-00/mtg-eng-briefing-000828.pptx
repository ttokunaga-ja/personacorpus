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e86d97fdb74882" /><Relationship Type="http://schemas.openxmlformats.org/officeDocument/2006/relationships/extended-properties" Target="/docProps/app.xml" Id="Ra7a94cd032154c31" /><Relationship Type="http://schemas.openxmlformats.org/officeDocument/2006/relationships/officeDocument" Target="/ppt/presentation.xml" Id="R87c80474f5a745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151f4c3a594621"/>
  </p:sldMasterIdLst>
  <p:notesMasterIdLst>
    <p:notesMasterId xmlns:r="http://schemas.openxmlformats.org/officeDocument/2006/relationships" r:id="Ra638fae954f14216"/>
  </p:notesMasterIdLst>
  <p:sldIdLst>
    <p:sldId xmlns:r="http://schemas.openxmlformats.org/officeDocument/2006/relationships" id="256" r:id="Rca6b2a21735d4cad"/>
    <p:sldId xmlns:r="http://schemas.openxmlformats.org/officeDocument/2006/relationships" id="257" r:id="R795d6ff2078b4c4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2da69adb084fd3" /><Relationship Type="http://schemas.openxmlformats.org/officeDocument/2006/relationships/slideMaster" Target="/ppt/slideMasters/slideMaster1.xml" Id="R06151f4c3a594621" /><Relationship Type="http://schemas.openxmlformats.org/officeDocument/2006/relationships/notesMaster" Target="/ppt/notesMasters/notesMaster1.xml" Id="Ra638fae954f14216" /><Relationship Type="http://schemas.openxmlformats.org/officeDocument/2006/relationships/presProps" Target="/ppt/presProps.xml" Id="R70bc4232e8e54f17" /><Relationship Type="http://schemas.openxmlformats.org/officeDocument/2006/relationships/tableStyles" Target="/ppt/tableStyles.xml" Id="Reb8c7c117f3a4ab0" /><Relationship Type="http://schemas.openxmlformats.org/officeDocument/2006/relationships/slide" Target="/ppt/slides/slide1.xml" Id="Rca6b2a21735d4cad" /><Relationship Type="http://schemas.openxmlformats.org/officeDocument/2006/relationships/slide" Target="/ppt/slides/slide2.xml" Id="R795d6ff2078b4c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4f3598432c42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a6c0f45cc540b3" /><Relationship Type="http://schemas.openxmlformats.org/officeDocument/2006/relationships/notesMaster" Target="/ppt/notesMasters/notesMaster1.xml" Id="Rb6abf65532bc40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0dc00caa134f91" /><Relationship Type="http://schemas.openxmlformats.org/officeDocument/2006/relationships/notesMaster" Target="/ppt/notesMasters/notesMaster1.xml" Id="Reb73033f6b8c49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ab5687f54c49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507878db7043ca" /><Relationship Type="http://schemas.openxmlformats.org/officeDocument/2006/relationships/slideLayout" Target="/ppt/slideLayouts/slideLayout1.xml" Id="Rf6cdf6d4ae5341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cdf6d4ae5341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6cf6a068344ea7" /><Relationship Type="http://schemas.openxmlformats.org/officeDocument/2006/relationships/notesSlide" Target="/ppt/notesSlides/notesSlide1.xml" Id="Rf18859ffec5b4f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fca358d5154168" /><Relationship Type="http://schemas.openxmlformats.org/officeDocument/2006/relationships/notesSlide" Target="/ppt/notesSlides/notesSlide2.xml" Id="R05cba5fa0ad74a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8B4730-BFA9-4E2D-B20C-6FDC1884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B"/>
                </a:solidFill>
              </a:defRPr>
            </a:pPr>
            <a:r>
              <a:rPr sz="2850" b="1">
                <a:solidFill>
                  <a:srgbClr val="0F172B"/>
                </a:solidFill>
              </a:rPr>
              <a:t>Engineering follow-up: p01-src-000828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9B474F-F786-4024-AF41-8DAF757B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Aster Loop Product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7E0D5A-4194-4C34-8550-5B5C0581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19375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Evidence-led decision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463394-6C8C-4FE5-BF5A-5AB8CAF4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Synthetic action ownership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2CA-4B40-4DE1-B5D5-8E988C87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95500"/>
            <a:ext cx="8096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BA7"/>
          </a:solidFill>
          <a:ln xmlns:a="http://schemas.openxmlformats.org/drawingml/2006/main" w="9525">
            <a:solidFill>
              <a:srgbClr val="00BBA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786389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4523D6-31AB-4EF6-9D1B-56B699ED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B"/>
                </a:solidFill>
              </a:defRPr>
            </a:pPr>
            <a:r>
              <a:rPr sz="2850" b="1">
                <a:solidFill>
                  <a:srgbClr val="0F172B"/>
                </a:solidFill>
              </a:rPr>
              <a:t>Decision and action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5AE852-C4ED-4A7C-8D38-D16CBF37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Review typed base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9E06DB-49CD-49D8-A790-4DFBC8FC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19375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Confirm approval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1C9DDA-74A0-44F3-AB6E-8E0B06B4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Assign follow-up owner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B2783D-ABC7-4211-ADC8-B3C77E8E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95500"/>
            <a:ext cx="8096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BA7"/>
          </a:solidFill>
          <a:ln xmlns:a="http://schemas.openxmlformats.org/drawingml/2006/main" w="9525">
            <a:solidFill>
              <a:srgbClr val="00BBA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830291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2026-08-23T22:37:34.1020000Z</dcterms:created>
  <dcterms:modified xsi:type="dcterms:W3CDTF">2026-08-23T22:37:34.1020000Z</dcterms:modified>
</coreProperties>
</file>