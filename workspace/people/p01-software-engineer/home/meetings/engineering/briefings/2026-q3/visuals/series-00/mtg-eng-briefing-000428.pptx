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6b7f0329c4d0e" /><Relationship Type="http://schemas.openxmlformats.org/officeDocument/2006/relationships/extended-properties" Target="/docProps/app.xml" Id="R9a5581ee50754a8e" /><Relationship Type="http://schemas.openxmlformats.org/officeDocument/2006/relationships/officeDocument" Target="/ppt/presentation.xml" Id="R944f6686d22242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8a97558154267"/>
  </p:sldMasterIdLst>
  <p:notesMasterIdLst>
    <p:notesMasterId xmlns:r="http://schemas.openxmlformats.org/officeDocument/2006/relationships" r:id="R6d2334398c60464b"/>
  </p:notesMasterIdLst>
  <p:sldIdLst>
    <p:sldId xmlns:r="http://schemas.openxmlformats.org/officeDocument/2006/relationships" id="256" r:id="Rc7fcf52b50c9454c"/>
    <p:sldId xmlns:r="http://schemas.openxmlformats.org/officeDocument/2006/relationships" id="257" r:id="R25bac5aad18c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dcb3bbe3f740c9" /><Relationship Type="http://schemas.openxmlformats.org/officeDocument/2006/relationships/slideMaster" Target="/ppt/slideMasters/slideMaster1.xml" Id="Rcad8a97558154267" /><Relationship Type="http://schemas.openxmlformats.org/officeDocument/2006/relationships/notesMaster" Target="/ppt/notesMasters/notesMaster1.xml" Id="R6d2334398c60464b" /><Relationship Type="http://schemas.openxmlformats.org/officeDocument/2006/relationships/presProps" Target="/ppt/presProps.xml" Id="Rccbb120c19724d60" /><Relationship Type="http://schemas.openxmlformats.org/officeDocument/2006/relationships/tableStyles" Target="/ppt/tableStyles.xml" Id="R5307faedaebe45cc" /><Relationship Type="http://schemas.openxmlformats.org/officeDocument/2006/relationships/slide" Target="/ppt/slides/slide1.xml" Id="Rc7fcf52b50c9454c" /><Relationship Type="http://schemas.openxmlformats.org/officeDocument/2006/relationships/slide" Target="/ppt/slides/slide2.xml" Id="R25bac5aad18c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aedf4b9a4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398977d8a4357" /><Relationship Type="http://schemas.openxmlformats.org/officeDocument/2006/relationships/notesMaster" Target="/ppt/notesMasters/notesMaster1.xml" Id="Raed90ce34368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6334f54714d02" /><Relationship Type="http://schemas.openxmlformats.org/officeDocument/2006/relationships/notesMaster" Target="/ppt/notesMasters/notesMaster1.xml" Id="R8d5bf0bc1292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b79abfbd6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3eeac6a224dc0" /><Relationship Type="http://schemas.openxmlformats.org/officeDocument/2006/relationships/slideLayout" Target="/ppt/slideLayouts/slideLayout1.xml" Id="R788dff38cf44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dff38cf44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6df1017844c12" /><Relationship Type="http://schemas.openxmlformats.org/officeDocument/2006/relationships/notesSlide" Target="/ppt/notesSlides/notesSlide1.xml" Id="Rbab3426099f245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8e669ce8b4f93" /><Relationship Type="http://schemas.openxmlformats.org/officeDocument/2006/relationships/notesSlide" Target="/ppt/notesSlides/notesSlide2.xml" Id="Rbbf333929f5840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5B421-8670-4916-A248-FF25944F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Engineering follow-up: p01-src-000428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5D2F6-211F-4AC2-994B-A6AC71E5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Aster Loop Product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8F35E-E948-4EA4-B5F6-2633997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Evidence-led decision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36F01-385B-404D-9ED8-62FB3E5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action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FD82E-17DF-4E81-83A9-AAC8070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57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CADE-6EF6-43C2-B35B-3867522B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Decision and action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71EF5-D4EF-4259-81AE-4F5AB68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 typed base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17CF3-8E09-48FA-9B95-A95FEE96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Confirm approval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50AF-2561-4FB8-AFBA-64075C6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Assign follow-up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A2FDB-2143-4CCA-885C-6986902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0676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2026-08-23T22:37:33.8060000Z</dcterms:created>
  <dcterms:modified xsi:type="dcterms:W3CDTF">2026-08-23T22:37:33.8060000Z</dcterms:modified>
</coreProperties>
</file>