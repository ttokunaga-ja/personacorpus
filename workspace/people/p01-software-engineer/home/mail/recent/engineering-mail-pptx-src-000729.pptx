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d1768e6cb44e0" /><Relationship Type="http://schemas.openxmlformats.org/officeDocument/2006/relationships/extended-properties" Target="/docProps/app.xml" Id="R9eb4339c60bd417e" /><Relationship Type="http://schemas.openxmlformats.org/officeDocument/2006/relationships/officeDocument" Target="/ppt/presentation.xml" Id="Rcc530dea1d8a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e806084ae44cc"/>
  </p:sldMasterIdLst>
  <p:notesMasterIdLst>
    <p:notesMasterId xmlns:r="http://schemas.openxmlformats.org/officeDocument/2006/relationships" r:id="Rd1a1a8c863e14e17"/>
  </p:notesMasterIdLst>
  <p:sldIdLst>
    <p:sldId xmlns:r="http://schemas.openxmlformats.org/officeDocument/2006/relationships" id="256" r:id="Rb229f7a86cc6444b"/>
    <p:sldId xmlns:r="http://schemas.openxmlformats.org/officeDocument/2006/relationships" id="257" r:id="R9788add64d7f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13bc2973c34196" /><Relationship Type="http://schemas.openxmlformats.org/officeDocument/2006/relationships/slideMaster" Target="/ppt/slideMasters/slideMaster1.xml" Id="R4d2e806084ae44cc" /><Relationship Type="http://schemas.openxmlformats.org/officeDocument/2006/relationships/notesMaster" Target="/ppt/notesMasters/notesMaster1.xml" Id="Rd1a1a8c863e14e17" /><Relationship Type="http://schemas.openxmlformats.org/officeDocument/2006/relationships/presProps" Target="/ppt/presProps.xml" Id="Raa04e02045f7434d" /><Relationship Type="http://schemas.openxmlformats.org/officeDocument/2006/relationships/tableStyles" Target="/ppt/tableStyles.xml" Id="R1c2bd5b52ae24070" /><Relationship Type="http://schemas.openxmlformats.org/officeDocument/2006/relationships/slide" Target="/ppt/slides/slide1.xml" Id="Rb229f7a86cc6444b" /><Relationship Type="http://schemas.openxmlformats.org/officeDocument/2006/relationships/slide" Target="/ppt/slides/slide2.xml" Id="R9788add64d7f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1bf435222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c22bf119a5455b" /><Relationship Type="http://schemas.openxmlformats.org/officeDocument/2006/relationships/notesMaster" Target="/ppt/notesMasters/notesMaster1.xml" Id="R2d52483a12c340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2b2afe590c4bf3" /><Relationship Type="http://schemas.openxmlformats.org/officeDocument/2006/relationships/notesMaster" Target="/ppt/notesMasters/notesMaster1.xml" Id="R80f8b37a06464f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1d4051ca6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2540863d74427" /><Relationship Type="http://schemas.openxmlformats.org/officeDocument/2006/relationships/slideLayout" Target="/ppt/slideLayouts/slideLayout1.xml" Id="R8556c797676a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56c797676a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04f27bf8541ce" /><Relationship Type="http://schemas.openxmlformats.org/officeDocument/2006/relationships/notesSlide" Target="/ppt/notesSlides/notesSlide1.xml" Id="R68565f43f37f43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1efe62fc24eac" /><Relationship Type="http://schemas.openxmlformats.org/officeDocument/2006/relationships/notesSlide" Target="/ppt/notesSlides/notesSlide2.xml" Id="R587b4b10d2c6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C5AF3-5C8A-4F13-B4B7-5717108F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BETA R4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2354C-EE22-48E3-B50F-ACAC822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The release review keeps budget and evidence distinct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E3023-82C6-44BD-BAD2-CDCB1F0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Synthetic role-to-role engineering attachment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68D28-ACAA-4B64-9DBC-B9AFAB24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C7608-E9C8-48A3-AD22-43EB1780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8D20C-F9C4-42AB-A6B2-56078E6D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30F2D-5619-4B65-8AA1-86A9AA4B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26CFE-BBB4-43F0-A70D-E0D4EA3C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0CB6F-BB4F-4A67-B894-0BC43AD7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58CDB-B467-44E8-B70C-5761A8D6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AE6D8-9BFF-4481-AC14-02C184A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E4BDF-74C5-4920-BDC5-4B2387BC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3C078-8F32-4FBF-8893-D87921F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E6D13-887B-475C-B2A3-40999D7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788E9-B20B-4B88-80D4-67340D87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A85D7-61AB-4731-AFBC-D4A4337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723CB-96E4-49D5-8847-B453580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BB9E1-BD40-4A54-95B7-26E1BE4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11DD4-493C-47E4-9BD8-EDB67BCD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015B5-A1E8-49E5-B943-8B6B412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Reply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D0098-A47F-43B8-9168-EA439A6E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MSG-2026Q3-005701</a:t>
            </a:r>
          </a:p>
        </p:txBody>
      </p:sp>
    </p:spTree>
    <p:extLst>
      <p:ext uri="{BB962C8B-B14F-4D97-AF65-F5344CB8AC3E}">
        <p14:creationId xmlns:p14="http://schemas.microsoft.com/office/powerpoint/2010/main" val="1369994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F82AF-9723-4341-AD22-C7B8A92C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stays scoped to its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6E6D-9B55-48A8-BEE8-2A6E15C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59CA3-ECF1-49DC-B4AA-031CEF93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Design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730A9-26E0-4A34-87B8-FB18441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225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BCE0C-6FD0-47EE-BE21-9EDB7BD2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planned Beta R4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FABD5-42C1-406C-81E9-FFD6285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Contract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5E079-7669-4CD9-B5A7-243B007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1,240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4D432-DE1C-46F1-B12C-8ABFADD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1,231 pass; 9 fail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56B98-C770-474F-8457-094EDE64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Review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31985-4602-4915-8993-8614702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reviewed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748B0-DEB0-41E8-9ED8-8733C868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approval boundary retained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762E8-76C0-4412-A03A-A2BE281C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Next action: acknowledge role ownership and retain the evidence window.</a:t>
            </a:r>
          </a:p>
        </p:txBody>
      </p:sp>
    </p:spTree>
    <p:extLst>
      <p:ext uri="{BB962C8B-B14F-4D97-AF65-F5344CB8AC3E}">
        <p14:creationId xmlns:p14="http://schemas.microsoft.com/office/powerpoint/2010/main" val="968960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2026-08-23T22:24:54.2840000Z</dcterms:created>
  <dcterms:modified xsi:type="dcterms:W3CDTF">2026-08-23T22:24:54.2840000Z</dcterms:modified>
</coreProperties>
</file>