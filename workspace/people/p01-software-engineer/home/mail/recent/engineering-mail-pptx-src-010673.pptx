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cfb304c81f4738" /><Relationship Type="http://schemas.openxmlformats.org/officeDocument/2006/relationships/extended-properties" Target="/docProps/app.xml" Id="R6784a31c39204f16" /><Relationship Type="http://schemas.openxmlformats.org/officeDocument/2006/relationships/officeDocument" Target="/ppt/presentation.xml" Id="Ra4fe8dbfef5e408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cff48c3cac45c8"/>
  </p:sldMasterIdLst>
  <p:notesMasterIdLst>
    <p:notesMasterId xmlns:r="http://schemas.openxmlformats.org/officeDocument/2006/relationships" r:id="R1ef9296681cb4029"/>
  </p:notesMasterIdLst>
  <p:sldIdLst>
    <p:sldId xmlns:r="http://schemas.openxmlformats.org/officeDocument/2006/relationships" id="256" r:id="R9acf8be4a5974f98"/>
    <p:sldId xmlns:r="http://schemas.openxmlformats.org/officeDocument/2006/relationships" id="257" r:id="R28b64b98f01042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fd825212e84cd8" /><Relationship Type="http://schemas.openxmlformats.org/officeDocument/2006/relationships/slideMaster" Target="/ppt/slideMasters/slideMaster1.xml" Id="R9acff48c3cac45c8" /><Relationship Type="http://schemas.openxmlformats.org/officeDocument/2006/relationships/notesMaster" Target="/ppt/notesMasters/notesMaster1.xml" Id="R1ef9296681cb4029" /><Relationship Type="http://schemas.openxmlformats.org/officeDocument/2006/relationships/presProps" Target="/ppt/presProps.xml" Id="Rd7b1c788105f432d" /><Relationship Type="http://schemas.openxmlformats.org/officeDocument/2006/relationships/tableStyles" Target="/ppt/tableStyles.xml" Id="R6073e1b41f2d4ffe" /><Relationship Type="http://schemas.openxmlformats.org/officeDocument/2006/relationships/slide" Target="/ppt/slides/slide1.xml" Id="R9acf8be4a5974f98" /><Relationship Type="http://schemas.openxmlformats.org/officeDocument/2006/relationships/slide" Target="/ppt/slides/slide2.xml" Id="R28b64b98f01042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7d7a740d3145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a6e9f4c99547bc" /><Relationship Type="http://schemas.openxmlformats.org/officeDocument/2006/relationships/notesMaster" Target="/ppt/notesMasters/notesMaster1.xml" Id="R5980db750a0e45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3e2a4109d44a5" /><Relationship Type="http://schemas.openxmlformats.org/officeDocument/2006/relationships/notesMaster" Target="/ppt/notesMasters/notesMaster1.xml" Id="R2fa4565fd85644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dc5668a6964f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f247fca3597455b" /><Relationship Type="http://schemas.openxmlformats.org/officeDocument/2006/relationships/slideLayout" Target="/ppt/slideLayouts/slideLayout1.xml" Id="R31b68d17c3ec45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b68d17c3ec45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9fb23ca074855" /><Relationship Type="http://schemas.openxmlformats.org/officeDocument/2006/relationships/notesSlide" Target="/ppt/notesSlides/notesSlide1.xml" Id="R958fcbab693d48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740fe808b14fab" /><Relationship Type="http://schemas.openxmlformats.org/officeDocument/2006/relationships/notesSlide" Target="/ppt/notesSlides/notesSlide2.xml" Id="R3ef18e5a921648e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D2D53A-FB6D-4659-8214-AC45BA77A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2748E"/>
                </a:solidFill>
              </a:defRPr>
            </a:pPr>
            <a:r>
              <a:rPr sz="1200" b="1">
                <a:solidFill>
                  <a:srgbClr val="62748E"/>
                </a:solidFill>
              </a:rPr>
              <a:t>BETA R4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89B0E-FB47-44C4-A45C-BF44AD350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923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The release review keeps budget and evidence distinct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2227DC-F404-43D5-96F1-E6CBF5BE2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Synthetic role-to-role engineering attachment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A62A4-9000-4B7F-9D08-EAA2357B9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9EFD2-6F05-4DAB-8FE4-A4AAAF64F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Intake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3BC73B-E870-4A49-A990-DAE51EFE6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E00AFA-B657-4839-93EF-34AE3289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CB2B2-C1BA-4B88-A0F4-49A1CDAF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419C7-715B-4DFC-9234-89636D32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942B6B-E24C-41FE-8C0D-DB0FE4B8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F5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718BF-B8B0-484D-9DB0-D65FDFB0F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Boundary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3E126-56BE-4D94-BE22-F66D3428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3C339-D7A2-4087-933A-C028BEC3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2A023C-A472-4B5B-B459-E87F2BC0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C697BD-5612-4566-9122-8874EA03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9F411-2E35-415F-9914-D9552B8F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A339B-0873-4572-85DB-30E1F79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843DC6-EC27-43A2-8F90-24764CFF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15290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F9D90"/>
                </a:solidFill>
              </a:defRPr>
            </a:pPr>
            <a:r>
              <a:rPr sz="1950">
                <a:solidFill>
                  <a:srgbClr val="0F9D9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ABD1F6-7CAB-4359-9097-2744EEA4E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13525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AAB7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1787E4-FD88-4E3A-8FAA-817E3B8D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7195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D293D"/>
                </a:solidFill>
              </a:defRPr>
            </a:pPr>
            <a:r>
              <a:rPr sz="1350" b="1">
                <a:solidFill>
                  <a:srgbClr val="1D293D"/>
                </a:solidFill>
              </a:rPr>
              <a:t>Reply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C406CA-052A-41A7-B4B0-F2BEC51D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2748E"/>
                </a:solidFill>
              </a:defRPr>
            </a:pPr>
            <a:r>
              <a:rPr sz="1050">
                <a:solidFill>
                  <a:srgbClr val="62748E"/>
                </a:solidFill>
              </a:rPr>
              <a:t>MSG-2026Q3-010673</a:t>
            </a:r>
          </a:p>
        </p:txBody>
      </p:sp>
    </p:spTree>
    <p:extLst>
      <p:ext uri="{BB962C8B-B14F-4D97-AF65-F5344CB8AC3E}">
        <p14:creationId xmlns:p14="http://schemas.microsoft.com/office/powerpoint/2010/main" val="20690675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FC8520-36C1-4AF5-A7B7-1EF5F66A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20618"/>
                </a:solidFill>
              </a:defRPr>
            </a:pPr>
            <a:r>
              <a:rPr sz="2850" b="1">
                <a:solidFill>
                  <a:srgbClr val="020618"/>
                </a:solidFill>
              </a:rPr>
              <a:t>Evidence stays scoped to its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FF738A-5FD4-4418-816C-0C7411BF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B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D21A63-BDA3-4AD8-8621-376F789D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Design budget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6B6C6-B74E-4CC3-8F6B-0B72D5064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225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248B6-ACC4-4F65-A14F-BA9E8330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002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planned Beta R4 target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E27389-A649-45F5-A760-8E06A08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Contract tests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20EED-B89D-47A7-B35C-C5073411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1,240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45D23-FF63-491E-855D-A59E6F4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813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1,231 pass; 9 fail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4E824A-F743-4D92-828E-7CD03FBD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Review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4A2368-F677-4EBD-9E23-39F746BF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2545"/>
                </a:solidFill>
              </a:defRPr>
            </a:pPr>
            <a:r>
              <a:rPr sz="1950" b="1">
                <a:solidFill>
                  <a:srgbClr val="0B2545"/>
                </a:solidFill>
              </a:rPr>
              <a:t>reviewed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BDC65-9C9E-4865-AED5-BF7F615C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62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314158"/>
                </a:solidFill>
              </a:defRPr>
            </a:pPr>
            <a:r>
              <a:rPr sz="1500" b="0">
                <a:solidFill>
                  <a:srgbClr val="314158"/>
                </a:solidFill>
              </a:rPr>
              <a:t>approval boundary retained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954CCE-4FBE-45FF-98B4-6FB99600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314158"/>
                </a:solidFill>
              </a:defRPr>
            </a:pPr>
            <a:r>
              <a:rPr sz="1800">
                <a:solidFill>
                  <a:srgbClr val="314158"/>
                </a:solidFill>
              </a:rPr>
              <a:t>Next action: acknowledge role ownership and retain the evidence window.</a:t>
            </a:r>
          </a:p>
        </p:txBody>
      </p:sp>
    </p:spTree>
    <p:extLst>
      <p:ext uri="{BB962C8B-B14F-4D97-AF65-F5344CB8AC3E}">
        <p14:creationId xmlns:p14="http://schemas.microsoft.com/office/powerpoint/2010/main" val="18364260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2026-08-23T22:24:54.5550000Z</dcterms:created>
  <dcterms:modified xsi:type="dcterms:W3CDTF">2026-08-23T22:24:54.5550000Z</dcterms:modified>
</coreProperties>
</file>