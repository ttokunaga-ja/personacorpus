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f4f4b9bec4676" /><Relationship Type="http://schemas.openxmlformats.org/officeDocument/2006/relationships/extended-properties" Target="/docProps/app.xml" Id="R548886d9bd344b22" /><Relationship Type="http://schemas.openxmlformats.org/officeDocument/2006/relationships/officeDocument" Target="/ppt/presentation.xml" Id="R0e87f14b0966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664b453b1b4bc7"/>
  </p:sldMasterIdLst>
  <p:notesMasterIdLst>
    <p:notesMasterId xmlns:r="http://schemas.openxmlformats.org/officeDocument/2006/relationships" r:id="Rfdaea0c9c9304145"/>
  </p:notesMasterIdLst>
  <p:sldIdLst>
    <p:sldId xmlns:r="http://schemas.openxmlformats.org/officeDocument/2006/relationships" id="256" r:id="R663e4e6e1de84f3a"/>
    <p:sldId xmlns:r="http://schemas.openxmlformats.org/officeDocument/2006/relationships" id="257" r:id="R3bcd8bd7748e47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36c52477129491d" /><Relationship Type="http://schemas.openxmlformats.org/officeDocument/2006/relationships/slideMaster" Target="/ppt/slideMasters/slideMaster1.xml" Id="R74664b453b1b4bc7" /><Relationship Type="http://schemas.openxmlformats.org/officeDocument/2006/relationships/notesMaster" Target="/ppt/notesMasters/notesMaster1.xml" Id="Rfdaea0c9c9304145" /><Relationship Type="http://schemas.openxmlformats.org/officeDocument/2006/relationships/presProps" Target="/ppt/presProps.xml" Id="Rc5d49d8fa0554023" /><Relationship Type="http://schemas.openxmlformats.org/officeDocument/2006/relationships/tableStyles" Target="/ppt/tableStyles.xml" Id="R920114387a0d4518" /><Relationship Type="http://schemas.openxmlformats.org/officeDocument/2006/relationships/slide" Target="/ppt/slides/slide1.xml" Id="R663e4e6e1de84f3a" /><Relationship Type="http://schemas.openxmlformats.org/officeDocument/2006/relationships/slide" Target="/ppt/slides/slide2.xml" Id="R3bcd8bd7748e47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86ab96dda742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80d7e00afc4a3a" /><Relationship Type="http://schemas.openxmlformats.org/officeDocument/2006/relationships/notesMaster" Target="/ppt/notesMasters/notesMaster1.xml" Id="R9a87a9f196d24f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1f3134911da4bae" /><Relationship Type="http://schemas.openxmlformats.org/officeDocument/2006/relationships/notesMaster" Target="/ppt/notesMasters/notesMaster1.xml" Id="R27a03730dd50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e205f8d58d40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6a187200134a10" /><Relationship Type="http://schemas.openxmlformats.org/officeDocument/2006/relationships/slideLayout" Target="/ppt/slideLayouts/slideLayout1.xml" Id="R16198eef0a8443c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198eef0a8443c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6186817d344ea" /><Relationship Type="http://schemas.openxmlformats.org/officeDocument/2006/relationships/notesSlide" Target="/ppt/notesSlides/notesSlide1.xml" Id="R51a96102bcd940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97436ac4c4893" /><Relationship Type="http://schemas.openxmlformats.org/officeDocument/2006/relationships/notesSlide" Target="/ppt/notesSlides/notesSlide2.xml" Id="Rbf4d7db662f64d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AC35D5-B145-4EED-869A-13C58A83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BETA R4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07836-B6ED-4DB8-8841-FB40E953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release review keeps budget and evidence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2007D-EABD-4056-BFAE-EA1BC332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Synthetic role-to-role engineering attachment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BE060-F24B-45E0-A13A-E70863FE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97FC2-BE0D-413B-8B70-2704F975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26CE4-2E36-40E4-B4C4-4DDB19F5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E9C37C-A67A-4D37-B764-BA6D7516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5A014-8D83-487D-9555-653127F8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49DFED-1C31-4569-9EDD-64723F00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5BB47-C1A1-4B11-B8E5-B4E19F39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C193E5-D845-4370-8306-EF2C2A90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2E478-50F5-437A-BFC2-10A56922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2B7D09-5B1B-4175-B359-5227FA58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783F65-97DF-497A-AB50-66BAA956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D9DD4-0FD0-487D-B36C-FBA999943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923C38-7261-42FA-857E-B29F160D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2D0AF1-5AA6-4EA1-AC50-53FFB56B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6A0D3-BD79-47B1-A41D-B5970ABA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EA7324-160A-4481-A72E-AA74F1F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BF8B7-BB03-4D39-9B4E-C56E3D64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25D157-799F-4A75-AEBB-6DFEE795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MSG-2026Q3-015645</a:t>
            </a:r>
          </a:p>
        </p:txBody>
      </p:sp>
    </p:spTree>
    <p:extLst>
      <p:ext uri="{BB962C8B-B14F-4D97-AF65-F5344CB8AC3E}">
        <p14:creationId xmlns:p14="http://schemas.microsoft.com/office/powerpoint/2010/main" val="6535056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84898-8A6E-453C-87D6-D7E7EE2D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stays scoped to its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BDF448-ABE0-402D-87A1-3DF0E344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4F4B1D-610E-40DC-9E75-1C3CC75F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Design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F5C7D-5A4F-4179-BC86-9AC3C6F9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225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AAFC8D-705B-415A-9282-84E2CC6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planned Beta R4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E905B-5CF8-47C7-8FC4-8F50D90B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Contract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76DED-E116-4247-8200-61A3B150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1,240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E9AF2-D300-43A7-9B08-3592031F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1,231 pass; 9 fail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B0E821-CE7F-41FA-A64E-CC8B7C98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Review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0BC330-75EB-487F-88C6-E338641E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760FC-4A25-45AB-B47C-264D061B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approval boundary retained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55CD6-0B2C-4183-9243-48F8B124F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Next action: acknowledge role ownership and retain the evidence window.</a:t>
            </a:r>
          </a:p>
        </p:txBody>
      </p:sp>
    </p:spTree>
    <p:extLst>
      <p:ext uri="{BB962C8B-B14F-4D97-AF65-F5344CB8AC3E}">
        <p14:creationId xmlns:p14="http://schemas.microsoft.com/office/powerpoint/2010/main" val="96677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2026-08-23T22:24:54.6160000Z</dcterms:created>
  <dcterms:modified xsi:type="dcterms:W3CDTF">2026-08-23T22:24:54.6160000Z</dcterms:modified>
</coreProperties>
</file>