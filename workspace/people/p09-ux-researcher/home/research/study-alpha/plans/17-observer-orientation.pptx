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29662c13f4ef3" /><Relationship Type="http://schemas.openxmlformats.org/officeDocument/2006/relationships/extended-properties" Target="/docProps/app.xml" Id="R8a30a3c459594318" /><Relationship Type="http://schemas.openxmlformats.org/officeDocument/2006/relationships/officeDocument" Target="/ppt/presentation.xml" Id="R45872a0e5c0a4b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a119c4a034496"/>
  </p:sldMasterIdLst>
  <p:notesMasterIdLst>
    <p:notesMasterId xmlns:r="http://schemas.openxmlformats.org/officeDocument/2006/relationships" r:id="Rb44e844e4d754702"/>
  </p:notesMasterIdLst>
  <p:sldIdLst>
    <p:sldId xmlns:r="http://schemas.openxmlformats.org/officeDocument/2006/relationships" id="256" r:id="Ree22ccbf77234448"/>
    <p:sldId xmlns:r="http://schemas.openxmlformats.org/officeDocument/2006/relationships" id="257" r:id="R02ab6d16a92343f4"/>
    <p:sldId xmlns:r="http://schemas.openxmlformats.org/officeDocument/2006/relationships" id="258" r:id="R6e534091f37147ec"/>
    <p:sldId xmlns:r="http://schemas.openxmlformats.org/officeDocument/2006/relationships" id="259" r:id="R2cf00d4b62b34080"/>
    <p:sldId xmlns:r="http://schemas.openxmlformats.org/officeDocument/2006/relationships" id="260" r:id="R5fc829797b514889"/>
    <p:sldId xmlns:r="http://schemas.openxmlformats.org/officeDocument/2006/relationships" id="261" r:id="R068adf36621a4e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cb710eaa84446" /><Relationship Type="http://schemas.openxmlformats.org/officeDocument/2006/relationships/slideMaster" Target="/ppt/slideMasters/slideMaster1.xml" Id="Rae0a119c4a034496" /><Relationship Type="http://schemas.openxmlformats.org/officeDocument/2006/relationships/notesMaster" Target="/ppt/notesMasters/notesMaster1.xml" Id="Rb44e844e4d754702" /><Relationship Type="http://schemas.openxmlformats.org/officeDocument/2006/relationships/presProps" Target="/ppt/presProps.xml" Id="R528ef7a8d2d64279" /><Relationship Type="http://schemas.openxmlformats.org/officeDocument/2006/relationships/tableStyles" Target="/ppt/tableStyles.xml" Id="R1a50860ba5eb4943" /><Relationship Type="http://schemas.openxmlformats.org/officeDocument/2006/relationships/slide" Target="/ppt/slides/slide1.xml" Id="Ree22ccbf77234448" /><Relationship Type="http://schemas.openxmlformats.org/officeDocument/2006/relationships/slide" Target="/ppt/slides/slide2.xml" Id="R02ab6d16a92343f4" /><Relationship Type="http://schemas.openxmlformats.org/officeDocument/2006/relationships/slide" Target="/ppt/slides/slide3.xml" Id="R6e534091f37147ec" /><Relationship Type="http://schemas.openxmlformats.org/officeDocument/2006/relationships/slide" Target="/ppt/slides/slide4.xml" Id="R2cf00d4b62b34080" /><Relationship Type="http://schemas.openxmlformats.org/officeDocument/2006/relationships/slide" Target="/ppt/slides/slide5.xml" Id="R5fc829797b514889" /><Relationship Type="http://schemas.openxmlformats.org/officeDocument/2006/relationships/slide" Target="/ppt/slides/slide6.xml" Id="R068adf36621a4e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84dcd1015f45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d132577d54385" /><Relationship Type="http://schemas.openxmlformats.org/officeDocument/2006/relationships/notesMaster" Target="/ppt/notesMasters/notesMaster1.xml" Id="R4495aee16db7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124c0a3524379" /><Relationship Type="http://schemas.openxmlformats.org/officeDocument/2006/relationships/notesMaster" Target="/ppt/notesMasters/notesMaster1.xml" Id="Rb945662d5e7f49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0d0d188444fc6" /><Relationship Type="http://schemas.openxmlformats.org/officeDocument/2006/relationships/notesMaster" Target="/ppt/notesMasters/notesMaster1.xml" Id="Rccabb2ea191245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88f958c50049c5" /><Relationship Type="http://schemas.openxmlformats.org/officeDocument/2006/relationships/notesMaster" Target="/ppt/notesMasters/notesMaster1.xml" Id="R6aef48fd79a0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b0ee356ac54ee6" /><Relationship Type="http://schemas.openxmlformats.org/officeDocument/2006/relationships/notesMaster" Target="/ppt/notesMasters/notesMaster1.xml" Id="Rccf89457cc3449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2edb606604ae2" /><Relationship Type="http://schemas.openxmlformats.org/officeDocument/2006/relationships/notesMaster" Target="/ppt/notesMasters/notesMaster1.xml" Id="R9a465f391cb34c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7f84d7907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29440117314251" /><Relationship Type="http://schemas.openxmlformats.org/officeDocument/2006/relationships/slideLayout" Target="/ppt/slideLayouts/slideLayout1.xml" Id="R5384cf2fad7b49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4cf2fad7b49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60c3e0ce54560" /><Relationship Type="http://schemas.openxmlformats.org/officeDocument/2006/relationships/notesSlide" Target="/ppt/notesSlides/notesSlide1.xml" Id="R5d5904744f23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9e051b094e31" /><Relationship Type="http://schemas.openxmlformats.org/officeDocument/2006/relationships/notesSlide" Target="/ppt/notesSlides/notesSlide2.xml" Id="Rd6c9adcc4ad9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3fcefb1464c98" /><Relationship Type="http://schemas.openxmlformats.org/officeDocument/2006/relationships/notesSlide" Target="/ppt/notesSlides/notesSlide3.xml" Id="Rbe0fe5ffa3ca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6e73893f48c8" /><Relationship Type="http://schemas.openxmlformats.org/officeDocument/2006/relationships/notesSlide" Target="/ppt/notesSlides/notesSlide4.xml" Id="R244b060d50ec47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292afa365475f" /><Relationship Type="http://schemas.openxmlformats.org/officeDocument/2006/relationships/notesSlide" Target="/ppt/notesSlides/notesSlide5.xml" Id="R5f3ac285d376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5671e2dcd4653" /><Relationship Type="http://schemas.openxmlformats.org/officeDocument/2006/relationships/notesSlide" Target="/ppt/notesSlides/notesSlide6.xml" Id="Rd8b9076bce73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9B013-897F-4E06-9C06-8D06041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OBSERVER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D3EA3-3D59-4A02-A217-9359559B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0067A-03C4-4A5A-B42E-2220D5E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87FEF-B2E3-4659-B7B6-9B87925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Observer 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E0BED-8904-4F7B-AF0D-8616529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Study Alpha / UX-184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933FA-6805-4311-A39D-6040557F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Your contribution is disciplined observation: evidence that an analyst can trace and challenge.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6A039-35B7-465C-A005-66F44AD3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800809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B9927-80F2-4BD4-BD40-E75B35D7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E8053-EA76-4241-A59F-84ED4EBA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61599-BC80-4C38-9FFB-DF350257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E172-8872-45B2-8B19-67E0E4F5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Stay present, not prominent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08B47-1F87-482B-88B0-EF8A021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The moderator owns pace, consent confirmation, and participant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B2D5-8FD0-4875-A90C-54A711A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Join muted, camera-off, and ready with the session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9B2A7-4F05-4E60-95F3-06F9C29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Follow the timebox without signaling urgency to the participant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A5DD-79F7-4D11-AC37-77F9864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Use the approved evidence log, not private side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73E3B-7A71-4837-BC96-E3F5C1BC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 not contact or direct the participant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DDB71-07C5-477F-9DCA-CAAFE35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632059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7C160-70D2-478D-AC11-7C3AED40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11662-4090-4BCE-B227-3807250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987DE-5B78-4D7E-863A-CDF871D9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78198-6790-4DEF-8D41-E7D28E5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Write what supports a later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C8408-38F0-4348-9140-B513BC2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Useful notes distinguish what happened from what it might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8108-0EFE-4FDC-AB6F-15A2098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Timestamp and task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1B505-A350-49E0-9BC5-466330B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Observed action and participant wording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3EBDA-023F-4030-9E18-90CBDDD4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Barrier, workaround, and confidence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1610C-6C1E-42E0-83E1-BEF56D9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Accommodation request or accessibility condition, without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804C1-1375-450F-B7E9-8E569FB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734772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8624B-69E1-41DA-8CB2-21971CE9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DO NOT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BB294-BD7B-411D-8471-91DD0D2E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67D1A-6187-46EA-810B-AE5E58E6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F05DB-E152-4DF4-BF32-B5B6E4B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Protect the integrity of the 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849E0-CDEA-4F31-AA19-F9BBC0F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Small interventions can erase the behavior we need to understand.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D9E95-B3C5-471F-A648-2465436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 not prompt, coach, correct, or validate a workaround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993EC-2947-4491-98AF-EC3C0D5D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 not react in chat or speak to the participant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5399-07CE-4346-81FF-DE9DCE45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 not collect names, faces, voices, credentials, or contacts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F1360-9ADE-44EB-8A50-3E7A0E1B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 not convert an inference into an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81B69-9F97-4464-87D1-DDD3BB3F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708880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817F2-AF55-47F4-851A-BCDB4D1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ESCALATION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28EEA-51CB-4757-BB7E-A20D5A5B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2A472-19DE-4DB3-90BF-EBE3F309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F9464-E07E-4501-A744-2565239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Consent and access come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82A46-1EF0-4855-A384-9B3F4C47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Private escalation keeps the session safe without breaking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B2813-C31B-4DF9-B7BB-7F0A5315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If consent is unclear, message the moderator immediately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18A42-B5BB-48D1-8703-0B81BF7B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If access is blocked, offer the accessible remote fallback through the moderator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7F32E-5F68-4FA6-8317-088AEC7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If distress appears, the moderator pauses or ends the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74CCB-7B18-4368-A4AA-EEBC2D6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Document the outcome using the synthetic code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C0832-19A9-409C-8F6D-C36B817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408580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C04D-2013-4F1F-87F8-47272EA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11D9D-FEB3-4539-9A51-CBFE207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7A2B6-05F3-498E-B252-0C454D3D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21084-87EA-4F2D-A6A4-873E1B7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Leave a clean path to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0CBBB-E092-4C6E-9D4D-7A6C7AE2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 reliable handoff lets the team test its own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01DF7-07B7-47CC-8ADC-050D149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Reconcile notes with the moderator after the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638A3-B89F-4C3C-9BBA-8947080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Label direct wording, observation, and inference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D4610-BB81-4733-9F3E-5ED494AD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Use evidence IDs and confidence notes for n=24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71A3F-A692-44E7-8D34-353CE49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Remove any accidental personal detail before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98028-B624-4BBE-9916-51CB0147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967711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2026-08-23T15:13:28.4070000Z</dcterms:created>
  <dcterms:modified xsi:type="dcterms:W3CDTF">2026-08-23T15:13:28.4070000Z</dcterms:modified>
</coreProperties>
</file>