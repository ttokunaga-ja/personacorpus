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11b96f509429b" /><Relationship Type="http://schemas.openxmlformats.org/officeDocument/2006/relationships/extended-properties" Target="/docProps/app.xml" Id="R6ee88447bfda42ec" /><Relationship Type="http://schemas.openxmlformats.org/officeDocument/2006/relationships/officeDocument" Target="/ppt/presentation.xml" Id="R9517d66de612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8ca5776e0042af"/>
  </p:sldMasterIdLst>
  <p:notesMasterIdLst>
    <p:notesMasterId xmlns:r="http://schemas.openxmlformats.org/officeDocument/2006/relationships" r:id="R44d2715a776c4435"/>
  </p:notesMasterIdLst>
  <p:sldIdLst>
    <p:sldId xmlns:r="http://schemas.openxmlformats.org/officeDocument/2006/relationships" id="256" r:id="Ra2bda5a773e949d2"/>
    <p:sldId xmlns:r="http://schemas.openxmlformats.org/officeDocument/2006/relationships" id="257" r:id="R1a5955d83dd640b8"/>
    <p:sldId xmlns:r="http://schemas.openxmlformats.org/officeDocument/2006/relationships" id="258" r:id="Rf5816fe299084ee2"/>
    <p:sldId xmlns:r="http://schemas.openxmlformats.org/officeDocument/2006/relationships" id="259" r:id="Rf01faac7e5e54c01"/>
    <p:sldId xmlns:r="http://schemas.openxmlformats.org/officeDocument/2006/relationships" id="260" r:id="Rbfba70864a9c431b"/>
    <p:sldId xmlns:r="http://schemas.openxmlformats.org/officeDocument/2006/relationships" id="261" r:id="R7253d6a0a19042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73f4deed04f9b" /><Relationship Type="http://schemas.openxmlformats.org/officeDocument/2006/relationships/slideMaster" Target="/ppt/slideMasters/slideMaster1.xml" Id="R638ca5776e0042af" /><Relationship Type="http://schemas.openxmlformats.org/officeDocument/2006/relationships/notesMaster" Target="/ppt/notesMasters/notesMaster1.xml" Id="R44d2715a776c4435" /><Relationship Type="http://schemas.openxmlformats.org/officeDocument/2006/relationships/presProps" Target="/ppt/presProps.xml" Id="Rded98d21bf6f456b" /><Relationship Type="http://schemas.openxmlformats.org/officeDocument/2006/relationships/tableStyles" Target="/ppt/tableStyles.xml" Id="R4f39020991644eff" /><Relationship Type="http://schemas.openxmlformats.org/officeDocument/2006/relationships/slide" Target="/ppt/slides/slide1.xml" Id="Ra2bda5a773e949d2" /><Relationship Type="http://schemas.openxmlformats.org/officeDocument/2006/relationships/slide" Target="/ppt/slides/slide2.xml" Id="R1a5955d83dd640b8" /><Relationship Type="http://schemas.openxmlformats.org/officeDocument/2006/relationships/slide" Target="/ppt/slides/slide3.xml" Id="Rf5816fe299084ee2" /><Relationship Type="http://schemas.openxmlformats.org/officeDocument/2006/relationships/slide" Target="/ppt/slides/slide4.xml" Id="Rf01faac7e5e54c01" /><Relationship Type="http://schemas.openxmlformats.org/officeDocument/2006/relationships/slide" Target="/ppt/slides/slide5.xml" Id="Rbfba70864a9c431b" /><Relationship Type="http://schemas.openxmlformats.org/officeDocument/2006/relationships/slide" Target="/ppt/slides/slide6.xml" Id="R7253d6a0a19042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19e6557fb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437c653c964d05" /><Relationship Type="http://schemas.openxmlformats.org/officeDocument/2006/relationships/notesMaster" Target="/ppt/notesMasters/notesMaster1.xml" Id="Ra390ce15cdc5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1494d628344c1" /><Relationship Type="http://schemas.openxmlformats.org/officeDocument/2006/relationships/notesMaster" Target="/ppt/notesMasters/notesMaster1.xml" Id="Ra1ba0550c0f346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75c2f7d824011" /><Relationship Type="http://schemas.openxmlformats.org/officeDocument/2006/relationships/notesMaster" Target="/ppt/notesMasters/notesMaster1.xml" Id="R8cd8e323c0b7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d49baf6d94855" /><Relationship Type="http://schemas.openxmlformats.org/officeDocument/2006/relationships/notesMaster" Target="/ppt/notesMasters/notesMaster1.xml" Id="Rced19cda42ae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5a7e539ea4e99" /><Relationship Type="http://schemas.openxmlformats.org/officeDocument/2006/relationships/notesMaster" Target="/ppt/notesMasters/notesMaster1.xml" Id="R05c6fa3c1bdd48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b54f4c84b47da" /><Relationship Type="http://schemas.openxmlformats.org/officeDocument/2006/relationships/notesMaster" Target="/ppt/notesMasters/notesMaster1.xml" Id="R85bb2f37a27f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4d4d50f6441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dff82fcbc74632" /><Relationship Type="http://schemas.openxmlformats.org/officeDocument/2006/relationships/slideLayout" Target="/ppt/slideLayouts/slideLayout1.xml" Id="R6fc78ae7e70c4b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78ae7e70c4b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0c3d40de14826" /><Relationship Type="http://schemas.openxmlformats.org/officeDocument/2006/relationships/notesSlide" Target="/ppt/notesSlides/notesSlide1.xml" Id="R2fe38229cdb146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c3829cd7d46a1" /><Relationship Type="http://schemas.openxmlformats.org/officeDocument/2006/relationships/notesSlide" Target="/ppt/notesSlides/notesSlide2.xml" Id="R77bc1373c7e4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543f46dcf4ee2" /><Relationship Type="http://schemas.openxmlformats.org/officeDocument/2006/relationships/notesSlide" Target="/ppt/notesSlides/notesSlide3.xml" Id="R3878f44cdf964e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75354636b42c6" /><Relationship Type="http://schemas.openxmlformats.org/officeDocument/2006/relationships/notesSlide" Target="/ppt/notesSlides/notesSlide4.xml" Id="R3ce8c3d5c6c0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61236179f4658" /><Relationship Type="http://schemas.openxmlformats.org/officeDocument/2006/relationships/notesSlide" Target="/ppt/notesSlides/notesSlide5.xml" Id="Raf2f1faed9af44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5803c995243e3" /><Relationship Type="http://schemas.openxmlformats.org/officeDocument/2006/relationships/notesSlide" Target="/ppt/notesSlides/notesSlide6.xml" Id="R5754d928673a44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91377-7458-4EE4-9F2C-3E87ACEA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STUDY ALPHA KICKOFF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44EE3-49EC-42D2-83BE-3435CCC2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E1B11-2DC7-4045-9522-50BFE30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728D-BA0E-4F00-94E8-30E5132F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Study Alpha kickoff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69CBD-3E79-468D-AA2F-02B82F5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Field research plan for a 24-session moderated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21AAE-73EF-4E3C-A4A5-5C18EF0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Beacon Field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09DAF-6145-44EA-99CC-5C32855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A focused evidence program for comprehension, navigation, recovery, and accessibility.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B748-9A82-4D92-8B3C-FD1E2BF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460937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CBFFE-0B6C-42AE-B5EA-A88A82E7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940CD-166E-4B28-BE39-12A4F92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90F60-C0CE-4706-8BFF-9E1E1E9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8121B-61DD-4B07-AFFB-5E8F604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What this study is designed to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6EBD-271E-4597-B5C3-4BB8D0B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Direct observation of the experience, not a product-readiness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078A-8651-4545-B16C-DFBC6C3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Can people understand where to begin?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570F-43A5-4C31-9CD2-AEF1122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Can they navigate the core flow without coaching?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8A4AB-638E-408A-9579-C90E5BCA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Can they recover when certainty breaks down?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C59C3-31AD-4B65-889E-5C793CE4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Which accessibility conditions change confidence or completion?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149F8-D5A5-4AD5-86A1-A9AC89B6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136169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30E42-BA85-4BAD-9AB4-8326D354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E46E1-2079-477D-BF4B-89E49F2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13B52-32D8-43C5-8455-7DE216E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C173B-5FFB-4A03-BC1D-F6771DA7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 deliberate, bounded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FC2D-8A56-45DC-8043-4B2D95D9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n=24 synthetic participant codes across S2 and S3 cohorts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6D4ED-018A-4BC0-A8D3-DC69AD6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60-minute moderated remote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277DD-E072-4BFD-8A1D-0D99449F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Consent confirmation before de-identified notes begin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96F55-3276-4AAA-9D1D-E774537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Session UX-184 calibrates observer practice and the codebook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2B2B4-F2BC-4894-9EE7-E125AC00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Accessible remote fallback stays available throughout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6AEFD-C044-4109-9403-D914996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59160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D65F5-528C-4756-9FB1-B0C27FE0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SESSION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C091C-3BC5-41E4-BEA6-2AEE03D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EFF49-5532-4027-8D6D-A1021FD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3F98D-2A90-4BFE-8641-13FA7549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One hour, four evidence moments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EC095-F9C5-4932-9414-7DD8D67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 respectful sequence that preserves participant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87A9E-D7EA-4E2E-A354-434AF55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0-10 min  Consent confirmation, setup, and warm-up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DE01F-AFDE-4DA1-B257-051E87E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10-42 min  Task scenarios and recovery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EF0E4-581E-4940-9E6F-136FE3E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42-52 min  Relevant accessibility probes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F37E3-DAEF-40E8-9DEE-B0E8F9A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52-60 min  Reflection, close, and evidence reconciliation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6902B-1F2B-495C-9CDB-9DB5B6E4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339679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B2251-D14B-4926-9ABC-ABD661A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OBSERVER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0DF65-3ED3-4B80-B643-52C5DD65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4CC93-A907-4A56-ACB5-D33A812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4FF82-ABFB-41F6-8917-A5995AEA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Evidence first; influence never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0543D-8CD2-474E-A7D5-5BA01F8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Observers support rigor without becoming another participant.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7FD8B-0A0F-4D5D-99BC-9B1B870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Muted and camera-off during the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DCC2C-719A-48BD-A12E-4246D7E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Capture timestamp, action, wording, barrier, workaround, and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5A175-D8BE-40E6-9967-7A82CAC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Keep observation, participant interpretation, and facilitator inference separate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C838E-58D7-46CF-8362-D6E0FC7A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Escalate consent or access concerns privately to the moderator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421A-F2BD-47C7-9A85-D8C24EB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016346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9FAB3-7454-4E4F-A588-A7C2B82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7D507-FF1B-496D-92C7-7ECACF3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BEACON FIELD RESEARCH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04B12-8FD9-4649-8533-F764927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AEE6-5AAD-4798-B17E-EE1D9D30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Analysis begins with traceable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852F9-BE6C-4D00-8B1E-A3EDC12B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Every claim retains its route back to the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B858D-6A91-4847-B3CB-A715789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Code comprehension, navigation, recovery, trust, accessibility, and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70CC1-228E-4063-8A48-04ECED3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Preserve contradictions and single-session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C3F40-4B38-4580-9223-3D0C180D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Attach confidence and accessibility implications to each opportunity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FF9E7-4FF3-4640-B3DC-499F3E60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•  Hand off a de-identified evidence package for 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6DFC-BCC0-487D-AC1D-0A948BF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Study Alpha  |  2026-07-13  |  session UX-184  |  n=24  |  Synthetic codes only</a:t>
            </a:r>
          </a:p>
        </p:txBody>
      </p:sp>
    </p:spTree>
    <p:extLst>
      <p:ext uri="{BB962C8B-B14F-4D97-AF65-F5344CB8AC3E}">
        <p14:creationId xmlns:p14="http://schemas.microsoft.com/office/powerpoint/2010/main" val="1686330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2026-08-23T15:13:25.4140000Z</dcterms:created>
  <dcterms:modified xsi:type="dcterms:W3CDTF">2026-08-23T15:13:25.4140000Z</dcterms:modified>
</coreProperties>
</file>