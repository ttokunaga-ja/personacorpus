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63d086f734224" /><Relationship Type="http://schemas.openxmlformats.org/officeDocument/2006/relationships/extended-properties" Target="/docProps/app.xml" Id="Rcdd2e74eaa9742b7" /><Relationship Type="http://schemas.openxmlformats.org/officeDocument/2006/relationships/officeDocument" Target="/ppt/presentation.xml" Id="R1356a46325a4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c14a9719bc473b"/>
  </p:sldMasterIdLst>
  <p:notesMasterIdLst>
    <p:notesMasterId xmlns:r="http://schemas.openxmlformats.org/officeDocument/2006/relationships" r:id="Rf86f63920f6e4498"/>
  </p:notesMasterIdLst>
  <p:sldIdLst>
    <p:sldId xmlns:r="http://schemas.openxmlformats.org/officeDocument/2006/relationships" id="256" r:id="R584d48b38e1d41c1"/>
    <p:sldId xmlns:r="http://schemas.openxmlformats.org/officeDocument/2006/relationships" id="257" r:id="Rca4dee06d98d4e4c"/>
    <p:sldId xmlns:r="http://schemas.openxmlformats.org/officeDocument/2006/relationships" id="258" r:id="R846813169a0643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fa738a2e3c4839" /><Relationship Type="http://schemas.openxmlformats.org/officeDocument/2006/relationships/slideMaster" Target="/ppt/slideMasters/slideMaster1.xml" Id="Rc6c14a9719bc473b" /><Relationship Type="http://schemas.openxmlformats.org/officeDocument/2006/relationships/notesMaster" Target="/ppt/notesMasters/notesMaster1.xml" Id="Rf86f63920f6e4498" /><Relationship Type="http://schemas.openxmlformats.org/officeDocument/2006/relationships/presProps" Target="/ppt/presProps.xml" Id="Re210354cec794bbd" /><Relationship Type="http://schemas.openxmlformats.org/officeDocument/2006/relationships/tableStyles" Target="/ppt/tableStyles.xml" Id="R70a4f4ca752a4da8" /><Relationship Type="http://schemas.openxmlformats.org/officeDocument/2006/relationships/slide" Target="/ppt/slides/slide1.xml" Id="R584d48b38e1d41c1" /><Relationship Type="http://schemas.openxmlformats.org/officeDocument/2006/relationships/slide" Target="/ppt/slides/slide2.xml" Id="Rca4dee06d98d4e4c" /><Relationship Type="http://schemas.openxmlformats.org/officeDocument/2006/relationships/slide" Target="/ppt/slides/slide3.xml" Id="R846813169a0643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ce126038a40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cc19ae86a408a" /><Relationship Type="http://schemas.openxmlformats.org/officeDocument/2006/relationships/notesMaster" Target="/ppt/notesMasters/notesMaster1.xml" Id="R51bbc84cc9084a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79ea7230a54fd7" /><Relationship Type="http://schemas.openxmlformats.org/officeDocument/2006/relationships/notesMaster" Target="/ppt/notesMasters/notesMaster1.xml" Id="Rc280ccc90aac47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36ac03c945434c" /><Relationship Type="http://schemas.openxmlformats.org/officeDocument/2006/relationships/notesMaster" Target="/ppt/notesMasters/notesMaster1.xml" Id="R14725839f22d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48a91a4a844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aa71059f6b4d6f" /><Relationship Type="http://schemas.openxmlformats.org/officeDocument/2006/relationships/slideLayout" Target="/ppt/slideLayouts/slideLayout1.xml" Id="R3eb59c1aa62b4b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b59c1aa62b4b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233012f04590" /><Relationship Type="http://schemas.openxmlformats.org/officeDocument/2006/relationships/notesSlide" Target="/ppt/notesSlides/notesSlide1.xml" Id="R8a5a75d9ff5d46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1b80acc4a4cba" /><Relationship Type="http://schemas.openxmlformats.org/officeDocument/2006/relationships/notesSlide" Target="/ppt/notesSlides/notesSlide2.xml" Id="R86d40b8217c94e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a391653414ecc" /><Relationship Type="http://schemas.openxmlformats.org/officeDocument/2006/relationships/notesSlide" Target="/ppt/notesSlides/notesSlide3.xml" Id="Rde0d930329bf4e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1C0DC-A1FB-4B84-99B8-B7B5C0DC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A89A1-225A-4090-AEA3-4D105455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TASK BREAKDOWN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6F5B3-2AAC-4EE5-A2B0-4C0E22AB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Transition steps carry more friction than destination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F2E17-E8E5-46A9-97FE-1DF38D5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Task-level observation across the Study Alpha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4F7F3-0C1A-47EA-B832-8CA40930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5AFF3-1BD7-4E11-A1A2-9657A2D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Task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A34B9-CBE8-4398-9C6A-96B561EB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Observed hesitation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AFB5C-1E0B-4A89-B169-043D05B5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Locate current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38183-A55C-4A62-8C81-75D64D1E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BF338-3BAF-42DB-8392-A9271C4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290115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491D3-46F3-40CE-9C62-BD0386D5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17/24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1C212-CD3A-46D5-9A06-FB993F92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Interpret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70BF7-2628-4C57-86C6-EEF9482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48A15-D23E-4E6D-8285-23CFBE59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38918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489A1-F871-42C1-81B8-0DAB85DA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14/24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E59A8-DF93-40FB-A376-296CF59A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Recover from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87979-C33A-4C90-AC80-33AB488B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671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DBC4F-8C9F-46DA-B728-A173E842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67125"/>
            <a:ext cx="153590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7E1AD-151E-483B-B0B1-43B33A09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9/24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95782-F0B7-4113-8628-E8F11305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Resume after interruption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34170-7A2A-4C04-BAD8-1EEFCC31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1D7D1-387C-4D48-A5F4-C4E307E0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136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72AB1-8547-4BA6-A27F-CFBF1722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8/24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79109-356F-4FDB-A3CD-F4DE47C0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06438-BB8A-461B-AAD4-C122CF3F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43750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D4495-1157-4244-BB29-F8167354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59036-3EC4-4FF2-AFD4-0984F63F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BREAKDOWN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44C60-4EAE-48C1-89C8-2FBB2FD0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task is recoverable, but recovery is not self-evident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90B39-AF9C-43A4-9A4D-371CAE34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Observed path: orient → act → confirm → recover / 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7A698-4FFB-49E2-8BCE-90DD03E8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993B0-977F-4A53-9D05-9066CA42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6CB0"/>
                </a:solidFill>
              </a:defRPr>
            </a:pPr>
            <a:r>
              <a:rPr sz="1500" b="1">
                <a:solidFill>
                  <a:srgbClr val="2B6CB0"/>
                </a:solidFill>
              </a:rPr>
              <a:t>ORIENT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B99AC-6D1E-49F3-A2E8-42E83975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2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16B"/>
                </a:solidFill>
              </a:defRPr>
            </a:pPr>
            <a:r>
              <a:rPr sz="210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D1B03-0DFB-42E4-840D-5AD135A3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288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6CB0"/>
                </a:solidFill>
              </a:defRPr>
            </a:pPr>
            <a:r>
              <a:rPr sz="1500" b="1">
                <a:solidFill>
                  <a:srgbClr val="2B6CB0"/>
                </a:solidFill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64E81-546D-42C2-AA4A-D4F0653D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16B"/>
                </a:solidFill>
              </a:defRPr>
            </a:pPr>
            <a:r>
              <a:rPr sz="210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87F82-4AB0-4A1A-9190-39DC54E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28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CONFIRM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4580A-CF10-441E-86BF-09A0D47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2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16B"/>
                </a:solidFill>
              </a:defRPr>
            </a:pPr>
            <a:r>
              <a:rPr sz="210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503A9-8E5C-4A22-902A-1834DE58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RECOVER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87ED3-742C-4281-9D01-DFADFEF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Observed hesitation is highest where the system changes state or asks participants to infer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0D6E5-A29B-4FF2-A7F2-7110187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FB57D-61F5-4974-A9A2-834BA36E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11602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5297C-2274-4FDD-8A2C-D50C7FDD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DA721-048D-42D3-B07A-15EB4D17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ACTIONABLE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AAB4F-206C-47A9-90AE-73BFA9F0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Instrument the handoffs, not just completion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4D4B-D483-49C9-8138-65B26475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Next round: capture whether status is named, confirmation is understood, and recovery route is found.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5A6BC-507B-4E7C-AC8A-108EB2B2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3A2A4-3381-4AC3-B3D9-97AD55F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2EDF1-FC89-4C02-BB5A-C3274EEF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Unprompted status recall • confirmation interpretation • successful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70588-3477-40FE-8E7D-873FC691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</a:defRPr>
            </a:pPr>
            <a:r>
              <a:rPr sz="1425" b="1">
                <a:solidFill>
                  <a:srgbClr val="B7791F"/>
                </a:solidFill>
              </a:rPr>
              <a:t>Avoid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BCAF8-1CB4-4B1D-A396-DF62A4EF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Do not equate observed hesitation with abandonment or task failure.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8F8DD-F8CB-4379-8451-1F879B1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D8D03-0AA1-428C-8E0F-CDE585D8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1953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2026-08-23T15:23:15.2000000Z</dcterms:created>
  <dcterms:modified xsi:type="dcterms:W3CDTF">2026-08-23T15:23:15.2000000Z</dcterms:modified>
</coreProperties>
</file>