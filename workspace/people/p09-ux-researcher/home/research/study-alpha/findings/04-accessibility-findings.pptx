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f9471c5824de2" /><Relationship Type="http://schemas.openxmlformats.org/officeDocument/2006/relationships/extended-properties" Target="/docProps/app.xml" Id="R03f6ac7d5d0f45c0" /><Relationship Type="http://schemas.openxmlformats.org/officeDocument/2006/relationships/officeDocument" Target="/ppt/presentation.xml" Id="R0e1e0a57bb8d40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3a8e0d6ef24bc4"/>
  </p:sldMasterIdLst>
  <p:notesMasterIdLst>
    <p:notesMasterId xmlns:r="http://schemas.openxmlformats.org/officeDocument/2006/relationships" r:id="R1bf05c7a328f4f6d"/>
  </p:notesMasterIdLst>
  <p:sldIdLst>
    <p:sldId xmlns:r="http://schemas.openxmlformats.org/officeDocument/2006/relationships" id="256" r:id="Rc08d0129511040c4"/>
    <p:sldId xmlns:r="http://schemas.openxmlformats.org/officeDocument/2006/relationships" id="257" r:id="R22c1451fbedd4707"/>
    <p:sldId xmlns:r="http://schemas.openxmlformats.org/officeDocument/2006/relationships" id="258" r:id="R257814009f7844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3e0428fc7546ec" /><Relationship Type="http://schemas.openxmlformats.org/officeDocument/2006/relationships/slideMaster" Target="/ppt/slideMasters/slideMaster1.xml" Id="R023a8e0d6ef24bc4" /><Relationship Type="http://schemas.openxmlformats.org/officeDocument/2006/relationships/notesMaster" Target="/ppt/notesMasters/notesMaster1.xml" Id="R1bf05c7a328f4f6d" /><Relationship Type="http://schemas.openxmlformats.org/officeDocument/2006/relationships/presProps" Target="/ppt/presProps.xml" Id="R19b36a52bd174e87" /><Relationship Type="http://schemas.openxmlformats.org/officeDocument/2006/relationships/tableStyles" Target="/ppt/tableStyles.xml" Id="Rbfdcbce650584bfd" /><Relationship Type="http://schemas.openxmlformats.org/officeDocument/2006/relationships/slide" Target="/ppt/slides/slide1.xml" Id="Rc08d0129511040c4" /><Relationship Type="http://schemas.openxmlformats.org/officeDocument/2006/relationships/slide" Target="/ppt/slides/slide2.xml" Id="R22c1451fbedd4707" /><Relationship Type="http://schemas.openxmlformats.org/officeDocument/2006/relationships/slide" Target="/ppt/slides/slide3.xml" Id="R257814009f7844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a5b1ef72541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7ea5a7aa54ddd" /><Relationship Type="http://schemas.openxmlformats.org/officeDocument/2006/relationships/notesMaster" Target="/ppt/notesMasters/notesMaster1.xml" Id="R47fca46a8c0e4b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b851d40dc4a23" /><Relationship Type="http://schemas.openxmlformats.org/officeDocument/2006/relationships/notesMaster" Target="/ppt/notesMasters/notesMaster1.xml" Id="Raec712cbdaaf4f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5e9b4a6594441" /><Relationship Type="http://schemas.openxmlformats.org/officeDocument/2006/relationships/notesMaster" Target="/ppt/notesMasters/notesMaster1.xml" Id="Rb68fd9d2d6d948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e3f3062fd4b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a7dfb86e5c4375" /><Relationship Type="http://schemas.openxmlformats.org/officeDocument/2006/relationships/slideLayout" Target="/ppt/slideLayouts/slideLayout1.xml" Id="R64add117032a40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dd117032a40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77f1f68a74d38" /><Relationship Type="http://schemas.openxmlformats.org/officeDocument/2006/relationships/notesSlide" Target="/ppt/notesSlides/notesSlide1.xml" Id="R08837bf85fd948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303fd34b74136" /><Relationship Type="http://schemas.openxmlformats.org/officeDocument/2006/relationships/notesSlide" Target="/ppt/notesSlides/notesSlide2.xml" Id="R286db0c9dddc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a5d4a5f854bd2" /><Relationship Type="http://schemas.openxmlformats.org/officeDocument/2006/relationships/notesSlide" Target="/ppt/notesSlides/notesSlide3.xml" Id="R4274a3c1d01043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C1218-4E04-4B4C-A8E7-8BA36E8D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35068-9E5B-442B-A085-1F3920A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ACCESSIBILITY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A4E96-E949-48D6-A171-46941E2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Wayfinding needs multiple, legible cues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1BD6F-9F7B-4C1A-990A-9059C540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Accessibility-focused readout • observed interaction moments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985A-85A2-4958-8A69-8FBB6D7C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4034A-EECE-4BA8-92A4-3B59AA6D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Needed a stronger location cue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77144-78B0-4630-BDED-1E4FE6A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FE3DA-AEB0-4287-9A1A-439CD8D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136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9C2A1-26B0-45BA-9F30-882F771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8/24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6116B-FDBA-453E-B53D-D82A3F01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Relied on text label to orient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5C506-3056-4115-BA82-B1BEE6B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3A24F-C321-4A11-B9C4-FD2D6EA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57500"/>
            <a:ext cx="170656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15BB7-EAB1-4987-B426-1AEDD1F1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09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10/24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6CDE1-2DF7-4A00-AEE3-E880791D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Paused at ambiguous state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2ABAC-F179-44CB-824A-1C9DF3B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5DFEF-8591-488E-A0EC-D00F60FD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2047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A3EB8-58A9-4C19-87D4-7A62FAAB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29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12/24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29A45-3A42-4630-A527-F6644A7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4ECD2-15E2-40A7-8E45-18322047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53723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78E88-1BBD-43BF-A396-71D37063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0BCB2-E207-43D1-A66B-C00430B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5C8E-7B0C-42DF-8093-005903F9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Visual hierarchy alone was not enough to anchor every participant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51D5E-8644-40E2-BFDD-FF6E055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Accessible wayfinding is a shared interaction quality, not a segment-only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6B0BD-3173-4A1A-BF0E-FFF9386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25542-EEED-4587-B41B-8B94E6F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4126F-06A2-4242-889F-BCA2325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C9792-C042-41E2-977C-F469399C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participant read surrounding text to confirm where the flow had moved.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F16C6-998A-4922-9257-FAE63BC4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S08 • paraphrased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9D914-647C-44B5-975D-6D63001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F3B8A-A47A-4FB7-BEFE-09D24C07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CA14F-C588-4CA5-9D35-0EFD3B20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The participant waited for a clearer signal before proceeding.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D6C82-F6E4-43FF-97E0-7537F1FA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S19 • paraphrased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2E745-BCE8-425A-AB48-14A7E50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4D740-FC55-4A11-B43B-4EB65FD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7470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AF02A-7A8B-4888-90F9-F5436C0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97DC9-0DEF-4536-96A1-9AC103D7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DESIGN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152BF-0E96-4B6B-9B62-AC5147C0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Make state, destination, and recovery readable in more than one 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E0EC-13F9-4B60-B75C-F62486D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Use plain labels, persistent location cues, explicit status language, and a named recovery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77E09-FC17-47A8-BC4A-2C783F3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70567-C816-4196-A407-C600A00D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Review in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1C09-E493-487B-B519-2FF1D8C3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942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Can a participant identify current location, change result, and next action without relying on color or position alone?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28AC2-D420-4FE9-8B1C-2B429216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6DA42-E3F7-4C39-A2C8-A8E16D1A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751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2026-08-23T15:23:15.2520000Z</dcterms:created>
  <dcterms:modified xsi:type="dcterms:W3CDTF">2026-08-23T15:23:15.2520000Z</dcterms:modified>
</coreProperties>
</file>