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b45a414d04dfb" /><Relationship Type="http://schemas.openxmlformats.org/officeDocument/2006/relationships/extended-properties" Target="/docProps/app.xml" Id="R0e74e06b803c48e6" /><Relationship Type="http://schemas.openxmlformats.org/officeDocument/2006/relationships/officeDocument" Target="/ppt/presentation.xml" Id="R0957a6f1045a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80f10db274741"/>
  </p:sldMasterIdLst>
  <p:notesMasterIdLst>
    <p:notesMasterId xmlns:r="http://schemas.openxmlformats.org/officeDocument/2006/relationships" r:id="Re50a0021ed4c467e"/>
  </p:notesMasterIdLst>
  <p:sldIdLst>
    <p:sldId xmlns:r="http://schemas.openxmlformats.org/officeDocument/2006/relationships" id="256" r:id="Rddb1d1d5bf224603"/>
    <p:sldId xmlns:r="http://schemas.openxmlformats.org/officeDocument/2006/relationships" id="257" r:id="Rf65e1c8570c9428e"/>
    <p:sldId xmlns:r="http://schemas.openxmlformats.org/officeDocument/2006/relationships" id="258" r:id="Rf4b8e1008d4246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44c0e2ae34206" /><Relationship Type="http://schemas.openxmlformats.org/officeDocument/2006/relationships/slideMaster" Target="/ppt/slideMasters/slideMaster1.xml" Id="R10980f10db274741" /><Relationship Type="http://schemas.openxmlformats.org/officeDocument/2006/relationships/notesMaster" Target="/ppt/notesMasters/notesMaster1.xml" Id="Re50a0021ed4c467e" /><Relationship Type="http://schemas.openxmlformats.org/officeDocument/2006/relationships/presProps" Target="/ppt/presProps.xml" Id="R105f3880de934730" /><Relationship Type="http://schemas.openxmlformats.org/officeDocument/2006/relationships/tableStyles" Target="/ppt/tableStyles.xml" Id="R2c65b8ad31884df5" /><Relationship Type="http://schemas.openxmlformats.org/officeDocument/2006/relationships/slide" Target="/ppt/slides/slide1.xml" Id="Rddb1d1d5bf224603" /><Relationship Type="http://schemas.openxmlformats.org/officeDocument/2006/relationships/slide" Target="/ppt/slides/slide2.xml" Id="Rf65e1c8570c9428e" /><Relationship Type="http://schemas.openxmlformats.org/officeDocument/2006/relationships/slide" Target="/ppt/slides/slide3.xml" Id="Rf4b8e1008d4246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6f62821efd4d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5cd55392e45e5" /><Relationship Type="http://schemas.openxmlformats.org/officeDocument/2006/relationships/notesMaster" Target="/ppt/notesMasters/notesMaster1.xml" Id="R84b79e25b7ba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74189bf3445c1" /><Relationship Type="http://schemas.openxmlformats.org/officeDocument/2006/relationships/notesMaster" Target="/ppt/notesMasters/notesMaster1.xml" Id="R9a532a0d50b5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4acaa20934991" /><Relationship Type="http://schemas.openxmlformats.org/officeDocument/2006/relationships/notesMaster" Target="/ppt/notesMasters/notesMaster1.xml" Id="R047d5fd0e0a048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3ba139e73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0b64714a0a4cb4" /><Relationship Type="http://schemas.openxmlformats.org/officeDocument/2006/relationships/slideLayout" Target="/ppt/slideLayouts/slideLayout1.xml" Id="Rc75c354902e7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c354902e7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a7a66b2584f7d" /><Relationship Type="http://schemas.openxmlformats.org/officeDocument/2006/relationships/notesSlide" Target="/ppt/notesSlides/notesSlide1.xml" Id="R8c577e48709d41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47a3f02c64c3c" /><Relationship Type="http://schemas.openxmlformats.org/officeDocument/2006/relationships/notesSlide" Target="/ppt/notesSlides/notesSlide2.xml" Id="R88989ee85425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a6d4e60ea4ec3" /><Relationship Type="http://schemas.openxmlformats.org/officeDocument/2006/relationships/notesSlide" Target="/ppt/notesSlides/notesSlide3.xml" Id="R7cb86a3ff45b47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A3C4C-0912-4A07-800F-B1C6994E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22B1C-62F7-486B-B664-6B5803FA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EXECUTIVE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A4EB8-76E4-4BB8-B01A-1E4A4643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Confidence gaps are concentrated at transitions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EF4D3-EFF9-42DE-8BA6-9E5FE9F5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Study Alpha • leadership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02FB3-D5C0-4752-832C-7A2E483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BA161-289A-4208-A2BA-359E26BE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49D8B-0473-4F0B-8783-971C2BDE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CB0"/>
                </a:solidFill>
              </a:defRPr>
            </a:pPr>
            <a:r>
              <a:rPr sz="3300" b="1">
                <a:solidFill>
                  <a:srgbClr val="2B6CB0"/>
                </a:solidFill>
              </a:rPr>
              <a:t>17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EAFAD-C2A4-4CFE-BE74-C4A6E17A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navigation/status hesitation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4C345-98E1-43FC-A9DE-968F12D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Observed behavior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068A-3C9A-4953-B28B-69A57CB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856B4-B8EF-4EA2-BFE8-F1D7349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791F"/>
                </a:solidFill>
              </a:defRPr>
            </a:pPr>
            <a:r>
              <a:rPr sz="3300" b="1">
                <a:solidFill>
                  <a:srgbClr val="B7791F"/>
                </a:solidFill>
              </a:rPr>
              <a:t>14 / 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20711-7A56-445E-9398-9C1EB29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confirmation reassurance seeking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5D758-711C-4912-BFD3-CA2E2F47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Observed behavior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670E9-3FC3-49BE-96C1-99D8850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3FC7B-95EE-4370-9BC1-FD510EE4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42318"/>
                </a:solidFill>
              </a:defRPr>
            </a:pPr>
            <a:r>
              <a:rPr sz="3300" b="1">
                <a:solidFill>
                  <a:srgbClr val="B42318"/>
                </a:solidFill>
              </a:rPr>
              <a:t>9 / 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A3356-9C1B-4AA3-B27A-F0A688CD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recovery difficulty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E7A46-17EF-457F-9C7B-8FAF7A20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Observed behavior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6DB3C-EBE1-4AED-BF36-20844060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25F68-359B-4CFB-8E52-17198F7B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42274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C1683-46A3-43A7-AA58-20C8A950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954C6-F335-4FE3-BC4A-5D8F843B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965BD-D678-4698-8834-BDC6D8E0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 clear outcome does not always feel like a trustworthy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1892E-C353-4896-BAA8-4F00BE4E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The evidence suggests a coherence issue across screens, not a single isolated defect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8ED8E-8BB2-44E1-9CF6-6035713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4D169-1161-46C0-AFA4-E1CEFAF3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C5BBD-2C62-4024-9156-0F6138A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7178C-8ADD-4256-9BA1-EF81DA7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user paused to check whether the change had actually taken effect.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9C618-2797-4233-9E5F-3EA95A99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S04 • paraphrased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096DF-C374-4640-A646-013E7F95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7E4C3-8146-4B76-B2D6-A336A02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50479-961C-4D40-A3E7-3206F871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user searched for a way back after the error, but the next step was not named.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AFFFD-8333-43C8-874B-5E5BC0B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S17 • paraphrased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6D95C-04EB-4D54-973B-7B7E4264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Counts describe observed task behavior; they do not establish cause.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781B1-0E11-4836-A126-5C10F41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41810-4FA0-4F4A-9C0A-F37AB40F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2619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E907-D460-4A2C-82C8-E4BB496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B9D73-F16C-49E5-BB03-E391DE3A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LEADERSHIP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B926-9E3E-4825-9257-2FFA55C0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Prioritize one cross-flow confidence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B145-68F8-447B-8E54-B62A38F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Approve prototype scope: persistent status, specific confirmation detail, and a named recovery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E9A25-BD52-4C1C-8C9D-AF804BBB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0F5F4-B3D1-4A24-A4CA-A3882B3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Success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CECD4-B784-4ADA-A9E7-A701E69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More participants can state current status and next action without prompting.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BD847-6014-4AAD-883E-F03E66C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Guardrail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92CC1-F56A-44BC-9A5B-BF841AB1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Treat future task observation as directional; do not infer causality from a single 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68DE3-F9E8-40DD-958C-16335E4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DB1C7-23F9-4305-9A1B-8C4ECF45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6473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2026-08-23T15:23:15.0640000Z</dcterms:created>
  <dcterms:modified xsi:type="dcterms:W3CDTF">2026-08-23T15:23:15.0640000Z</dcterms:modified>
</coreProperties>
</file>