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6a5838e73540bf" /><Relationship Type="http://schemas.openxmlformats.org/officeDocument/2006/relationships/extended-properties" Target="/docProps/app.xml" Id="R87c805f87b0e49b8" /><Relationship Type="http://schemas.openxmlformats.org/officeDocument/2006/relationships/officeDocument" Target="/ppt/presentation.xml" Id="Rd9acde26c9dd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0d6ebd4074607"/>
  </p:sldMasterIdLst>
  <p:notesMasterIdLst>
    <p:notesMasterId xmlns:r="http://schemas.openxmlformats.org/officeDocument/2006/relationships" r:id="R58b52aea598e4127"/>
  </p:notesMasterIdLst>
  <p:sldIdLst>
    <p:sldId xmlns:r="http://schemas.openxmlformats.org/officeDocument/2006/relationships" id="256" r:id="Rc57a859b1de5493b"/>
    <p:sldId xmlns:r="http://schemas.openxmlformats.org/officeDocument/2006/relationships" id="257" r:id="Re94411ab1c4c45a0"/>
    <p:sldId xmlns:r="http://schemas.openxmlformats.org/officeDocument/2006/relationships" id="258" r:id="R338a74c0c20b49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4c3dcac5ac4769" /><Relationship Type="http://schemas.openxmlformats.org/officeDocument/2006/relationships/slideMaster" Target="/ppt/slideMasters/slideMaster1.xml" Id="Rf050d6ebd4074607" /><Relationship Type="http://schemas.openxmlformats.org/officeDocument/2006/relationships/notesMaster" Target="/ppt/notesMasters/notesMaster1.xml" Id="R58b52aea598e4127" /><Relationship Type="http://schemas.openxmlformats.org/officeDocument/2006/relationships/presProps" Target="/ppt/presProps.xml" Id="R45153c9762614560" /><Relationship Type="http://schemas.openxmlformats.org/officeDocument/2006/relationships/tableStyles" Target="/ppt/tableStyles.xml" Id="Rbd3205e987da4a23" /><Relationship Type="http://schemas.openxmlformats.org/officeDocument/2006/relationships/slide" Target="/ppt/slides/slide1.xml" Id="Rc57a859b1de5493b" /><Relationship Type="http://schemas.openxmlformats.org/officeDocument/2006/relationships/slide" Target="/ppt/slides/slide2.xml" Id="Re94411ab1c4c45a0" /><Relationship Type="http://schemas.openxmlformats.org/officeDocument/2006/relationships/slide" Target="/ppt/slides/slide3.xml" Id="R338a74c0c20b49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8f18a8a5bd4c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f530cde7324208" /><Relationship Type="http://schemas.openxmlformats.org/officeDocument/2006/relationships/notesMaster" Target="/ppt/notesMasters/notesMaster1.xml" Id="R2a3bded5ec5a40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17ddd4d9c24cdf" /><Relationship Type="http://schemas.openxmlformats.org/officeDocument/2006/relationships/notesMaster" Target="/ppt/notesMasters/notesMaster1.xml" Id="R8e6195dd811145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320715ba424485" /><Relationship Type="http://schemas.openxmlformats.org/officeDocument/2006/relationships/notesMaster" Target="/ppt/notesMasters/notesMaster1.xml" Id="R023f23cfd3cf47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e0366a4e448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80082532b241d3" /><Relationship Type="http://schemas.openxmlformats.org/officeDocument/2006/relationships/slideLayout" Target="/ppt/slideLayouts/slideLayout1.xml" Id="Rc9e88b1305114d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e88b1305114d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e3b83dd1d41dc" /><Relationship Type="http://schemas.openxmlformats.org/officeDocument/2006/relationships/notesSlide" Target="/ppt/notesSlides/notesSlide1.xml" Id="R918b199c47434e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90e99b49c4440" /><Relationship Type="http://schemas.openxmlformats.org/officeDocument/2006/relationships/notesSlide" Target="/ppt/notesSlides/notesSlide2.xml" Id="R0f35994bbbcd45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3ec00a77445b6" /><Relationship Type="http://schemas.openxmlformats.org/officeDocument/2006/relationships/notesSlide" Target="/ppt/notesSlides/notesSlide3.xml" Id="Rb74b03b3c7f440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CB14B-284D-42AE-B3EB-D28B575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C9845-5C63-4281-9783-98A3D2E6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WORKSHOP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8CF06-F138-40EE-9D02-BA92461D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Align on the confidence layer before the prototype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D6FEE-3AD8-4BB8-8360-C2DA6332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Stakeholder discussion artifact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42CA1-11E5-44B6-97B0-39B4235B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F5340-7DDE-48E8-B0FA-025E85B5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Prompt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D20ED-C4D7-477C-B709-C7388AEE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Where must status remain visible during a transition?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5C09D-5525-4D5D-AE22-CE79642A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791F"/>
                </a:solidFill>
              </a:defRPr>
            </a:pPr>
            <a:r>
              <a:rPr sz="1425" b="1">
                <a:solidFill>
                  <a:srgbClr val="B7791F"/>
                </a:solidFill>
              </a:rPr>
              <a:t>Prompt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FAC52-ED43-4F30-B054-EF5B159A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What confirmation detail helps a person decide the next action?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5824D-1E9C-4217-9303-3FC0D5D0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A5323-27FC-446D-988E-4E1B60BC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27577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B4E89C-E6FA-469E-8B86-D9BA10D1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3E8FE-DAF5-4E05-A3F3-946EE18B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EVIDENCE WALL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1C2FE-A22A-4BE2-8462-997EB2FC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Use paraphrased behaviors to keep the discussion grounded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5129F-6B15-49DE-BFEE-7D464EBC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Synthetic evidence only • participant codes are not real people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E861C-7F0F-47D0-A4CC-E3BC0454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9963F-15FF-48CF-82B2-632C0CF1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56457-EAE2-41D8-B3B7-2F9125A6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6AF73-09B1-4604-9816-0582074F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Paused to establish current status before continuing.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9044A-8A71-4913-AA7A-0C9D8148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14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S01 • paraphrased 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8ECC9-32F4-4CF6-B308-6650B043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C4E00-780B-455A-98D4-FB576755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4CE91-42DA-43CB-82AA-52E9B274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622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Sought detail after a confirmation appeared.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A740E-5484-4C73-B096-3CBEE766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S13 • paraphrased observation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39E75-0E9F-447B-BDF1-C6F688B0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52028-2D09-48FE-8D18-B8C2D1A4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A3918-41BB-4A76-AFE3-F576F2E2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Looked for a named route after an error.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04FD5-A637-41EA-BA32-7E7547A2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S21 • paraphrased 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D9492-5832-45E7-8BD8-4D88AEC7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A6AB6-8A92-403F-8CE6-CF1F2AA1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553630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B21E7-6EF9-4FCB-AB99-51782EEF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E2144-050F-47BB-B862-24DF31EC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WORKSHOP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8DA90-29CC-47FE-8943-8A615894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Leave with one prototype hypothesis and three review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0C9A5-E197-4F9D-A3A7-D2B3898E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Hypothesis: a connected confidence layer makes transitions easier to understand.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80DCD-2C97-47ED-B022-FEEAF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F064-15A2-4687-8E18-6FBB428D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Review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1DDEE-F6FA-4E5D-ACB4-3FDDEF10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Current status is visible • confirmation says what changed • recovery is named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94518-D5A0-4CAD-9176-51081886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Evidence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BB4DF-12FC-4B7C-AA28-952C8589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Counts describe observed task behavior; they do not establish cause.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F6CC5-2929-476F-AFD3-B11C0428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1BB3B-DD7F-4813-A19D-F89A36E5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8113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2026-08-23T15:23:15.3940000Z</dcterms:created>
  <dcterms:modified xsi:type="dcterms:W3CDTF">2026-08-23T15:23:15.3940000Z</dcterms:modified>
</coreProperties>
</file>