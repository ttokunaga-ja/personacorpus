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d51acaf3e4404f" /><Relationship Type="http://schemas.openxmlformats.org/officeDocument/2006/relationships/extended-properties" Target="/docProps/app.xml" Id="Rf3be16a2684a45d5" /><Relationship Type="http://schemas.openxmlformats.org/officeDocument/2006/relationships/officeDocument" Target="/ppt/presentation.xml" Id="R068027d7b74a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a02737b8d4fae"/>
  </p:sldMasterIdLst>
  <p:notesMasterIdLst>
    <p:notesMasterId xmlns:r="http://schemas.openxmlformats.org/officeDocument/2006/relationships" r:id="Ra0e81548b82c42a9"/>
  </p:notesMasterIdLst>
  <p:sldIdLst>
    <p:sldId xmlns:r="http://schemas.openxmlformats.org/officeDocument/2006/relationships" id="256" r:id="Rc639bb5c2ed64b40"/>
    <p:sldId xmlns:r="http://schemas.openxmlformats.org/officeDocument/2006/relationships" id="257" r:id="R0b7001965fab4013"/>
    <p:sldId xmlns:r="http://schemas.openxmlformats.org/officeDocument/2006/relationships" id="258" r:id="Ra209acb9554849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8e80ca00642bb" /><Relationship Type="http://schemas.openxmlformats.org/officeDocument/2006/relationships/slideMaster" Target="/ppt/slideMasters/slideMaster1.xml" Id="Rb4ca02737b8d4fae" /><Relationship Type="http://schemas.openxmlformats.org/officeDocument/2006/relationships/notesMaster" Target="/ppt/notesMasters/notesMaster1.xml" Id="Ra0e81548b82c42a9" /><Relationship Type="http://schemas.openxmlformats.org/officeDocument/2006/relationships/presProps" Target="/ppt/presProps.xml" Id="R89c224a7a33d4568" /><Relationship Type="http://schemas.openxmlformats.org/officeDocument/2006/relationships/tableStyles" Target="/ppt/tableStyles.xml" Id="R65386a906bf648ca" /><Relationship Type="http://schemas.openxmlformats.org/officeDocument/2006/relationships/slide" Target="/ppt/slides/slide1.xml" Id="Rc639bb5c2ed64b40" /><Relationship Type="http://schemas.openxmlformats.org/officeDocument/2006/relationships/slide" Target="/ppt/slides/slide2.xml" Id="R0b7001965fab4013" /><Relationship Type="http://schemas.openxmlformats.org/officeDocument/2006/relationships/slide" Target="/ppt/slides/slide3.xml" Id="Ra209acb95548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adaee737c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269cf49884d8d" /><Relationship Type="http://schemas.openxmlformats.org/officeDocument/2006/relationships/notesMaster" Target="/ppt/notesMasters/notesMaster1.xml" Id="R15e8fcb0acfe4e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89b01b43eb4b9e" /><Relationship Type="http://schemas.openxmlformats.org/officeDocument/2006/relationships/notesMaster" Target="/ppt/notesMasters/notesMaster1.xml" Id="Ra2faed1df888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74493356944648" /><Relationship Type="http://schemas.openxmlformats.org/officeDocument/2006/relationships/notesMaster" Target="/ppt/notesMasters/notesMaster1.xml" Id="R6fff301b916247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cf2c5dd53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1334c72024ae4" /><Relationship Type="http://schemas.openxmlformats.org/officeDocument/2006/relationships/slideLayout" Target="/ppt/slideLayouts/slideLayout1.xml" Id="R2010f727fc1e44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0f727fc1e44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be8a9fcc14851" /><Relationship Type="http://schemas.openxmlformats.org/officeDocument/2006/relationships/notesSlide" Target="/ppt/notesSlides/notesSlide1.xml" Id="Rb93727034d6f49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4b3d3075f413c" /><Relationship Type="http://schemas.openxmlformats.org/officeDocument/2006/relationships/notesSlide" Target="/ppt/notesSlides/notesSlide2.xml" Id="R4ab28af5bdbe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1725dabc44e5b" /><Relationship Type="http://schemas.openxmlformats.org/officeDocument/2006/relationships/notesSlide" Target="/ppt/notesSlides/notesSlide3.xml" Id="Rd3a5a8fc6d6748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5195E-FAE6-4561-B31E-C607F0CE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4C585-603E-4CCC-BD15-9CB27AA8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SEGMENT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0824D-1966-4AD7-A98D-E97EC4D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same themes appear across experience bands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CEB3-7CE6-4E36-8E3E-F7EA82F4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Synthetic comparison: newer-to-flow (n=12) and familiar-with-flow (n=12)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63C3F-7E9D-4117-9CE1-BFD99A1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FE61F-C351-4399-8F4F-7C0A4C7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Theme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DEC53-CC38-44BB-97CA-E3E6B4A2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Newer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42477-A4D0-422B-9890-6519CB1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16B"/>
                </a:solidFill>
              </a:defRPr>
            </a:pPr>
            <a:r>
              <a:rPr sz="1350" b="1">
                <a:solidFill>
                  <a:srgbClr val="52616B"/>
                </a:solidFill>
              </a:rPr>
              <a:t>Familiar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0AFCA-15F5-4171-90D9-3A30A4B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Navigation/status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6BE29-0719-45C7-8734-C7F94D73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6CB0"/>
                </a:solidFill>
              </a:defRPr>
            </a:pPr>
            <a:r>
              <a:rPr sz="1725" b="1">
                <a:solidFill>
                  <a:srgbClr val="2B6CB0"/>
                </a:solidFill>
              </a:rPr>
              <a:t>10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C8608-ABB0-4B69-8068-93B0DCB5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6CB0"/>
                </a:solidFill>
              </a:defRPr>
            </a:pPr>
            <a:r>
              <a:rPr sz="1725" b="1">
                <a:solidFill>
                  <a:srgbClr val="2B6CB0"/>
                </a:solidFill>
              </a:rPr>
              <a:t>7 /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38344-B576-4852-A665-5F554286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Confirmation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E0842-8FE8-494E-9B89-A1C0B2A4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B7791F"/>
                </a:solidFill>
              </a:rPr>
              <a:t>8 /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032E1-6969-4A66-BB26-8326466F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B7791F"/>
                </a:solidFill>
              </a:rPr>
              <a:t>6 /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61547-87CE-432D-BEBF-5E1EDC8B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Error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87E34-D857-4102-BD01-6009B28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5 / 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9C636-1A9A-4B75-9669-E1D6128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4 / 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43428-44BC-4D0E-809F-D6547BEF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9D383-2D84-468D-83E9-0D66E5D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51553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18EE2-4D2D-423B-AECC-E4F9140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03A7F-CC80-4033-8294-5E122284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96090-1001-4D21-A033-2E0C0E3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Familiarity changes the coping strategy, not the theme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D598E-F366-444D-935E-4249032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Counts are descriptive subgroup observations; the sample is not designed for statistical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01ACA-F201-45DA-B0E8-024ABBF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8005-9735-4E3A-84B9-2914A64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C1021-3079-4F27-8023-CB8310D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78A08-AD18-4079-9CF5-64BE9A2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A familiar participant used prior knowledge to recover after an unclear message.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DE94B-9372-4F85-8EB9-B1928681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S06 • paraphrased observation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BEA47-AB88-40A3-99F0-7ED0BEF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95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5C56D-91AE-4975-98FB-2D604876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E8649-ECAD-4625-92CD-4DFE723F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A newer participant looked for a visible cue before continuing.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74F8C-B270-49E2-80E3-5D67B195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6B"/>
                </a:solidFill>
              </a:defRPr>
            </a:pPr>
            <a:r>
              <a:rPr sz="825" b="1">
                <a:solidFill>
                  <a:srgbClr val="52616B"/>
                </a:solidFill>
              </a:rPr>
              <a:t>S11 • paraphrased observation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85767-8BAC-4F52-B0C1-CA43123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C4312-6E33-4DBE-85EB-DFF17BF9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11178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FD5F9-4858-43F8-BEAD-23BC74F0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B228E-210E-4994-93A3-17252863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PRODUCT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D360A-036C-4B3E-B777-DD6B9F22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Design the core flow to explain itself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CDCED-A018-488E-94B9-13D3204B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 shared confidence layer benefits both segments without creating a separate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35754-97DA-4862-A3A4-5B9C327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0F135-9F5B-4A45-8BCA-22F73CC6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Prototype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93F6E-4ED0-4D87-B4D1-D7C6CE6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Persistent status + specific confirmation + named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16B33-F331-4604-8573-CC3DFE2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</a:defRPr>
            </a:pPr>
            <a:r>
              <a:rPr sz="1425" b="1">
                <a:solidFill>
                  <a:srgbClr val="B7791F"/>
                </a:solidFill>
              </a:rPr>
              <a:t>Research caution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A7A44-52FF-4435-BAE9-E44CD4C4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</a:defRPr>
            </a:pPr>
            <a:r>
              <a:rPr sz="1575" b="0">
                <a:solidFill>
                  <a:srgbClr val="102A43"/>
                </a:solidFill>
              </a:rPr>
              <a:t>Do not generalize subgroup counts beyond this synthetic study snapshot.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087DE-552E-415C-AE0C-E7DA483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90537-CA6D-4229-ABF1-6138AF1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1984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2026-08-23T15:23:15.3000000Z</dcterms:created>
  <dcterms:modified xsi:type="dcterms:W3CDTF">2026-08-23T15:23:15.3000000Z</dcterms:modified>
</coreProperties>
</file>