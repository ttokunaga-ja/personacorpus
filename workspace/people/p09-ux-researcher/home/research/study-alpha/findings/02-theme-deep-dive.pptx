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faaf22480849d8" /><Relationship Type="http://schemas.openxmlformats.org/officeDocument/2006/relationships/extended-properties" Target="/docProps/app.xml" Id="Rde19128d659a46c5" /><Relationship Type="http://schemas.openxmlformats.org/officeDocument/2006/relationships/officeDocument" Target="/ppt/presentation.xml" Id="R706ac737277a44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0b8818c4884c48"/>
  </p:sldMasterIdLst>
  <p:notesMasterIdLst>
    <p:notesMasterId xmlns:r="http://schemas.openxmlformats.org/officeDocument/2006/relationships" r:id="R8a9d305423bc4b24"/>
  </p:notesMasterIdLst>
  <p:sldIdLst>
    <p:sldId xmlns:r="http://schemas.openxmlformats.org/officeDocument/2006/relationships" id="256" r:id="Ra1b84a6fe12647fc"/>
    <p:sldId xmlns:r="http://schemas.openxmlformats.org/officeDocument/2006/relationships" id="257" r:id="R7911660554734d23"/>
    <p:sldId xmlns:r="http://schemas.openxmlformats.org/officeDocument/2006/relationships" id="258" r:id="R05ad1b59b4994c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eeb30a6d89494b" /><Relationship Type="http://schemas.openxmlformats.org/officeDocument/2006/relationships/slideMaster" Target="/ppt/slideMasters/slideMaster1.xml" Id="Rc10b8818c4884c48" /><Relationship Type="http://schemas.openxmlformats.org/officeDocument/2006/relationships/notesMaster" Target="/ppt/notesMasters/notesMaster1.xml" Id="R8a9d305423bc4b24" /><Relationship Type="http://schemas.openxmlformats.org/officeDocument/2006/relationships/presProps" Target="/ppt/presProps.xml" Id="Rce05e770a11b42b0" /><Relationship Type="http://schemas.openxmlformats.org/officeDocument/2006/relationships/tableStyles" Target="/ppt/tableStyles.xml" Id="R17f14b5b85ca4280" /><Relationship Type="http://schemas.openxmlformats.org/officeDocument/2006/relationships/slide" Target="/ppt/slides/slide1.xml" Id="Ra1b84a6fe12647fc" /><Relationship Type="http://schemas.openxmlformats.org/officeDocument/2006/relationships/slide" Target="/ppt/slides/slide2.xml" Id="R7911660554734d23" /><Relationship Type="http://schemas.openxmlformats.org/officeDocument/2006/relationships/slide" Target="/ppt/slides/slide3.xml" Id="R05ad1b59b4994c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a51d65d0e744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aa7b9ea1da4ed6" /><Relationship Type="http://schemas.openxmlformats.org/officeDocument/2006/relationships/notesMaster" Target="/ppt/notesMasters/notesMaster1.xml" Id="R45bd4b7c06cc48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245069d2c3419d" /><Relationship Type="http://schemas.openxmlformats.org/officeDocument/2006/relationships/notesMaster" Target="/ppt/notesMasters/notesMaster1.xml" Id="R7efa99be7b9b4f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ad52623d2648ba" /><Relationship Type="http://schemas.openxmlformats.org/officeDocument/2006/relationships/notesMaster" Target="/ppt/notesMasters/notesMaster1.xml" Id="R399c65ab8ef049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2b4b829d44c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bcbf10b02b4bae" /><Relationship Type="http://schemas.openxmlformats.org/officeDocument/2006/relationships/slideLayout" Target="/ppt/slideLayouts/slideLayout1.xml" Id="R7163f88846144e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63f88846144e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9cba9ce214102" /><Relationship Type="http://schemas.openxmlformats.org/officeDocument/2006/relationships/notesSlide" Target="/ppt/notesSlides/notesSlide1.xml" Id="Rf3b2912e36e545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ffa0121bb4785" /><Relationship Type="http://schemas.openxmlformats.org/officeDocument/2006/relationships/notesSlide" Target="/ppt/notesSlides/notesSlide2.xml" Id="R7458b168b7f348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9176cf9b24194" /><Relationship Type="http://schemas.openxmlformats.org/officeDocument/2006/relationships/notesSlide" Target="/ppt/notesSlides/notesSlide3.xml" Id="R9dd0bd9fd1dc49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1C3A1-3F3F-4E06-AEE3-F5BD81E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35FB9-0E1C-4AEB-B3C1-6887AC00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THEME DEEP DIVE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0D07B-169F-4E4B-BB5A-11598F4A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Navigation friction begins when status stops being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6EE7A-BCB8-41FE-9AAE-2CA4EEEF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Theme analysis • navigation/status visibility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185F7-B014-47E2-B9ED-3841574F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233F2-BB09-455B-BA30-C1798226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Paused to locate current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2DB5B-09C1-46D1-98A6-BEC1F0AB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DBE0D-03D7-4329-B3CD-ADF65B39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90115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96909-3CEA-4FAE-9360-70CFAC88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17/24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B6857-38EE-4BF3-A88B-9EBEFA59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Backtracked to verify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3FBC3-ED6A-4FDC-B39A-7195B715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8B9F6-6CF2-46CA-8856-4FC8AC5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2047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A219F-A1AB-42D0-B31F-BE86B37A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9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12/24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2E459-E49A-44FF-A61A-28C9A79B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Used a label as a wayfinding cue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C8551-359C-4F8C-9A1E-99130B0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7925A-9D65-4AB1-B302-2AC0A2BE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17065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494DA-E823-438D-8E3C-13747392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10/24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F77A9-376F-4389-84D4-D383CD13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CD4B1-99B8-4C68-B077-0D713A86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75931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55C1D-C645-43E2-8A16-8619A7E9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F3661-E97A-4F37-A215-AF52161D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WHAT PARTICIPANTS DID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EA224-056D-49AA-B09C-64692DB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Users built their own orientation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F11F5-ADD0-4E88-BB42-83AD4792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These are observations of behavior, not a causal explanation.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BF145-F04F-4518-87FA-0D1BD4D3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B94B4-AC44-41AF-A1FF-8D113C58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DC989-DBF3-4EC9-903C-567F854A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EBAFD-8497-43E6-8BE6-F6C054C5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The user returned to the prior area to confirm where they were in the 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AF1F2-78B3-411A-A42F-B99FF619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19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S03 • paraphrased 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77502-A09A-49E6-9E3F-20D7C8A0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B3EDB-3DF2-4186-AC2A-69432D24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9F8FF-698D-4FFD-B537-9A4B89A3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The user looked for a persistent marker before continuing.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6BBBE-8687-4354-9586-14CA7E58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19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S14 • paraphrased observation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E9A1F-89E6-47E9-8E90-7482373C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87DA8-8A37-4A35-B962-B781C4CB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DE3D5-2D89-4FC5-AC17-6607E560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957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The user used a nearby label to infer the current step.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FAF3A-E66D-4B8E-8DAB-4416E360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S22 • paraphrased 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A351B-B3D5-462F-894C-F0B5351D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119CF-A97A-408F-8E39-F365AD4E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237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144B4-CA65-4680-ACF6-404AE3C8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4CD52-9F56-4D3D-8999-16B8D1E4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DESIGN IMPLICATION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5B1FA-3BFE-4C24-9B2A-DD90409F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Keep orientation continuous through transition states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8809E-8B9A-4188-A4AF-4AE439AB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Prototype a persistent current-state marker, plain-language labels, and a visible next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4AC7A-2FCA-44D7-909D-934DAF48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E793A-92AA-4C0D-A09F-7604D6F6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Test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AF06C-47CC-4B75-A958-FBC3FB5A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Can participants name their current status and next action after an interruption?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4866C-FFE4-4526-BEE8-249B5FEF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791F"/>
                </a:solidFill>
              </a:defRPr>
            </a:pPr>
            <a:r>
              <a:rPr sz="1425" b="1">
                <a:solidFill>
                  <a:srgbClr val="B7791F"/>
                </a:solidFill>
              </a:rPr>
              <a:t>Evidence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78144-B870-453F-9E4E-DC6A0CC6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The observed counts identify where to test; they do not predict outcome size.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787A6-E13E-4EA8-8494-2220726E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79B45-2EC5-4DE9-8D2C-3231A6D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6837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2026-08-23T15:23:15.1370000Z</dcterms:created>
  <dcterms:modified xsi:type="dcterms:W3CDTF">2026-08-23T15:23:15.1370000Z</dcterms:modified>
</coreProperties>
</file>