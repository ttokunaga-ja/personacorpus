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d7e5b8290417f" /><Relationship Type="http://schemas.openxmlformats.org/officeDocument/2006/relationships/extended-properties" Target="/docProps/app.xml" Id="R7f7e9eef76d04a12" /><Relationship Type="http://schemas.openxmlformats.org/officeDocument/2006/relationships/officeDocument" Target="/ppt/presentation.xml" Id="R839cb85e481c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7a6950b844616"/>
  </p:sldMasterIdLst>
  <p:notesMasterIdLst>
    <p:notesMasterId xmlns:r="http://schemas.openxmlformats.org/officeDocument/2006/relationships" r:id="R15fc548df0ab4094"/>
  </p:notesMasterIdLst>
  <p:sldIdLst>
    <p:sldId xmlns:r="http://schemas.openxmlformats.org/officeDocument/2006/relationships" id="256" r:id="R250d02c9644540bc"/>
    <p:sldId xmlns:r="http://schemas.openxmlformats.org/officeDocument/2006/relationships" id="257" r:id="R8d0e303036b3471f"/>
    <p:sldId xmlns:r="http://schemas.openxmlformats.org/officeDocument/2006/relationships" id="258" r:id="Rd33c7e4dbae44523"/>
    <p:sldId xmlns:r="http://schemas.openxmlformats.org/officeDocument/2006/relationships" id="259" r:id="R75e3ba3bff8944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6bee93bc0a437d" /><Relationship Type="http://schemas.openxmlformats.org/officeDocument/2006/relationships/slideMaster" Target="/ppt/slideMasters/slideMaster1.xml" Id="Rde57a6950b844616" /><Relationship Type="http://schemas.openxmlformats.org/officeDocument/2006/relationships/notesMaster" Target="/ppt/notesMasters/notesMaster1.xml" Id="R15fc548df0ab4094" /><Relationship Type="http://schemas.openxmlformats.org/officeDocument/2006/relationships/presProps" Target="/ppt/presProps.xml" Id="Reb589ad491e14f96" /><Relationship Type="http://schemas.openxmlformats.org/officeDocument/2006/relationships/tableStyles" Target="/ppt/tableStyles.xml" Id="Rbb119c6bc2294836" /><Relationship Type="http://schemas.openxmlformats.org/officeDocument/2006/relationships/slide" Target="/ppt/slides/slide1.xml" Id="R250d02c9644540bc" /><Relationship Type="http://schemas.openxmlformats.org/officeDocument/2006/relationships/slide" Target="/ppt/slides/slide2.xml" Id="R8d0e303036b3471f" /><Relationship Type="http://schemas.openxmlformats.org/officeDocument/2006/relationships/slide" Target="/ppt/slides/slide3.xml" Id="Rd33c7e4dbae44523" /><Relationship Type="http://schemas.openxmlformats.org/officeDocument/2006/relationships/slide" Target="/ppt/slides/slide4.xml" Id="R75e3ba3bff89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f8f7454cb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e7990c2e9a46c0" /><Relationship Type="http://schemas.openxmlformats.org/officeDocument/2006/relationships/notesMaster" Target="/ppt/notesMasters/notesMaster1.xml" Id="Rbfe39945d4c6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538fabd1f4c4b" /><Relationship Type="http://schemas.openxmlformats.org/officeDocument/2006/relationships/notesMaster" Target="/ppt/notesMasters/notesMaster1.xml" Id="R247d9026898d41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83fb6df274aa3" /><Relationship Type="http://schemas.openxmlformats.org/officeDocument/2006/relationships/notesMaster" Target="/ppt/notesMasters/notesMaster1.xml" Id="Ra730a1f951af42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f7c6ee1474c83" /><Relationship Type="http://schemas.openxmlformats.org/officeDocument/2006/relationships/notesMaster" Target="/ppt/notesMasters/notesMaster1.xml" Id="Rf46d3a46bc40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03-alpha-filter-panel-state.png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04-alpha-error-recovery-state.png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05-alpha-mobile-navigation.png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prototype export: 00-alpha-prototype-annotated-export.png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ddd9e27a0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0dbe8c4814729" /><Relationship Type="http://schemas.openxmlformats.org/officeDocument/2006/relationships/slideLayout" Target="/ppt/slideLayouts/slideLayout1.xml" Id="Rbec053eb71894d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053eb71894d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5008be5524052" /><Relationship Type="http://schemas.openxmlformats.org/officeDocument/2006/relationships/image" Target="/ppt/media/image.png" Id="R3a2210943efc46a3" /><Relationship Type="http://schemas.openxmlformats.org/officeDocument/2006/relationships/notesSlide" Target="/ppt/notesSlides/notesSlide1.xml" Id="Rf7d4dc42d4884e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1ec68d01b4e0c" /><Relationship Type="http://schemas.openxmlformats.org/officeDocument/2006/relationships/image" Target="/ppt/media/image2.png" Id="R321857f87f4046d9" /><Relationship Type="http://schemas.openxmlformats.org/officeDocument/2006/relationships/notesSlide" Target="/ppt/notesSlides/notesSlide2.xml" Id="Rb390cf2558d1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a7c1917834883" /><Relationship Type="http://schemas.openxmlformats.org/officeDocument/2006/relationships/image" Target="/ppt/media/image3.png" Id="R21be18c5d5a04034" /><Relationship Type="http://schemas.openxmlformats.org/officeDocument/2006/relationships/notesSlide" Target="/ppt/notesSlides/notesSlide3.xml" Id="R455e73204f70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67779cf314943" /><Relationship Type="http://schemas.openxmlformats.org/officeDocument/2006/relationships/image" Target="/ppt/media/image4.png" Id="R9b49299484c74133" /><Relationship Type="http://schemas.openxmlformats.org/officeDocument/2006/relationships/notesSlide" Target="/ppt/notesSlides/notesSlide4.xml" Id="R0785e92ecf914e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EEDD2-7680-4671-9E2B-A49F611F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E24F5E1A-EBC7-454D-B9C7-84FAE831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Design review — predictable filter focus</a:t>
            </a:r>
          </a:p>
        </p:txBody>
      </p:sp>
      <p:sp>
        <p:nvSpPr>
          <p:cNvPr id="3" name="slide-marker-1">
            <a:extLst xmlns:a="http://schemas.openxmlformats.org/drawingml/2006/main">
              <a:ext uri="{FF2B5EF4-FFF2-40B4-BE49-F238E27FC236}">
                <a16:creationId xmlns:a16="http://schemas.microsoft.com/office/drawing/2014/main" id="{D20B1422-1D80-4F0C-A767-4A5D5E3D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210943efc46a3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64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EF4F2-0FD4-4A48-AD6F-9375510A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50D6915-19F4-4C71-8DA0-B69E9906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Design review — retained draft recovery</a:t>
            </a:r>
          </a:p>
        </p:txBody>
      </p:sp>
      <p:sp>
        <p:nvSpPr>
          <p:cNvPr id="3" name="slide-marker-2">
            <a:extLst xmlns:a="http://schemas.openxmlformats.org/drawingml/2006/main">
              <a:ext uri="{FF2B5EF4-FFF2-40B4-BE49-F238E27FC236}">
                <a16:creationId xmlns:a16="http://schemas.microsoft.com/office/drawing/2014/main" id="{0CF99740-1668-4708-8D33-8D301F9C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857f87f4046d9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31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F44C3-44A3-48DD-B64F-D211E11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9B01BB59-2160-4EA4-97D8-BD3B8250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Design review — labeled mobile tabs</a:t>
            </a:r>
          </a:p>
        </p:txBody>
      </p:sp>
      <p:sp>
        <p:nvSpPr>
          <p:cNvPr id="3" name="slide-marker-3">
            <a:extLst xmlns:a="http://schemas.openxmlformats.org/drawingml/2006/main">
              <a:ext uri="{FF2B5EF4-FFF2-40B4-BE49-F238E27FC236}">
                <a16:creationId xmlns:a16="http://schemas.microsoft.com/office/drawing/2014/main" id="{B72E4213-B38B-4A93-B313-F3E33F5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e18c5d5a04034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23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A9E19-B8A9-479E-97CD-CB258BD4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7"/>
          </a:solidFill>
          <a:ln xmlns:a="http://schemas.openxmlformats.org/drawingml/2006/main" w="0">
            <a:solidFill>
              <a:srgbClr val="071B37"/>
            </a:solidFill>
            <a:prstDash val="solid"/>
          </a:ln>
        </p:spPr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884CAA81-0E9E-4F4B-A14F-4DB437E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Design review — handoff priority checks</a:t>
            </a:r>
          </a:p>
        </p:txBody>
      </p:sp>
      <p:sp>
        <p:nvSpPr>
          <p:cNvPr id="3" name="slide-marker-4">
            <a:extLst xmlns:a="http://schemas.openxmlformats.org/drawingml/2006/main">
              <a:ext uri="{FF2B5EF4-FFF2-40B4-BE49-F238E27FC236}">
                <a16:creationId xmlns:a16="http://schemas.microsoft.com/office/drawing/2014/main" id="{095746A2-16A8-45ED-9CBB-5712E87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3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CBFF"/>
                </a:solidFill>
              </a:defRPr>
            </a:pPr>
            <a:r>
              <a:rPr sz="825" b="1">
                <a:solidFill>
                  <a:srgbClr val="9CCBFF"/>
                </a:solidFill>
              </a:rPr>
              <a:t>STUDY ALPHA  /  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9299484c74133"/>
          <a:stretch xmlns:a="http://schemas.openxmlformats.org/drawingml/2006/main"/>
        </p:blipFill>
        <p:spPr>
          <a:xfrm xmlns:a="http://schemas.openxmlformats.org/drawingml/2006/main">
            <a:off x="477121" y="533400"/>
            <a:ext cx="11237759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84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2026-08-23T15:23:41.7800000Z</dcterms:created>
  <dcterms:modified xsi:type="dcterms:W3CDTF">2026-08-23T15:23:41.7800000Z</dcterms:modified>
</coreProperties>
</file>