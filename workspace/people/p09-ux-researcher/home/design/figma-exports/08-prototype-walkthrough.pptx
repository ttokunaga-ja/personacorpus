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7def921354a5c" /><Relationship Type="http://schemas.openxmlformats.org/officeDocument/2006/relationships/extended-properties" Target="/docProps/app.xml" Id="R049c23ef3c994774" /><Relationship Type="http://schemas.openxmlformats.org/officeDocument/2006/relationships/officeDocument" Target="/ppt/presentation.xml" Id="R30b317da1165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b1cb1f4e24210"/>
  </p:sldMasterIdLst>
  <p:notesMasterIdLst>
    <p:notesMasterId xmlns:r="http://schemas.openxmlformats.org/officeDocument/2006/relationships" r:id="R51f9bdbf58854534"/>
  </p:notesMasterIdLst>
  <p:sldIdLst>
    <p:sldId xmlns:r="http://schemas.openxmlformats.org/officeDocument/2006/relationships" id="256" r:id="R9abe7ae69d774dff"/>
    <p:sldId xmlns:r="http://schemas.openxmlformats.org/officeDocument/2006/relationships" id="257" r:id="R996ab8876aba40fb"/>
    <p:sldId xmlns:r="http://schemas.openxmlformats.org/officeDocument/2006/relationships" id="258" r:id="Rbae714912ee74ae0"/>
    <p:sldId xmlns:r="http://schemas.openxmlformats.org/officeDocument/2006/relationships" id="259" r:id="Rd672d03641e24b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fb83c01314b56" /><Relationship Type="http://schemas.openxmlformats.org/officeDocument/2006/relationships/slideMaster" Target="/ppt/slideMasters/slideMaster1.xml" Id="R028b1cb1f4e24210" /><Relationship Type="http://schemas.openxmlformats.org/officeDocument/2006/relationships/notesMaster" Target="/ppt/notesMasters/notesMaster1.xml" Id="R51f9bdbf58854534" /><Relationship Type="http://schemas.openxmlformats.org/officeDocument/2006/relationships/presProps" Target="/ppt/presProps.xml" Id="R37b3678edda24eea" /><Relationship Type="http://schemas.openxmlformats.org/officeDocument/2006/relationships/tableStyles" Target="/ppt/tableStyles.xml" Id="R4a26c71ecedf473d" /><Relationship Type="http://schemas.openxmlformats.org/officeDocument/2006/relationships/slide" Target="/ppt/slides/slide1.xml" Id="R9abe7ae69d774dff" /><Relationship Type="http://schemas.openxmlformats.org/officeDocument/2006/relationships/slide" Target="/ppt/slides/slide2.xml" Id="R996ab8876aba40fb" /><Relationship Type="http://schemas.openxmlformats.org/officeDocument/2006/relationships/slide" Target="/ppt/slides/slide3.xml" Id="Rbae714912ee74ae0" /><Relationship Type="http://schemas.openxmlformats.org/officeDocument/2006/relationships/slide" Target="/ppt/slides/slide4.xml" Id="Rd672d03641e24b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031d3c396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106074d4b4212" /><Relationship Type="http://schemas.openxmlformats.org/officeDocument/2006/relationships/notesMaster" Target="/ppt/notesMasters/notesMaster1.xml" Id="Ra3fb7e3cd31543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ac21f3437744d2" /><Relationship Type="http://schemas.openxmlformats.org/officeDocument/2006/relationships/notesMaster" Target="/ppt/notesMasters/notesMaster1.xml" Id="R1d6537cfc46d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11c1fce8f4ee7" /><Relationship Type="http://schemas.openxmlformats.org/officeDocument/2006/relationships/notesMaster" Target="/ppt/notesMasters/notesMaster1.xml" Id="Rcd083e49cd79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652e86e1bd419b" /><Relationship Type="http://schemas.openxmlformats.org/officeDocument/2006/relationships/notesMaster" Target="/ppt/notesMasters/notesMaster1.xml" Id="R12179c40cba0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00-alpha-prototype-annotated-export.png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01-alpha-onboarding-flow.png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02-alpha-search-results-state.png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04-alpha-error-recovery-state.png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fd20be1304e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1988ba080b4913" /><Relationship Type="http://schemas.openxmlformats.org/officeDocument/2006/relationships/slideLayout" Target="/ppt/slideLayouts/slideLayout1.xml" Id="R42ea801ae0fb4e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a801ae0fb4e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82fcf70c7401e" /><Relationship Type="http://schemas.openxmlformats.org/officeDocument/2006/relationships/image" Target="/ppt/media/image.png" Id="R833c997147d24b9e" /><Relationship Type="http://schemas.openxmlformats.org/officeDocument/2006/relationships/notesSlide" Target="/ppt/notesSlides/notesSlide1.xml" Id="Rcd18669706d446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4a12a7a174637" /><Relationship Type="http://schemas.openxmlformats.org/officeDocument/2006/relationships/image" Target="/ppt/media/image2.png" Id="R13c98292f554443e" /><Relationship Type="http://schemas.openxmlformats.org/officeDocument/2006/relationships/notesSlide" Target="/ppt/notesSlides/notesSlide2.xml" Id="R8d3d8f29d200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b4977cea7490c" /><Relationship Type="http://schemas.openxmlformats.org/officeDocument/2006/relationships/image" Target="/ppt/media/image3.png" Id="R20c95d5cf62344cc" /><Relationship Type="http://schemas.openxmlformats.org/officeDocument/2006/relationships/notesSlide" Target="/ppt/notesSlides/notesSlide3.xml" Id="R6422208351f545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53e3680df4361" /><Relationship Type="http://schemas.openxmlformats.org/officeDocument/2006/relationships/image" Target="/ppt/media/image4.png" Id="R08e4259a65194a32" /><Relationship Type="http://schemas.openxmlformats.org/officeDocument/2006/relationships/notesSlide" Target="/ppt/notesSlides/notesSlide4.xml" Id="R3392341b678e4f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B440-FBF4-4824-96BD-D4B4238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D2489AC8-D465-40CA-82BF-A07BA5AB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Walkthrough — accessible Study Alpha entry</a:t>
            </a:r>
          </a:p>
        </p:txBody>
      </p:sp>
      <p:sp>
        <p:nvSpPr>
          <p:cNvPr id="3" name="slide-marker-1">
            <a:extLst xmlns:a="http://schemas.openxmlformats.org/drawingml/2006/main">
              <a:ext uri="{FF2B5EF4-FFF2-40B4-BE49-F238E27FC236}">
                <a16:creationId xmlns:a16="http://schemas.microsoft.com/office/drawing/2014/main" id="{383C0449-5F93-4E03-AC96-CF988FAD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997147d24b9e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36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EDEE9-45AC-4838-B355-41D43FD5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B35321FC-D424-49C8-B7DB-214529F0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Walkthrough — choose a study focus</a:t>
            </a:r>
          </a:p>
        </p:txBody>
      </p:sp>
      <p:sp>
        <p:nvSpPr>
          <p:cNvPr id="3" name="slide-marker-2">
            <a:extLst xmlns:a="http://schemas.openxmlformats.org/drawingml/2006/main">
              <a:ext uri="{FF2B5EF4-FFF2-40B4-BE49-F238E27FC236}">
                <a16:creationId xmlns:a16="http://schemas.microsoft.com/office/drawing/2014/main" id="{0ECA31A5-014C-4785-9B59-3A636DF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98292f554443e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59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D8A66-30B2-4838-A25A-2314444E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C10E564B-0462-4FEC-A2C6-49DA07D0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Walkthrough — find study materials</a:t>
            </a:r>
          </a:p>
        </p:txBody>
      </p:sp>
      <p:sp>
        <p:nvSpPr>
          <p:cNvPr id="3" name="slide-marker-3">
            <a:extLst xmlns:a="http://schemas.openxmlformats.org/drawingml/2006/main">
              <a:ext uri="{FF2B5EF4-FFF2-40B4-BE49-F238E27FC236}">
                <a16:creationId xmlns:a16="http://schemas.microsoft.com/office/drawing/2014/main" id="{296B2A4A-4D36-4245-A43C-2508018D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95d5cf62344cc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77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D8063-76EE-4401-95A0-F1BA3F3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C3B9035F-97A9-4D76-8645-CA9862D3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Walkthrough — preserve the draft</a:t>
            </a:r>
          </a:p>
        </p:txBody>
      </p:sp>
      <p:sp>
        <p:nvSpPr>
          <p:cNvPr id="3" name="slide-marker-4">
            <a:extLst xmlns:a="http://schemas.openxmlformats.org/drawingml/2006/main">
              <a:ext uri="{FF2B5EF4-FFF2-40B4-BE49-F238E27FC236}">
                <a16:creationId xmlns:a16="http://schemas.microsoft.com/office/drawing/2014/main" id="{F4B804F1-14E1-47D0-8FC1-926BEE22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4259a65194a32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84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2026-08-23T15:23:41.3310000Z</dcterms:created>
  <dcterms:modified xsi:type="dcterms:W3CDTF">2026-08-23T15:23:41.3310000Z</dcterms:modified>
</coreProperties>
</file>