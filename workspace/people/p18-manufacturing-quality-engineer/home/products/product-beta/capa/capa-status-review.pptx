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457287a7584431e" /><Relationship Type="http://schemas.openxmlformats.org/officeDocument/2006/relationships/extended-properties" Target="/docProps/app.xml" Id="R3f11f9d001454c21" /><Relationship Type="http://schemas.openxmlformats.org/officeDocument/2006/relationships/officeDocument" Target="/ppt/presentation.xml" Id="R1d0ec35ca748444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780745a8a434c79"/>
  </p:sldMasterIdLst>
  <p:notesMasterIdLst>
    <p:notesMasterId xmlns:r="http://schemas.openxmlformats.org/officeDocument/2006/relationships" r:id="R43c983e2091b451d"/>
  </p:notesMasterIdLst>
  <p:sldIdLst>
    <p:sldId xmlns:r="http://schemas.openxmlformats.org/officeDocument/2006/relationships" id="256" r:id="R6312d3b9832447f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e7c69002b3340c3" /><Relationship Type="http://schemas.openxmlformats.org/officeDocument/2006/relationships/slideMaster" Target="/ppt/slideMasters/slideMaster1.xml" Id="R0780745a8a434c79" /><Relationship Type="http://schemas.openxmlformats.org/officeDocument/2006/relationships/notesMaster" Target="/ppt/notesMasters/notesMaster1.xml" Id="R43c983e2091b451d" /><Relationship Type="http://schemas.openxmlformats.org/officeDocument/2006/relationships/presProps" Target="/ppt/presProps.xml" Id="Ra9cd3096074f4d7c" /><Relationship Type="http://schemas.openxmlformats.org/officeDocument/2006/relationships/tableStyles" Target="/ppt/tableStyles.xml" Id="R736df7d8a0b0463b" /><Relationship Type="http://schemas.openxmlformats.org/officeDocument/2006/relationships/slide" Target="/ppt/slides/slide1.xml" Id="R6312d3b9832447f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7149b86fabd490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7c1a37ac2b34d9b" /><Relationship Type="http://schemas.openxmlformats.org/officeDocument/2006/relationships/notesMaster" Target="/ppt/notesMasters/notesMaster1.xml" Id="Rc6a2569eecea416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b58f0befd64ba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1419f90a7584287" /><Relationship Type="http://schemas.openxmlformats.org/officeDocument/2006/relationships/slideLayout" Target="/ppt/slideLayouts/slideLayout1.xml" Id="Rbbe508d7ce3b4f4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be508d7ce3b4f4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84147928f743d2" /><Relationship Type="http://schemas.openxmlformats.org/officeDocument/2006/relationships/notesSlide" Target="/ppt/notesSlides/notesSlide1.xml" Id="R61275bd03f9e4c2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3A4C8C-D20C-45E4-B6F0-0AF981A8A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FORGELINE  |  QUALITY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EAF261-19BE-4A16-BE3F-FFFFD97A7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723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20618"/>
                </a:solidFill>
              </a:defRPr>
            </a:pPr>
            <a:r>
              <a:rPr sz="3150" b="1">
                <a:solidFill>
                  <a:srgbClr val="020618"/>
                </a:solidFill>
              </a:rPr>
              <a:t>Product Beta CAPA status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C18C07-DEA4-4CF9-8D71-CB8AE6481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5556C"/>
                </a:solidFill>
              </a:defRPr>
            </a:pPr>
            <a:r>
              <a:rPr sz="1500" b="0">
                <a:solidFill>
                  <a:srgbClr val="45556C"/>
                </a:solidFill>
              </a:rPr>
              <a:t>NCR-026 • Review date: 2026-08-11 • Dimensional acceptance: ±0.18 mm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954D00-D1D4-4E22-A30B-B9B79C8FB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E94664-77A0-4C8C-AD4D-7387B3C11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33337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2F2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469097-A3EC-4909-9C59-4B3559A73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099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9F0712"/>
                </a:solidFill>
              </a:defRPr>
            </a:pPr>
            <a:r>
              <a:rPr sz="1875" b="1">
                <a:solidFill>
                  <a:srgbClr val="9F0712"/>
                </a:solidFill>
              </a:rPr>
              <a:t>Condition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B9FDD6-2DB6-47C8-9133-9C74DA57E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28003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14158"/>
                </a:solidFill>
              </a:defRPr>
            </a:pPr>
            <a:r>
              <a:rPr sz="1350" b="0">
                <a:solidFill>
                  <a:srgbClr val="314158"/>
                </a:solidFill>
              </a:rPr>
              <a:t>Locating feature observed at +0.24 mm; affected units contained before release.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33380A-B9F1-4E0B-BC8A-5553CC880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724150"/>
            <a:ext cx="33337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BE9EA0-B8B9-4838-B457-19AC6AC36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099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93CB8"/>
                </a:solidFill>
              </a:defRPr>
            </a:pPr>
            <a:r>
              <a:rPr sz="1875" b="1">
                <a:solidFill>
                  <a:srgbClr val="193CB8"/>
                </a:solidFill>
              </a:rPr>
              <a:t>Correction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B430BA-00BB-429C-ADBD-BF6297711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505200"/>
            <a:ext cx="28003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14158"/>
                </a:solidFill>
              </a:defRPr>
            </a:pPr>
            <a:r>
              <a:rPr sz="1350" b="0">
                <a:solidFill>
                  <a:srgbClr val="314158"/>
                </a:solidFill>
              </a:rPr>
              <a:t>Separate setup, metrology measurement, and release authorization.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BA7320-5302-4929-A8E0-485402589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24150"/>
            <a:ext cx="33337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5CC846-391A-4B08-B4D1-ADB273A7D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0099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6045"/>
                </a:solidFill>
              </a:defRPr>
            </a:pPr>
            <a:r>
              <a:rPr sz="1875" b="1">
                <a:solidFill>
                  <a:srgbClr val="006045"/>
                </a:solidFill>
              </a:rPr>
              <a:t>Verification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E2E1DC-5A78-43D5-934C-21D439C01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505200"/>
            <a:ext cx="28003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14158"/>
                </a:solidFill>
              </a:defRPr>
            </a:pPr>
            <a:r>
              <a:rPr sz="1350" b="0">
                <a:solidFill>
                  <a:srgbClr val="314158"/>
                </a:solidFill>
              </a:rPr>
              <a:t>Three monitored lots within ±0.18 mm; ten-lot review remains scheduled.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8F64A1-FD0E-4CB6-886D-64286378E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20618"/>
                </a:solidFill>
              </a:defRPr>
            </a:pPr>
            <a:r>
              <a:rPr sz="1800" b="1">
                <a:solidFill>
                  <a:srgbClr val="020618"/>
                </a:solidFill>
              </a:rPr>
              <a:t>Decision requested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860078-34B1-4DC0-ABBC-813E6808B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14158"/>
                </a:solidFill>
              </a:defRPr>
            </a:pPr>
            <a:r>
              <a:rPr sz="1500" b="0">
                <a:solidFill>
                  <a:srgbClr val="314158"/>
                </a:solidFill>
              </a:rPr>
              <a:t>Confirm the monitoring plan and authorize the 2026-08-25 effectiveness review when the closure evidence register is complete.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C7AA63-0F69-4677-A3B4-CC3E22AC7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0A1B9"/>
                </a:solidFill>
              </a:defRPr>
            </a:pPr>
            <a:r>
              <a:rPr sz="825" b="0">
                <a:solidFill>
                  <a:srgbClr val="90A1B9"/>
                </a:solidFill>
              </a:rPr>
              <a:t>Synthetic internal quality record</a:t>
            </a:r>
          </a:p>
        </p:txBody>
      </p:sp>
    </p:spTree>
    <p:extLst>
      <p:ext uri="{BB962C8B-B14F-4D97-AF65-F5344CB8AC3E}">
        <p14:creationId xmlns:p14="http://schemas.microsoft.com/office/powerpoint/2010/main" val="3408706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2026-08-23T20:06:31.2990000Z</dcterms:created>
  <dcterms:modified xsi:type="dcterms:W3CDTF">2026-08-23T20:06:31.2990000Z</dcterms:modified>
</coreProperties>
</file>