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033812b6aa4031" /><Relationship Type="http://schemas.openxmlformats.org/officeDocument/2006/relationships/extended-properties" Target="/docProps/app.xml" Id="R9a48a887223c4cc2" /><Relationship Type="http://schemas.openxmlformats.org/officeDocument/2006/relationships/officeDocument" Target="/ppt/presentation.xml" Id="R2aa668182b1e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91f32560ef4312"/>
  </p:sldMasterIdLst>
  <p:notesMasterIdLst>
    <p:notesMasterId xmlns:r="http://schemas.openxmlformats.org/officeDocument/2006/relationships" r:id="Ra733a4dd64414933"/>
  </p:notesMasterIdLst>
  <p:sldIdLst>
    <p:sldId xmlns:r="http://schemas.openxmlformats.org/officeDocument/2006/relationships" id="256" r:id="R9a71340b3f7343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1bf1ac23394d3d" /><Relationship Type="http://schemas.openxmlformats.org/officeDocument/2006/relationships/slideMaster" Target="/ppt/slideMasters/slideMaster1.xml" Id="Rcc91f32560ef4312" /><Relationship Type="http://schemas.openxmlformats.org/officeDocument/2006/relationships/notesMaster" Target="/ppt/notesMasters/notesMaster1.xml" Id="Ra733a4dd64414933" /><Relationship Type="http://schemas.openxmlformats.org/officeDocument/2006/relationships/presProps" Target="/ppt/presProps.xml" Id="R87a1f52da431400e" /><Relationship Type="http://schemas.openxmlformats.org/officeDocument/2006/relationships/tableStyles" Target="/ppt/tableStyles.xml" Id="Rb969364a09ff4030" /><Relationship Type="http://schemas.openxmlformats.org/officeDocument/2006/relationships/slide" Target="/ppt/slides/slide1.xml" Id="R9a71340b3f7343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1567d622064b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dcbd376f3f4d8c" /><Relationship Type="http://schemas.openxmlformats.org/officeDocument/2006/relationships/notesMaster" Target="/ppt/notesMasters/notesMaster1.xml" Id="R007f0dc7abad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5ca9a71e34c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ad16bba3384727" /><Relationship Type="http://schemas.openxmlformats.org/officeDocument/2006/relationships/slideLayout" Target="/ppt/slideLayouts/slideLayout1.xml" Id="R772c699b475543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2c699b475543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c0cebfb004984" /><Relationship Type="http://schemas.openxmlformats.org/officeDocument/2006/relationships/notesSlide" Target="/ppt/notesSlides/notesSlide1.xml" Id="Ra34d5174f4da40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083FE-04C9-4D69-BEB6-479DEA52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708C"/>
                </a:solidFill>
              </a:defRPr>
            </a:pPr>
            <a:r>
              <a:rPr sz="1200" b="1">
                <a:solidFill>
                  <a:srgbClr val="28708C"/>
                </a:solidFill>
              </a:rPr>
              <a:t>FORGELINE | PRODUCT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8907E-CE5C-4C2A-B21F-DA1BA57B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3B52"/>
                </a:solidFill>
              </a:defRPr>
            </a:pPr>
            <a:r>
              <a:rPr sz="2850" b="1">
                <a:solidFill>
                  <a:srgbClr val="153B52"/>
                </a:solidFill>
              </a:rPr>
              <a:t>FMEA change log closes the controls behind NCR-026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2153F-5224-43C4-8D04-A150CACE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6472"/>
                </a:solidFill>
              </a:defRPr>
            </a:pPr>
            <a:r>
              <a:rPr sz="1500" b="0">
                <a:solidFill>
                  <a:srgbClr val="476472"/>
                </a:solidFill>
              </a:rPr>
              <a:t>2026-08-11 review | critical datum tolerance: +/-0.18 mm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FA08E-037E-4C81-85B5-9D31CEF1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00858-D3E9-4C94-9A3D-2B740630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10307-9396-45E2-8E26-04E51FA0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479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Control now in 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7CDBB-F033-47F2-AA12-2A7504E2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8D0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3B52"/>
                </a:solidFill>
              </a:defRPr>
            </a:pPr>
            <a:r>
              <a:rPr sz="1275" b="0">
                <a:solidFill>
                  <a:srgbClr val="153B52"/>
                </a:solidFill>
              </a:rPr>
              <a:t>Locator replacement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351C5-A4D6-4217-9F0C-717F091C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8D0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3B52"/>
                </a:solidFill>
              </a:defRPr>
            </a:pPr>
            <a:r>
              <a:rPr sz="1275" b="0">
                <a:solidFill>
                  <a:srgbClr val="153B52"/>
                </a:solidFill>
              </a:rPr>
              <a:t>Datum offset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75B4F-AA1E-4423-9637-6B555E37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8D0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3B52"/>
                </a:solidFill>
              </a:defRPr>
            </a:pPr>
            <a:r>
              <a:rPr sz="1275" b="0">
                <a:solidFill>
                  <a:srgbClr val="153B52"/>
                </a:solidFill>
              </a:rPr>
              <a:t>First-piece probe at every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B01BE-3BA9-42EA-83FE-C33D90C8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8D0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3B52"/>
                </a:solidFill>
              </a:defRPr>
            </a:pPr>
            <a:r>
              <a:rPr sz="1275" b="0">
                <a:solidFill>
                  <a:srgbClr val="153B52"/>
                </a:solidFill>
              </a:rPr>
              <a:t>Tool-life 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0A8D8-9CDF-488D-8B7E-0A8BB783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8D0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3B52"/>
                </a:solidFill>
              </a:defRPr>
            </a:pPr>
            <a:r>
              <a:rPr sz="1275" b="0">
                <a:solidFill>
                  <a:srgbClr val="153B52"/>
                </a:solidFill>
              </a:rPr>
              <a:t>Wall variation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651CC-9413-4F53-84BE-6DE92752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8D0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3B52"/>
                </a:solidFill>
              </a:defRPr>
            </a:pPr>
            <a:r>
              <a:rPr sz="1275" b="0">
                <a:solidFill>
                  <a:srgbClr val="153B52"/>
                </a:solidFill>
              </a:rPr>
              <a:t>In-process probe every 10 parts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C1871-BA46-4EB9-A21E-11C01A1E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8D0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3B52"/>
                </a:solidFill>
              </a:defRPr>
            </a:pPr>
            <a:r>
              <a:rPr sz="1275" b="0">
                <a:solidFill>
                  <a:srgbClr val="153B52"/>
                </a:solidFill>
              </a:rPr>
              <a:t>Calibration status 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5151A-5B50-446D-928F-AB2EBC5D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96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8D0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3B52"/>
                </a:solidFill>
              </a:defRPr>
            </a:pPr>
            <a:r>
              <a:rPr sz="1275" b="0">
                <a:solidFill>
                  <a:srgbClr val="153B52"/>
                </a:solidFill>
              </a:rPr>
              <a:t>Gauge drift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BDE83-570E-493D-936A-AAA3FC47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19650"/>
            <a:ext cx="3333750" cy="552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B8D0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3B52"/>
                </a:solidFill>
              </a:defRPr>
            </a:pPr>
            <a:r>
              <a:rPr sz="1275" b="0">
                <a:solidFill>
                  <a:srgbClr val="153B52"/>
                </a:solidFill>
              </a:rPr>
              <a:t>Release check before final inspection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4DE2C-9105-49C1-8BD7-4D58C088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08C"/>
                </a:solidFill>
              </a:defRPr>
            </a:pPr>
            <a:r>
              <a:rPr sz="1650" b="1">
                <a:solidFill>
                  <a:srgbClr val="28708C"/>
                </a:solidFill>
              </a:rPr>
              <a:t>Decision: residual risk is accepted after verification of all three controls.</a:t>
            </a:r>
          </a:p>
        </p:txBody>
      </p:sp>
    </p:spTree>
    <p:extLst>
      <p:ext uri="{BB962C8B-B14F-4D97-AF65-F5344CB8AC3E}">
        <p14:creationId xmlns:p14="http://schemas.microsoft.com/office/powerpoint/2010/main" val="1896936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2026-08-23T20:06:14.0730000Z</dcterms:created>
  <dcterms:modified xsi:type="dcterms:W3CDTF">2026-08-23T20:06:14.0730000Z</dcterms:modified>
</coreProperties>
</file>