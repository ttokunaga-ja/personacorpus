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3e6621042c4326" /><Relationship Type="http://schemas.openxmlformats.org/officeDocument/2006/relationships/extended-properties" Target="/docProps/app.xml" Id="R0b82856eabe646f7" /><Relationship Type="http://schemas.openxmlformats.org/officeDocument/2006/relationships/officeDocument" Target="/ppt/presentation.xml" Id="R3d0583ef1b9e4e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403f62cc124cbf"/>
  </p:sldMasterIdLst>
  <p:notesMasterIdLst>
    <p:notesMasterId xmlns:r="http://schemas.openxmlformats.org/officeDocument/2006/relationships" r:id="R88859269c4334232"/>
  </p:notesMasterIdLst>
  <p:sldIdLst>
    <p:sldId xmlns:r="http://schemas.openxmlformats.org/officeDocument/2006/relationships" id="256" r:id="R0561c90a6d834aa2"/>
    <p:sldId xmlns:r="http://schemas.openxmlformats.org/officeDocument/2006/relationships" id="257" r:id="R31125ee717f54396"/>
    <p:sldId xmlns:r="http://schemas.openxmlformats.org/officeDocument/2006/relationships" id="258" r:id="R3a02ef64b6ab48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744c01bfe74b9d" /><Relationship Type="http://schemas.openxmlformats.org/officeDocument/2006/relationships/slideMaster" Target="/ppt/slideMasters/slideMaster1.xml" Id="R05403f62cc124cbf" /><Relationship Type="http://schemas.openxmlformats.org/officeDocument/2006/relationships/notesMaster" Target="/ppt/notesMasters/notesMaster1.xml" Id="R88859269c4334232" /><Relationship Type="http://schemas.openxmlformats.org/officeDocument/2006/relationships/presProps" Target="/ppt/presProps.xml" Id="R3b57fcce50ba4275" /><Relationship Type="http://schemas.openxmlformats.org/officeDocument/2006/relationships/tableStyles" Target="/ppt/tableStyles.xml" Id="R19cf8ca918a043a8" /><Relationship Type="http://schemas.openxmlformats.org/officeDocument/2006/relationships/slide" Target="/ppt/slides/slide1.xml" Id="R0561c90a6d834aa2" /><Relationship Type="http://schemas.openxmlformats.org/officeDocument/2006/relationships/slide" Target="/ppt/slides/slide2.xml" Id="R31125ee717f54396" /><Relationship Type="http://schemas.openxmlformats.org/officeDocument/2006/relationships/slide" Target="/ppt/slides/slide3.xml" Id="R3a02ef64b6ab48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670be864724c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e9c5a490a542ec" /><Relationship Type="http://schemas.openxmlformats.org/officeDocument/2006/relationships/notesMaster" Target="/ppt/notesMasters/notesMaster1.xml" Id="Rb98923e427504d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ccf63bfe314be4" /><Relationship Type="http://schemas.openxmlformats.org/officeDocument/2006/relationships/notesMaster" Target="/ppt/notesMasters/notesMaster1.xml" Id="Rb4794334653844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1322cf1eea4bb3" /><Relationship Type="http://schemas.openxmlformats.org/officeDocument/2006/relationships/notesMaster" Target="/ppt/notesMasters/notesMaster1.xml" Id="R6730d62f274446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d8f16e116843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c23db896bd4ae2" /><Relationship Type="http://schemas.openxmlformats.org/officeDocument/2006/relationships/slideLayout" Target="/ppt/slideLayouts/slideLayout1.xml" Id="R8c62858e575543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62858e575543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b200d3da94289" /><Relationship Type="http://schemas.openxmlformats.org/officeDocument/2006/relationships/notesSlide" Target="/ppt/notesSlides/notesSlide1.xml" Id="Rf175b1abd36e4f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19cfee554458c" /><Relationship Type="http://schemas.openxmlformats.org/officeDocument/2006/relationships/notesSlide" Target="/ppt/notesSlides/notesSlide2.xml" Id="R815929433cf941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06e9c1d314d5b" /><Relationship Type="http://schemas.openxmlformats.org/officeDocument/2006/relationships/notesSlide" Target="/ppt/notesSlides/notesSlide3.xml" Id="R4b264259127147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9979E-E1D5-431C-B320-C32127F9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ForgeLine | Product Alpha | NCR-026 | 2026-08-11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5883D-011D-469B-BB9D-F6497AE0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20618"/>
                </a:solidFill>
              </a:defRPr>
            </a:pPr>
            <a:r>
              <a:rPr sz="2325" b="1">
                <a:solidFill>
                  <a:srgbClr val="020618"/>
                </a:solidFill>
              </a:rPr>
              <a:t>CAPA review briefing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6BC9F-B3AA-43F2-B4B3-4CB0562F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Controlled restart and effectiveness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A3FF4-DB3B-4785-B371-B816C6E5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Issue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F1247-63BA-412A-8D3F-27EF1ECB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681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NCR-026: Product Alpha locator variation exceeded +/-0.18 mm.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4B884-D3CB-4DEB-BA4C-5501134B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Containment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AE3E8-AC4B-4A20-BB61-F66E34C1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67100"/>
            <a:ext cx="681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Affected sleeves were segregated before a controlled restart.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5719F-89AA-4182-9F34-D9D48C16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812BD-04D7-4149-B15C-02FB4FF9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62450"/>
            <a:ext cx="681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Continue three-lot monitoring before final closure.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381AB-E375-4267-B7E8-A3A7199A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48E"/>
                </a:solidFill>
              </a:defRPr>
            </a:pPr>
            <a:r>
              <a:rPr sz="1200" b="0">
                <a:solidFill>
                  <a:srgbClr val="62748E"/>
                </a:solidFill>
              </a:rPr>
              <a:t>Synthetic ForgeLine quality record; no personal, supplier,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3615249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13B1A-DA4F-4741-8BBF-15739D9F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ForgeLine | Product Alpha | NCR-026 | 2026-08-11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2B17D-1EB0-433B-8671-3D7D2D7B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000125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20618"/>
                </a:solidFill>
              </a:defRPr>
            </a:pPr>
            <a:r>
              <a:rPr sz="2325" b="1">
                <a:solidFill>
                  <a:srgbClr val="020618"/>
                </a:solidFill>
              </a:rPr>
              <a:t>Corrective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EE3C1-35E6-4DDE-9A67-A8BC538A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NCR-026 root-cause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AB923-085D-4259-99A9-78CA15DA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71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Root cause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F679C-1677-4D58-8984-2893B0C4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71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Sleeve condition had no defined replacement trigger.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09F30-B117-4698-94AC-B1B88D53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67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Corrective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B6EC8-449F-4F2D-9DC6-2BB07C25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671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Replace worn sleeves and verify the first piece within +/-0.18 mm.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904EE-2EC7-4146-B59F-B2608439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62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Prevention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3BF60-3302-41C3-B190-6D137162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624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Use a visual work aid and role-based inspection training.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A7F4F-7B26-4E32-AC75-D0D1D146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150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48E"/>
                </a:solidFill>
              </a:defRPr>
            </a:pPr>
            <a:r>
              <a:rPr sz="1200" b="0">
                <a:solidFill>
                  <a:srgbClr val="62748E"/>
                </a:solidFill>
              </a:rPr>
              <a:t>Evidence references: CL-026, VR-026-02, TR-026, and PCM-026.</a:t>
            </a:r>
          </a:p>
        </p:txBody>
      </p:sp>
    </p:spTree>
    <p:extLst>
      <p:ext uri="{BB962C8B-B14F-4D97-AF65-F5344CB8AC3E}">
        <p14:creationId xmlns:p14="http://schemas.microsoft.com/office/powerpoint/2010/main" val="1193038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4893D-C682-4BE0-BA6C-A2249CB7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ForgeLine | Product Alpha | NCR-026 | 2026-08-11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B97F8-A2C0-4B52-B0E2-E8F9C827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20618"/>
                </a:solidFill>
              </a:defRPr>
            </a:pPr>
            <a:r>
              <a:rPr sz="2325" b="1">
                <a:solidFill>
                  <a:srgbClr val="020618"/>
                </a:solidFill>
              </a:rPr>
              <a:t>Effectiveness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C3FF6-E506-4566-B2BE-DBAA21AB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Three released Product Alpha lots determine closure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63BD9-C242-49DA-93A5-11A42C58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Sampling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629D5-AB08-44B1-930D-4A6598EA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681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At least ten locator readings per lot.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3113B-933C-4E0D-B5E8-43531E37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Acceptance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D71CD-32FF-4670-A977-EDCFF3C4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67100"/>
            <a:ext cx="681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Every sampled reading remains within +/-0.18 mm.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58B1E-13E6-4B4E-B9A6-26F0471D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Escalation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51BA2-61B5-48ED-A7A2-12A85E0F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62450"/>
            <a:ext cx="681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Any recurrence reopens containment and CAPA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35F27-721F-4D8D-AA45-3171AA0B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48E"/>
                </a:solidFill>
              </a:defRPr>
            </a:pPr>
            <a:r>
              <a:rPr sz="1200" b="0">
                <a:solidFill>
                  <a:srgbClr val="62748E"/>
                </a:solidFill>
              </a:rPr>
              <a:t>Product Beta materials use the same synthetic ForgeLine quality-control language where applicable.</a:t>
            </a:r>
          </a:p>
        </p:txBody>
      </p:sp>
    </p:spTree>
    <p:extLst>
      <p:ext uri="{BB962C8B-B14F-4D97-AF65-F5344CB8AC3E}">
        <p14:creationId xmlns:p14="http://schemas.microsoft.com/office/powerpoint/2010/main" val="1973196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2026-08-23T20:33:42.5050000Z</dcterms:created>
  <dcterms:modified xsi:type="dcterms:W3CDTF">2026-08-23T20:33:42.5050000Z</dcterms:modified>
</coreProperties>
</file>