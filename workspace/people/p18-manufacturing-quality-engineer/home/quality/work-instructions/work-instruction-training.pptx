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841ff272704d35" /><Relationship Type="http://schemas.openxmlformats.org/officeDocument/2006/relationships/extended-properties" Target="/docProps/app.xml" Id="R5796ffd715284e5d" /><Relationship Type="http://schemas.openxmlformats.org/officeDocument/2006/relationships/officeDocument" Target="/ppt/presentation.xml" Id="Rae8dfad2c41441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65b52aaad1474c"/>
  </p:sldMasterIdLst>
  <p:notesMasterIdLst>
    <p:notesMasterId xmlns:r="http://schemas.openxmlformats.org/officeDocument/2006/relationships" r:id="Rbe5144efa9834bd2"/>
  </p:notesMasterIdLst>
  <p:sldIdLst>
    <p:sldId xmlns:r="http://schemas.openxmlformats.org/officeDocument/2006/relationships" id="256" r:id="R0d443d5a649f4c25"/>
    <p:sldId xmlns:r="http://schemas.openxmlformats.org/officeDocument/2006/relationships" id="257" r:id="Rb43f8ab39fe2431c"/>
    <p:sldId xmlns:r="http://schemas.openxmlformats.org/officeDocument/2006/relationships" id="258" r:id="R82b848456e044f41"/>
    <p:sldId xmlns:r="http://schemas.openxmlformats.org/officeDocument/2006/relationships" id="259" r:id="R1ff5e727f6e441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09d51e3cbd4448" /><Relationship Type="http://schemas.openxmlformats.org/officeDocument/2006/relationships/slideMaster" Target="/ppt/slideMasters/slideMaster1.xml" Id="R3e65b52aaad1474c" /><Relationship Type="http://schemas.openxmlformats.org/officeDocument/2006/relationships/notesMaster" Target="/ppt/notesMasters/notesMaster1.xml" Id="Rbe5144efa9834bd2" /><Relationship Type="http://schemas.openxmlformats.org/officeDocument/2006/relationships/presProps" Target="/ppt/presProps.xml" Id="Rac83a14e43094e2b" /><Relationship Type="http://schemas.openxmlformats.org/officeDocument/2006/relationships/tableStyles" Target="/ppt/tableStyles.xml" Id="Rb4e95c8b540b4267" /><Relationship Type="http://schemas.openxmlformats.org/officeDocument/2006/relationships/slide" Target="/ppt/slides/slide1.xml" Id="R0d443d5a649f4c25" /><Relationship Type="http://schemas.openxmlformats.org/officeDocument/2006/relationships/slide" Target="/ppt/slides/slide2.xml" Id="Rb43f8ab39fe2431c" /><Relationship Type="http://schemas.openxmlformats.org/officeDocument/2006/relationships/slide" Target="/ppt/slides/slide3.xml" Id="R82b848456e044f41" /><Relationship Type="http://schemas.openxmlformats.org/officeDocument/2006/relationships/slide" Target="/ppt/slides/slide4.xml" Id="R1ff5e727f6e441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c970316f534d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ef43220564d4b" /><Relationship Type="http://schemas.openxmlformats.org/officeDocument/2006/relationships/notesMaster" Target="/ppt/notesMasters/notesMaster1.xml" Id="Rfd29f9b12ba241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c582c354194fd9" /><Relationship Type="http://schemas.openxmlformats.org/officeDocument/2006/relationships/notesMaster" Target="/ppt/notesMasters/notesMaster1.xml" Id="Rcbe31a886f574e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b0a0866bec4a72" /><Relationship Type="http://schemas.openxmlformats.org/officeDocument/2006/relationships/notesMaster" Target="/ppt/notesMasters/notesMaster1.xml" Id="Ra8e6ea0bed4449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aa48290b9149cc" /><Relationship Type="http://schemas.openxmlformats.org/officeDocument/2006/relationships/notesMaster" Target="/ppt/notesMasters/notesMaster1.xml" Id="Rfb989e870864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21068a97d45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439a7289024825" /><Relationship Type="http://schemas.openxmlformats.org/officeDocument/2006/relationships/slideLayout" Target="/ppt/slideLayouts/slideLayout1.xml" Id="R5d7821c08dc4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7821c08dc4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4c3a4ecf74fbd" /><Relationship Type="http://schemas.openxmlformats.org/officeDocument/2006/relationships/notesSlide" Target="/ppt/notesSlides/notesSlide1.xml" Id="R4b1946fb74a847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01c60c3a5411e" /><Relationship Type="http://schemas.openxmlformats.org/officeDocument/2006/relationships/notesSlide" Target="/ppt/notesSlides/notesSlide2.xml" Id="Rc0c2853d45e440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8e476d0334c16" /><Relationship Type="http://schemas.openxmlformats.org/officeDocument/2006/relationships/notesSlide" Target="/ppt/notesSlides/notesSlide3.xml" Id="R79f0b6cd72d448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3fb00553642ab" /><Relationship Type="http://schemas.openxmlformats.org/officeDocument/2006/relationships/notesSlide" Target="/ppt/notesSlides/notesSlide4.xml" Id="Re56ec353b6a84f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E5C5C-0914-4DBE-BBCA-01A9D748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ForgeLine | Product Alpha | 2026-08-11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910C9-DF9A-4168-88A4-D2ED4612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554"/>
                </a:solidFill>
              </a:defRPr>
            </a:pPr>
            <a:r>
              <a:rPr sz="2250" b="1">
                <a:solidFill>
                  <a:srgbClr val="172554"/>
                </a:solidFill>
              </a:rPr>
              <a:t>Measurement work instruction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1B5E0-2672-41E5-9EE3-452930A5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short operator reference for controlled Product Alpha dimensional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30257-221B-4246-A39C-454241BC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EE05F-4396-45E5-B84E-EE209893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4D78"/>
                </a:solidFill>
              </a:defRPr>
            </a:pPr>
            <a:r>
              <a:rPr sz="1950" b="1">
                <a:solidFill>
                  <a:srgbClr val="1F4D78"/>
                </a:solidFill>
              </a:rPr>
              <a:t>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72C4A-A3AD-4252-91B8-D11285B3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554"/>
                </a:solidFill>
              </a:defRPr>
            </a:pPr>
            <a:r>
              <a:rPr sz="1800" b="0">
                <a:solidFill>
                  <a:srgbClr val="172554"/>
                </a:solidFill>
              </a:rPr>
              <a:t>Measure consistently, record clearly, and contain any condition outside the approved band.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B5A37-ED7A-4D84-9EC4-580465B9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Critical acceptance band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F11E8-A670-4E1A-9017-121654C7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Nominal requirement</a:t>
            </a:r>
          </a:p>
          <a:p xmlns:a="http://schemas.openxmlformats.org/drawingml/2006/main">
            <a:pPr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±0.18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DCD3A-21CD-4BD1-88BF-1AF63D6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Synthetic training material | No production identifiers or personal data</a:t>
            </a:r>
          </a:p>
        </p:txBody>
      </p:sp>
    </p:spTree>
    <p:extLst>
      <p:ext uri="{BB962C8B-B14F-4D97-AF65-F5344CB8AC3E}">
        <p14:creationId xmlns:p14="http://schemas.microsoft.com/office/powerpoint/2010/main" val="397990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553C3-C4D4-4D3F-A22E-746D22E3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ForgeLine | Product Alpha | 2026-08-11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D16B3-F824-4A0E-B0A7-29A4847C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554"/>
                </a:solidFill>
              </a:defRPr>
            </a:pPr>
            <a:r>
              <a:rPr sz="2250" b="1">
                <a:solidFill>
                  <a:srgbClr val="172554"/>
                </a:solidFill>
              </a:rPr>
              <a:t>Stable measurement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8A54F-B271-4A5E-8C75-AC420AF6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clean, zeroed gage makes the result defensible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C4560-2402-48CF-B2E6-A702D7E2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50B88-AAA7-4710-82AF-51C4EDD4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8D2EF-5B83-4E6A-B455-96BE464A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1. Prepare the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9FC29-9F12-4150-933C-2F23687E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Remove residue from the caliper jaws and the Product Alpha measurement surface.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65ED-6DF5-4121-AEF3-19AB3E94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F2E26-9CA2-459D-A4B9-B702B023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2. Confirm zero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906A5-A9C3-4A36-954B-0452AB4F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Close the jaws gently, set zero, then repeat once to verify stability.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7B880-ADFA-4ACD-B3F0-60DEA777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AE36A-CB92-4D20-9447-04C9674D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3. Measure at IP-03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5360A-32A1-41B8-98EA-8869A83B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Contact the specified critical-width surfaces without force or burr interference.</a:t>
            </a:r>
          </a:p>
        </p:txBody>
      </p:sp>
    </p:spTree>
    <p:extLst>
      <p:ext uri="{BB962C8B-B14F-4D97-AF65-F5344CB8AC3E}">
        <p14:creationId xmlns:p14="http://schemas.microsoft.com/office/powerpoint/2010/main" val="1435537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10DE5-6A8A-4227-9F26-5A29C5EC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ForgeLine | Product Alpha | 2026-08-11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D7033-EC51-4914-9483-80BFE310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554"/>
                </a:solidFill>
              </a:defRPr>
            </a:pPr>
            <a:r>
              <a:rPr sz="2250" b="1">
                <a:solidFill>
                  <a:srgbClr val="172554"/>
                </a:solidFill>
              </a:rPr>
              <a:t>Record the result while the sample is present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BBA6A-0713-49AE-ADB1-DF2A79FE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An inspection record must connect the method, value, and disposition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D87DF-3428-4E1D-A8A2-E625D752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DF83F-B899-422A-AF97-96823CBE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B9509-7998-42CA-816E-F9C2B77D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Required record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498C8-C0B1-4FEF-8CA4-0F9108B9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Sample alias, IP-03, nominal requirement, actual millimetre value, gage status, and PASS or HOLD.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494CB-C2C1-4E1E-9DA5-696AC873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4847B-C96C-422E-AB7D-D2C5AC6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Pass condition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2FFA8-8D1D-41B6-BA56-DAB50CA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Measured value remains inside the nominal ±0.18 mm acceptance band.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77A26-E506-406C-BE10-AF7AA3A2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DD693-2106-4E66-8ECD-3FDDE4CC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Escalation 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0B26A-1AE5-4FC3-98A4-3A3B2234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If the result is out of band or gage confidence is uncertain, stop and begin NCR-026 containment.</a:t>
            </a:r>
          </a:p>
        </p:txBody>
      </p:sp>
    </p:spTree>
    <p:extLst>
      <p:ext uri="{BB962C8B-B14F-4D97-AF65-F5344CB8AC3E}">
        <p14:creationId xmlns:p14="http://schemas.microsoft.com/office/powerpoint/2010/main" val="43204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75087-A9B9-48B7-8F71-F4DD4ECA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ForgeLine | Product Alpha | 2026-08-11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39265-23C1-416E-BA40-E7CDFB67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554"/>
                </a:solidFill>
              </a:defRPr>
            </a:pPr>
            <a:r>
              <a:rPr sz="2250" b="1">
                <a:solidFill>
                  <a:srgbClr val="172554"/>
                </a:solidFill>
              </a:rPr>
              <a:t>Containment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80298-E658-414D-92D6-70A20679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Contain first, document second, release only with quality disposition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20026-6F69-40F9-BF88-547EA2A1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EF138-4005-425C-AE67-288A9FF6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52494-C354-4B9B-97B7-CBDD00C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Contain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1F064-C9F6-408B-B495-024D0A18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Label the sample HOLD and prevent forward movement under NCR-026.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54D5B-1EC2-4918-8DB3-5C99DC5F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B3ADD-AC33-4BD8-8254-01F7D5EE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86F1D-B99F-49E6-A1A7-4179023E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Capture the observed value, inspection point, sample alias, and gage status.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74837-F42E-47FE-BEC9-C5409A96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EC010-40FB-450C-851E-76C92044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554"/>
                </a:solidFill>
              </a:defRPr>
            </a:pPr>
            <a:r>
              <a:rPr sz="1800" b="1">
                <a:solidFill>
                  <a:srgbClr val="172554"/>
                </a:solidFill>
              </a:rPr>
              <a:t>Screen and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1DB92-875A-4DB9-AEE4-1C4F1A60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Screen comparable samples with the same method; quality records the release or next action.</a:t>
            </a:r>
          </a:p>
        </p:txBody>
      </p:sp>
    </p:spTree>
    <p:extLst>
      <p:ext uri="{BB962C8B-B14F-4D97-AF65-F5344CB8AC3E}">
        <p14:creationId xmlns:p14="http://schemas.microsoft.com/office/powerpoint/2010/main" val="1724166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2026-08-23T20:14:19.2030000Z</dcterms:created>
  <dcterms:modified xsi:type="dcterms:W3CDTF">2026-08-23T20:14:19.2030000Z</dcterms:modified>
</coreProperties>
</file>