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fb997240314fe0" /><Relationship Type="http://schemas.openxmlformats.org/officeDocument/2006/relationships/extended-properties" Target="/docProps/app.xml" Id="R702144198ade478f" /><Relationship Type="http://schemas.openxmlformats.org/officeDocument/2006/relationships/officeDocument" Target="/ppt/presentation.xml" Id="R11453d4aea37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86dc01d094140"/>
  </p:sldMasterIdLst>
  <p:notesMasterIdLst>
    <p:notesMasterId xmlns:r="http://schemas.openxmlformats.org/officeDocument/2006/relationships" r:id="Rce359b6eba654a2d"/>
  </p:notesMasterIdLst>
  <p:sldIdLst>
    <p:sldId xmlns:r="http://schemas.openxmlformats.org/officeDocument/2006/relationships" id="256" r:id="R7b83c7456449442b"/>
    <p:sldId xmlns:r="http://schemas.openxmlformats.org/officeDocument/2006/relationships" id="257" r:id="R0aee3e18595d4527"/>
    <p:sldId xmlns:r="http://schemas.openxmlformats.org/officeDocument/2006/relationships" id="258" r:id="R3ad2c6b65ea44a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7fb1c5e79a447e" /><Relationship Type="http://schemas.openxmlformats.org/officeDocument/2006/relationships/slideMaster" Target="/ppt/slideMasters/slideMaster1.xml" Id="Rede86dc01d094140" /><Relationship Type="http://schemas.openxmlformats.org/officeDocument/2006/relationships/notesMaster" Target="/ppt/notesMasters/notesMaster1.xml" Id="Rce359b6eba654a2d" /><Relationship Type="http://schemas.openxmlformats.org/officeDocument/2006/relationships/presProps" Target="/ppt/presProps.xml" Id="Rfc0217cf722442ae" /><Relationship Type="http://schemas.openxmlformats.org/officeDocument/2006/relationships/tableStyles" Target="/ppt/tableStyles.xml" Id="Ra9240df937d943f0" /><Relationship Type="http://schemas.openxmlformats.org/officeDocument/2006/relationships/slide" Target="/ppt/slides/slide1.xml" Id="R7b83c7456449442b" /><Relationship Type="http://schemas.openxmlformats.org/officeDocument/2006/relationships/slide" Target="/ppt/slides/slide2.xml" Id="R0aee3e18595d4527" /><Relationship Type="http://schemas.openxmlformats.org/officeDocument/2006/relationships/slide" Target="/ppt/slides/slide3.xml" Id="R3ad2c6b65ea4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c3c8902ef47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9bb3294884c28" /><Relationship Type="http://schemas.openxmlformats.org/officeDocument/2006/relationships/notesMaster" Target="/ppt/notesMasters/notesMaster1.xml" Id="R28173ed475c94b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7f15b6130845be" /><Relationship Type="http://schemas.openxmlformats.org/officeDocument/2006/relationships/notesMaster" Target="/ppt/notesMasters/notesMaster1.xml" Id="R9951d2f8ef514e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6b8babfc3d46d3" /><Relationship Type="http://schemas.openxmlformats.org/officeDocument/2006/relationships/notesMaster" Target="/ppt/notesMasters/notesMaster1.xml" Id="Rbefdf8a3c0e845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d6fa79152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e0727a62fe4517" /><Relationship Type="http://schemas.openxmlformats.org/officeDocument/2006/relationships/slideLayout" Target="/ppt/slideLayouts/slideLayout1.xml" Id="Rc4dad2ad779b4e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dad2ad779b4e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97ba2662f4cc1" /><Relationship Type="http://schemas.openxmlformats.org/officeDocument/2006/relationships/notesSlide" Target="/ppt/notesSlides/notesSlide1.xml" Id="Rbcc77f083c7f4c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34c2f4b184185" /><Relationship Type="http://schemas.openxmlformats.org/officeDocument/2006/relationships/notesSlide" Target="/ppt/notesSlides/notesSlide2.xml" Id="Rc07033f77307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eca1ccc124ab6" /><Relationship Type="http://schemas.openxmlformats.org/officeDocument/2006/relationships/notesSlide" Target="/ppt/notesSlides/notesSlide3.xml" Id="R64cce21dfb8b4d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FA2E4-1903-4161-B889-C5851A01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FORGELINE | QUALITY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6929D-7F1B-4C1D-B6F7-EF90E328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SOP training: make quality decisions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ED297-7595-4E4B-BAFE-320FE5B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Use the current controlled procedure for Product Alpha and Product Beta.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FC424-2B48-4C4F-9A04-51E1DB8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Record the method, result, decision, and reviewer in the evidence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6B4F4-B4D2-45EC-A666-105961A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Treat +/- 0.18 mm as the stated dimensional acceptance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4FD0B-0267-48F9-9838-2CF59C56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Effective 2026-08-11 | Synthetic training record</a:t>
            </a:r>
          </a:p>
        </p:txBody>
      </p:sp>
    </p:spTree>
    <p:extLst>
      <p:ext uri="{BB962C8B-B14F-4D97-AF65-F5344CB8AC3E}">
        <p14:creationId xmlns:p14="http://schemas.microsoft.com/office/powerpoint/2010/main" val="2109565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F28D9-1AC6-489D-8E43-1F96EE57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WHEN A RESULT OR RECORD IS NOT ACCEPTABLE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3FCE-9E86-4976-87F2-105B8C01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NCR-026 escalation protects the release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82EFB-A907-47AF-98D4-1C541FF6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Contain the affected item and preserve the available objective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B22BA-067E-4B26-AB6A-74766BA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Escalate missing, out-of-tolerance, or recurring conditions under NCR-026.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E3C3B-1D6D-41DF-8F3E-04762E54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Assign a documented disposition before a release decision is made.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C0D7-3D8F-4E17-AF71-CB088B1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ForgeLine Quality System | NCR-026 workflow</a:t>
            </a:r>
          </a:p>
        </p:txBody>
      </p:sp>
    </p:spTree>
    <p:extLst>
      <p:ext uri="{BB962C8B-B14F-4D97-AF65-F5344CB8AC3E}">
        <p14:creationId xmlns:p14="http://schemas.microsoft.com/office/powerpoint/2010/main" val="398149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AAF8E-ADE1-4C67-9227-7C3AD25A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WHAT GOOD CLOSURE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8A733-CE76-4C99-B6DC-25CC8EF9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Close the loop with an effectiveness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E2603-BE85-4279-80BB-2097DD1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The cause, correction, and preventive action are linked to the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CC941-E91A-45B6-9B04-7608B08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A reviewer confirms the same failure mode does not recur in follow-up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97999-8787-41DC-A927-8E63C06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The controlled revision log shows what changed and who approved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31B39-CB52-4968-9F5F-042C6694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Product Alpha / Product Beta | Quality Engineering</a:t>
            </a:r>
          </a:p>
        </p:txBody>
      </p:sp>
    </p:spTree>
    <p:extLst>
      <p:ext uri="{BB962C8B-B14F-4D97-AF65-F5344CB8AC3E}">
        <p14:creationId xmlns:p14="http://schemas.microsoft.com/office/powerpoint/2010/main" val="98653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2026-08-23T20:06:27.1960000Z</dcterms:created>
  <dcterms:modified xsi:type="dcterms:W3CDTF">2026-08-23T20:06:27.1960000Z</dcterms:modified>
</coreProperties>
</file>