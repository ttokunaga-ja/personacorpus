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e7c54ccd9347b4" /><Relationship Type="http://schemas.openxmlformats.org/officeDocument/2006/relationships/extended-properties" Target="/docProps/app.xml" Id="Rceb4a6e9212e4659" /><Relationship Type="http://schemas.openxmlformats.org/officeDocument/2006/relationships/officeDocument" Target="/ppt/presentation.xml" Id="R02b8a3eb64b6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496985ba04dd5"/>
  </p:sldMasterIdLst>
  <p:notesMasterIdLst>
    <p:notesMasterId xmlns:r="http://schemas.openxmlformats.org/officeDocument/2006/relationships" r:id="R7b96f5c1bb2d4ab3"/>
  </p:notesMasterIdLst>
  <p:sldIdLst>
    <p:sldId xmlns:r="http://schemas.openxmlformats.org/officeDocument/2006/relationships" id="256" r:id="Rbcee5798e7124cc0"/>
    <p:sldId xmlns:r="http://schemas.openxmlformats.org/officeDocument/2006/relationships" id="257" r:id="R4a23022c7cc649af"/>
    <p:sldId xmlns:r="http://schemas.openxmlformats.org/officeDocument/2006/relationships" id="258" r:id="R0946ef5358344080"/>
    <p:sldId xmlns:r="http://schemas.openxmlformats.org/officeDocument/2006/relationships" id="259" r:id="Rb9917236c1f4432d"/>
    <p:sldId xmlns:r="http://schemas.openxmlformats.org/officeDocument/2006/relationships" id="260" r:id="R792c9a2e9b0f4f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31504e3b344c3d" /><Relationship Type="http://schemas.openxmlformats.org/officeDocument/2006/relationships/slideMaster" Target="/ppt/slideMasters/slideMaster1.xml" Id="R144496985ba04dd5" /><Relationship Type="http://schemas.openxmlformats.org/officeDocument/2006/relationships/notesMaster" Target="/ppt/notesMasters/notesMaster1.xml" Id="R7b96f5c1bb2d4ab3" /><Relationship Type="http://schemas.openxmlformats.org/officeDocument/2006/relationships/presProps" Target="/ppt/presProps.xml" Id="Rbd1bc3df55244db8" /><Relationship Type="http://schemas.openxmlformats.org/officeDocument/2006/relationships/tableStyles" Target="/ppt/tableStyles.xml" Id="Rdd7e5a96bf414582" /><Relationship Type="http://schemas.openxmlformats.org/officeDocument/2006/relationships/slide" Target="/ppt/slides/slide1.xml" Id="Rbcee5798e7124cc0" /><Relationship Type="http://schemas.openxmlformats.org/officeDocument/2006/relationships/slide" Target="/ppt/slides/slide2.xml" Id="R4a23022c7cc649af" /><Relationship Type="http://schemas.openxmlformats.org/officeDocument/2006/relationships/slide" Target="/ppt/slides/slide3.xml" Id="R0946ef5358344080" /><Relationship Type="http://schemas.openxmlformats.org/officeDocument/2006/relationships/slide" Target="/ppt/slides/slide4.xml" Id="Rb9917236c1f4432d" /><Relationship Type="http://schemas.openxmlformats.org/officeDocument/2006/relationships/slide" Target="/ppt/slides/slide5.xml" Id="R792c9a2e9b0f4f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2179305fe2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dbe01efc34d3a" /><Relationship Type="http://schemas.openxmlformats.org/officeDocument/2006/relationships/notesMaster" Target="/ppt/notesMasters/notesMaster1.xml" Id="Rae88563bd35c42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3b116e659f4f92" /><Relationship Type="http://schemas.openxmlformats.org/officeDocument/2006/relationships/notesMaster" Target="/ppt/notesMasters/notesMaster1.xml" Id="Raec98939e49046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765a6da8494849" /><Relationship Type="http://schemas.openxmlformats.org/officeDocument/2006/relationships/notesMaster" Target="/ppt/notesMasters/notesMaster1.xml" Id="R4969abe20d8743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bca89621e84a35" /><Relationship Type="http://schemas.openxmlformats.org/officeDocument/2006/relationships/notesMaster" Target="/ppt/notesMasters/notesMaster1.xml" Id="R3f5b80425b1a49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b53b4e24e94ab2" /><Relationship Type="http://schemas.openxmlformats.org/officeDocument/2006/relationships/notesMaster" Target="/ppt/notesMasters/notesMaster1.xml" Id="Rec4cfb4b598643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1e3afe6fe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de11398c94a8b" /><Relationship Type="http://schemas.openxmlformats.org/officeDocument/2006/relationships/slideLayout" Target="/ppt/slideLayouts/slideLayout1.xml" Id="Rab6ab34f8c244d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6ab34f8c244d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0e0cf25ea4f0a" /><Relationship Type="http://schemas.openxmlformats.org/officeDocument/2006/relationships/notesSlide" Target="/ppt/notesSlides/notesSlide1.xml" Id="R39510e47ee3e4e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ab6d942b84412" /><Relationship Type="http://schemas.openxmlformats.org/officeDocument/2006/relationships/notesSlide" Target="/ppt/notesSlides/notesSlide2.xml" Id="R0c41bbc6ee354e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5467b9e8b4e96" /><Relationship Type="http://schemas.openxmlformats.org/officeDocument/2006/relationships/chart" Target="/ppt/slides/charts/chart1.xml" Id="R546c6e778c9149eb" /><Relationship Type="http://schemas.openxmlformats.org/officeDocument/2006/relationships/notesSlide" Target="/ppt/notesSlides/notesSlide3.xml" Id="Rec96a35f6a1a42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d77542c85462e" /><Relationship Type="http://schemas.openxmlformats.org/officeDocument/2006/relationships/notesSlide" Target="/ppt/notesSlides/notesSlide4.xml" Id="R5687fb3e29a745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078314fcf4bb2" /><Relationship Type="http://schemas.openxmlformats.org/officeDocument/2006/relationships/notesSlide" Target="/ppt/notesSlides/notesSlide5.xml" Id="R71e26bde4886426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09239-3B0E-4970-BCC8-BF7F5E08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C369B-CB73-4A24-B97F-436B755A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B1554-C2B7-4463-A4BE-96007691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7C308-2F98-46E2-89EA-7D9EA226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9BAA8-18CB-4CE7-906B-FB53FD5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A focused review can resolve decisions before the next build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31950-5892-47A1-B195-012513AB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6944C-0724-44BD-9DDD-C9FF2E12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E5112-61C7-4D8C-8BB3-4A9ABA53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0040584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F4D9C-C13E-43C8-92DA-018B9C0A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57D5F-3A4D-4651-B7A0-AB55F21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EA2B4-A529-4458-8D7A-7B9E5DE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0B218-1D34-412F-943C-060BF33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08498-768C-4190-8133-562ECA97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9144A-E810-476D-B6F8-7F6B39E9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913E-CAA2-4BFB-B59A-FBD60D0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3BAEC-381F-42AE-A4E6-7FDA6B0F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498D1-B564-4CE1-8DC4-538B5FE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CEC24-0832-4DCB-A10B-9F75D037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88811-203D-4941-AF12-C404BEE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FE289-626F-4B0E-96E9-D8B9F7C3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37F7B-ABC9-4B5D-92B1-2852152A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11802-A11B-4721-B8B8-FE15727D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E4693-DDE2-4C36-8587-4A8CF30A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0BF49-B12E-4565-9BE9-EE1A6931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9E05E-B549-4B99-AE3F-897FB5C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0B504-A4C2-4128-AF78-90DA43F2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7AA3C-980B-4713-8262-CB409EC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3574463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8282-B607-4BB9-93C3-C49DFB92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CA9B8-A20A-4FA8-9FFF-74F5ADB7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E43BC-F5B9-478E-B734-9F575B75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2FC5F-E608-4285-9A94-40759FF5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A2AB-ECC8-4B5C-9263-A47E2970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log and evidence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6c6e778c9149e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F15BD-2D2D-420A-B1F6-1D6989D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FDF60-401F-4784-83C9-48D2E1FC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1251D-D796-4F84-B174-FFA78E1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98349-7950-4812-8BED-F9A33CDC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2308830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8010C-5393-44C1-AA4B-605C6367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48A56-AECA-4ED0-B37D-C29213B5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4A721-E7EF-499D-AA1A-73BB01D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C0896-0F5E-4EFF-A682-4D6C10FE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81EA7-439D-48F3-A698-FF52792F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4A698-C9E8-4C31-89F3-AA6CC6B7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5026827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D7B96-B6D6-4EF5-BEA0-0121F0C5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9642A-3F97-4695-9906-F8AA110C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9F600-6C4E-4894-B1D0-A77038B4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D9627-2420-4391-877D-A962E1FB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87C6D-0794-4F80-893B-6088B6D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Confirm the decision, owner, and next 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280F3-2497-4A78-B9B4-17B2740B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6EDF1-6FA6-4934-8C40-6871455C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6EA6B-425A-43D8-89BC-613974DD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88E6E-FC4C-4297-8C93-29562EF7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31093-0627-4C3D-9DE3-48BABE88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9FF74-4B68-415C-9C18-07868228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AFA33-0CB5-47C0-9214-3914984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8B811-C7F1-4864-9ED3-0BC4E0B7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B60DE-D44D-4FC0-BC69-04D1056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F150B-2CB3-4DB3-B0E6-7171346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AEF0F-D6DE-459B-B94A-C97A50CE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4AC05-8E73-405E-9F52-E3DE403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C5A3E-17A5-4BF0-B7E0-21F75599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735888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2026-08-23T15:08:07.7110000Z</dcterms:created>
  <dcterms:modified xsi:type="dcterms:W3CDTF">2026-08-23T15:08:07.7110000Z</dcterms:modified>
</coreProperties>
</file>