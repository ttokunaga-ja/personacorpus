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d040a18c149f5" /><Relationship Type="http://schemas.openxmlformats.org/officeDocument/2006/relationships/extended-properties" Target="/docProps/app.xml" Id="R4459bb3b0b7c44ce" /><Relationship Type="http://schemas.openxmlformats.org/officeDocument/2006/relationships/officeDocument" Target="/ppt/presentation.xml" Id="Rc16f2d102cf240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079b23229340d4"/>
  </p:sldMasterIdLst>
  <p:notesMasterIdLst>
    <p:notesMasterId xmlns:r="http://schemas.openxmlformats.org/officeDocument/2006/relationships" r:id="Rf750fcbad679446a"/>
  </p:notesMasterIdLst>
  <p:sldIdLst>
    <p:sldId xmlns:r="http://schemas.openxmlformats.org/officeDocument/2006/relationships" id="256" r:id="R770bc066dd9f4b50"/>
    <p:sldId xmlns:r="http://schemas.openxmlformats.org/officeDocument/2006/relationships" id="257" r:id="R1da3457e0a684e8a"/>
    <p:sldId xmlns:r="http://schemas.openxmlformats.org/officeDocument/2006/relationships" id="258" r:id="R5549df8ff0d843e5"/>
    <p:sldId xmlns:r="http://schemas.openxmlformats.org/officeDocument/2006/relationships" id="259" r:id="R6ce0ab8e14d8454b"/>
    <p:sldId xmlns:r="http://schemas.openxmlformats.org/officeDocument/2006/relationships" id="260" r:id="R8d2c0dfad60e4a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b790bb94f4d29" /><Relationship Type="http://schemas.openxmlformats.org/officeDocument/2006/relationships/slideMaster" Target="/ppt/slideMasters/slideMaster1.xml" Id="R90079b23229340d4" /><Relationship Type="http://schemas.openxmlformats.org/officeDocument/2006/relationships/notesMaster" Target="/ppt/notesMasters/notesMaster1.xml" Id="Rf750fcbad679446a" /><Relationship Type="http://schemas.openxmlformats.org/officeDocument/2006/relationships/presProps" Target="/ppt/presProps.xml" Id="Rc907e5ba35254042" /><Relationship Type="http://schemas.openxmlformats.org/officeDocument/2006/relationships/tableStyles" Target="/ppt/tableStyles.xml" Id="Rc4ca0ff2dc1247fd" /><Relationship Type="http://schemas.openxmlformats.org/officeDocument/2006/relationships/slide" Target="/ppt/slides/slide1.xml" Id="R770bc066dd9f4b50" /><Relationship Type="http://schemas.openxmlformats.org/officeDocument/2006/relationships/slide" Target="/ppt/slides/slide2.xml" Id="R1da3457e0a684e8a" /><Relationship Type="http://schemas.openxmlformats.org/officeDocument/2006/relationships/slide" Target="/ppt/slides/slide3.xml" Id="R5549df8ff0d843e5" /><Relationship Type="http://schemas.openxmlformats.org/officeDocument/2006/relationships/slide" Target="/ppt/slides/slide4.xml" Id="R6ce0ab8e14d8454b" /><Relationship Type="http://schemas.openxmlformats.org/officeDocument/2006/relationships/slide" Target="/ppt/slides/slide5.xml" Id="R8d2c0dfad60e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ba8991aa7c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a79b657cb24b5b" /><Relationship Type="http://schemas.openxmlformats.org/officeDocument/2006/relationships/notesMaster" Target="/ppt/notesMasters/notesMaster1.xml" Id="R6b53e9e20e8b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e1880c060b48d3" /><Relationship Type="http://schemas.openxmlformats.org/officeDocument/2006/relationships/notesMaster" Target="/ppt/notesMasters/notesMaster1.xml" Id="R985ee2aab80642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7ba6c5a544f8d" /><Relationship Type="http://schemas.openxmlformats.org/officeDocument/2006/relationships/notesMaster" Target="/ppt/notesMasters/notesMaster1.xml" Id="R620abc6de0994c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9df2800014e73" /><Relationship Type="http://schemas.openxmlformats.org/officeDocument/2006/relationships/notesMaster" Target="/ppt/notesMasters/notesMaster1.xml" Id="Rb6b67a7d30014a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f77198c634481a" /><Relationship Type="http://schemas.openxmlformats.org/officeDocument/2006/relationships/notesMaster" Target="/ppt/notesMasters/notesMaster1.xml" Id="R2e5fd8810b19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4ddf26c89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ae2aa4de044e4d" /><Relationship Type="http://schemas.openxmlformats.org/officeDocument/2006/relationships/slideLayout" Target="/ppt/slideLayouts/slideLayout1.xml" Id="R5ba219005d1744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a219005d1744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a291c67e64a15" /><Relationship Type="http://schemas.openxmlformats.org/officeDocument/2006/relationships/notesSlide" Target="/ppt/notesSlides/notesSlide1.xml" Id="R1420320ad8fa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5dcba63804471" /><Relationship Type="http://schemas.openxmlformats.org/officeDocument/2006/relationships/notesSlide" Target="/ppt/notesSlides/notesSlide2.xml" Id="R2e2f03d5a5794a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9f4f83fb84e4d" /><Relationship Type="http://schemas.openxmlformats.org/officeDocument/2006/relationships/chart" Target="/ppt/slides/charts/chart1.xml" Id="Rdf25cb16c7ae462b" /><Relationship Type="http://schemas.openxmlformats.org/officeDocument/2006/relationships/notesSlide" Target="/ppt/notesSlides/notesSlide3.xml" Id="R8ecad3b29d7f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8d4ed444d4de4" /><Relationship Type="http://schemas.openxmlformats.org/officeDocument/2006/relationships/notesSlide" Target="/ppt/notesSlides/notesSlide4.xml" Id="R5e0c4f9501804b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fde9941d84cc5" /><Relationship Type="http://schemas.openxmlformats.org/officeDocument/2006/relationships/notesSlide" Target="/ppt/notesSlides/notesSlide5.xml" Id="R5b3e5832655741c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559D6-B57A-4EAE-8978-8B81D8C0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5070A-A16D-4571-9559-81309B27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9AD26-BBEA-4F63-831C-B19C37AE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61279-CB15-4C6A-B3FA-628399CC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180CB-94C5-489E-9241-C2BFE799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Leadership can unlock value by deciding the few moves that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BCBF8-B083-474A-B623-353E2962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3392A-F5E5-45AC-BE93-9B15D35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859DE-E3C3-4999-8FE3-0E6D9EDA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4546016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C6AE4-254C-44AE-9940-76EE8D69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B9363-B424-484B-B8CE-BD4F22E4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EC5A5-614E-437E-96D8-E766A31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41C88-98B2-4A0A-9BB6-B2CDE6BA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1F956-79E1-4D47-81B1-5ECC97D8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725A1-3E12-4735-AB1A-CFACA1DA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394DD-0285-4F6E-A855-C85C706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586AA-71EF-478C-A875-B189F32D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D0CA6-E0AB-46D5-AE1D-44569091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99E1C-8DB6-4B64-B1CD-1660484D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C0ACB-8F83-4A85-A48F-54F58E4D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155A4-B578-421B-BBBF-EDA05A42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0ADCE-35D3-42DD-9D75-1AE789AF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0E309-11C8-4458-AAA9-2B5B61C4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652D7-2CF0-40C9-A871-435AB61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D14BF-5702-45D9-B9C2-5E87C3A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949D2-6A37-4817-A5CA-35804512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F5685-E69F-4FF1-8995-01626468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98FD4-CF6E-406A-B3B4-3967D3A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3273500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04CA0-CE63-43CA-90E6-91457EE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CDCBB-926D-44F6-A3B7-CC6A4EDF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15AFC-8BEF-4989-887D-F582AFBC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1B07F-3A17-4DC6-8FA9-2FC3120E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8D0AE-D9C7-49D5-B4D7-27AA1C0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Executive decisions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25cb16c7ae462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91E23-E2F2-44DC-BE64-654E4DCD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98477-A37D-40ED-89BA-2D067659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29687-1F58-4FD2-A862-917D674B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9E521-59CA-4D4D-AA98-A1E5B06B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13990387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CD026-06EE-4F52-9D6B-28857C48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CAC6F-3200-414D-8BB3-0E31CA4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45CE5-01F6-4132-860A-7499E5DA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E34EE-7E03-4E94-87BE-43AB70A8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A4E35-3B50-4A35-ACB3-3D2185B0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5D36E-78C7-4649-B591-693F71B4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17230313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1B66F-724D-4E86-BEC2-9D6C393A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48396-4DDA-49BC-B2CA-AA358459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E2666-DA8C-4ADF-8B00-0B523794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EC86C-ADC4-4789-A0AC-7CB7C41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B511-70A3-4BAD-8610-A0FA5F8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Confirm direction, investment, and accountabilities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33F6E-0CFB-4A90-9194-59E87FCC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CAFFF-155A-4076-985F-E1BE032D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1FD7A-C495-4EBF-9CF6-038771C4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97565-4A25-49B8-96ED-71C9F888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7E97E-9D96-477E-B554-161966D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9551B-50D8-4861-8629-7DD54EAB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5B810-3017-482B-8A9D-229B2A3B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484D0-42E2-481D-868D-60AAF50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3181B-13E3-473C-B0F2-C717EE6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5A675-0246-4C94-99C0-EEA1F73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7E1C7-0607-4FCB-8465-9B7F1803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18AF3-4543-4129-B4B3-61726775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FE3C9-85FB-44CB-AE7F-8B5F16A5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759775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2026-08-23T15:08:10.2530000Z</dcterms:created>
  <dcterms:modified xsi:type="dcterms:W3CDTF">2026-08-23T15:08:10.2530000Z</dcterms:modified>
</coreProperties>
</file>