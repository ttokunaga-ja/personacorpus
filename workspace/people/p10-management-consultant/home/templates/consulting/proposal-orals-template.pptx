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de073f2834261" /><Relationship Type="http://schemas.openxmlformats.org/officeDocument/2006/relationships/extended-properties" Target="/docProps/app.xml" Id="Rd3db8b103c6f4d4d" /><Relationship Type="http://schemas.openxmlformats.org/officeDocument/2006/relationships/officeDocument" Target="/ppt/presentation.xml" Id="R33c860580c2a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fdcb5b1662454e"/>
  </p:sldMasterIdLst>
  <p:notesMasterIdLst>
    <p:notesMasterId xmlns:r="http://schemas.openxmlformats.org/officeDocument/2006/relationships" r:id="Rcaec61f877df4c97"/>
  </p:notesMasterIdLst>
  <p:sldIdLst>
    <p:sldId xmlns:r="http://schemas.openxmlformats.org/officeDocument/2006/relationships" id="256" r:id="R9d83745128734714"/>
    <p:sldId xmlns:r="http://schemas.openxmlformats.org/officeDocument/2006/relationships" id="257" r:id="R61b18137ba8d4e64"/>
    <p:sldId xmlns:r="http://schemas.openxmlformats.org/officeDocument/2006/relationships" id="258" r:id="Reb3d2adba3854c87"/>
    <p:sldId xmlns:r="http://schemas.openxmlformats.org/officeDocument/2006/relationships" id="259" r:id="Rd830df68942b4acb"/>
    <p:sldId xmlns:r="http://schemas.openxmlformats.org/officeDocument/2006/relationships" id="260" r:id="R8ba5475f4838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76a70b153438d" /><Relationship Type="http://schemas.openxmlformats.org/officeDocument/2006/relationships/slideMaster" Target="/ppt/slideMasters/slideMaster1.xml" Id="Rcefdcb5b1662454e" /><Relationship Type="http://schemas.openxmlformats.org/officeDocument/2006/relationships/notesMaster" Target="/ppt/notesMasters/notesMaster1.xml" Id="Rcaec61f877df4c97" /><Relationship Type="http://schemas.openxmlformats.org/officeDocument/2006/relationships/presProps" Target="/ppt/presProps.xml" Id="Re9ec4a4512394ae9" /><Relationship Type="http://schemas.openxmlformats.org/officeDocument/2006/relationships/tableStyles" Target="/ppt/tableStyles.xml" Id="R3b14a25f409e4fbd" /><Relationship Type="http://schemas.openxmlformats.org/officeDocument/2006/relationships/slide" Target="/ppt/slides/slide1.xml" Id="R9d83745128734714" /><Relationship Type="http://schemas.openxmlformats.org/officeDocument/2006/relationships/slide" Target="/ppt/slides/slide2.xml" Id="R61b18137ba8d4e64" /><Relationship Type="http://schemas.openxmlformats.org/officeDocument/2006/relationships/slide" Target="/ppt/slides/slide3.xml" Id="Reb3d2adba3854c87" /><Relationship Type="http://schemas.openxmlformats.org/officeDocument/2006/relationships/slide" Target="/ppt/slides/slide4.xml" Id="Rd830df68942b4acb" /><Relationship Type="http://schemas.openxmlformats.org/officeDocument/2006/relationships/slide" Target="/ppt/slides/slide5.xml" Id="R8ba5475f4838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a261c4a51b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8767344c04fe0" /><Relationship Type="http://schemas.openxmlformats.org/officeDocument/2006/relationships/notesMaster" Target="/ppt/notesMasters/notesMaster1.xml" Id="Rade598029e40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3d21153dd4e07" /><Relationship Type="http://schemas.openxmlformats.org/officeDocument/2006/relationships/notesMaster" Target="/ppt/notesMasters/notesMaster1.xml" Id="Rc57c7bee74d9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823c403834260" /><Relationship Type="http://schemas.openxmlformats.org/officeDocument/2006/relationships/notesMaster" Target="/ppt/notesMasters/notesMaster1.xml" Id="R885f47389a8a49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91140a92544ce" /><Relationship Type="http://schemas.openxmlformats.org/officeDocument/2006/relationships/notesMaster" Target="/ppt/notesMasters/notesMaster1.xml" Id="R0bdebf84eaf0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85571b95e04008" /><Relationship Type="http://schemas.openxmlformats.org/officeDocument/2006/relationships/notesMaster" Target="/ppt/notesMasters/notesMaster1.xml" Id="R940bf6840f774f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5344dcf3b4f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7e09fe9754b8a" /><Relationship Type="http://schemas.openxmlformats.org/officeDocument/2006/relationships/slideLayout" Target="/ppt/slideLayouts/slideLayout1.xml" Id="R6fbf4722354441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f4722354441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aa6dc4c924fcb" /><Relationship Type="http://schemas.openxmlformats.org/officeDocument/2006/relationships/notesSlide" Target="/ppt/notesSlides/notesSlide1.xml" Id="Ra32e821d4b33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776344bfc4ae4" /><Relationship Type="http://schemas.openxmlformats.org/officeDocument/2006/relationships/notesSlide" Target="/ppt/notesSlides/notesSlide2.xml" Id="Rbae629eda9d240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f1ecaba04c5f" /><Relationship Type="http://schemas.openxmlformats.org/officeDocument/2006/relationships/chart" Target="/ppt/slides/charts/chart1.xml" Id="R8980a5d54fb84f0b" /><Relationship Type="http://schemas.openxmlformats.org/officeDocument/2006/relationships/notesSlide" Target="/ppt/notesSlides/notesSlide3.xml" Id="R15d8b3a9cce3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a65b56f924aed" /><Relationship Type="http://schemas.openxmlformats.org/officeDocument/2006/relationships/notesSlide" Target="/ppt/notesSlides/notesSlide4.xml" Id="R3aee08c6c42e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f8fe821df4aa0" /><Relationship Type="http://schemas.openxmlformats.org/officeDocument/2006/relationships/notesSlide" Target="/ppt/notesSlides/notesSlide5.xml" Id="R3e47f9d617644b5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27EAE-A7F2-48B4-AA93-7AACD6E9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5553F-9A42-4D1A-860B-148E2DF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BB99A-6978-4CD8-BBC8-FC2EC00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A37E9-B56F-4C26-A7F7-7AEB8FF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73956-FC79-430E-BCF2-D0D2F283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 practical partnership can deliver early value and durable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D25DC-F3A9-449C-9F13-88AC5BAE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2D78C-3727-4696-BE17-E70A7A7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F982D-FC69-4494-87A3-F687762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056346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CFE54-0E31-4298-82CA-81F43491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79105-0CD1-412F-AF11-BDDAC9AD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E8DD0-57F5-4C38-BB8A-69748A22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972F0-CAC9-40C4-AFB4-F5A5A8CC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45A4C-499B-41E6-B980-A28B62E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BA8D0-AB83-4683-A6B0-2B5F132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AAA46-C2D6-451A-9DAC-688A6F1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1AF40-60B2-4B27-AB21-8E95C59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A7778-371E-4189-B507-9AF0A216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E31A-7493-447F-B282-C8FAEC5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17775-65E8-47F7-AE0B-DD9C5DB5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E022F-4857-4E9A-AF64-A076EB3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9555A-5047-4CAA-AC9A-4E052EE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85D7D-D673-42F6-A73E-EDF8456D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EC89F-5A03-4A4B-BBBF-3583A8FD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E3EDE-99C0-490D-8FDC-D5731895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A443E-6498-458B-989A-2B927F15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EEC7C-0FE5-482C-99DD-3E6670D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C7F83-7407-478F-A2E3-2AEE6A3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833856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C84B1-84A0-4E6D-BBF1-A09E5EF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CDB1F-B42D-4498-B897-7EFBE6C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ECD92-ED18-4094-9A48-99F66EF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2AEA0-DAD7-4773-BF27-62B01C34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A04B7-66AB-458E-B820-DD751626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Approach and team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80a5d54fb84f0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E6C02-CDBA-457C-B402-B47FAE9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82DD8-B39B-48D2-A1E0-29A576B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6687A-9E4E-4B34-80E3-167E3EC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C3CFF-E80E-407A-9A17-2C0E842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9572700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2CD27-7280-4EA7-9071-5D26E1D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118A3-3961-4D51-820B-B78BA04B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15CA-C608-47A0-8E4C-7674E1D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139BB-4342-4E5A-B34B-707B444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18AA9-1938-4A6A-9593-35A47CB4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5D301-D688-4848-B858-0B046AD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5318557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C302E-DDDF-4DF5-84BE-FAE78A94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762D7-6BBE-484F-9449-734CA665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06275-8C44-4A10-8262-2F4A2F4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82391-9988-40DE-8776-C4C31A0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AB0C-B5F2-459B-BD47-B6CAE270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Demonstrate fit, confidence, and a clear starting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4D8AE-8881-4BF8-8638-B7526BE6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D5B5B-F7A1-4C3F-A52D-083A562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835D7-EDDF-4AA7-90CD-FCCA7BAF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D448-F4CB-4671-82A0-2AEB89C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104FE-7976-4873-9522-79615496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A38ED-AF35-42CF-8EEC-0AE216ED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C63A4-5F3F-47DC-8562-9D2B7DE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1C8F0-3D3B-4586-95BB-B06E59F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83C83-74A7-4589-A5AD-F5D089D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48877-22C8-43EC-B347-5C1D6774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92EAF-7147-447B-96C1-C0EB6096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2ADA2-B2CA-4F72-BEB1-72C6EA52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4E0A7-ECE8-48F8-A123-1D2F90C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716813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2026-08-23T15:08:11.7300000Z</dcterms:created>
  <dcterms:modified xsi:type="dcterms:W3CDTF">2026-08-23T15:08:11.7300000Z</dcterms:modified>
</coreProperties>
</file>