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aca5de9a94302" /><Relationship Type="http://schemas.openxmlformats.org/officeDocument/2006/relationships/extended-properties" Target="/docProps/app.xml" Id="Ref16209764b5412a" /><Relationship Type="http://schemas.openxmlformats.org/officeDocument/2006/relationships/officeDocument" Target="/ppt/presentation.xml" Id="R9cadf27eb02d4d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9f059416bb45b7"/>
  </p:sldMasterIdLst>
  <p:notesMasterIdLst>
    <p:notesMasterId xmlns:r="http://schemas.openxmlformats.org/officeDocument/2006/relationships" r:id="R5f56c66ce3244153"/>
  </p:notesMasterIdLst>
  <p:sldIdLst>
    <p:sldId xmlns:r="http://schemas.openxmlformats.org/officeDocument/2006/relationships" id="256" r:id="R4b2f364db5774c76"/>
    <p:sldId xmlns:r="http://schemas.openxmlformats.org/officeDocument/2006/relationships" id="257" r:id="Rf8e80bd97cc84e8f"/>
    <p:sldId xmlns:r="http://schemas.openxmlformats.org/officeDocument/2006/relationships" id="258" r:id="R5100f3afdbd74234"/>
    <p:sldId xmlns:r="http://schemas.openxmlformats.org/officeDocument/2006/relationships" id="259" r:id="R6f1e23000d30458d"/>
    <p:sldId xmlns:r="http://schemas.openxmlformats.org/officeDocument/2006/relationships" id="260" r:id="Re60e26ae40cd46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0dfbc5d9384278" /><Relationship Type="http://schemas.openxmlformats.org/officeDocument/2006/relationships/slideMaster" Target="/ppt/slideMasters/slideMaster1.xml" Id="R369f059416bb45b7" /><Relationship Type="http://schemas.openxmlformats.org/officeDocument/2006/relationships/notesMaster" Target="/ppt/notesMasters/notesMaster1.xml" Id="R5f56c66ce3244153" /><Relationship Type="http://schemas.openxmlformats.org/officeDocument/2006/relationships/presProps" Target="/ppt/presProps.xml" Id="Rf2f9e91e4e4240f5" /><Relationship Type="http://schemas.openxmlformats.org/officeDocument/2006/relationships/tableStyles" Target="/ppt/tableStyles.xml" Id="Ra03fa4e2ac114063" /><Relationship Type="http://schemas.openxmlformats.org/officeDocument/2006/relationships/slide" Target="/ppt/slides/slide1.xml" Id="R4b2f364db5774c76" /><Relationship Type="http://schemas.openxmlformats.org/officeDocument/2006/relationships/slide" Target="/ppt/slides/slide2.xml" Id="Rf8e80bd97cc84e8f" /><Relationship Type="http://schemas.openxmlformats.org/officeDocument/2006/relationships/slide" Target="/ppt/slides/slide3.xml" Id="R5100f3afdbd74234" /><Relationship Type="http://schemas.openxmlformats.org/officeDocument/2006/relationships/slide" Target="/ppt/slides/slide4.xml" Id="R6f1e23000d30458d" /><Relationship Type="http://schemas.openxmlformats.org/officeDocument/2006/relationships/slide" Target="/ppt/slides/slide5.xml" Id="Re60e26ae40cd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fccb76decc45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0139abadac41ee" /><Relationship Type="http://schemas.openxmlformats.org/officeDocument/2006/relationships/notesMaster" Target="/ppt/notesMasters/notesMaster1.xml" Id="R2e6e0479cba0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79d76b7b84478" /><Relationship Type="http://schemas.openxmlformats.org/officeDocument/2006/relationships/notesMaster" Target="/ppt/notesMasters/notesMaster1.xml" Id="R98736b58016d48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73e8da27b94c38" /><Relationship Type="http://schemas.openxmlformats.org/officeDocument/2006/relationships/notesMaster" Target="/ppt/notesMasters/notesMaster1.xml" Id="Rf1e8370525f548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9e7a172c214402" /><Relationship Type="http://schemas.openxmlformats.org/officeDocument/2006/relationships/notesMaster" Target="/ppt/notesMasters/notesMaster1.xml" Id="Rc208c6ea0d2c4f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d0103eefad4fa5" /><Relationship Type="http://schemas.openxmlformats.org/officeDocument/2006/relationships/notesMaster" Target="/ppt/notesMasters/notesMaster1.xml" Id="Rbb047b428df845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proposed takeaway. Confirm the audience and decision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prompts with audience-ready content. Keep the decision statement specific enough to approve or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as an editable example. Replace categories, units, and values with validated client data; cite evidence in these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editable table to make work, gates, and ownership visible. Replace the illustrative sequence to suit the engagement.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concise decision, owner, and checkpoint. The client example is synthetic and should be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64103db8947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948bf27f5a4bf9" /><Relationship Type="http://schemas.openxmlformats.org/officeDocument/2006/relationships/slideLayout" Target="/ppt/slideLayouts/slideLayout1.xml" Id="Re0ea5c0e44a6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a5c0e44a6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514c449f0413f" /><Relationship Type="http://schemas.openxmlformats.org/officeDocument/2006/relationships/notesSlide" Target="/ppt/notesSlides/notesSlide1.xml" Id="Rc220ab9a2dc143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bd9c2cd0a47a5" /><Relationship Type="http://schemas.openxmlformats.org/officeDocument/2006/relationships/notesSlide" Target="/ppt/notesSlides/notesSlide2.xml" Id="R5fa8887149564f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9e61e5359452c" /><Relationship Type="http://schemas.openxmlformats.org/officeDocument/2006/relationships/chart" Target="/ppt/slides/charts/chart1.xml" Id="Rc6685dba282b4486" /><Relationship Type="http://schemas.openxmlformats.org/officeDocument/2006/relationships/notesSlide" Target="/ppt/notesSlides/notesSlide3.xml" Id="R4222713f674940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e1ad774fa40f0" /><Relationship Type="http://schemas.openxmlformats.org/officeDocument/2006/relationships/notesSlide" Target="/ppt/notesSlides/notesSlide4.xml" Id="R969e54a2dfd14a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74976a52449e2" /><Relationship Type="http://schemas.openxmlformats.org/officeDocument/2006/relationships/notesSlide" Target="/ppt/notesSlides/notesSlide5.xml" Id="Rfe06524270134b3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Illustrative value (¥M)</c:v>
          </c:tx>
          <c:spPr>
            <a:solidFill xmlns:a="http://schemas.openxmlformats.org/drawingml/2006/main">
              <a:srgbClr val="63BCEB"/>
            </a:solidFill>
          </c:spPr>
          <c:cat>
            <c:strLit>
              <c:ptCount val="4"/>
              <c:pt idx="0">
                <c:v>Baseline</c:v>
              </c:pt>
              <c:pt idx="1">
                <c:v>Option A</c:v>
              </c:pt>
              <c:pt idx="2">
                <c:v>Option B</c:v>
              </c:pt>
              <c:pt idx="3">
                <c:v>Target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8.6</c:v>
              </c:pt>
              <c:pt idx="2">
                <c:v>19.4</c:v>
              </c:pt>
              <c:pt idx="3">
                <c:v>42.8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6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811BC-0A42-44FB-B49F-4DD4F4C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1D983-D1FA-45AD-86CD-64170C20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37EBD-431D-4790-865A-F6C9CC84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BE71D-21EC-4A1F-81D0-CE0C70E7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9D280-0702-4FFF-A8F1-C397896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 shared cadence and clean handoffs will make the first four weeks decisive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8D95C-3C67-40BE-BE93-9564347E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Reusable example template | Replace bracketed prompts and illustrative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49898-F746-4E21-AD4B-60CA214B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2A219-D972-4CB0-9235-FFFEAE21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7256565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79618-4AFE-40E0-B9A0-79E2A86F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A8B6E-3B23-478F-966A-676A7EC5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D3877-1239-40E8-976B-FBCC6D2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9E547-C58E-4B50-8211-8C090F4B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19B8D-6EE2-43F3-ADA9-851338BC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Frame the decision before reviewing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A0376-FC3E-49AC-9EBC-FE43FA52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Use this page to align the question, boundaries, and success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C0271-D1C4-4FAF-A8F1-ACF24B34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94314-B7AE-4821-BEE4-85BDFB1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[Decision statement]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8C414-0E02-405D-800B-9F6F7E10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5321A-98F9-45EE-A1D8-391A3E23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40D9F-B0C1-439F-BADF-184734E5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[Business context / trigger]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67230-6487-4589-86AF-8A3397EA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7B6CD-63BA-4B3F-8C27-253578B8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5FBE2-1375-476B-A9D4-2F7419B7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[Recommended direction]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2150E-5706-492D-AE8C-FAF0BB6B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921D0-2F48-4C18-BC8C-45DEEFC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Owner &amp;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4F720-0901-4355-B334-62AE4EE4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[Named owner] | [Date]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23758-BAA1-47FE-9C61-33F6D54C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31806-416C-4F3E-8CE9-0ED6F5A3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20407380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83D04-1020-40E3-9190-6C6EF9BD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371EC-DEC4-4678-B7BE-6199F69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9932E-BE9A-41ED-B339-E8DF980D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8E106-CE4C-489F-B6BA-2B755504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BDBE2-CC44-4B15-865C-EFA8B866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32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Workplan and ways of working should lead to a practical conclusion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6381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685dba282b448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7D5BA-B167-4223-91A8-6A84F26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171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3D706-8BBD-4D5E-9E52-09442888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60B34-8608-4F08-B652-1684C61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The example target is ¥42.8M.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Test key assumptions before committing.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Show only the evidence needed for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03CD2-DAB7-43E7-88CA-E82C61D7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Illustrative data only—replace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13707938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672EE-4D8E-4387-8923-29B8D43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314A0-7FB6-4DEB-9D86-CA8E8757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BB32F-0B92-4497-AC14-44390B22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307A6-148C-4221-BAE9-01EF471A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9A24-0FBC-412E-A675-61FD1CEC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Make the path to action explicit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output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Validated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Scope confirmed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Prioritized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Investment approved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90-day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Launch agreed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Track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Benefits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Course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954C8-94BE-46F3-AD9F-ADAFEFCC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Example context: Client Alpha Phase 1 | Finance | ¥42.8M total opportunity—replace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8250798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C0F2D-76A4-4CAC-BCCE-CD4BC1E6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F9360-6928-4D10-BE4E-B7C45E68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5A6FA-8914-4C24-A39C-270C30ED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7EF03-3CAF-4926-AC07-8A118274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705D9-CC9D-4E26-8352-F17498A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Align the team on outcomes, roles, and next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A607D-B50F-4A81-B04C-053903DB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A519E-7022-47A5-9ED6-51C00E48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D3940-76D2-4CED-8663-EFAE939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[Decision or approval]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BC4C6-CF60-4581-AFC1-098C9753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What must be resolved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0C3D9-DEA4-4364-B469-D3D535C0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BDCA8-C8BA-4962-98DE-155577D1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DAED1-3E26-4FAB-8AA6-FE265B6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[Named owner]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D40D0-8532-4E74-9628-AFA123F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Who will move the work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9E73B-4893-402B-BFEB-816924C0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60191-2E59-4F69-866A-CE7827FA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A395E-6C18-4861-957B-5D5D83E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[Next checkpoint]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F539B-0825-4183-8284-23634BD4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When progress returns for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4F894-DD9A-443D-B093-B7D30654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Template reference: Client Alpha Phase 1 / Finance / 2026-07-13 / budget ¥42.8M (synthetic).</a:t>
            </a:r>
          </a:p>
        </p:txBody>
      </p:sp>
    </p:spTree>
    <p:extLst>
      <p:ext uri="{BB962C8B-B14F-4D97-AF65-F5344CB8AC3E}">
        <p14:creationId xmlns:p14="http://schemas.microsoft.com/office/powerpoint/2010/main" val="1247898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2026-08-23T15:08:13.1300000Z</dcterms:created>
  <dcterms:modified xsi:type="dcterms:W3CDTF">2026-08-23T15:08:13.1300000Z</dcterms:modified>
</coreProperties>
</file>