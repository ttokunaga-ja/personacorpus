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6bcfe718794aac" /><Relationship Type="http://schemas.openxmlformats.org/officeDocument/2006/relationships/extended-properties" Target="/docProps/app.xml" Id="R44da1be6bd0e47f4" /><Relationship Type="http://schemas.openxmlformats.org/officeDocument/2006/relationships/officeDocument" Target="/ppt/presentation.xml" Id="R038f66bea67d4a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6a874e9ecb4084"/>
  </p:sldMasterIdLst>
  <p:notesMasterIdLst>
    <p:notesMasterId xmlns:r="http://schemas.openxmlformats.org/officeDocument/2006/relationships" r:id="R40d2d6a201734056"/>
  </p:notesMasterIdLst>
  <p:sldIdLst>
    <p:sldId xmlns:r="http://schemas.openxmlformats.org/officeDocument/2006/relationships" id="256" r:id="R152301f7d326442e"/>
    <p:sldId xmlns:r="http://schemas.openxmlformats.org/officeDocument/2006/relationships" id="257" r:id="Rcc38405619b34147"/>
    <p:sldId xmlns:r="http://schemas.openxmlformats.org/officeDocument/2006/relationships" id="258" r:id="R3231e94667114e05"/>
    <p:sldId xmlns:r="http://schemas.openxmlformats.org/officeDocument/2006/relationships" id="259" r:id="R5b916beb43f84e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f0f72d70e94734" /><Relationship Type="http://schemas.openxmlformats.org/officeDocument/2006/relationships/slideMaster" Target="/ppt/slideMasters/slideMaster1.xml" Id="R676a874e9ecb4084" /><Relationship Type="http://schemas.openxmlformats.org/officeDocument/2006/relationships/notesMaster" Target="/ppt/notesMasters/notesMaster1.xml" Id="R40d2d6a201734056" /><Relationship Type="http://schemas.openxmlformats.org/officeDocument/2006/relationships/presProps" Target="/ppt/presProps.xml" Id="R68a12dd256b84c87" /><Relationship Type="http://schemas.openxmlformats.org/officeDocument/2006/relationships/tableStyles" Target="/ppt/tableStyles.xml" Id="R2065d819d4294dd7" /><Relationship Type="http://schemas.openxmlformats.org/officeDocument/2006/relationships/slide" Target="/ppt/slides/slide1.xml" Id="R152301f7d326442e" /><Relationship Type="http://schemas.openxmlformats.org/officeDocument/2006/relationships/slide" Target="/ppt/slides/slide2.xml" Id="Rcc38405619b34147" /><Relationship Type="http://schemas.openxmlformats.org/officeDocument/2006/relationships/slide" Target="/ppt/slides/slide3.xml" Id="R3231e94667114e05" /><Relationship Type="http://schemas.openxmlformats.org/officeDocument/2006/relationships/slide" Target="/ppt/slides/slide4.xml" Id="R5b916beb43f84e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7ac72f77634c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3a79a6e42d4239" /><Relationship Type="http://schemas.openxmlformats.org/officeDocument/2006/relationships/notesMaster" Target="/ppt/notesMasters/notesMaster1.xml" Id="R42e604dbee4649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1184f4275f4b46" /><Relationship Type="http://schemas.openxmlformats.org/officeDocument/2006/relationships/notesMaster" Target="/ppt/notesMasters/notesMaster1.xml" Id="R679a1f5a4b8d49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c4b3f9b5464113" /><Relationship Type="http://schemas.openxmlformats.org/officeDocument/2006/relationships/notesMaster" Target="/ppt/notesMasters/notesMaster1.xml" Id="Rc4ca84e27e1245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13bc7a15404797" /><Relationship Type="http://schemas.openxmlformats.org/officeDocument/2006/relationships/notesMaster" Target="/ppt/notesMasters/notesMaster1.xml" Id="R8deb6de6055347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9b36ef49d47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6d93c0c0874a24" /><Relationship Type="http://schemas.openxmlformats.org/officeDocument/2006/relationships/slideLayout" Target="/ppt/slideLayouts/slideLayout1.xml" Id="R2f3d8eb3200647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3d8eb3200647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0b9b7cb584cf1" /><Relationship Type="http://schemas.openxmlformats.org/officeDocument/2006/relationships/notesSlide" Target="/ppt/notesSlides/notesSlide1.xml" Id="R0b97011063ec48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e60dd0bf84502" /><Relationship Type="http://schemas.openxmlformats.org/officeDocument/2006/relationships/notesSlide" Target="/ppt/notesSlides/notesSlide2.xml" Id="R7b213d28204e4c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2d0cef41e4792" /><Relationship Type="http://schemas.openxmlformats.org/officeDocument/2006/relationships/chart" Target="/ppt/slides/charts/chart1.xml" Id="R5c307f7317da4308" /><Relationship Type="http://schemas.openxmlformats.org/officeDocument/2006/relationships/notesSlide" Target="/ppt/notesSlides/notesSlide3.xml" Id="Re8e0bf08812843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5e5f8ff8641f3" /><Relationship Type="http://schemas.openxmlformats.org/officeDocument/2006/relationships/notesSlide" Target="/ppt/notesSlides/notesSlide4.xml" Id="R3157288d4bbb450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Critical supplier OTIF (%)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Supplier A</c:v>
              </c:pt>
              <c:pt idx="1">
                <c:v>Supplier B</c:v>
              </c:pt>
              <c:pt idx="2">
                <c:v>Supplier C</c:v>
              </c:pt>
              <c:pt idx="3">
                <c:v>Target</c:v>
              </c:pt>
            </c:strLit>
          </c:cat>
          <c:val>
            <c:numLit>
              <c:formatCode>General</c:formatCode>
              <c:ptCount val="4"/>
              <c:pt idx="0">
                <c:v>71</c:v>
              </c:pt>
              <c:pt idx="1">
                <c:v>74</c:v>
              </c:pt>
              <c:pt idx="2">
                <c:v>76</c:v>
              </c:pt>
              <c:pt idx="3">
                <c:v>95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E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D8FC0-9883-4963-B0D9-EC473CBA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5D11B-C8E7-47E9-8A05-EE3C0F68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D9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D9F4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CAF3A-2637-4326-9709-6B606CE5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Supplier performance review: recover reliability through a tiered reset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68E56-40BB-443F-8C0A-65D6620F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Client Beta  |  Phase 2  |  13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9C866-77D8-47F4-BF24-AA45C1AC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Engagement team: Avery Calder · Nina Solberg · Theo Mercer · Keiko Ward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9FCB3-9853-4C5A-B6FA-3918ED22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3C8"/>
                </a:solidFill>
                <a:latin typeface="Arial"/>
                <a:ea typeface="Arial"/>
                <a:cs typeface="Arial"/>
              </a:rPr>
              <a:t>Portfolio linkage: Client Alpha Phase 1 Finance budget ¥42.8M</a:t>
            </a:r>
          </a:p>
        </p:txBody>
      </p:sp>
    </p:spTree>
    <p:extLst>
      <p:ext uri="{BB962C8B-B14F-4D97-AF65-F5344CB8AC3E}">
        <p14:creationId xmlns:p14="http://schemas.microsoft.com/office/powerpoint/2010/main" val="16511300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9A63E-047A-4032-A46D-AF3387D7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44AFC-2AF0-416D-BB11-EFAAC4F1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005EF-C547-4F84-9444-6E500AB7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Supplier performance review: recover reliability through a tiered reset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16AFE-383F-4325-AC54-6DE7D901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7DDF3-2DBF-4F1A-A7A2-7B380A5A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5FB45-A538-4BC7-AF93-FEB4BCEF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C4D6A-CF51-4C14-A9E9-16ABAF32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 suppliers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2EED8-8C91-4A61-A6BC-9CAB97D8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driving expedite exposure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C4969-0FFE-4058-BFC2-1C87EA9F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788DE-094F-448F-977D-7371D0DC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76%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1F3EC-418D-43ED-A25F-4BAC0FD7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current OTIF for critical parts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25D62-19F5-49E3-9864-FDB6BC7E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3DD7E-0C13-4184-AE4C-7F2D2F75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 wks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D994F-554C-4D55-B792-77F5D375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to first recovery checkpoint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84495-ED59-4CC2-A8ED-E146BCAE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FF421-6FB5-4346-8735-094D5560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Put the critical three on weekly recovery plans and qualify fallback for the highest-risk part.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FD0A4-3685-4615-B2BC-707A4043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Decision and owner alignment required at the next operating review.</a:t>
            </a:r>
          </a:p>
        </p:txBody>
      </p:sp>
    </p:spTree>
    <p:extLst>
      <p:ext uri="{BB962C8B-B14F-4D97-AF65-F5344CB8AC3E}">
        <p14:creationId xmlns:p14="http://schemas.microsoft.com/office/powerpoint/2010/main" val="15474571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F62C8-49C7-487F-9574-5F85B76D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83312-03BB-4D53-905C-6F6DBE33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44AC7-5C03-4B56-A939-C85EDC87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Critical supplier OTIF (%)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BDAD2-990A-4E17-A08B-8E811E39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83A8E-FDE8-4C6E-AEB2-EC623E6A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33400" y="1695450"/>
          <a:ext xmlns:a="http://schemas.openxmlformats.org/drawingml/2006/main" cx="6286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307f7317da430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81EF6-710A-4660-AD06-0FE709FD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0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D3424-63BD-4A34-BCC6-F9B0E5FF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240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D5372-C98D-4747-BDB8-0F7CCC59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24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Suppliers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BD711-E523-41AD-AF40-3980BC0E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431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driving expedite exposure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587E8-6AE1-4500-B98B-14BC8A01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E0798-8DB4-495A-B45A-96898433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290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0D02F-AF6D-43C6-94F0-F210EA3A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reliability gap is concentrated, allowing a focused escalation rather than a broad supplier program.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6A199-DFB4-4729-B862-FFE2E41A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Synthetic internal analysis; no external sources. Metrics are illustrative management estimates.</a:t>
            </a:r>
          </a:p>
        </p:txBody>
      </p:sp>
    </p:spTree>
    <p:extLst>
      <p:ext uri="{BB962C8B-B14F-4D97-AF65-F5344CB8AC3E}">
        <p14:creationId xmlns:p14="http://schemas.microsoft.com/office/powerpoint/2010/main" val="13149431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06C77-A198-4E3A-A9A4-5C2CFC45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5BE2D-4751-405A-B3DC-83D4C8FA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C981A-AFD5-4A4B-AD5F-84068BE4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operating plan assigns a clear owner to each control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BE79A-9188-4B2F-8230-08CB145D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030A1-5AC3-4AA4-8C8F-0AA6CAE8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7632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76750"/>
                <a:gridCol w="2000250"/>
                <a:gridCol w="1809750"/>
              </a:tblGrid>
              <a:tr h="762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First deliverable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Accountable lead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Launch recovery plans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Capacity and commit validation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 1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Control releases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Link PO release to confirmation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 1 onward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Qualify fallback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Approve alternate for Part X-14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Weeks 2–8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8AC70-A73C-426F-B3DE-9BFABC6E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Governance: Keiko Ward chairs a 30-minute weekly operating review; escalate only decisions that alter customer service, capital, or supplier commitments.</a:t>
            </a:r>
          </a:p>
        </p:txBody>
      </p:sp>
    </p:spTree>
    <p:extLst>
      <p:ext uri="{BB962C8B-B14F-4D97-AF65-F5344CB8AC3E}">
        <p14:creationId xmlns:p14="http://schemas.microsoft.com/office/powerpoint/2010/main" val="1807765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2026-08-23T15:34:23.5690000Z</dcterms:created>
  <dcterms:modified xsi:type="dcterms:W3CDTF">2026-08-23T15:34:23.5690000Z</dcterms:modified>
</coreProperties>
</file>