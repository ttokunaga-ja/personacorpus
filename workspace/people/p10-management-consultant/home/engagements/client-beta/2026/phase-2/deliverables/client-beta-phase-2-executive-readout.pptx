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642b6e20445a4" /><Relationship Type="http://schemas.openxmlformats.org/officeDocument/2006/relationships/extended-properties" Target="/docProps/app.xml" Id="R3a358574a85446ad" /><Relationship Type="http://schemas.openxmlformats.org/officeDocument/2006/relationships/officeDocument" Target="/ppt/presentation.xml" Id="R5b59f2745aa5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b77cb2ec14b47"/>
  </p:sldMasterIdLst>
  <p:notesMasterIdLst>
    <p:notesMasterId xmlns:r="http://schemas.openxmlformats.org/officeDocument/2006/relationships" r:id="Rcf74f71707ae489a"/>
  </p:notesMasterIdLst>
  <p:sldIdLst>
    <p:sldId xmlns:r="http://schemas.openxmlformats.org/officeDocument/2006/relationships" id="256" r:id="R2357594614824084"/>
    <p:sldId xmlns:r="http://schemas.openxmlformats.org/officeDocument/2006/relationships" id="257" r:id="R68d7a196ebb348ee"/>
    <p:sldId xmlns:r="http://schemas.openxmlformats.org/officeDocument/2006/relationships" id="258" r:id="R92eba3c8a9154ad9"/>
    <p:sldId xmlns:r="http://schemas.openxmlformats.org/officeDocument/2006/relationships" id="259" r:id="Rf8606942de1341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98770cac78426e" /><Relationship Type="http://schemas.openxmlformats.org/officeDocument/2006/relationships/slideMaster" Target="/ppt/slideMasters/slideMaster1.xml" Id="R38bb77cb2ec14b47" /><Relationship Type="http://schemas.openxmlformats.org/officeDocument/2006/relationships/notesMaster" Target="/ppt/notesMasters/notesMaster1.xml" Id="Rcf74f71707ae489a" /><Relationship Type="http://schemas.openxmlformats.org/officeDocument/2006/relationships/presProps" Target="/ppt/presProps.xml" Id="Re921a69ced6641dd" /><Relationship Type="http://schemas.openxmlformats.org/officeDocument/2006/relationships/tableStyles" Target="/ppt/tableStyles.xml" Id="Rf9b5e50050674900" /><Relationship Type="http://schemas.openxmlformats.org/officeDocument/2006/relationships/slide" Target="/ppt/slides/slide1.xml" Id="R2357594614824084" /><Relationship Type="http://schemas.openxmlformats.org/officeDocument/2006/relationships/slide" Target="/ppt/slides/slide2.xml" Id="R68d7a196ebb348ee" /><Relationship Type="http://schemas.openxmlformats.org/officeDocument/2006/relationships/slide" Target="/ppt/slides/slide3.xml" Id="R92eba3c8a9154ad9" /><Relationship Type="http://schemas.openxmlformats.org/officeDocument/2006/relationships/slide" Target="/ppt/slides/slide4.xml" Id="Rf8606942de1341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01bd17d033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ea9233ed474d1f" /><Relationship Type="http://schemas.openxmlformats.org/officeDocument/2006/relationships/notesMaster" Target="/ppt/notesMasters/notesMaster1.xml" Id="R5a3a43bc0684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00ad50cd6444c" /><Relationship Type="http://schemas.openxmlformats.org/officeDocument/2006/relationships/notesMaster" Target="/ppt/notesMasters/notesMaster1.xml" Id="Rd83f055bc21c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d9680176549bf" /><Relationship Type="http://schemas.openxmlformats.org/officeDocument/2006/relationships/notesMaster" Target="/ppt/notesMasters/notesMaster1.xml" Id="R3208acd9cfbe47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855e3397a6496d" /><Relationship Type="http://schemas.openxmlformats.org/officeDocument/2006/relationships/notesMaster" Target="/ppt/notesMasters/notesMaster1.xml" Id="R0b83b4449b26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381429b1440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4010e1084b4d78" /><Relationship Type="http://schemas.openxmlformats.org/officeDocument/2006/relationships/slideLayout" Target="/ppt/slideLayouts/slideLayout1.xml" Id="Rc0f46320b7ae42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f46320b7ae42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864ce6ec94a7f" /><Relationship Type="http://schemas.openxmlformats.org/officeDocument/2006/relationships/notesSlide" Target="/ppt/notesSlides/notesSlide1.xml" Id="Rc1bf35bc2e6e4e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a951692a348da" /><Relationship Type="http://schemas.openxmlformats.org/officeDocument/2006/relationships/notesSlide" Target="/ppt/notesSlides/notesSlide2.xml" Id="Ra094976593c3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dd9bb496541e9" /><Relationship Type="http://schemas.openxmlformats.org/officeDocument/2006/relationships/chart" Target="/ppt/slides/charts/chart1.xml" Id="R130d4c328bc34129" /><Relationship Type="http://schemas.openxmlformats.org/officeDocument/2006/relationships/notesSlide" Target="/ppt/notesSlides/notesSlide3.xml" Id="Rdd8048f3cfd2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07ce4b67c4b7c" /><Relationship Type="http://schemas.openxmlformats.org/officeDocument/2006/relationships/notesSlide" Target="/ppt/notesSlides/notesSlide4.xml" Id="R6e7afe4f340543d7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Value mix by workstream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Flow</c:v>
              </c:pt>
              <c:pt idx="1">
                <c:v>Inventory</c:v>
              </c:pt>
              <c:pt idx="2">
                <c:v>Quality</c:v>
              </c:pt>
              <c:pt idx="3">
                <c:v>Supply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8</c:v>
              </c:pt>
              <c:pt idx="2">
                <c:v>7</c:v>
              </c:pt>
              <c:pt idx="3">
                <c:v>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holeSize val="58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F7045-286C-449A-9720-832055D5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06933-9F5B-4F5F-A9CA-3DFC49AF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8ADAB-0576-472B-8C6F-94437FAB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 executive readout: value is visible, execution now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85045-B7F7-411F-BB00-452E4C24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266C4-8E89-49E3-8BFD-E509A57C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6B6A-51B7-414B-8A64-566F851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2098178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C0E3D-8120-4E3B-80D8-F00244F8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4D692-7BA7-41E6-8076-5DE3C90C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11DB4-FF67-4740-AA2D-FD6A77D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Phase 2 executive readout: value is visible, execution now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0746-C2CF-46B0-A52C-3ECF185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4FDB7-4639-4D3E-82E9-3341467F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1E590-F9FB-4648-830D-DA185ECB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9A8B0-4FD0-4885-8DC1-147F5E83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¥31M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8F013-29E6-4C78-B615-C25F4DA5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validated value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7A40A-BBA7-4073-93FB-0F9DB64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C4045-5F5D-4D5D-A014-04BA9D8B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workstreams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4DF91-E1D7-4C39-B4FB-68071DB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linked delivery tracks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862B6-C056-4D22-83DD-7489562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5B0DF-60A3-48CA-8B44-2C7AFDF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5FF05-973C-4713-B104-27AE9CF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value realization horizon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13539-5867-4E8F-9BB2-CA31379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4C903-2900-4081-9024-AEA61CEA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Shift the program from diagnosis to disciplined delivery with one plant-led value office.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74BDE-CB2B-435A-A940-BE993E29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642756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30E83-4E77-44EE-8C0C-552EB9C9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3A197-0E81-4BC1-9265-CA5BAA86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953C-D65F-4E72-8D24-59F4F9C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Value mix by workstream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FFBB-4319-46D1-9E2B-ED95180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5CAD2-5D83-4293-9DF9-5846C80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0d4c328bc3412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26267-89D4-456B-8C3D-8975154B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025DE-1663-49C5-BB39-D7304BD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¥31M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58DBF-91C1-4CE8-9673-19A81CC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validated value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F9F01-93D7-44B7-AF0C-71E5BEF6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BD119-2A17-4487-B81F-C7475CFF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1D409-2A3C-496E-96E5-767D44C0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single workstream carries the case; weekly integration is the control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AEC81-3CF9-4DFC-B47B-0CA11633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1795064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42ED9-9BE5-4302-BAB0-2FFC5A26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72C2E-C69B-4A3D-AB12-B843AD2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E499F-E9FC-4449-A7BD-1FCAD63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F0000-A5D9-457D-A044-B0E6886C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455CE-5EAB-483C-B03C-3B57E28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Launch value office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Weekly benefits and risk review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Mobilize flow cell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Daily bottleneck huddle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Close value proof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Finance-signoff evidence pack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Q4 gate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E6E42-6DAB-437E-8174-F9021257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928618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2026-08-23T15:23:33.6450000Z</dcterms:created>
  <dcterms:modified xsi:type="dcterms:W3CDTF">2026-08-23T15:23:33.6450000Z</dcterms:modified>
</coreProperties>
</file>