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5508279c624391" /><Relationship Type="http://schemas.openxmlformats.org/officeDocument/2006/relationships/extended-properties" Target="/docProps/app.xml" Id="Rf45ae600d88d4f50" /><Relationship Type="http://schemas.openxmlformats.org/officeDocument/2006/relationships/officeDocument" Target="/ppt/presentation.xml" Id="Ree924cc36e77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539d170174cce"/>
  </p:sldMasterIdLst>
  <p:notesMasterIdLst>
    <p:notesMasterId xmlns:r="http://schemas.openxmlformats.org/officeDocument/2006/relationships" r:id="Ra76542cc1c4a4769"/>
  </p:notesMasterIdLst>
  <p:sldIdLst>
    <p:sldId xmlns:r="http://schemas.openxmlformats.org/officeDocument/2006/relationships" id="256" r:id="R5da17fd512ca427c"/>
    <p:sldId xmlns:r="http://schemas.openxmlformats.org/officeDocument/2006/relationships" id="257" r:id="Rc8a72444e2324866"/>
    <p:sldId xmlns:r="http://schemas.openxmlformats.org/officeDocument/2006/relationships" id="258" r:id="R609d6d4bbb904e8f"/>
    <p:sldId xmlns:r="http://schemas.openxmlformats.org/officeDocument/2006/relationships" id="259" r:id="R96f282afda834e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e5bab967d42b3" /><Relationship Type="http://schemas.openxmlformats.org/officeDocument/2006/relationships/slideMaster" Target="/ppt/slideMasters/slideMaster1.xml" Id="R9ec539d170174cce" /><Relationship Type="http://schemas.openxmlformats.org/officeDocument/2006/relationships/notesMaster" Target="/ppt/notesMasters/notesMaster1.xml" Id="Ra76542cc1c4a4769" /><Relationship Type="http://schemas.openxmlformats.org/officeDocument/2006/relationships/presProps" Target="/ppt/presProps.xml" Id="R04e7258f87a94466" /><Relationship Type="http://schemas.openxmlformats.org/officeDocument/2006/relationships/tableStyles" Target="/ppt/tableStyles.xml" Id="R33b2815e1dcf41bb" /><Relationship Type="http://schemas.openxmlformats.org/officeDocument/2006/relationships/slide" Target="/ppt/slides/slide1.xml" Id="R5da17fd512ca427c" /><Relationship Type="http://schemas.openxmlformats.org/officeDocument/2006/relationships/slide" Target="/ppt/slides/slide2.xml" Id="Rc8a72444e2324866" /><Relationship Type="http://schemas.openxmlformats.org/officeDocument/2006/relationships/slide" Target="/ppt/slides/slide3.xml" Id="R609d6d4bbb904e8f" /><Relationship Type="http://schemas.openxmlformats.org/officeDocument/2006/relationships/slide" Target="/ppt/slides/slide4.xml" Id="R96f282afda83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3aa28e9ee6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3daaf9744144b8" /><Relationship Type="http://schemas.openxmlformats.org/officeDocument/2006/relationships/notesMaster" Target="/ppt/notesMasters/notesMaster1.xml" Id="R303a1d052c2f44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de0daefa4443ac" /><Relationship Type="http://schemas.openxmlformats.org/officeDocument/2006/relationships/notesMaster" Target="/ppt/notesMasters/notesMaster1.xml" Id="R9ff6bb863b36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09cedf866a4451" /><Relationship Type="http://schemas.openxmlformats.org/officeDocument/2006/relationships/notesMaster" Target="/ppt/notesMasters/notesMaster1.xml" Id="Re065d5416ee7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c9b726da684758" /><Relationship Type="http://schemas.openxmlformats.org/officeDocument/2006/relationships/notesMaster" Target="/ppt/notesMasters/notesMaster1.xml" Id="R81e613e16a3f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02844fd5548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f143f3c5bd4762" /><Relationship Type="http://schemas.openxmlformats.org/officeDocument/2006/relationships/slideLayout" Target="/ppt/slideLayouts/slideLayout1.xml" Id="Ra4e2568ef1bd4a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2568ef1bd4a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a26fda79943d3" /><Relationship Type="http://schemas.openxmlformats.org/officeDocument/2006/relationships/notesSlide" Target="/ppt/notesSlides/notesSlide1.xml" Id="Rb6f56c0917474c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a379f3a384a52" /><Relationship Type="http://schemas.openxmlformats.org/officeDocument/2006/relationships/notesSlide" Target="/ppt/notesSlides/notesSlide2.xml" Id="R944774270c6d40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a051110d1431f" /><Relationship Type="http://schemas.openxmlformats.org/officeDocument/2006/relationships/chart" Target="/ppt/slides/charts/chart1.xml" Id="Rdb11de721e324773" /><Relationship Type="http://schemas.openxmlformats.org/officeDocument/2006/relationships/notesSlide" Target="/ppt/notesSlides/notesSlide3.xml" Id="R015f1592e674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ec280a3984bbd" /><Relationship Type="http://schemas.openxmlformats.org/officeDocument/2006/relationships/notesSlide" Target="/ppt/notesSlides/notesSlide4.xml" Id="R2586ecd396fd4b0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Cost of poor quality by defect family (¥M)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Seal failure</c:v>
              </c:pt>
              <c:pt idx="1">
                <c:v>Dimensional drift</c:v>
              </c:pt>
              <c:pt idx="2">
                <c:v>Surface defect</c:v>
              </c:pt>
              <c:pt idx="3">
                <c:v>Other</c:v>
              </c:pt>
            </c:strLit>
          </c:cat>
          <c:val>
            <c:numLit>
              <c:formatCode>General</c:formatCode>
              <c:ptCount val="4"/>
              <c:pt idx="0">
                <c:v>3.8</c:v>
              </c:pt>
              <c:pt idx="1">
                <c:v>2.7</c:v>
              </c:pt>
              <c:pt idx="2">
                <c:v>2.1</c:v>
              </c:pt>
              <c:pt idx="3">
                <c:v>1.4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1DF58-274F-452F-9624-8351075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D600F-2F5A-4FB4-A633-86BB6B04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610DE-863A-4857-AA7C-86AA95E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cost reduction: prevention pays back within one quarter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0B450-E79F-4DE6-8F47-F5D45A3D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866A9-0E38-437A-87EF-3AB2982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FEDC4-7D05-45CA-A2BB-C24A2073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1202443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F06D0-7759-4398-B311-E72FCCEF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EA5B1-1D3E-45C8-A744-6F9E7EA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3B2FA-16F3-4A6E-8C44-DA6F4DAD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Quality cost reduction: prevention pays back within one quarter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D0F8-1FCF-4D14-B963-E2F1B617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1421E-F0AC-4DBB-A139-6EDE48B2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96BB0-E111-4A57-9241-73B66811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1F7A2-CF23-4C81-B98B-358C5CF9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¥12M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65865-873A-4993-AF83-FF1E6BA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annualized quality-cost reduction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056FE-A17C-4A03-B117-F1B78EA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05991-07A1-4EF2-A0A2-25DFAAE0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04013-C490-49DD-A79C-FA4BFD21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of COPQ from top 3 defects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C0BBF-A78E-44C8-8D41-ADEA2A88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44548-7863-4FC5-ADA5-529BB123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&lt;90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4F69E-A49E-4961-82D7-C5A51F74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payback on prevention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66997-C56B-455B-8BE0-002CF998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102D0-FDF7-47F6-9787-CCDD23C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Fund prevention at the critical settings and supplier interface; containment alone will not 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BD8E5-4ED5-42C2-9F98-C101F361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4732401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03C2B-245F-4623-BEEA-491F8F05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6EE83-0707-4F0C-8BC3-11D23E3A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B9862-7C3E-4A86-B597-07EF53A6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Cost of poor quality by defect family (¥M)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0ECFC-57FE-465F-9659-FC21690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DB366-E66C-4958-B814-DE7D2CF7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11de721e32477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F43E8-5544-4236-B000-60F2637D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A0B73-B3E3-4144-95DA-716E5FE6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¥12M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FC83A-8D42-4806-9BFA-FAB6DD1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annualized quality-cost reduction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CF800-8ECF-4D39-9DC8-1F5A7BFC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46042-EBD1-42D3-9746-6EFA2A9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DD2EA-741B-41FE-93FB-AD3358EB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Three defect families drive most cost; prevention actions have a shorter payback than sorting.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E5E97-DB9A-45F8-8E5E-30976A8A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95467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5E153-815A-43E2-BFC5-E6D40641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A4276-3633-4BE6-BA80-7846637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8AED6-A3A0-4298-931B-3FAA4AE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1180F-1A6E-4E9E-8F2C-BAFCC17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D7163-811A-41E1-82ED-EF746A84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Contain escapes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100% check critical lot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Lock settings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Standardize parameter window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1–3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Verify savings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Track scrap, rework, claims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Monthly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AE626-43F2-4D31-B769-E722B57C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114477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2026-08-23T15:23:34.0050000Z</dcterms:created>
  <dcterms:modified xsi:type="dcterms:W3CDTF">2026-08-23T15:23:34.0050000Z</dcterms:modified>
</coreProperties>
</file>