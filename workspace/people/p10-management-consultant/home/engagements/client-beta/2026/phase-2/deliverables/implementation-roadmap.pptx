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8bf1260dd54200" /><Relationship Type="http://schemas.openxmlformats.org/officeDocument/2006/relationships/extended-properties" Target="/docProps/app.xml" Id="Reaf91f4333414ef3" /><Relationship Type="http://schemas.openxmlformats.org/officeDocument/2006/relationships/officeDocument" Target="/ppt/presentation.xml" Id="R9862a9ef3ec146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d14292d48940aa"/>
  </p:sldMasterIdLst>
  <p:notesMasterIdLst>
    <p:notesMasterId xmlns:r="http://schemas.openxmlformats.org/officeDocument/2006/relationships" r:id="R6e3189ef7d7d403c"/>
  </p:notesMasterIdLst>
  <p:sldIdLst>
    <p:sldId xmlns:r="http://schemas.openxmlformats.org/officeDocument/2006/relationships" id="256" r:id="Rf66c2a2f176541b1"/>
    <p:sldId xmlns:r="http://schemas.openxmlformats.org/officeDocument/2006/relationships" id="257" r:id="R0e2464d75aba44ab"/>
    <p:sldId xmlns:r="http://schemas.openxmlformats.org/officeDocument/2006/relationships" id="258" r:id="Raf059f9d0b1146a4"/>
    <p:sldId xmlns:r="http://schemas.openxmlformats.org/officeDocument/2006/relationships" id="259" r:id="Rddcfdca9f44443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5f51a5b1794164" /><Relationship Type="http://schemas.openxmlformats.org/officeDocument/2006/relationships/slideMaster" Target="/ppt/slideMasters/slideMaster1.xml" Id="Rd7d14292d48940aa" /><Relationship Type="http://schemas.openxmlformats.org/officeDocument/2006/relationships/notesMaster" Target="/ppt/notesMasters/notesMaster1.xml" Id="R6e3189ef7d7d403c" /><Relationship Type="http://schemas.openxmlformats.org/officeDocument/2006/relationships/presProps" Target="/ppt/presProps.xml" Id="R3f0e92fd893942fa" /><Relationship Type="http://schemas.openxmlformats.org/officeDocument/2006/relationships/tableStyles" Target="/ppt/tableStyles.xml" Id="Rd86b9844a5764386" /><Relationship Type="http://schemas.openxmlformats.org/officeDocument/2006/relationships/slide" Target="/ppt/slides/slide1.xml" Id="Rf66c2a2f176541b1" /><Relationship Type="http://schemas.openxmlformats.org/officeDocument/2006/relationships/slide" Target="/ppt/slides/slide2.xml" Id="R0e2464d75aba44ab" /><Relationship Type="http://schemas.openxmlformats.org/officeDocument/2006/relationships/slide" Target="/ppt/slides/slide3.xml" Id="Raf059f9d0b1146a4" /><Relationship Type="http://schemas.openxmlformats.org/officeDocument/2006/relationships/slide" Target="/ppt/slides/slide4.xml" Id="Rddcfdca9f44443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27abcd4ed14e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39fe8d33054439" /><Relationship Type="http://schemas.openxmlformats.org/officeDocument/2006/relationships/notesMaster" Target="/ppt/notesMasters/notesMaster1.xml" Id="Rf20cb46a4de340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8a8b59b631482a" /><Relationship Type="http://schemas.openxmlformats.org/officeDocument/2006/relationships/notesMaster" Target="/ppt/notesMasters/notesMaster1.xml" Id="R570b4c22001249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a5c1c757d44510" /><Relationship Type="http://schemas.openxmlformats.org/officeDocument/2006/relationships/notesMaster" Target="/ppt/notesMasters/notesMaster1.xml" Id="R1a6c44a67967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a3febc32e34035" /><Relationship Type="http://schemas.openxmlformats.org/officeDocument/2006/relationships/notesMaster" Target="/ppt/notesMasters/notesMaster1.xml" Id="R0b804444f8db41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798640d364a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1d9a79451340aa" /><Relationship Type="http://schemas.openxmlformats.org/officeDocument/2006/relationships/slideLayout" Target="/ppt/slideLayouts/slideLayout1.xml" Id="Re51b2e599cd84d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b2e599cd84d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4740eb5284a6e" /><Relationship Type="http://schemas.openxmlformats.org/officeDocument/2006/relationships/notesSlide" Target="/ppt/notesSlides/notesSlide1.xml" Id="R0d990c065e0648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922ebe1154d8e" /><Relationship Type="http://schemas.openxmlformats.org/officeDocument/2006/relationships/notesSlide" Target="/ppt/notesSlides/notesSlide2.xml" Id="Rdc58ba81059a47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e1f2855a6482f" /><Relationship Type="http://schemas.openxmlformats.org/officeDocument/2006/relationships/chart" Target="/ppt/slides/charts/chart1.xml" Id="R91ad1d3863e84a30" /><Relationship Type="http://schemas.openxmlformats.org/officeDocument/2006/relationships/notesSlide" Target="/ppt/notesSlides/notesSlide3.xml" Id="Rfbb58dd13a4743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9cb2a1ab7431e" /><Relationship Type="http://schemas.openxmlformats.org/officeDocument/2006/relationships/notesSlide" Target="/ppt/notesSlides/notesSlide4.xml" Id="R5fad964e3b13465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Implementation readiness by week (%)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strLit>
              <c:ptCount val="6"/>
              <c:pt idx="0">
                <c:v>W1</c:v>
              </c:pt>
              <c:pt idx="1">
                <c:v>W3</c:v>
              </c:pt>
              <c:pt idx="2">
                <c:v>W5</c:v>
              </c:pt>
              <c:pt idx="3">
                <c:v>W7</c:v>
              </c:pt>
              <c:pt idx="4">
                <c:v>W9</c:v>
              </c:pt>
              <c:pt idx="5">
                <c:v>W12</c:v>
              </c:pt>
            </c:strLit>
          </c:cat>
          <c:val>
            <c:numLit>
              <c:formatCode>General</c:formatCode>
              <c:ptCount val="6"/>
              <c:pt idx="0">
                <c:v>20</c:v>
              </c:pt>
              <c:pt idx="1">
                <c:v>38</c:v>
              </c:pt>
              <c:pt idx="2">
                <c:v>55</c:v>
              </c:pt>
              <c:pt idx="3">
                <c:v>68</c:v>
              </c:pt>
              <c:pt idx="4">
                <c:v>82</c:v>
              </c:pt>
              <c:pt idx="5">
                <c:v>95</c:v>
              </c:pt>
            </c:numLit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99016-ECA4-43E5-B214-75023846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E81B-726F-4FD5-997B-D79CD460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28BDA-9D7A-46A5-8F9B-F3ADBF71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roadmap: make the reset irreversible in 12 weeks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05E82-E5A9-40F2-85C6-4D779930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FFCEE-2534-4ECA-9F0F-03193005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CE82F-E112-421D-9F7C-808BD2DF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1728450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27A39-411D-43D3-BFAD-218FD900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7858B-631A-4AC8-B9CC-6D3635A5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13E0B-9FE3-47A8-9E9F-FB3295C9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Implementation roadmap: make the reset irreversible in 12 weeks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F0161-A5F0-4C86-96CE-D0E7DAD2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4DBD3-99C9-4A96-A105-9E25ED4B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306AE-1A9F-443B-A560-AF1E1A74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BE656-2DF9-449E-B237-675E9460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39DF6-8333-4E94-A908-58695523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to operating handover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3A3AC-D8DD-4F91-8388-AC682A40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31726-A715-4C14-B401-C2451121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waves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89BB8-AF46-4A62-B5CE-380E939A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mobilize, pilot,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002F0-2CBE-465E-9C02-5CEF65ED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9B1F8-7B5C-4CCF-A681-80EB03B0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24 owners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6F0C4-991E-4226-9957-CE6045C2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trained in new cadence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B3578-EF91-4704-B18C-67ADF826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FF9CE-70D5-4CF9-941F-7174B4CF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a wave-based rollout: prove at the constraint first, then scale only what holds.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89739-018A-438A-B70B-885D3F27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1836491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B9600-7D0E-41D8-9C49-12FAC702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F5E30-4547-44A0-AAE5-3D87B058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799C9-3C3D-4F37-B776-4FEC5D3B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Implementation readiness by week (%)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217CB-F26D-4257-9D75-CC322858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FF031-B943-4AE8-B96F-B6DCF83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ad1d3863e84a3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4C213-8335-4FE7-8F2A-0EED87C6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E6242-BAEA-46FF-B411-1D67E470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 weeks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B84E7-0041-4E78-911F-276BC938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to operating handover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452A9-E8AC-49FB-B167-EDEBC0E8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81EFA-4783-499B-8C2F-C838B657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FE13E-94D9-4333-AE62-BF4B1B97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Readiness must precede scale; no sitewide rollout before the week-six control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1704D-57C1-4947-8273-85D9D428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539594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3B11C-6787-4F35-888D-4B0C6A2E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AC8EF-543C-47FE-A6C5-E8817390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6C50C-AC0C-48D0-975B-A49610A9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7BDA0-AD74-449C-96E5-16F29A3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17A08-C004-4766-AEB4-38F40B18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Confirm owners and standards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W1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Pilot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Prove Cell 4 routines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W2–6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Handover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Certify daily management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W7–12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26963-5420-4CB1-A633-035ED391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79324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2026-08-23T15:23:33.7190000Z</dcterms:created>
  <dcterms:modified xsi:type="dcterms:W3CDTF">2026-08-23T15:23:33.7190000Z</dcterms:modified>
</coreProperties>
</file>