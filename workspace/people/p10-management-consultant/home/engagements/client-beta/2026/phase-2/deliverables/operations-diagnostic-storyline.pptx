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a701ae3d274a69" /><Relationship Type="http://schemas.openxmlformats.org/officeDocument/2006/relationships/extended-properties" Target="/docProps/app.xml" Id="Rabfe022345d44b2a" /><Relationship Type="http://schemas.openxmlformats.org/officeDocument/2006/relationships/officeDocument" Target="/ppt/presentation.xml" Id="R81fde6e3319f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0776ed1f044cf9"/>
  </p:sldMasterIdLst>
  <p:notesMasterIdLst>
    <p:notesMasterId xmlns:r="http://schemas.openxmlformats.org/officeDocument/2006/relationships" r:id="R244d29c7841b47d5"/>
  </p:notesMasterIdLst>
  <p:sldIdLst>
    <p:sldId xmlns:r="http://schemas.openxmlformats.org/officeDocument/2006/relationships" id="256" r:id="Red5ec106bc724d51"/>
    <p:sldId xmlns:r="http://schemas.openxmlformats.org/officeDocument/2006/relationships" id="257" r:id="R3691306018664cfb"/>
    <p:sldId xmlns:r="http://schemas.openxmlformats.org/officeDocument/2006/relationships" id="258" r:id="R8afd6fd63c9f48e5"/>
    <p:sldId xmlns:r="http://schemas.openxmlformats.org/officeDocument/2006/relationships" id="259" r:id="Ree541c7912bc44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fa9c885c84290" /><Relationship Type="http://schemas.openxmlformats.org/officeDocument/2006/relationships/slideMaster" Target="/ppt/slideMasters/slideMaster1.xml" Id="Rff0776ed1f044cf9" /><Relationship Type="http://schemas.openxmlformats.org/officeDocument/2006/relationships/notesMaster" Target="/ppt/notesMasters/notesMaster1.xml" Id="R244d29c7841b47d5" /><Relationship Type="http://schemas.openxmlformats.org/officeDocument/2006/relationships/presProps" Target="/ppt/presProps.xml" Id="Rd74b575baf1941df" /><Relationship Type="http://schemas.openxmlformats.org/officeDocument/2006/relationships/tableStyles" Target="/ppt/tableStyles.xml" Id="R58eb29103eeb4e74" /><Relationship Type="http://schemas.openxmlformats.org/officeDocument/2006/relationships/slide" Target="/ppt/slides/slide1.xml" Id="Red5ec106bc724d51" /><Relationship Type="http://schemas.openxmlformats.org/officeDocument/2006/relationships/slide" Target="/ppt/slides/slide2.xml" Id="R3691306018664cfb" /><Relationship Type="http://schemas.openxmlformats.org/officeDocument/2006/relationships/slide" Target="/ppt/slides/slide3.xml" Id="R8afd6fd63c9f48e5" /><Relationship Type="http://schemas.openxmlformats.org/officeDocument/2006/relationships/slide" Target="/ppt/slides/slide4.xml" Id="Ree541c7912bc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ad1fad14f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b141277d2e471c" /><Relationship Type="http://schemas.openxmlformats.org/officeDocument/2006/relationships/notesMaster" Target="/ppt/notesMasters/notesMaster1.xml" Id="R1bed7b8c824b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3abe841874c56" /><Relationship Type="http://schemas.openxmlformats.org/officeDocument/2006/relationships/notesMaster" Target="/ppt/notesMasters/notesMaster1.xml" Id="R6ea00d85b4ff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bc0f541714c2b" /><Relationship Type="http://schemas.openxmlformats.org/officeDocument/2006/relationships/notesMaster" Target="/ppt/notesMasters/notesMaster1.xml" Id="R494ff252f43c45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53751a610e47a5" /><Relationship Type="http://schemas.openxmlformats.org/officeDocument/2006/relationships/notesMaster" Target="/ppt/notesMasters/notesMaster1.xml" Id="Rc271d97babfe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8d4ea8a3340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6206aa6f74cad" /><Relationship Type="http://schemas.openxmlformats.org/officeDocument/2006/relationships/slideLayout" Target="/ppt/slideLayouts/slideLayout1.xml" Id="R22b9e5a9e19147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9e5a9e19147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48bf013e049f3" /><Relationship Type="http://schemas.openxmlformats.org/officeDocument/2006/relationships/notesSlide" Target="/ppt/notesSlides/notesSlide1.xml" Id="Rffb294f6551f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b699687e24942" /><Relationship Type="http://schemas.openxmlformats.org/officeDocument/2006/relationships/notesSlide" Target="/ppt/notesSlides/notesSlide2.xml" Id="Rcd9fec3e31f5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9ec90813428a" /><Relationship Type="http://schemas.openxmlformats.org/officeDocument/2006/relationships/chart" Target="/ppt/slides/charts/chart1.xml" Id="R7831e082557c4642" /><Relationship Type="http://schemas.openxmlformats.org/officeDocument/2006/relationships/notesSlide" Target="/ppt/notesSlides/notesSlide3.xml" Id="R13a0249fedbf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5ba1f42f447c6" /><Relationship Type="http://schemas.openxmlformats.org/officeDocument/2006/relationships/notesSlide" Target="/ppt/notesSlides/notesSlide4.xml" Id="Rf29d3be06ab543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Lost hours at the constraint by cause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Changeover</c:v>
              </c:pt>
              <c:pt idx="1">
                <c:v>Rework</c:v>
              </c:pt>
              <c:pt idx="2">
                <c:v>Microstops</c:v>
              </c:pt>
              <c:pt idx="3">
                <c:v>Material waits</c:v>
              </c:pt>
            </c:strLit>
          </c:cat>
          <c:val>
            <c:numLit>
              <c:formatCode>General</c:formatCode>
              <c:ptCount val="4"/>
              <c:pt idx="0">
                <c:v>31</c:v>
              </c:pt>
              <c:pt idx="1">
                <c:v>27</c:v>
              </c:pt>
              <c:pt idx="2">
                <c:v>16</c:v>
              </c:pt>
              <c:pt idx="3">
                <c:v>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156C-74A5-450A-9DD5-FA7141F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ABFBA-7EC7-416A-875E-AD3A3F6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3E75E-3476-4C6B-8741-96A989F0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Operations diagnostic: the constraint is execution, not demand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F9B9F-4D91-48AB-9543-6ACF0AC9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BB90-BE55-4EA7-AA6F-2E6AEEA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A3621-D7E9-4823-BF6C-DE3A4990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258223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1043C-6CEE-4B71-B86B-AFB6C79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E738A-BAA8-4153-A2C3-7BA1B28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EA77-29AB-4EE5-B324-7591DE51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Operations diagnostic: the constraint is execution, not demand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1B3FE-DB49-4E25-90FA-3420302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5BDEB-5D76-47F7-96DF-00BFE43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AA63C-AF1F-4E96-A92F-F70A567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3C490-F7AA-49B3-A104-B4F4D57D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 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2F21-34EA-47D9-ADD4-C4E9D16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OEE gap at Cell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A3E76-2942-4667-ACB6-018E24F3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43272-EA7F-45DB-B760-301AD090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ED23B-EA9C-4CD7-829C-BA20BD2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lost per changeover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28257-75F0-4D3C-B437-478CBE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2CB70-7CB6-4354-A803-7A7A2D3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35671-9926-4149-AFC9-6D23998B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of losses from rework + changeover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D6B99-73DD-4D21-AEBA-2D4D8FD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32C5-314D-4F38-820B-5EF5A90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Concentrate the reset on Cell 4 and the upstream quality loop before broadening the program.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B2CE4-6B24-4E2F-9578-0838DAE7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1461937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48EE0-9DB2-4DB5-9DC6-9F9DFD6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9A4D4-8A21-416A-949F-BFE34923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382D8-ED1F-4A47-A4E3-BA2B0F26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Lost hours at the constraint by 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37839-D3CC-4E73-8F42-26F0512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F5AF4-67D2-4F29-8BD2-64FB523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31e082557c464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DCFD0-13E3-475B-BB3D-3306BD0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0D768-A6B5-426B-9908-9849BF0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 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91C06-C48A-4A79-8403-9A3C239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OEE gap at Cell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81D7-3224-47C6-AB54-DFEF5331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4989-0B1F-46EB-8696-6DEA8307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5FD10-82A6-4574-891A-8D588C3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Demand is stable; execution losses at one cell explain the weekly output miss.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19A43-39C3-43D4-93D5-12F576E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1043026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E2091-1FE5-44D4-9E1E-4F21989D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00C4-9612-4ACA-8EE0-C3D604B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A2D25-79AA-49C0-9924-59D9D62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52B25-909D-4264-AA3D-5942662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B6D22-DDF2-49C0-8A32-18A570B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Standardize changeover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Film and lock best sequence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Contain rework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First-pass check at 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Run tiered reviews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Escalate daily loss pattern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 onward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C8E98-CD95-4B4F-B950-EC9BCA3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328312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2026-08-23T15:23:33.8360000Z</dcterms:created>
  <dcterms:modified xsi:type="dcterms:W3CDTF">2026-08-23T15:23:33.8360000Z</dcterms:modified>
</coreProperties>
</file>