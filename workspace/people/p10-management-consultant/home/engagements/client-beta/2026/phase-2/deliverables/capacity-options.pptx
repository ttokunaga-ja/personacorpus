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332b12cfb94879" /><Relationship Type="http://schemas.openxmlformats.org/officeDocument/2006/relationships/extended-properties" Target="/docProps/app.xml" Id="R833f288a292a4f48" /><Relationship Type="http://schemas.openxmlformats.org/officeDocument/2006/relationships/officeDocument" Target="/ppt/presentation.xml" Id="R0db8bf67ff1540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5b92e43b24771"/>
  </p:sldMasterIdLst>
  <p:notesMasterIdLst>
    <p:notesMasterId xmlns:r="http://schemas.openxmlformats.org/officeDocument/2006/relationships" r:id="Rb633f11231074af5"/>
  </p:notesMasterIdLst>
  <p:sldIdLst>
    <p:sldId xmlns:r="http://schemas.openxmlformats.org/officeDocument/2006/relationships" id="256" r:id="Re0d1f77780c14510"/>
    <p:sldId xmlns:r="http://schemas.openxmlformats.org/officeDocument/2006/relationships" id="257" r:id="R2ff7d9bec4b5437f"/>
    <p:sldId xmlns:r="http://schemas.openxmlformats.org/officeDocument/2006/relationships" id="258" r:id="Re68b4047ab1c4013"/>
    <p:sldId xmlns:r="http://schemas.openxmlformats.org/officeDocument/2006/relationships" id="259" r:id="Rb6c4ac49742c48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eb344f226f469d" /><Relationship Type="http://schemas.openxmlformats.org/officeDocument/2006/relationships/slideMaster" Target="/ppt/slideMasters/slideMaster1.xml" Id="R22e5b92e43b24771" /><Relationship Type="http://schemas.openxmlformats.org/officeDocument/2006/relationships/notesMaster" Target="/ppt/notesMasters/notesMaster1.xml" Id="Rb633f11231074af5" /><Relationship Type="http://schemas.openxmlformats.org/officeDocument/2006/relationships/presProps" Target="/ppt/presProps.xml" Id="Rfab19cd17c884489" /><Relationship Type="http://schemas.openxmlformats.org/officeDocument/2006/relationships/tableStyles" Target="/ppt/tableStyles.xml" Id="Ra0a0ef4542c64532" /><Relationship Type="http://schemas.openxmlformats.org/officeDocument/2006/relationships/slide" Target="/ppt/slides/slide1.xml" Id="Re0d1f77780c14510" /><Relationship Type="http://schemas.openxmlformats.org/officeDocument/2006/relationships/slide" Target="/ppt/slides/slide2.xml" Id="R2ff7d9bec4b5437f" /><Relationship Type="http://schemas.openxmlformats.org/officeDocument/2006/relationships/slide" Target="/ppt/slides/slide3.xml" Id="Re68b4047ab1c4013" /><Relationship Type="http://schemas.openxmlformats.org/officeDocument/2006/relationships/slide" Target="/ppt/slides/slide4.xml" Id="Rb6c4ac49742c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c69cb71e74e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f989bccc194a54" /><Relationship Type="http://schemas.openxmlformats.org/officeDocument/2006/relationships/notesMaster" Target="/ppt/notesMasters/notesMaster1.xml" Id="Re4cdf6b1fc7c47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30061abdd54cc7" /><Relationship Type="http://schemas.openxmlformats.org/officeDocument/2006/relationships/notesMaster" Target="/ppt/notesMasters/notesMaster1.xml" Id="R4c7867ad2b1441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a51ea23e2b43f6" /><Relationship Type="http://schemas.openxmlformats.org/officeDocument/2006/relationships/notesMaster" Target="/ppt/notesMasters/notesMaster1.xml" Id="Rf0301651dc3f4f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210a9eab5a4252" /><Relationship Type="http://schemas.openxmlformats.org/officeDocument/2006/relationships/notesMaster" Target="/ppt/notesMasters/notesMaster1.xml" Id="R6cebbafbc20f43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0d61b1f814d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347242e06346de" /><Relationship Type="http://schemas.openxmlformats.org/officeDocument/2006/relationships/slideLayout" Target="/ppt/slideLayouts/slideLayout1.xml" Id="R144c6fdad50946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4c6fdad50946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f8452abc4295" /><Relationship Type="http://schemas.openxmlformats.org/officeDocument/2006/relationships/notesSlide" Target="/ppt/notesSlides/notesSlide1.xml" Id="Rd976c3362a82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e09a732fb448a" /><Relationship Type="http://schemas.openxmlformats.org/officeDocument/2006/relationships/notesSlide" Target="/ppt/notesSlides/notesSlide2.xml" Id="R1414447d2fdf44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90356ac3c4ead" /><Relationship Type="http://schemas.openxmlformats.org/officeDocument/2006/relationships/chart" Target="/ppt/slides/charts/chart1.xml" Id="Rc52951cef1244e68" /><Relationship Type="http://schemas.openxmlformats.org/officeDocument/2006/relationships/notesSlide" Target="/ppt/notesSlides/notesSlide3.xml" Id="R9be820f6788f40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ceaa3003c4bf6" /><Relationship Type="http://schemas.openxmlformats.org/officeDocument/2006/relationships/notesSlide" Target="/ppt/notesSlides/notesSlide4.xml" Id="R9087358c12d24ef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Incremental weekly capacity (units)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Base plan</c:v>
              </c:pt>
              <c:pt idx="1">
                <c:v>Overtime bridge</c:v>
              </c:pt>
              <c:pt idx="2">
                <c:v>Second shift</c:v>
              </c:pt>
              <c:pt idx="3">
                <c:v>New line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108</c:v>
              </c:pt>
              <c:pt idx="2">
                <c:v>114</c:v>
              </c:pt>
              <c:pt idx="3">
                <c:v>118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08D2D-16D2-422C-9092-F74C6A9A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A94F7-16A4-43CB-9916-5895365A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5D5C8-9AA4-49F9-ACCD-4210AB8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Capacity options: flex first, add steel last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7F4A4-944F-4B01-850E-32224BC8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8D9AF-29D9-4178-B71B-3399E10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3B454-7CF4-4269-800B-2A10FC35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68288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B6B4B-5F53-4883-9102-BAACFA74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85892-40E7-4551-B15F-08879949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86479-4BBC-4364-ABCE-0D4432D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flex-and-schedule solution closes the near-term gap at half the cost of a line addition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BFFC5-5874-4D70-845C-0AED9247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CF2B4-D8F2-434D-A19B-4EFCAE0D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B3B75-F794-4C83-BEE4-C3142417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2AC3E-8000-45B8-B1D6-8C374A2B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+14%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8934B-BA26-4780-BE68-086A60DF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output from flex 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EF6DE-C2A5-40EA-819E-DC9AAC02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D7472-9FCB-49E1-BC99-A4F20917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¥6.2M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F8ECF-7E32-4C95-85DE-8961E89B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capex avoided versus new 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AA12E-F8D1-48F7-9631-C518A94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671A1-2520-4513-B65D-50E89FF8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 wks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27045-33B1-4F34-A785-00DBC1B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to qualify second shift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1D524-26AA-4BB7-AA58-BA19CB61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D5F61-D994-4FF9-BD63-1D84A91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Pilot second shift and overtime relief now; keep new-line capex behind the October demand gate.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2A265-042C-4241-AE42-C3B35AF6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1205387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65B2A-A3BE-4B94-8362-A8AAEBF9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CAB40-C17A-4849-A016-C05DDCD9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1DB9-EB3C-40AB-B002-010E232A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Incremental weekly capacity (units)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F6DD7-7E39-4E72-A180-8BF91F49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EF7A9-73F4-4939-BB7A-FBDF3C9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2951cef1244e6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BF14F-91FC-4054-8AEF-5F75493F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D135D-12CF-4CAC-9C3F-BD5DBEA3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+14%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D5305-1DC2-4788-9157-8B205025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output from flex 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C88B3-0334-4E4F-9D28-2D96AD0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79F1F-BA8E-4009-9D58-6F59F870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27B8B-0B33-45AE-B144-145411C9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Flex capacity captures 78% of the line-addition benefit before committing capital.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85D90-4730-4B01-B35B-B6714757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29587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1C411-2B2D-4C1A-AC79-C7DCA7F2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FBD2A-C3B3-4057-831F-EFFF9720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BD47E-C45E-496B-A532-50F4C9C8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81C6C-B10F-44EB-8A17-971F0346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5863A-5E9E-4D68-B876-A1F5C0E3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Staff second shift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Cross-train 12 operators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1–3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Run overtime bridge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Protect customer backlog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Weeks 1–6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Set capex gate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Confirm October demand signal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06 Oct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2F2FD-CC04-4187-AF27-0B201F6F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1045465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2026-08-23T15:23:33.5600000Z</dcterms:created>
  <dcterms:modified xsi:type="dcterms:W3CDTF">2026-08-23T15:23:33.5600000Z</dcterms:modified>
</coreProperties>
</file>