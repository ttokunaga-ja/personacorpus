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021310e982400f" /><Relationship Type="http://schemas.openxmlformats.org/officeDocument/2006/relationships/extended-properties" Target="/docProps/app.xml" Id="R42978cda85dd4722" /><Relationship Type="http://schemas.openxmlformats.org/officeDocument/2006/relationships/officeDocument" Target="/ppt/presentation.xml" Id="Rc55cb1fe570e49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66ee4f7f034d01"/>
  </p:sldMasterIdLst>
  <p:notesMasterIdLst>
    <p:notesMasterId xmlns:r="http://schemas.openxmlformats.org/officeDocument/2006/relationships" r:id="R65f2430671754891"/>
  </p:notesMasterIdLst>
  <p:sldIdLst>
    <p:sldId xmlns:r="http://schemas.openxmlformats.org/officeDocument/2006/relationships" id="256" r:id="Rc47ac8aebb13457d"/>
    <p:sldId xmlns:r="http://schemas.openxmlformats.org/officeDocument/2006/relationships" id="257" r:id="Rda56e49757d242eb"/>
    <p:sldId xmlns:r="http://schemas.openxmlformats.org/officeDocument/2006/relationships" id="258" r:id="R3e6fa8ffb6974318"/>
    <p:sldId xmlns:r="http://schemas.openxmlformats.org/officeDocument/2006/relationships" id="259" r:id="R6a7963ec375349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ee48cf266f422b" /><Relationship Type="http://schemas.openxmlformats.org/officeDocument/2006/relationships/slideMaster" Target="/ppt/slideMasters/slideMaster1.xml" Id="R1d66ee4f7f034d01" /><Relationship Type="http://schemas.openxmlformats.org/officeDocument/2006/relationships/notesMaster" Target="/ppt/notesMasters/notesMaster1.xml" Id="R65f2430671754891" /><Relationship Type="http://schemas.openxmlformats.org/officeDocument/2006/relationships/presProps" Target="/ppt/presProps.xml" Id="Rfad1dabfa854435b" /><Relationship Type="http://schemas.openxmlformats.org/officeDocument/2006/relationships/tableStyles" Target="/ppt/tableStyles.xml" Id="R6c2da28a68404dec" /><Relationship Type="http://schemas.openxmlformats.org/officeDocument/2006/relationships/slide" Target="/ppt/slides/slide1.xml" Id="Rc47ac8aebb13457d" /><Relationship Type="http://schemas.openxmlformats.org/officeDocument/2006/relationships/slide" Target="/ppt/slides/slide2.xml" Id="Rda56e49757d242eb" /><Relationship Type="http://schemas.openxmlformats.org/officeDocument/2006/relationships/slide" Target="/ppt/slides/slide3.xml" Id="R3e6fa8ffb6974318" /><Relationship Type="http://schemas.openxmlformats.org/officeDocument/2006/relationships/slide" Target="/ppt/slides/slide4.xml" Id="R6a7963ec375349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738023d80643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9b0baac08544e4" /><Relationship Type="http://schemas.openxmlformats.org/officeDocument/2006/relationships/notesMaster" Target="/ppt/notesMasters/notesMaster1.xml" Id="Rac16776d436341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c949f41a71413c" /><Relationship Type="http://schemas.openxmlformats.org/officeDocument/2006/relationships/notesMaster" Target="/ppt/notesMasters/notesMaster1.xml" Id="Rafaeae6ce90c48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0f4ad547714417" /><Relationship Type="http://schemas.openxmlformats.org/officeDocument/2006/relationships/notesMaster" Target="/ppt/notesMasters/notesMaster1.xml" Id="Ree60a2214336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08204210584ef3" /><Relationship Type="http://schemas.openxmlformats.org/officeDocument/2006/relationships/notesMaster" Target="/ppt/notesMasters/notesMaster1.xml" Id="Red0a6727363f47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d2c9d118344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9101ed5172408d" /><Relationship Type="http://schemas.openxmlformats.org/officeDocument/2006/relationships/slideLayout" Target="/ppt/slideLayouts/slideLayout1.xml" Id="R667f6d33752248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7f6d33752248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e9ce16c2246d9" /><Relationship Type="http://schemas.openxmlformats.org/officeDocument/2006/relationships/notesSlide" Target="/ppt/notesSlides/notesSlide1.xml" Id="R5db8e54997854f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ece1af9bc43e0" /><Relationship Type="http://schemas.openxmlformats.org/officeDocument/2006/relationships/notesSlide" Target="/ppt/notesSlides/notesSlide2.xml" Id="Rdfd4f19f220e49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d199bf6474688" /><Relationship Type="http://schemas.openxmlformats.org/officeDocument/2006/relationships/chart" Target="/ppt/slides/charts/chart1.xml" Id="Rab3baf28a06849e7" /><Relationship Type="http://schemas.openxmlformats.org/officeDocument/2006/relationships/notesSlide" Target="/ppt/notesSlides/notesSlide3.xml" Id="R86073100306f4e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c689f840c42c0" /><Relationship Type="http://schemas.openxmlformats.org/officeDocument/2006/relationships/notesSlide" Target="/ppt/notesSlides/notesSlide4.xml" Id="R6ef9724fb84940b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Decision value by option (¥M)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Flex capacity</c:v>
              </c:pt>
              <c:pt idx="1">
                <c:v>Inventory reset</c:v>
              </c:pt>
              <c:pt idx="2">
                <c:v>Supplier recovery</c:v>
              </c:pt>
            </c:strLit>
          </c:cat>
          <c:val>
            <c:numLit>
              <c:formatCode>General</c:formatCode>
              <c:ptCount val="3"/>
              <c:pt idx="0">
                <c:v>6</c:v>
              </c:pt>
              <c:pt idx="1">
                <c:v>7</c:v>
              </c:pt>
              <c:pt idx="2">
                <c:v>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E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95C90-7173-4770-B410-0A69AFEB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95236-3373-4F1A-9436-C0B9FFD8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9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D9F4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06BFD-FEED-4794-A76D-010F7896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pack: approve the Phase 2 operating reset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E1612-8CBB-47D8-8363-52D0CA75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Client Beta  |  Phase 2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6DCB9-E166-4FF7-9D43-118FC6BF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Engagement team: Avery Calder · Nina Solberg · Theo Mercer · Keiko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449A0-3FC0-443F-B8CC-E4DE08F3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Portfolio linkage: Client Alpha Phase 1 Finance budget ¥42.8M</a:t>
            </a:r>
          </a:p>
        </p:txBody>
      </p:sp>
    </p:spTree>
    <p:extLst>
      <p:ext uri="{BB962C8B-B14F-4D97-AF65-F5344CB8AC3E}">
        <p14:creationId xmlns:p14="http://schemas.microsoft.com/office/powerpoint/2010/main" val="1576381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7EC94-8736-46B4-BC2D-203FA643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1C16C-F795-4AD1-A30A-5975D7B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F3C0D-9FA8-40C6-8177-3BB0BB72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Approve a 12-week reset with three gated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7D0A6-55A8-4BDD-89C5-563A8DD5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376E4-15BE-48A9-9D41-BE5637B0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7CDB4-FB96-4530-9FC2-B17D70FA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EDD85-D5EF-4546-9981-F547CEE6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¥18M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4E6B0-084C-42F9-856B-DF9F4F7F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cash release by 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D063E-B3B0-4811-8960-AD880940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51203-433A-4F76-8E49-B0EE9EA1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92%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BB1FE-7302-4E30-AD0B-53F5CF0E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service protected in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4CD81-C1B7-4E4F-8C03-25AA4BA5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C2ED2-6341-45CA-967E-667D380D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9ACA2-FD9B-4365-9B8F-4926C720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SteerCo approvals needed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9C100-901B-4285-BA0A-5F07E69B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97FAE-131B-4CB3-BB08-93A9D002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Approve flex capacity, inventory reset, and supplier escalation as one linked package.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AEFD0-2C38-4797-97D5-81E4D1E4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and owner alignment required at the next operating review.</a:t>
            </a:r>
          </a:p>
        </p:txBody>
      </p:sp>
    </p:spTree>
    <p:extLst>
      <p:ext uri="{BB962C8B-B14F-4D97-AF65-F5344CB8AC3E}">
        <p14:creationId xmlns:p14="http://schemas.microsoft.com/office/powerpoint/2010/main" val="1648215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50338-8F8B-49E2-B200-CC6CF080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82A69-E76D-4BDE-BA69-753DC6FE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DDBCE-63CD-4904-A7E2-9BF54A37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 value by option (¥M)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A394B-C74D-40E4-9976-87B872D2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2B24D-6F97-40B6-A0FE-5A957452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3baf28a06849e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A8566-D797-4607-B3F3-FB9A9E41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7BD84-0F4D-4909-8755-9909DF55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47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¥18M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4F926-6E20-4B2B-A977-F0E622F3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cash release by Q4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473D1-6219-4960-B298-DB2168A6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B97A9-A3A0-498D-AF69-12AA758E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13577-BDE1-4414-B068-EE423520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combined package is materially stronger than any stand-alone intervention.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A9455-E7D0-4A94-BA94-F3CA39B1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Synthetic internal analysis; no external sources. Metrics are illustrative management estimates.</a:t>
            </a:r>
          </a:p>
        </p:txBody>
      </p:sp>
    </p:spTree>
    <p:extLst>
      <p:ext uri="{BB962C8B-B14F-4D97-AF65-F5344CB8AC3E}">
        <p14:creationId xmlns:p14="http://schemas.microsoft.com/office/powerpoint/2010/main" val="249867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BB2F6-206D-4768-9C75-9DFB747D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5DC05-9859-4153-9D83-5EB2AE51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00FB1-8288-4060-AEFC-83C2ADCD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operating plan assigns a clear owner to each control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9563C-1076-4069-A42E-667312F6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C60C2-4948-48B4-B858-508D59F2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2000250"/>
                <a:gridCol w="180975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First deliverable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Approve flex capacity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Second-shift pilot at Cell 4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13 Jul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Approve buffer reset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Release non-critical stock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20 Jul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Authorize escalation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Recover critical supplier commits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20 Jul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560FB-E4CA-44C5-BF6E-362A8C6D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Governance: Keiko Ward chairs a 30-minute weekly operating review; escalate only decisions that alter customer service, capital, or supplier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1190904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2026-08-23T15:23:33.0570000Z</dcterms:created>
  <dcterms:modified xsi:type="dcterms:W3CDTF">2026-08-23T15:23:33.0570000Z</dcterms:modified>
</coreProperties>
</file>