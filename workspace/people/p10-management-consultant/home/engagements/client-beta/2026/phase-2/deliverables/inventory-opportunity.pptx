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f46b70f0a04601" /><Relationship Type="http://schemas.openxmlformats.org/officeDocument/2006/relationships/extended-properties" Target="/docProps/app.xml" Id="R3fda6f6b364f4816" /><Relationship Type="http://schemas.openxmlformats.org/officeDocument/2006/relationships/officeDocument" Target="/ppt/presentation.xml" Id="R7c626ebe245742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7da5f998454c8f"/>
  </p:sldMasterIdLst>
  <p:notesMasterIdLst>
    <p:notesMasterId xmlns:r="http://schemas.openxmlformats.org/officeDocument/2006/relationships" r:id="R8b96d650f0b6412e"/>
  </p:notesMasterIdLst>
  <p:sldIdLst>
    <p:sldId xmlns:r="http://schemas.openxmlformats.org/officeDocument/2006/relationships" id="256" r:id="R0098f14d9f4044be"/>
    <p:sldId xmlns:r="http://schemas.openxmlformats.org/officeDocument/2006/relationships" id="257" r:id="R5905be504f414d4e"/>
    <p:sldId xmlns:r="http://schemas.openxmlformats.org/officeDocument/2006/relationships" id="258" r:id="Rd9e42df1052b4f94"/>
    <p:sldId xmlns:r="http://schemas.openxmlformats.org/officeDocument/2006/relationships" id="259" r:id="Rb5253c0c8c9744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0db9c9dc794997" /><Relationship Type="http://schemas.openxmlformats.org/officeDocument/2006/relationships/slideMaster" Target="/ppt/slideMasters/slideMaster1.xml" Id="R647da5f998454c8f" /><Relationship Type="http://schemas.openxmlformats.org/officeDocument/2006/relationships/notesMaster" Target="/ppt/notesMasters/notesMaster1.xml" Id="R8b96d650f0b6412e" /><Relationship Type="http://schemas.openxmlformats.org/officeDocument/2006/relationships/presProps" Target="/ppt/presProps.xml" Id="R14d244fd98d242e9" /><Relationship Type="http://schemas.openxmlformats.org/officeDocument/2006/relationships/tableStyles" Target="/ppt/tableStyles.xml" Id="R3e2875cbeb764512" /><Relationship Type="http://schemas.openxmlformats.org/officeDocument/2006/relationships/slide" Target="/ppt/slides/slide1.xml" Id="R0098f14d9f4044be" /><Relationship Type="http://schemas.openxmlformats.org/officeDocument/2006/relationships/slide" Target="/ppt/slides/slide2.xml" Id="R5905be504f414d4e" /><Relationship Type="http://schemas.openxmlformats.org/officeDocument/2006/relationships/slide" Target="/ppt/slides/slide3.xml" Id="Rd9e42df1052b4f94" /><Relationship Type="http://schemas.openxmlformats.org/officeDocument/2006/relationships/slide" Target="/ppt/slides/slide4.xml" Id="Rb5253c0c8c9744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6c8e2fe18b4a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96d43a1de64931" /><Relationship Type="http://schemas.openxmlformats.org/officeDocument/2006/relationships/notesMaster" Target="/ppt/notesMasters/notesMaster1.xml" Id="Rf1e12f4240c14c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c97b0a2f8e4745" /><Relationship Type="http://schemas.openxmlformats.org/officeDocument/2006/relationships/notesMaster" Target="/ppt/notesMasters/notesMaster1.xml" Id="Re936eb9c6ca04b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1b2fac28664457" /><Relationship Type="http://schemas.openxmlformats.org/officeDocument/2006/relationships/notesMaster" Target="/ppt/notesMasters/notesMaster1.xml" Id="Re6f5e713a66441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0534d48cda48ae" /><Relationship Type="http://schemas.openxmlformats.org/officeDocument/2006/relationships/notesMaster" Target="/ppt/notesMasters/notesMaster1.xml" Id="R71ade348efa24a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5c86201fe47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ea4d04298146de" /><Relationship Type="http://schemas.openxmlformats.org/officeDocument/2006/relationships/slideLayout" Target="/ppt/slideLayouts/slideLayout1.xml" Id="R9735a058d29f44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35a058d29f44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1999d838344d2" /><Relationship Type="http://schemas.openxmlformats.org/officeDocument/2006/relationships/notesSlide" Target="/ppt/notesSlides/notesSlide1.xml" Id="R1e940f9ec5434f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3684e0dd6474d" /><Relationship Type="http://schemas.openxmlformats.org/officeDocument/2006/relationships/notesSlide" Target="/ppt/notesSlides/notesSlide2.xml" Id="R47c8ca8e11b04e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c5f9fb9fa41dd" /><Relationship Type="http://schemas.openxmlformats.org/officeDocument/2006/relationships/chart" Target="/ppt/slides/charts/chart1.xml" Id="R7ceb3798c7d44c5a" /><Relationship Type="http://schemas.openxmlformats.org/officeDocument/2006/relationships/notesSlide" Target="/ppt/notesSlides/notesSlide3.xml" Id="Ra89657c49e4142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f2b1f11df49fb" /><Relationship Type="http://schemas.openxmlformats.org/officeDocument/2006/relationships/notesSlide" Target="/ppt/notesSlides/notesSlide4.xml" Id="Rd8d21951011a437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Inventory reduction opportunity by segment (¥M)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Slow movers</c:v>
              </c:pt>
              <c:pt idx="1">
                <c:v>Duplicate stock</c:v>
              </c:pt>
              <c:pt idx="2">
                <c:v>Policy buffers</c:v>
              </c:pt>
              <c:pt idx="3">
                <c:v>MOQ mismatch</c:v>
              </c:pt>
            </c:strLit>
          </c:cat>
          <c:val>
            <c:numLit>
              <c:formatCode>General</c:formatCode>
              <c:ptCount val="4"/>
              <c:pt idx="0">
                <c:v>2.6</c:v>
              </c:pt>
              <c:pt idx="1">
                <c:v>1.9</c:v>
              </c:pt>
              <c:pt idx="2">
                <c:v>2.1</c:v>
              </c:pt>
              <c:pt idx="3">
                <c:v>1.5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E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B4F35-9092-44FD-B7B0-22E1827E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14240-91E9-457E-94F8-32236871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D9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D9F4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ECD38-CAEF-4C89-8063-955943B1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Inventory opportunity: release cash without starving the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F4354-126A-43B1-9B66-6C5DB4BA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Client Beta  |  Phase 2  |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6100-6A73-4EAF-B7CC-5151E7EE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Engagement team: Avery Calder · Nina Solberg · Theo Mercer · Keiko 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24C2C-49E0-486F-A9E4-F0736820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3C8"/>
                </a:solidFill>
                <a:latin typeface="Arial"/>
                <a:ea typeface="Arial"/>
                <a:cs typeface="Arial"/>
              </a:rPr>
              <a:t>Portfolio linkage: Client Alpha Phase 1 Finance budget ¥42.8M</a:t>
            </a:r>
          </a:p>
        </p:txBody>
      </p:sp>
    </p:spTree>
    <p:extLst>
      <p:ext uri="{BB962C8B-B14F-4D97-AF65-F5344CB8AC3E}">
        <p14:creationId xmlns:p14="http://schemas.microsoft.com/office/powerpoint/2010/main" val="1009107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1A42C-F2AC-459C-BE4A-5F8860E8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4CEE4-E476-43CF-8601-7E105EB4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FE1FD-DFAC-4331-835D-EFBA6E37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Inventory opportunity: release cash without starving the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68426-EFED-4C16-90AF-2EBFD1F0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5E8B3-7099-456D-8346-B4E269C4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B7EAA-7E32-47C6-BC09-3AB5461D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A7268-B827-4A50-8310-677C5855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86FE2-C83E-4036-9826-78C214C9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inventory reduction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6C5F7-8780-4BD6-B7E7-ACBDDE3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94B69-7004-4AD6-AC31-00096708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¥8.1M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0425A-5E35-46D8-92B3-273F8C97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cash released at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AEE31-14E2-4657-998C-616AB9A2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1272B-D155-4AB1-9AB8-FFF543C2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40 SKUs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496CD-DDB2-427D-B058-3DBE2B2A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protected revenue-critical items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6BB06-C863-4526-BFDA-39E87D6B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EFD77-068E-4711-A372-0A7D762C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Release slow-moving and duplicated stock first; retain service buffers only where variability justifies them.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D6772-4980-4AAD-952E-84AEACA2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Decision and owner alignment required at the next operating review.</a:t>
            </a:r>
          </a:p>
        </p:txBody>
      </p:sp>
    </p:spTree>
    <p:extLst>
      <p:ext uri="{BB962C8B-B14F-4D97-AF65-F5344CB8AC3E}">
        <p14:creationId xmlns:p14="http://schemas.microsoft.com/office/powerpoint/2010/main" val="646038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310E5-4070-42E6-B665-5B9DF374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13466-6E4C-4F68-86C0-52A30187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CBB91-888A-4471-AFE3-3D88AF91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Inventory reduction opportunity by segment (¥M)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B3749-B474-492A-BBD2-A4363098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396BD-3A0B-43F9-ABF8-A2ED063A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eb3798c7d44c5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116ED-9A95-477F-A82E-D6A69F01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6CE0D-9A9F-4652-8DF5-C83AA580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47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5DFB3-B551-4887-8A09-CC3F4DD2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inventory reduction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B6367-379F-4DF0-BDFB-D340A138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5FB14-FE31-4D29-BEB6-7BFCDF69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290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8CC04-D9D8-4613-A011-9D9985F0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segmented policy avoids a blanket cut that would simply shift risk to expedites.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F3322-E4FB-4C8C-9076-979A3013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Synthetic internal analysis; no external sources. Metrics are illustrative management estimates.</a:t>
            </a:r>
          </a:p>
        </p:txBody>
      </p:sp>
    </p:spTree>
    <p:extLst>
      <p:ext uri="{BB962C8B-B14F-4D97-AF65-F5344CB8AC3E}">
        <p14:creationId xmlns:p14="http://schemas.microsoft.com/office/powerpoint/2010/main" val="5475751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9B5C6-8FF5-4019-B563-11091FE0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FA5A8-44B3-4238-B4CA-B7A9258A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0C32B-219C-4CEC-888B-2C6F3D21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operating plan assigns a clear owner to each control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3168C-48AA-45CE-9CB3-9D885ED2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0C310-A7B0-413C-AEF0-3E4F658E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2000250"/>
                <a:gridCol w="180975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First deliverable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Accountable lead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Reset buffer policy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Classify demand variability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Weeks 1–3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Change order cadence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Align MOQ to usage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Weeks 3–6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Release cash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Finance validates disposition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Weeks 6–10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E5DC8-437F-45BD-B02B-50C13FD5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Governance: Keiko Ward chairs a 30-minute weekly operating review; escalate only decisions that alter customer service, capital, or supplier commitments.</a:t>
            </a:r>
          </a:p>
        </p:txBody>
      </p:sp>
    </p:spTree>
    <p:extLst>
      <p:ext uri="{BB962C8B-B14F-4D97-AF65-F5344CB8AC3E}">
        <p14:creationId xmlns:p14="http://schemas.microsoft.com/office/powerpoint/2010/main" val="1935002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2026-08-23T15:23:33.7800000Z</dcterms:created>
  <dcterms:modified xsi:type="dcterms:W3CDTF">2026-08-23T15:23:33.7800000Z</dcterms:modified>
</coreProperties>
</file>