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b126c7df24b11" /><Relationship Type="http://schemas.openxmlformats.org/officeDocument/2006/relationships/extended-properties" Target="/docProps/app.xml" Id="R7440b34584a44a6d" /><Relationship Type="http://schemas.openxmlformats.org/officeDocument/2006/relationships/officeDocument" Target="/ppt/presentation.xml" Id="R2afc12aeb906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43c0357af4f4a"/>
  </p:sldMasterIdLst>
  <p:notesMasterIdLst>
    <p:notesMasterId xmlns:r="http://schemas.openxmlformats.org/officeDocument/2006/relationships" r:id="R574913ea688049e1"/>
  </p:notesMasterIdLst>
  <p:sldIdLst>
    <p:sldId xmlns:r="http://schemas.openxmlformats.org/officeDocument/2006/relationships" id="256" r:id="R17f5cec50d734210"/>
    <p:sldId xmlns:r="http://schemas.openxmlformats.org/officeDocument/2006/relationships" id="257" r:id="R9960d48c4dd84cae"/>
    <p:sldId xmlns:r="http://schemas.openxmlformats.org/officeDocument/2006/relationships" id="258" r:id="R0b17f3093469427f"/>
    <p:sldId xmlns:r="http://schemas.openxmlformats.org/officeDocument/2006/relationships" id="259" r:id="R7e89ab00e005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53eced80f4628" /><Relationship Type="http://schemas.openxmlformats.org/officeDocument/2006/relationships/slideMaster" Target="/ppt/slideMasters/slideMaster1.xml" Id="Rd9d43c0357af4f4a" /><Relationship Type="http://schemas.openxmlformats.org/officeDocument/2006/relationships/notesMaster" Target="/ppt/notesMasters/notesMaster1.xml" Id="R574913ea688049e1" /><Relationship Type="http://schemas.openxmlformats.org/officeDocument/2006/relationships/presProps" Target="/ppt/presProps.xml" Id="R56c864a8860a49e4" /><Relationship Type="http://schemas.openxmlformats.org/officeDocument/2006/relationships/tableStyles" Target="/ppt/tableStyles.xml" Id="R4be2313df05c4bd3" /><Relationship Type="http://schemas.openxmlformats.org/officeDocument/2006/relationships/slide" Target="/ppt/slides/slide1.xml" Id="R17f5cec50d734210" /><Relationship Type="http://schemas.openxmlformats.org/officeDocument/2006/relationships/slide" Target="/ppt/slides/slide2.xml" Id="R9960d48c4dd84cae" /><Relationship Type="http://schemas.openxmlformats.org/officeDocument/2006/relationships/slide" Target="/ppt/slides/slide3.xml" Id="R0b17f3093469427f" /><Relationship Type="http://schemas.openxmlformats.org/officeDocument/2006/relationships/slide" Target="/ppt/slides/slide4.xml" Id="R7e89ab00e005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7d7e9069b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0b516826e4330" /><Relationship Type="http://schemas.openxmlformats.org/officeDocument/2006/relationships/notesMaster" Target="/ppt/notesMasters/notesMaster1.xml" Id="Rf200fc8231b4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40fcd341c4864" /><Relationship Type="http://schemas.openxmlformats.org/officeDocument/2006/relationships/notesMaster" Target="/ppt/notesMasters/notesMaster1.xml" Id="R8fe9c353b168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5e3063c3c6401a" /><Relationship Type="http://schemas.openxmlformats.org/officeDocument/2006/relationships/notesMaster" Target="/ppt/notesMasters/notesMaster1.xml" Id="Rfe0d8b57b0d94b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d895f70514dca" /><Relationship Type="http://schemas.openxmlformats.org/officeDocument/2006/relationships/notesMaster" Target="/ppt/notesMasters/notesMaster1.xml" Id="R3a190b3e5a20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Beta Phase 2; 2026-07-13; slide 1;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Beta Phase 2; 2026-07-13; slide 2;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Beta Phase 2; 2026-07-13; slide 3;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Beta Phase 2; 2026-07-13; slide 4;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2e5ddd5f4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34a3c21174ffb" /><Relationship Type="http://schemas.openxmlformats.org/officeDocument/2006/relationships/slideLayout" Target="/ppt/slideLayouts/slideLayout1.xml" Id="Rcecc8ee26147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cc8ee26147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6f40d37f24d73" /><Relationship Type="http://schemas.openxmlformats.org/officeDocument/2006/relationships/notesSlide" Target="/ppt/notesSlides/notesSlide1.xml" Id="Rb3a42f59cddf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3b19783cc4676" /><Relationship Type="http://schemas.openxmlformats.org/officeDocument/2006/relationships/notesSlide" Target="/ppt/notesSlides/notesSlide2.xml" Id="Rf43fa262fd36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f0540ed734f0e" /><Relationship Type="http://schemas.openxmlformats.org/officeDocument/2006/relationships/notesSlide" Target="/ppt/notesSlides/notesSlide3.xml" Id="R5c09bf4f76824d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9b28e51474af2" /><Relationship Type="http://schemas.openxmlformats.org/officeDocument/2006/relationships/notesSlide" Target="/ppt/notesSlides/notesSlide4.xml" Id="R1bc2e9a02923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54170-BA1B-40F8-B8CC-D659DE2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0AE3E-47CC-4992-A8B2-4EBFF88B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63F24-07F1-4169-A7AD-C4F4CD5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86581"/>
                </a:solidFill>
              </a:defRPr>
            </a:pPr>
            <a:r>
              <a:rPr sz="1875" b="0">
                <a:solidFill>
                  <a:srgbClr val="486581"/>
                </a:solidFill>
              </a:rPr>
              <a:t>Synthesis working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5C229-29E3-4606-9291-E2D3EF86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Finance portfolio anchor: ¥42.8M  •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2FA81-4FF2-4054-9A44-03947C12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87263-F64D-4A83-8EE8-C748495D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Phase 2 should advance only where Alpha learning and capacity signals are 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96EAE-6FC5-4510-9ED0-FC8347E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Working team: Avery Calder, Nina Solberg, Theo Mercer, Keiko 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83111-87AC-4A82-890F-1078ED6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49088-16A1-42FB-BE8C-053CAFF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013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0FA86-62AA-45D5-A630-724E7EB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CURRENT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0881B-400C-44F5-BEAB-9FAF8D18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Client Beta can focus the next decision on a manageable set of levers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4B265-5BA5-472C-B52D-B1DAF221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The immediate task is to turn open evidence into a clear owner, gate, and finance implication.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9C1B5-D605-4F2E-86FE-F976AB4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C3895-8BC1-485F-ACAD-80EC2D10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D11B7-005F-40FF-A830-B18CD4E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Decision cadence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2E8EA-7E73-4E49-8D11-6140FD3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 simple owner/date/evidence gate reduces unresolved choices.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EBDA5-196D-4426-8CDA-744AA7B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C3B98-3CF9-4976-A913-AE3E4C92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2333E-B7F3-430F-97BC-84E52823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Capacity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0A2B4-F1D0-413B-91AB-427905DF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Shared specialist demand is explicit across Alpha and Beta.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8CE0B-581B-44D5-98A8-A019FB2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3BD1C-1624-4A2C-AAE0-26D1EFFF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5E465-A27F-44DE-9A88-0DAB79D7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Evidence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FAA00-E783-45A1-AFB9-1E9BF97F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Inputs are tiered by traceability and decision relevance.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26BB2-2ACD-4678-9C99-A426FE61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0A9F9-E9EF-4D94-8F10-6492E29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DF659-EEE0-4950-8146-446C549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4449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4F690-223D-486B-8BE3-F322979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EVIDENCE AND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A4EFB-F594-4E7F-9487-A0329710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working evidence points to sequenced Phase 2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16302-80CD-44DF-B592-FDE168B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This is a draft interpretation; the next tests determine whether the recommendation should be narrowed or advanced.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C58BD-D214-43AB-8112-754289B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7278-4E9B-404D-9F67-5C7DCBF3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Evidence 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21E7-6627-4F04-85AC-772A6562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075B5-1D00-450C-B750-883AF276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Beta readiness assumptions are still being 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0BCBA-89CD-4E9F-B8DC-82F492C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Phase 2 should sequence investment behind validated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AEB41-403A-4635-A19B-E4703B5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Hold discretionary spend until gates close.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EE9AE-8245-4BF6-93D7-ADC673B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What it means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601CB-9540-4DAA-B45C-C15A875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366E3-A20A-472D-8463-79CFA933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Alpha outputs identify reusable control routines.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D7F50-E1EF-4FC5-B6F1-52DF5E0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Portfolio linkage can reduce rework.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51C5C-50B9-4449-B8B3-EE66823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Adopt compatible reporting cadence.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12970-424D-4CD5-B6F7-2759806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Decision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7A4E8-5630-4B7A-BEB7-5AB8573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147EE-8B86-4079-9604-46A5B51F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Shared Finance view remains at ¥42.8M portfolio budget.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B0AE-C583-448C-BF70-6AAF802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Beta choices need visible trade-offs.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A7B0F-24C3-44F6-8653-8C8B2D06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Track forecast and headroom weekly.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1F908-BD80-4AE6-BE4C-FA275FF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2E1E2-9BE7-49E6-9E2F-DC707849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1531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498C0-4B88-499E-A00B-A247D84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NEXT WORKING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FE6AF-4525-45ED-94EC-D275795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Close four tests, then return with a decision-ready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8DD68-8765-4938-8420-E2642E0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Each gate has a named lead and a concrete output; no conclusion is positioned as final until the evidence is sufficient.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72FFB-B658-44D6-BDB5-FBD605C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B309A-C0D8-4D72-BBEA-C055B160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4A81D-A05A-494F-865C-A942313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15 Jul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2ED6A-0DBB-43DA-BFB1-8D052E8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193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Value and decision-path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D6338-59D8-4523-BE6B-2762A768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Avery Calder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C24FF-247A-4923-9912-91C98BDF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63318-033F-467D-8056-8D979A8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16 Jul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61030-41D0-425D-BC38-C4031758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04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Finance control and capacity reconciliation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CFB71-7F2D-4B3A-B4F4-A5BF16A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Nina Solberg / Keiko 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526B5-FCEC-49EF-A11E-0156E34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46D28-DF7C-4CC9-9B60-CC05BEA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17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8B0A4-E6A7-4187-98B6-9D4863E5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814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Data-confidence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18AD5-4EF4-413B-9571-B326513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Theo Mercer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9E41B-FBD9-4061-BA2B-029F3093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BAB0A-2754-4FCE-8988-8337D3FF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 Jul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968B0-E237-4699-871E-23D8F52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Steering narrative and portfolio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31F8-69DE-4284-952E-C1B492E2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All leads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0AF98-7107-4D7B-AC4A-BFEB37F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Working conclusion: concentrate the next cycle on decision usefulness, visible finance controls, and the Alpha–Beta portfolio trade-off.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4616E-42FD-4196-8FFB-621B29F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BD7CB-4D4F-4C8B-87AC-4B24C9F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6298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2026-08-23T15:30:31.0300000Z</dcterms:created>
  <dcterms:modified xsi:type="dcterms:W3CDTF">2026-08-23T15:30:31.0300000Z</dcterms:modified>
</coreProperties>
</file>