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c375acebe4c64" /><Relationship Type="http://schemas.openxmlformats.org/officeDocument/2006/relationships/extended-properties" Target="/docProps/app.xml" Id="R2fcb23c6fc6d4fb3" /><Relationship Type="http://schemas.openxmlformats.org/officeDocument/2006/relationships/officeDocument" Target="/ppt/presentation.xml" Id="R5f924c63b7d4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6f567a78f4aa6"/>
  </p:sldMasterIdLst>
  <p:notesMasterIdLst>
    <p:notesMasterId xmlns:r="http://schemas.openxmlformats.org/officeDocument/2006/relationships" r:id="R4977e4e3eb654405"/>
  </p:notesMasterIdLst>
  <p:sldIdLst>
    <p:sldId xmlns:r="http://schemas.openxmlformats.org/officeDocument/2006/relationships" id="256" r:id="R5020e05d21f14453"/>
    <p:sldId xmlns:r="http://schemas.openxmlformats.org/officeDocument/2006/relationships" id="257" r:id="R413820fab11145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5ed34390114665" /><Relationship Type="http://schemas.openxmlformats.org/officeDocument/2006/relationships/slideMaster" Target="/ppt/slideMasters/slideMaster1.xml" Id="Rb0f6f567a78f4aa6" /><Relationship Type="http://schemas.openxmlformats.org/officeDocument/2006/relationships/notesMaster" Target="/ppt/notesMasters/notesMaster1.xml" Id="R4977e4e3eb654405" /><Relationship Type="http://schemas.openxmlformats.org/officeDocument/2006/relationships/presProps" Target="/ppt/presProps.xml" Id="R32902a8634c14003" /><Relationship Type="http://schemas.openxmlformats.org/officeDocument/2006/relationships/tableStyles" Target="/ppt/tableStyles.xml" Id="Rf3b469adbdcd48f3" /><Relationship Type="http://schemas.openxmlformats.org/officeDocument/2006/relationships/slide" Target="/ppt/slides/slide1.xml" Id="R5020e05d21f14453" /><Relationship Type="http://schemas.openxmlformats.org/officeDocument/2006/relationships/slide" Target="/ppt/slides/slide2.xml" Id="R413820fab111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ad7cc6b174b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8387c65d4420d" /><Relationship Type="http://schemas.openxmlformats.org/officeDocument/2006/relationships/notesMaster" Target="/ppt/notesMasters/notesMaster1.xml" Id="Rb49537f9f2fa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7c668dc8848c7" /><Relationship Type="http://schemas.openxmlformats.org/officeDocument/2006/relationships/notesMaster" Target="/ppt/notesMasters/notesMaster1.xml" Id="R7f3bf8db69b345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8cfb418b740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5999e6aa414fcb" /><Relationship Type="http://schemas.openxmlformats.org/officeDocument/2006/relationships/slideLayout" Target="/ppt/slideLayouts/slideLayout1.xml" Id="Re35d5f98d9eb48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d5f98d9eb48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853e340204f04" /><Relationship Type="http://schemas.openxmlformats.org/officeDocument/2006/relationships/notesSlide" Target="/ppt/notesSlides/notesSlide1.xml" Id="R322eb11a4807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30c3cb2f4dad" /><Relationship Type="http://schemas.openxmlformats.org/officeDocument/2006/relationships/notesSlide" Target="/ppt/notesSlides/notesSlide2.xml" Id="R8507a2d137a24a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ED319-88E8-4D56-99DC-E064ECB6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20618"/>
                </a:solidFill>
              </a:defRPr>
            </a:pPr>
            <a:r>
              <a:rPr sz="3750" b="1">
                <a:solidFill>
                  <a:srgbClr val="020618"/>
                </a:solidFill>
              </a:rPr>
              <a:t>Course Alpha concept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8270B-9179-4D3A-B66E-88B0C7F6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556C"/>
                </a:solidFill>
              </a:defRPr>
            </a:pPr>
            <a:r>
              <a:rPr sz="1800" b="0">
                <a:solidFill>
                  <a:srgbClr val="45556C"/>
                </a:solidFill>
              </a:rPr>
              <a:t>Maple Learning • synthetic snapshot 2026-09-14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27770-7CEB-42F4-A69F-FEFA1E31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2E913-13F4-49C6-BC16-13A5170D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B"/>
                </a:solidFill>
              </a:defRPr>
            </a:pPr>
            <a:r>
              <a:rPr sz="2400" b="1">
                <a:solidFill>
                  <a:srgbClr val="0F172B"/>
                </a:solidFill>
              </a:rPr>
              <a:t>How does one evidence note strengthen a claim?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A711-AF9F-480C-947B-F617D50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Use A-101: Evidence Notes in Context. Cohort boundary: ML26-S001 through ML26-S036.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A7801-310D-49FC-B0DA-9465C967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Assessment anchor: 20 points • E6 R6 O4 F4</a:t>
            </a:r>
          </a:p>
        </p:txBody>
      </p:sp>
    </p:spTree>
    <p:extLst>
      <p:ext uri="{BB962C8B-B14F-4D97-AF65-F5344CB8AC3E}">
        <p14:creationId xmlns:p14="http://schemas.microsoft.com/office/powerpoint/2010/main" val="211947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BCBF-437A-4CD4-B8E0-99C4293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A quick revision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2D89D-CE5A-4230-AE0C-CB8E5A74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1 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A2D62-E5F4-42AF-BF65-01FF57C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Identify one detail that could make the claim clearer.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18B58-33B0-4597-BDAB-77D993B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2 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53F0E-7621-44A5-AE8B-596FC556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Add reasoning that connects the detail to the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78CEF-EFF1-4411-96DF-92B0719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3  Improve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E07A5-E8C7-47D4-8F59-1A6665E8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Use feedback to choose one visible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EA524-90F1-42B9-8D96-EB5BAF2A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556C"/>
                </a:solidFill>
              </a:defRPr>
            </a:pPr>
            <a:r>
              <a:rPr sz="1800" b="0">
                <a:solidFill>
                  <a:srgbClr val="45556C"/>
                </a:solidFill>
              </a:rPr>
              <a:t>A-102: Concept Map and Rationale → A-103: Revision Reflection</a:t>
            </a:r>
          </a:p>
        </p:txBody>
      </p:sp>
    </p:spTree>
    <p:extLst>
      <p:ext uri="{BB962C8B-B14F-4D97-AF65-F5344CB8AC3E}">
        <p14:creationId xmlns:p14="http://schemas.microsoft.com/office/powerpoint/2010/main" val="1018040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2026-08-23T20:34:06.7870000Z</dcterms:created>
  <dcterms:modified xsi:type="dcterms:W3CDTF">2026-08-23T20:34:06.7870000Z</dcterms:modified>
</coreProperties>
</file>