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9d2696ab64cfe" /><Relationship Type="http://schemas.openxmlformats.org/officeDocument/2006/relationships/extended-properties" Target="/docProps/app.xml" Id="R1624f3151b114c12" /><Relationship Type="http://schemas.openxmlformats.org/officeDocument/2006/relationships/officeDocument" Target="/ppt/presentation.xml" Id="Rcec5046f17a5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e8a57616204e5d"/>
  </p:sldMasterIdLst>
  <p:notesMasterIdLst>
    <p:notesMasterId xmlns:r="http://schemas.openxmlformats.org/officeDocument/2006/relationships" r:id="R9e48aa914b0e4aac"/>
  </p:notesMasterIdLst>
  <p:sldIdLst>
    <p:sldId xmlns:r="http://schemas.openxmlformats.org/officeDocument/2006/relationships" id="256" r:id="R65a57b7859354916"/>
    <p:sldId xmlns:r="http://schemas.openxmlformats.org/officeDocument/2006/relationships" id="257" r:id="Rc264b264a43246bf"/>
    <p:sldId xmlns:r="http://schemas.openxmlformats.org/officeDocument/2006/relationships" id="258" r:id="Rc67d50e3814549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4fcf08bb44ec4" /><Relationship Type="http://schemas.openxmlformats.org/officeDocument/2006/relationships/slideMaster" Target="/ppt/slideMasters/slideMaster1.xml" Id="R75e8a57616204e5d" /><Relationship Type="http://schemas.openxmlformats.org/officeDocument/2006/relationships/notesMaster" Target="/ppt/notesMasters/notesMaster1.xml" Id="R9e48aa914b0e4aac" /><Relationship Type="http://schemas.openxmlformats.org/officeDocument/2006/relationships/presProps" Target="/ppt/presProps.xml" Id="Re746b17d13cb4197" /><Relationship Type="http://schemas.openxmlformats.org/officeDocument/2006/relationships/tableStyles" Target="/ppt/tableStyles.xml" Id="R92a124c82933435b" /><Relationship Type="http://schemas.openxmlformats.org/officeDocument/2006/relationships/slide" Target="/ppt/slides/slide1.xml" Id="R65a57b7859354916" /><Relationship Type="http://schemas.openxmlformats.org/officeDocument/2006/relationships/slide" Target="/ppt/slides/slide2.xml" Id="Rc264b264a43246bf" /><Relationship Type="http://schemas.openxmlformats.org/officeDocument/2006/relationships/slide" Target="/ppt/slides/slide3.xml" Id="Rc67d50e3814549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7d73e371c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bfbc1a2ba24d47" /><Relationship Type="http://schemas.openxmlformats.org/officeDocument/2006/relationships/notesMaster" Target="/ppt/notesMasters/notesMaster1.xml" Id="R5e0b279fc0d7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04b1bf5cf04cdd" /><Relationship Type="http://schemas.openxmlformats.org/officeDocument/2006/relationships/notesMaster" Target="/ppt/notesMasters/notesMaster1.xml" Id="R5d43ef9eb9f9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de5bcd8cb4d17" /><Relationship Type="http://schemas.openxmlformats.org/officeDocument/2006/relationships/notesMaster" Target="/ppt/notesMasters/notesMaster1.xml" Id="R2f3cca356171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905a86332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3a0a77b63467c" /><Relationship Type="http://schemas.openxmlformats.org/officeDocument/2006/relationships/slideLayout" Target="/ppt/slideLayouts/slideLayout1.xml" Id="R20034410846c47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34410846c47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f9e3c57c4fdd" /><Relationship Type="http://schemas.openxmlformats.org/officeDocument/2006/relationships/notesSlide" Target="/ppt/notesSlides/notesSlide1.xml" Id="Red9395d3ed6e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400d0b1ce49c5" /><Relationship Type="http://schemas.openxmlformats.org/officeDocument/2006/relationships/notesSlide" Target="/ppt/notesSlides/notesSlide2.xml" Id="R84b7a1928df443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a2670333d4d7b" /><Relationship Type="http://schemas.openxmlformats.org/officeDocument/2006/relationships/notesSlide" Target="/ppt/notesSlides/notesSlide3.xml" Id="R3bde7c276c6a43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A0AF6-AA96-40DB-9C11-7087C15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99BFC-62D8-48BB-8D40-4A05D32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Design Critique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5AF25-8A97-4A34-BF9C-A98271E6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Use B-203 to strengthen evidence, reasoning, organization, and feedback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B21E8-2A9C-4D35-928C-39597EE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28991-B170-4B72-A5EC-202D3B71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Read the claim closely  •  Name evidence and reasoning  •  Offer one revision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C32E3-F75C-4B06-B421-63E5DC90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2023483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E540F-718D-4C34-83B9-419DF71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A9B04-E905-4EE2-8C4F-E5B47FA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Name evidence and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0ABE1-07B8-4F98-9645-0A448B06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656DD-AF21-4F73-91B9-4E041894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7200F-0220-48D2-AB28-7B7CFCA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Read the claim closely  •  Name evidence and reasoning  •  Offer one revision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DF1E6-F58D-48D0-8D04-DE248CD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275113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3BA02-7332-4982-A559-7D2A23D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2F384-4CB4-4048-B874-E2BA1D2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Offer one revision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CFC5F-BCFF-400B-99E9-379D23F5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5BDD8-F5FE-47C1-8988-32DC5DE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D4CC-D9A1-408A-B165-669F144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Read the claim closely  •  Name evidence and reasoning  •  Offer one revision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257A1-7116-47AC-AD7C-8A655180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1019056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2026-08-23T20:38:01.0830000Z</dcterms:created>
  <dcterms:modified xsi:type="dcterms:W3CDTF">2026-08-23T20:38:01.0830000Z</dcterms:modified>
</coreProperties>
</file>