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ac2255dac94668" /><Relationship Type="http://schemas.openxmlformats.org/officeDocument/2006/relationships/extended-properties" Target="/docProps/app.xml" Id="Radf23a111fcf4cf5" /><Relationship Type="http://schemas.openxmlformats.org/officeDocument/2006/relationships/officeDocument" Target="/ppt/presentation.xml" Id="Rc255cfc58aa44d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ac7daa30394dc6"/>
  </p:sldMasterIdLst>
  <p:notesMasterIdLst>
    <p:notesMasterId xmlns:r="http://schemas.openxmlformats.org/officeDocument/2006/relationships" r:id="Re45ca89a937e4f8f"/>
  </p:notesMasterIdLst>
  <p:sldIdLst>
    <p:sldId xmlns:r="http://schemas.openxmlformats.org/officeDocument/2006/relationships" id="256" r:id="R8ef0ab16ccfb4d77"/>
    <p:sldId xmlns:r="http://schemas.openxmlformats.org/officeDocument/2006/relationships" id="257" r:id="R1d84b2abf7c94bc6"/>
    <p:sldId xmlns:r="http://schemas.openxmlformats.org/officeDocument/2006/relationships" id="258" r:id="Reffa20616d8d4c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14a83c2d0b4c08" /><Relationship Type="http://schemas.openxmlformats.org/officeDocument/2006/relationships/slideMaster" Target="/ppt/slideMasters/slideMaster1.xml" Id="R5cac7daa30394dc6" /><Relationship Type="http://schemas.openxmlformats.org/officeDocument/2006/relationships/notesMaster" Target="/ppt/notesMasters/notesMaster1.xml" Id="Re45ca89a937e4f8f" /><Relationship Type="http://schemas.openxmlformats.org/officeDocument/2006/relationships/presProps" Target="/ppt/presProps.xml" Id="R7e9caf0f66c24d13" /><Relationship Type="http://schemas.openxmlformats.org/officeDocument/2006/relationships/tableStyles" Target="/ppt/tableStyles.xml" Id="Rb104001161744480" /><Relationship Type="http://schemas.openxmlformats.org/officeDocument/2006/relationships/slide" Target="/ppt/slides/slide1.xml" Id="R8ef0ab16ccfb4d77" /><Relationship Type="http://schemas.openxmlformats.org/officeDocument/2006/relationships/slide" Target="/ppt/slides/slide2.xml" Id="R1d84b2abf7c94bc6" /><Relationship Type="http://schemas.openxmlformats.org/officeDocument/2006/relationships/slide" Target="/ppt/slides/slide3.xml" Id="Reffa20616d8d4c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7a07b27c2e43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2483fbb58543cd" /><Relationship Type="http://schemas.openxmlformats.org/officeDocument/2006/relationships/notesMaster" Target="/ppt/notesMasters/notesMaster1.xml" Id="R3f5cbeb1d76541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99866c430c4d0b" /><Relationship Type="http://schemas.openxmlformats.org/officeDocument/2006/relationships/notesMaster" Target="/ppt/notesMasters/notesMaster1.xml" Id="R5f5623745ac34b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877d9cfebf467b" /><Relationship Type="http://schemas.openxmlformats.org/officeDocument/2006/relationships/notesMaster" Target="/ppt/notesMasters/notesMaster1.xml" Id="R00dcd0dcc0d04f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48290cdf24c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1642bbf5d54d55" /><Relationship Type="http://schemas.openxmlformats.org/officeDocument/2006/relationships/slideLayout" Target="/ppt/slideLayouts/slideLayout1.xml" Id="R2798fcca626242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98fcca626242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521d0a78d4693" /><Relationship Type="http://schemas.openxmlformats.org/officeDocument/2006/relationships/notesSlide" Target="/ppt/notesSlides/notesSlide1.xml" Id="R35242d4d196247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8bfb7829b4b96" /><Relationship Type="http://schemas.openxmlformats.org/officeDocument/2006/relationships/notesSlide" Target="/ppt/notesSlides/notesSlide2.xml" Id="R423a81e137334c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4362a68ec4a77" /><Relationship Type="http://schemas.openxmlformats.org/officeDocument/2006/relationships/notesSlide" Target="/ppt/notesSlides/notesSlide3.xml" Id="Rddf01d56b31b49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B9F9A-43CF-4D6B-9232-7F18E84D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MAPLE LEARNING | COURSE BETA 2026 TERM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BC16D-9030-4C83-9118-5FFBFF6D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Course Beta Term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E259D-2977-46AA-BD2C-4FB823A2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Frame, test, critique, and revise a bounded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D2271-71A1-4237-A0C1-84806683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2219325"/>
          </a:xfrm>
          <a:prstGeom xmlns:a="http://schemas.openxmlformats.org/drawingml/2006/main" prst="roundRect">
            <a:avLst>
              <a:gd name="adj" fmla="val 6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DA55D-33D1-41BB-8E1F-650E2903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Start with scenario conditions  •  Track observable evidence  •  Prepare a revision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AFCDB-07AE-47AF-B6D1-29E247ED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36 synthetic learner IDs ML26-S001–ML26-S036 | Rubric: E6 / R6 / O4 / F4 = 20</a:t>
            </a:r>
          </a:p>
        </p:txBody>
      </p:sp>
    </p:spTree>
    <p:extLst>
      <p:ext uri="{BB962C8B-B14F-4D97-AF65-F5344CB8AC3E}">
        <p14:creationId xmlns:p14="http://schemas.microsoft.com/office/powerpoint/2010/main" val="1580818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1BAD7-C921-4D2F-A34A-0D2DFCB6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MAPLE LEARNING | COURSE BETA 2026 TERM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A0351-CF91-4775-A0D8-91BAA6A8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Track observable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B5862-EFB7-4679-A825-7FF8F84A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B-201 Scenario Map  →  B-202 Model Test  →  B-203 Design Critique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EC1E6-5D11-4C69-9BE1-CD0783ED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2219325"/>
          </a:xfrm>
          <a:prstGeom xmlns:a="http://schemas.openxmlformats.org/drawingml/2006/main" prst="roundRect">
            <a:avLst>
              <a:gd name="adj" fmla="val 6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D2E18-C70C-4BA2-BED6-393B260C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Start with scenario conditions  •  Track observable evidence  •  Prepare a revision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733BA-3F88-42DB-BDD0-77069E66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36 synthetic learner IDs ML26-S001–ML26-S036 | Rubric: E6 / R6 / O4 / F4 = 20</a:t>
            </a:r>
          </a:p>
        </p:txBody>
      </p:sp>
    </p:spTree>
    <p:extLst>
      <p:ext uri="{BB962C8B-B14F-4D97-AF65-F5344CB8AC3E}">
        <p14:creationId xmlns:p14="http://schemas.microsoft.com/office/powerpoint/2010/main" val="507160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CDE27-EAF0-4167-9864-A7EACD63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MAPLE LEARNING | COURSE BETA 2026 TERM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1905C-A87D-407A-9D2A-8DC06A51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Prepare a revision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586EA-EAE3-47CF-A142-FF8BF56D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B-201 Scenario Map  →  B-202 Model Test  →  B-203 Design Critique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ACFDE-F470-45FE-84BE-7C47D361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2219325"/>
          </a:xfrm>
          <a:prstGeom xmlns:a="http://schemas.openxmlformats.org/drawingml/2006/main" prst="roundRect">
            <a:avLst>
              <a:gd name="adj" fmla="val 6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F4931-202E-49F6-8358-84D21052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Start with scenario conditions  •  Track observable evidence  •  Prepare a revision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0FC4A-6F9B-429F-8972-D7337991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36 synthetic learner IDs ML26-S001–ML26-S036 | Rubric: E6 / R6 / O4 / F4 = 20</a:t>
            </a:r>
          </a:p>
        </p:txBody>
      </p:sp>
    </p:spTree>
    <p:extLst>
      <p:ext uri="{BB962C8B-B14F-4D97-AF65-F5344CB8AC3E}">
        <p14:creationId xmlns:p14="http://schemas.microsoft.com/office/powerpoint/2010/main" val="946810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2026-08-23T20:38:00.4230000Z</dcterms:created>
  <dcterms:modified xsi:type="dcterms:W3CDTF">2026-08-23T20:38:00.4230000Z</dcterms:modified>
</coreProperties>
</file>