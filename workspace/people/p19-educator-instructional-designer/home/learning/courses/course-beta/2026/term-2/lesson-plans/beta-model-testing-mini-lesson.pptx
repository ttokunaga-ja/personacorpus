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ddee8f2ef24a99" /><Relationship Type="http://schemas.openxmlformats.org/officeDocument/2006/relationships/extended-properties" Target="/docProps/app.xml" Id="R2bf650b9c88f4626" /><Relationship Type="http://schemas.openxmlformats.org/officeDocument/2006/relationships/officeDocument" Target="/ppt/presentation.xml" Id="R3626e9751f3e40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7b1b2c7f9b4736"/>
  </p:sldMasterIdLst>
  <p:notesMasterIdLst>
    <p:notesMasterId xmlns:r="http://schemas.openxmlformats.org/officeDocument/2006/relationships" r:id="R09615181873a40ec"/>
  </p:notesMasterIdLst>
  <p:sldIdLst>
    <p:sldId xmlns:r="http://schemas.openxmlformats.org/officeDocument/2006/relationships" id="256" r:id="R3781a82809c54185"/>
    <p:sldId xmlns:r="http://schemas.openxmlformats.org/officeDocument/2006/relationships" id="257" r:id="R2934a4e5073245fc"/>
    <p:sldId xmlns:r="http://schemas.openxmlformats.org/officeDocument/2006/relationships" id="258" r:id="R2d9677f7bf5944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8301a6c0bf4a97" /><Relationship Type="http://schemas.openxmlformats.org/officeDocument/2006/relationships/slideMaster" Target="/ppt/slideMasters/slideMaster1.xml" Id="Rb07b1b2c7f9b4736" /><Relationship Type="http://schemas.openxmlformats.org/officeDocument/2006/relationships/notesMaster" Target="/ppt/notesMasters/notesMaster1.xml" Id="R09615181873a40ec" /><Relationship Type="http://schemas.openxmlformats.org/officeDocument/2006/relationships/presProps" Target="/ppt/presProps.xml" Id="Rb770ef4827f84233" /><Relationship Type="http://schemas.openxmlformats.org/officeDocument/2006/relationships/tableStyles" Target="/ppt/tableStyles.xml" Id="R3e7929f3c88a44f1" /><Relationship Type="http://schemas.openxmlformats.org/officeDocument/2006/relationships/slide" Target="/ppt/slides/slide1.xml" Id="R3781a82809c54185" /><Relationship Type="http://schemas.openxmlformats.org/officeDocument/2006/relationships/slide" Target="/ppt/slides/slide2.xml" Id="R2934a4e5073245fc" /><Relationship Type="http://schemas.openxmlformats.org/officeDocument/2006/relationships/slide" Target="/ppt/slides/slide3.xml" Id="R2d9677f7bf5944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5edb99fbf443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9bcecce48f4ff6" /><Relationship Type="http://schemas.openxmlformats.org/officeDocument/2006/relationships/notesMaster" Target="/ppt/notesMasters/notesMaster1.xml" Id="R7b7b252eb75d4e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e38222d41e4f0e" /><Relationship Type="http://schemas.openxmlformats.org/officeDocument/2006/relationships/notesMaster" Target="/ppt/notesMasters/notesMaster1.xml" Id="Rc1d40a410e0345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b56aeda82e4ea3" /><Relationship Type="http://schemas.openxmlformats.org/officeDocument/2006/relationships/notesMaster" Target="/ppt/notesMasters/notesMaster1.xml" Id="Rf77790ffafc64e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b76fcff0843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68e23b7ade4b3d" /><Relationship Type="http://schemas.openxmlformats.org/officeDocument/2006/relationships/slideLayout" Target="/ppt/slideLayouts/slideLayout1.xml" Id="Re6fb141ee6a74a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fb141ee6a74a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37be1338a4f1b" /><Relationship Type="http://schemas.openxmlformats.org/officeDocument/2006/relationships/notesSlide" Target="/ppt/notesSlides/notesSlide1.xml" Id="Rccd6acdeb76946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50da5b12f453f" /><Relationship Type="http://schemas.openxmlformats.org/officeDocument/2006/relationships/notesSlide" Target="/ppt/notesSlides/notesSlide2.xml" Id="Rfd57ccbfc01c49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e94e69f644540" /><Relationship Type="http://schemas.openxmlformats.org/officeDocument/2006/relationships/notesSlide" Target="/ppt/notesSlides/notesSlide3.xml" Id="Rac1b519739cb4f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F9A3E-2DF9-4FB5-9688-D0207355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MAPLE LEARNING | COURSE BETA 2026 TERM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D1C06-912F-4450-8121-20AAF813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Model Testing Mini-Lesson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18CF1-4D2B-42D5-AF8B-DFB18478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Use B-202 to compare a claim with scenario constraints.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1F883-E046-4FAF-BEDA-55D816A2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2219325"/>
          </a:xfrm>
          <a:prstGeom xmlns:a="http://schemas.openxmlformats.org/drawingml/2006/main" prst="roundRect">
            <a:avLst>
              <a:gd name="adj" fmla="val 6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575AC-EB47-4CD4-BD94-FEFF48C4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State a provisional model  •  Test against two constraints  •  Explain the revision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75760-23A7-4702-AAC3-A43A6F8C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36 synthetic learner IDs ML26-S001–ML26-S036 | Rubric: E6 / R6 / O4 / F4 = 20</a:t>
            </a:r>
          </a:p>
        </p:txBody>
      </p:sp>
    </p:spTree>
    <p:extLst>
      <p:ext uri="{BB962C8B-B14F-4D97-AF65-F5344CB8AC3E}">
        <p14:creationId xmlns:p14="http://schemas.microsoft.com/office/powerpoint/2010/main" val="766348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72ED6-8680-4F0C-8386-5BC618BA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MAPLE LEARNING | COURSE BETA 2026 TERM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7CC44-76DD-4DD5-BB78-7DFF4778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Test against two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6EEAD-ACB8-4F62-9731-27336D69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B-201 Scenario Map  →  B-202 Model Test  →  B-203 Design Critique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7EE32-08DB-4ADB-8B67-500F19D4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2219325"/>
          </a:xfrm>
          <a:prstGeom xmlns:a="http://schemas.openxmlformats.org/drawingml/2006/main" prst="roundRect">
            <a:avLst>
              <a:gd name="adj" fmla="val 6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F4066-4C6E-4A97-A446-2EF6F6D7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State a provisional model  •  Test against two constraints  •  Explain the revision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C6326-1EA4-41F7-B6CA-262C0683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36 synthetic learner IDs ML26-S001–ML26-S036 | Rubric: E6 / R6 / O4 / F4 = 20</a:t>
            </a:r>
          </a:p>
        </p:txBody>
      </p:sp>
    </p:spTree>
    <p:extLst>
      <p:ext uri="{BB962C8B-B14F-4D97-AF65-F5344CB8AC3E}">
        <p14:creationId xmlns:p14="http://schemas.microsoft.com/office/powerpoint/2010/main" val="1094474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F415D-1245-468C-AC9A-0FA2B898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MAPLE LEARNING | COURSE BETA 2026 TERM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E01D7-31D6-48BA-8DE8-AF2F5686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Explain the revision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E6430-C9CE-45F2-9659-BC2D65DF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B-201 Scenario Map  →  B-202 Model Test  →  B-203 Design Critique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7FD3E-16CD-40FB-8AC5-97241528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2219325"/>
          </a:xfrm>
          <a:prstGeom xmlns:a="http://schemas.openxmlformats.org/drawingml/2006/main" prst="roundRect">
            <a:avLst>
              <a:gd name="adj" fmla="val 6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3BF27-13B6-4D53-9892-0437ABAD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State a provisional model  •  Test against two constraints  •  Explain the revision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0D6DA-D371-4EB2-AFE5-2CE5D616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36 synthetic learner IDs ML26-S001–ML26-S036 | Rubric: E6 / R6 / O4 / F4 = 20</a:t>
            </a:r>
          </a:p>
        </p:txBody>
      </p:sp>
    </p:spTree>
    <p:extLst>
      <p:ext uri="{BB962C8B-B14F-4D97-AF65-F5344CB8AC3E}">
        <p14:creationId xmlns:p14="http://schemas.microsoft.com/office/powerpoint/2010/main" val="698709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2026-08-23T20:38:00.9300000Z</dcterms:created>
  <dcterms:modified xsi:type="dcterms:W3CDTF">2026-08-23T20:38:00.9300000Z</dcterms:modified>
</coreProperties>
</file>