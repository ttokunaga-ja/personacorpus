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36c794eba24e7a" /><Relationship Type="http://schemas.openxmlformats.org/officeDocument/2006/relationships/extended-properties" Target="/docProps/app.xml" Id="Rc425542eeae74560" /><Relationship Type="http://schemas.openxmlformats.org/officeDocument/2006/relationships/officeDocument" Target="/ppt/presentation.xml" Id="Rfdb8406e196248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0a3747d08c4053"/>
  </p:sldMasterIdLst>
  <p:notesMasterIdLst>
    <p:notesMasterId xmlns:r="http://schemas.openxmlformats.org/officeDocument/2006/relationships" r:id="R88195c9cce504341"/>
  </p:notesMasterIdLst>
  <p:sldIdLst>
    <p:sldId xmlns:r="http://schemas.openxmlformats.org/officeDocument/2006/relationships" id="256" r:id="R4a69266355044bdf"/>
    <p:sldId xmlns:r="http://schemas.openxmlformats.org/officeDocument/2006/relationships" id="257" r:id="Ra88559b705b64b6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763b9728d34b5c" /><Relationship Type="http://schemas.openxmlformats.org/officeDocument/2006/relationships/slideMaster" Target="/ppt/slideMasters/slideMaster1.xml" Id="R310a3747d08c4053" /><Relationship Type="http://schemas.openxmlformats.org/officeDocument/2006/relationships/notesMaster" Target="/ppt/notesMasters/notesMaster1.xml" Id="R88195c9cce504341" /><Relationship Type="http://schemas.openxmlformats.org/officeDocument/2006/relationships/presProps" Target="/ppt/presProps.xml" Id="R707f4198721a401a" /><Relationship Type="http://schemas.openxmlformats.org/officeDocument/2006/relationships/tableStyles" Target="/ppt/tableStyles.xml" Id="R836d2e33a9824866" /><Relationship Type="http://schemas.openxmlformats.org/officeDocument/2006/relationships/slide" Target="/ppt/slides/slide1.xml" Id="R4a69266355044bdf" /><Relationship Type="http://schemas.openxmlformats.org/officeDocument/2006/relationships/slide" Target="/ppt/slides/slide2.xml" Id="Ra88559b705b64b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ab3730360c446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11863dae2284098" /><Relationship Type="http://schemas.openxmlformats.org/officeDocument/2006/relationships/notesMaster" Target="/ppt/notesMasters/notesMaster1.xml" Id="R4ccd5ff39a84469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2dc89d2817452f" /><Relationship Type="http://schemas.openxmlformats.org/officeDocument/2006/relationships/notesMaster" Target="/ppt/notesMasters/notesMaster1.xml" Id="R1453fc659cf748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a8744e81224b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eb1fb3ad1914c56" /><Relationship Type="http://schemas.openxmlformats.org/officeDocument/2006/relationships/slideLayout" Target="/ppt/slideLayouts/slideLayout1.xml" Id="R1af4edc6013d47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af4edc6013d47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cafaf7e8534025" /><Relationship Type="http://schemas.openxmlformats.org/officeDocument/2006/relationships/notesSlide" Target="/ppt/notesSlides/notesSlide1.xml" Id="R4afa3e05bc6a47a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d91c3fac2a41fc" /><Relationship Type="http://schemas.openxmlformats.org/officeDocument/2006/relationships/notesSlide" Target="/ppt/notesSlides/notesSlide2.xml" Id="Rd81d72e910d34c3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37B72-4E7A-4BCE-B653-D6A63D18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20618"/>
                </a:solidFill>
              </a:defRPr>
            </a:pPr>
            <a:r>
              <a:rPr sz="3450" b="1">
                <a:solidFill>
                  <a:srgbClr val="020618"/>
                </a:solidFill>
              </a:rPr>
              <a:t>Course Beta assignment briefing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41F437-673D-4144-8331-A71527D48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04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5556C"/>
                </a:solidFill>
              </a:defRPr>
            </a:pPr>
            <a:r>
              <a:rPr sz="1650" b="0">
                <a:solidFill>
                  <a:srgbClr val="45556C"/>
                </a:solidFill>
              </a:rPr>
              <a:t>Maple Learning | 2026 Term 2 | synthetic snapshot 2026-09-14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EC758E-690C-4211-AFA5-D901BA55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9429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D293D"/>
                </a:solidFill>
              </a:defRPr>
            </a:pPr>
            <a:r>
              <a:rPr sz="2250" b="0">
                <a:solidFill>
                  <a:srgbClr val="1D293D"/>
                </a:solidFill>
              </a:rPr>
              <a:t>The sequence asks learners to map a scenario, test a model, and critique a design.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C1E61A-5F09-4428-8F45-A445BAE0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5556C"/>
                </a:solidFill>
              </a:defRPr>
            </a:pPr>
            <a:r>
              <a:rPr sz="1650" b="0">
                <a:solidFill>
                  <a:srgbClr val="45556C"/>
                </a:solidFill>
              </a:rPr>
              <a:t>Shared rubric: Evidence E6 | Reasoning R6 | Organization O4 | Format F4 = 20</a:t>
            </a:r>
          </a:p>
        </p:txBody>
      </p:sp>
    </p:spTree>
    <p:extLst>
      <p:ext uri="{BB962C8B-B14F-4D97-AF65-F5344CB8AC3E}">
        <p14:creationId xmlns:p14="http://schemas.microsoft.com/office/powerpoint/2010/main" val="13896033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916962-017A-4C04-A310-C88CFC6FE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Three linked assignments make revision visible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54EF56-693B-4482-BD12-6F31C1A35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14325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E0C8CE-1427-490A-A3DA-FD546753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955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5556C"/>
                </a:solidFill>
              </a:defRPr>
            </a:pPr>
            <a:r>
              <a:rPr sz="1800" b="1">
                <a:solidFill>
                  <a:srgbClr val="45556C"/>
                </a:solidFill>
              </a:rPr>
              <a:t>B-201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50043D-0038-407A-9217-C02AB8DA2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479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Scenario 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185D3F-766E-464B-9BED-C5FC346F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14158"/>
                </a:solidFill>
              </a:defRPr>
            </a:pPr>
            <a:r>
              <a:rPr sz="1500" b="0">
                <a:solidFill>
                  <a:srgbClr val="314158"/>
                </a:solidFill>
              </a:rPr>
              <a:t>Context -&gt; evidence -&gt; decision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38F12E-9938-458C-AF5D-7661E232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809750"/>
            <a:ext cx="314325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EB9DED-7433-4041-9186-A294EDE22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0955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5556C"/>
                </a:solidFill>
              </a:defRPr>
            </a:pPr>
            <a:r>
              <a:rPr sz="1800" b="1">
                <a:solidFill>
                  <a:srgbClr val="45556C"/>
                </a:solidFill>
              </a:rPr>
              <a:t>B-202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164277-1815-4442-908F-85339E3F5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Model Test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F12114-625F-413C-85A4-7CD1E7F4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42900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14158"/>
                </a:solidFill>
              </a:defRPr>
            </a:pPr>
            <a:r>
              <a:rPr sz="1500" b="0">
                <a:solidFill>
                  <a:srgbClr val="314158"/>
                </a:solidFill>
              </a:rPr>
              <a:t>Prediction -&gt; observation -&gt; revision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D77D24-ECE4-414E-97A6-0B05E979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809750"/>
            <a:ext cx="314325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D013CC-8D6E-45D6-86F0-EF9533DE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955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5556C"/>
                </a:solidFill>
              </a:defRPr>
            </a:pPr>
            <a:r>
              <a:rPr sz="1800" b="1">
                <a:solidFill>
                  <a:srgbClr val="45556C"/>
                </a:solidFill>
              </a:rPr>
              <a:t>B-203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51D9A3-29C0-4513-8C8C-DEBF9A35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479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Design Critique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DCAFE5-F104-45AC-8F79-25DCDA1B4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42900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14158"/>
                </a:solidFill>
              </a:defRPr>
            </a:pPr>
            <a:r>
              <a:rPr sz="1500" b="0">
                <a:solidFill>
                  <a:srgbClr val="314158"/>
                </a:solidFill>
              </a:rPr>
              <a:t>Purpose -&gt; audience -&gt; evidence -&gt; revision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6BAB51-E74B-4BEF-965A-0B5B80F7F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Use original synthetic examples only. Cohort IDs: ML26-S001 through ML26-S036.</a:t>
            </a:r>
          </a:p>
        </p:txBody>
      </p:sp>
    </p:spTree>
    <p:extLst>
      <p:ext uri="{BB962C8B-B14F-4D97-AF65-F5344CB8AC3E}">
        <p14:creationId xmlns:p14="http://schemas.microsoft.com/office/powerpoint/2010/main" val="11013337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2026-08-23T20:51:12.2460000Z</dcterms:created>
  <dcterms:modified xsi:type="dcterms:W3CDTF">2026-08-23T20:51:12.2460000Z</dcterms:modified>
</coreProperties>
</file>