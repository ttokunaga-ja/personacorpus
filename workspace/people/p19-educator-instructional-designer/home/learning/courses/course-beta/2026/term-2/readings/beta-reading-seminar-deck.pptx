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4f13890508423d" /><Relationship Type="http://schemas.openxmlformats.org/officeDocument/2006/relationships/extended-properties" Target="/docProps/app.xml" Id="Rf141fc694379406f" /><Relationship Type="http://schemas.openxmlformats.org/officeDocument/2006/relationships/officeDocument" Target="/ppt/presentation.xml" Id="R72ef7b01430d4f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6af8c8982348f4"/>
  </p:sldMasterIdLst>
  <p:notesMasterIdLst>
    <p:notesMasterId xmlns:r="http://schemas.openxmlformats.org/officeDocument/2006/relationships" r:id="R38fcd426ca794273"/>
  </p:notesMasterIdLst>
  <p:sldIdLst>
    <p:sldId xmlns:r="http://schemas.openxmlformats.org/officeDocument/2006/relationships" id="256" r:id="Rb94cee58ac574921"/>
    <p:sldId xmlns:r="http://schemas.openxmlformats.org/officeDocument/2006/relationships" id="257" r:id="R804455c3656e4390"/>
    <p:sldId xmlns:r="http://schemas.openxmlformats.org/officeDocument/2006/relationships" id="258" r:id="R3627a936d0224b8f"/>
    <p:sldId xmlns:r="http://schemas.openxmlformats.org/officeDocument/2006/relationships" id="259" r:id="Rff9b832fe12940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b4cb5dfd4c4c6f" /><Relationship Type="http://schemas.openxmlformats.org/officeDocument/2006/relationships/slideMaster" Target="/ppt/slideMasters/slideMaster1.xml" Id="R046af8c8982348f4" /><Relationship Type="http://schemas.openxmlformats.org/officeDocument/2006/relationships/notesMaster" Target="/ppt/notesMasters/notesMaster1.xml" Id="R38fcd426ca794273" /><Relationship Type="http://schemas.openxmlformats.org/officeDocument/2006/relationships/presProps" Target="/ppt/presProps.xml" Id="Ra1c2fe41ca3143cd" /><Relationship Type="http://schemas.openxmlformats.org/officeDocument/2006/relationships/tableStyles" Target="/ppt/tableStyles.xml" Id="Rb29579a52fdb44e4" /><Relationship Type="http://schemas.openxmlformats.org/officeDocument/2006/relationships/slide" Target="/ppt/slides/slide1.xml" Id="Rb94cee58ac574921" /><Relationship Type="http://schemas.openxmlformats.org/officeDocument/2006/relationships/slide" Target="/ppt/slides/slide2.xml" Id="R804455c3656e4390" /><Relationship Type="http://schemas.openxmlformats.org/officeDocument/2006/relationships/slide" Target="/ppt/slides/slide3.xml" Id="R3627a936d0224b8f" /><Relationship Type="http://schemas.openxmlformats.org/officeDocument/2006/relationships/slide" Target="/ppt/slides/slide4.xml" Id="Rff9b832fe12940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9ffbafa7364c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4924b7039c4f19" /><Relationship Type="http://schemas.openxmlformats.org/officeDocument/2006/relationships/notesMaster" Target="/ppt/notesMasters/notesMaster1.xml" Id="R19d22025a6574d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cd6f3bb35a4fff" /><Relationship Type="http://schemas.openxmlformats.org/officeDocument/2006/relationships/notesMaster" Target="/ppt/notesMasters/notesMaster1.xml" Id="Re621f953aa1340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0135136cc44bca" /><Relationship Type="http://schemas.openxmlformats.org/officeDocument/2006/relationships/notesMaster" Target="/ppt/notesMasters/notesMaster1.xml" Id="Rea9171b61bfe48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69b6e8ae574f91" /><Relationship Type="http://schemas.openxmlformats.org/officeDocument/2006/relationships/notesMaster" Target="/ppt/notesMasters/notesMaster1.xml" Id="R3dafab5cc47847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2f8d233b0049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b39dbfc9e0458b" /><Relationship Type="http://schemas.openxmlformats.org/officeDocument/2006/relationships/slideLayout" Target="/ppt/slideLayouts/slideLayout1.xml" Id="R07cb465c68864e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cb465c68864e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60859a5dd4c7e" /><Relationship Type="http://schemas.openxmlformats.org/officeDocument/2006/relationships/notesSlide" Target="/ppt/notesSlides/notesSlide1.xml" Id="R38f2de0e58e24c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4f58860f34a33" /><Relationship Type="http://schemas.openxmlformats.org/officeDocument/2006/relationships/notesSlide" Target="/ppt/notesSlides/notesSlide2.xml" Id="Rb51aacd99b0e41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2c92dbf474443" /><Relationship Type="http://schemas.openxmlformats.org/officeDocument/2006/relationships/notesSlide" Target="/ppt/notesSlides/notesSlide3.xml" Id="R1f15ba38ff7544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6571b8b9145da" /><Relationship Type="http://schemas.openxmlformats.org/officeDocument/2006/relationships/notesSlide" Target="/ppt/notesSlides/notesSlide4.xml" Id="Rd85e10626f9a49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433B14-2E26-4B2E-954C-65D498A2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MAPLE LEARNING | COURSE BETA 2026 TERM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43922-4AE1-4896-AEB6-97CBE3BA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Read systems as connected choices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26FCE-0BA9-4CC1-80BA-3423AEF4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00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Course Beta readings turn an initial scenario into a testable, revisable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28DB1-937C-43B0-8030-011D97F6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84785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095FC-5F07-4CF7-936A-E1CB67DD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91ED4-DA64-45D8-AD77-D5266210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30505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4158"/>
                </a:solidFill>
              </a:defRPr>
            </a:pPr>
            <a:r>
              <a:rPr sz="1125" b="0">
                <a:solidFill>
                  <a:srgbClr val="314158"/>
                </a:solidFill>
              </a:rPr>
              <a:t>What belongs in view?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E603C-A3FA-42FF-8688-3E0ECB8C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4785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76E2B-9609-4D84-884B-846AA506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Assumption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F1C4B-D11D-416B-A6E7-56822178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0505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4158"/>
                </a:solidFill>
              </a:defRPr>
            </a:pPr>
            <a:r>
              <a:rPr sz="1125" b="0">
                <a:solidFill>
                  <a:srgbClr val="314158"/>
                </a:solidFill>
              </a:rPr>
              <a:t>What are we assuming?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F2E36-AC78-4106-B282-DC93D79C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28975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B33E1-DA60-43E8-8354-F52B2BB8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38137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452F5-6ED2-41B5-955A-720627A7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686175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4158"/>
                </a:solidFill>
              </a:defRPr>
            </a:pPr>
            <a:r>
              <a:rPr sz="1125" b="0">
                <a:solidFill>
                  <a:srgbClr val="314158"/>
                </a:solidFill>
              </a:rPr>
              <a:t>What relationship follows?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84A37-2D20-4E84-8826-4CF99162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28975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8D4F68-87DA-42BE-A46C-4F3A6F8B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8137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9E2B75-C158-4C12-A272-C879AF58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86175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4158"/>
                </a:solidFill>
              </a:defRPr>
            </a:pPr>
            <a:r>
              <a:rPr sz="1125" b="0">
                <a:solidFill>
                  <a:srgbClr val="314158"/>
                </a:solidFill>
              </a:rPr>
              <a:t>What observation revises it?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B56E59-87C7-435C-806A-7074DCDC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101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E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159AFA-EB66-4744-A932-0994E1C6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7625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Critique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2BA056-BF3C-4EF9-B81B-83805AC4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06730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4158"/>
                </a:solidFill>
              </a:defRPr>
            </a:pPr>
            <a:r>
              <a:rPr sz="1125" b="0">
                <a:solidFill>
                  <a:srgbClr val="314158"/>
                </a:solidFill>
              </a:rPr>
              <a:t>What design move follows?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FF1CBB-313D-484F-8230-C171BD8A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Shared rubric: Evidence 6 | Reasoning 6 | Organization 4 | Format 4</a:t>
            </a:r>
          </a:p>
        </p:txBody>
      </p:sp>
    </p:spTree>
    <p:extLst>
      <p:ext uri="{BB962C8B-B14F-4D97-AF65-F5344CB8AC3E}">
        <p14:creationId xmlns:p14="http://schemas.microsoft.com/office/powerpoint/2010/main" val="309719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76E0DC-D50E-41E4-959E-B26F4511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MAPLE LEARNING | COURSE BETA 2026 TERM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B7952-8682-4B45-A106-57323645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A boundary gives the scenario a usable frame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4FEBD-8644-4EFE-9731-3699F4C5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00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Begin B-201 Scenario Map by showing one inclusion and one purposeful exclusion.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5D281-A4C0-4EC8-93DB-6F13CAB0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84785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231B3-5628-4556-B558-9F2B9CF8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5118E-F43A-44D1-AFEA-61267726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30505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4158"/>
                </a:solidFill>
              </a:defRPr>
            </a:pPr>
            <a:r>
              <a:rPr sz="1125" b="0">
                <a:solidFill>
                  <a:srgbClr val="314158"/>
                </a:solidFill>
              </a:rPr>
              <a:t>Name the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66F34-8D22-4C77-ACB2-A8292914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4785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94FE4-B266-4B57-A147-1836C58E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Assumption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EAE6FD-BA27-44DA-BA63-69992338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0505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4158"/>
                </a:solidFill>
              </a:defRPr>
            </a:pPr>
            <a:r>
              <a:rPr sz="1125" b="0">
                <a:solidFill>
                  <a:srgbClr val="314158"/>
                </a:solidFill>
              </a:rPr>
              <a:t>State the default belief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601E6-BD65-44A9-8C91-A16E9035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28975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934C6-1794-4D35-A3F6-4E6B9438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38137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DEE41-D47C-4C91-BC0B-F728DF9D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686175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4158"/>
                </a:solidFill>
              </a:defRPr>
            </a:pPr>
            <a:r>
              <a:rPr sz="1125" b="0">
                <a:solidFill>
                  <a:srgbClr val="314158"/>
                </a:solidFill>
              </a:rPr>
              <a:t>Sketch relationships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B3E85-53E8-4AD6-BEF0-440D92B7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28975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47E8B3-618E-48D6-B9C7-9D8803FE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8137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70C6DC-1E27-4AB1-A9D4-047FDC48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86175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4158"/>
                </a:solidFill>
              </a:defRPr>
            </a:pPr>
            <a:r>
              <a:rPr sz="1125" b="0">
                <a:solidFill>
                  <a:srgbClr val="314158"/>
                </a:solidFill>
              </a:rPr>
              <a:t>Check a missing factor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EEC344-7EB1-4A50-A37C-72DFDE93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101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E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D270E-FA84-43D5-9F11-329082AE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7625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Critique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BC1D0E-562B-4012-A8B0-9CAE570C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06730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4158"/>
                </a:solidFill>
              </a:defRPr>
            </a:pPr>
            <a:r>
              <a:rPr sz="1125" b="0">
                <a:solidFill>
                  <a:srgbClr val="314158"/>
                </a:solidFill>
              </a:rPr>
              <a:t>Revise the frame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59DE98-97D1-49EC-A4AC-64FC5BB3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Shared rubric: Evidence 6 | Reasoning 6 | Organization 4 | Format 4</a:t>
            </a:r>
          </a:p>
        </p:txBody>
      </p:sp>
    </p:spTree>
    <p:extLst>
      <p:ext uri="{BB962C8B-B14F-4D97-AF65-F5344CB8AC3E}">
        <p14:creationId xmlns:p14="http://schemas.microsoft.com/office/powerpoint/2010/main" val="10265519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730741-17BA-40F9-B5F4-6696652D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MAPLE LEARNING | COURSE BETA 2026 TERM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2BBD9-2FB1-4639-A124-AD1F3D49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Model tests make reasoning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FC2EB-43E7-400B-8483-749B9FCD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00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For B-202 Model Test, make a claim that an observation could strengthen or weaken.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E68AF-7186-4242-B0AB-83341889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84785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29CAB-BDB1-4896-B3DE-E41BBF9B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CAE86-9777-4237-A935-AAEDED03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30505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4158"/>
                </a:solidFill>
              </a:defRPr>
            </a:pPr>
            <a:r>
              <a:rPr sz="1125" b="0">
                <a:solidFill>
                  <a:srgbClr val="314158"/>
                </a:solidFill>
              </a:rPr>
              <a:t>Set conditions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186B3-94BC-4030-AE28-1D09E0DB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4785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8A3B6-B395-4FF5-B4BD-5E399A82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Assumption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6F0C5-54A6-4C7B-B8AA-78811A08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0505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4158"/>
                </a:solidFill>
              </a:defRPr>
            </a:pPr>
            <a:r>
              <a:rPr sz="1125" b="0">
                <a:solidFill>
                  <a:srgbClr val="314158"/>
                </a:solidFill>
              </a:rPr>
              <a:t>Make assumptions explicit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E21CE-043B-4A94-A313-5A796057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28975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4F604-A2AC-428D-B89D-25E1A0D3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38137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1E0DA-BFDB-43E7-82C1-2C5AC245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686175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4158"/>
                </a:solidFill>
              </a:defRPr>
            </a:pPr>
            <a:r>
              <a:rPr sz="1125" b="0">
                <a:solidFill>
                  <a:srgbClr val="314158"/>
                </a:solidFill>
              </a:rPr>
              <a:t>Connect variables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7EF037-D5A5-43D1-9664-56D5D491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28975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4DEF20-9841-42CF-A786-A5BAC625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8137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537DE-6331-4FED-826E-C64B2687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86175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4158"/>
                </a:solidFill>
              </a:defRPr>
            </a:pPr>
            <a:r>
              <a:rPr sz="1125" b="0">
                <a:solidFill>
                  <a:srgbClr val="314158"/>
                </a:solidFill>
              </a:rPr>
              <a:t>Define a signal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ABD66D-1D2C-4CD1-BEAA-9B1DB235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101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E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BDB354-3D66-4E13-A379-6166D059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7625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Critique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8BAA6D-BBB7-4C00-9DAD-D30D6578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06730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4158"/>
                </a:solidFill>
              </a:defRPr>
            </a:pPr>
            <a:r>
              <a:rPr sz="1125" b="0">
                <a:solidFill>
                  <a:srgbClr val="314158"/>
                </a:solidFill>
              </a:rPr>
              <a:t>Explain a revision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F071B4-30E3-45E5-A290-C3AE32E0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Shared rubric: Evidence 6 | Reasoning 6 | Organization 4 | Format 4</a:t>
            </a:r>
          </a:p>
        </p:txBody>
      </p:sp>
    </p:spTree>
    <p:extLst>
      <p:ext uri="{BB962C8B-B14F-4D97-AF65-F5344CB8AC3E}">
        <p14:creationId xmlns:p14="http://schemas.microsoft.com/office/powerpoint/2010/main" val="1513667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9EEEEF-3841-4DD7-BD02-CB73DD9E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MAPLE LEARNING | COURSE BETA 2026 TERM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D7017-FDC9-45DA-9C6A-C1652271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Critique turns evidence into a next move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2CEFB-606B-4153-92F4-7AA7029F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00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For B-203 Design Critique, link an observation to a specific improvement.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2B02E-70AB-466C-A2CF-8FF2D993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84785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4FEF9-D8BE-434B-B503-81A2F7F2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002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94F6E-3151-4689-B9AF-40A2B8C2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30505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4158"/>
                </a:solidFill>
              </a:defRPr>
            </a:pPr>
            <a:r>
              <a:rPr sz="1125" b="0">
                <a:solidFill>
                  <a:srgbClr val="314158"/>
                </a:solidFill>
              </a:rPr>
              <a:t>Locate the 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86335-AA82-4D99-8964-4D42D2DE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4785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61F6F-98D3-49F1-A697-A14E2106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Assumption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15566-6B30-4DD4-BB0C-D8708DBE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0505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4158"/>
                </a:solidFill>
              </a:defRPr>
            </a:pPr>
            <a:r>
              <a:rPr sz="1125" b="0">
                <a:solidFill>
                  <a:srgbClr val="314158"/>
                </a:solidFill>
              </a:rPr>
              <a:t>Name a tradeoff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22D99-1186-46FA-AE6E-E243304C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28975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66CC5-0F84-4C2F-B2DD-08714263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38137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D3E0CF-9EE5-434E-9F95-983C9F78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686175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4158"/>
                </a:solidFill>
              </a:defRPr>
            </a:pPr>
            <a:r>
              <a:rPr sz="1125" b="0">
                <a:solidFill>
                  <a:srgbClr val="314158"/>
                </a:solidFill>
              </a:rPr>
              <a:t>Describe its effect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DB9180-718E-4C2E-9DFC-9E6B0E2E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28975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F7CD8-617B-45BD-9808-6155D5D5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8137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018A94-A301-4406-A3BF-19A62D6A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86175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4158"/>
                </a:solidFill>
              </a:defRPr>
            </a:pPr>
            <a:r>
              <a:rPr sz="1125" b="0">
                <a:solidFill>
                  <a:srgbClr val="314158"/>
                </a:solidFill>
              </a:rPr>
              <a:t>Compare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60FE4-5F84-479C-8977-B88B2F3D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101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E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13F5CD-65B6-4265-949E-302540A1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7625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B"/>
                </a:solidFill>
              </a:defRPr>
            </a:pPr>
            <a:r>
              <a:rPr sz="1350" b="1">
                <a:solidFill>
                  <a:srgbClr val="0F172B"/>
                </a:solidFill>
              </a:rPr>
              <a:t>Critique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7BC08C-F71B-40E0-9EAD-FC7B04D4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06730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4158"/>
                </a:solidFill>
              </a:defRPr>
            </a:pPr>
            <a:r>
              <a:rPr sz="1125" b="0">
                <a:solidFill>
                  <a:srgbClr val="314158"/>
                </a:solidFill>
              </a:rPr>
              <a:t>Select a move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1FE3CE-3824-45C7-92F2-42EF6D92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Shared rubric: Evidence 6 | Reasoning 6 | Organization 4 | Format 4</a:t>
            </a:r>
          </a:p>
        </p:txBody>
      </p:sp>
    </p:spTree>
    <p:extLst>
      <p:ext uri="{BB962C8B-B14F-4D97-AF65-F5344CB8AC3E}">
        <p14:creationId xmlns:p14="http://schemas.microsoft.com/office/powerpoint/2010/main" val="14063705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2026-08-23T20:27:48.7140000Z</dcterms:created>
  <dcterms:modified xsi:type="dcterms:W3CDTF">2026-08-23T20:27:48.7140000Z</dcterms:modified>
</coreProperties>
</file>