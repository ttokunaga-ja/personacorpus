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3a5b89724b4070" /><Relationship Type="http://schemas.openxmlformats.org/officeDocument/2006/relationships/extended-properties" Target="/docProps/app.xml" Id="Rd2702cb4886c492f" /><Relationship Type="http://schemas.openxmlformats.org/officeDocument/2006/relationships/officeDocument" Target="/ppt/presentation.xml" Id="Re03debf3c19b4e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dd0086c649408c"/>
  </p:sldMasterIdLst>
  <p:notesMasterIdLst>
    <p:notesMasterId xmlns:r="http://schemas.openxmlformats.org/officeDocument/2006/relationships" r:id="R862668e2161845cf"/>
  </p:notesMasterIdLst>
  <p:sldIdLst>
    <p:sldId xmlns:r="http://schemas.openxmlformats.org/officeDocument/2006/relationships" id="256" r:id="R6199a70e5c624bce"/>
    <p:sldId xmlns:r="http://schemas.openxmlformats.org/officeDocument/2006/relationships" id="257" r:id="R117c7543a6b44390"/>
    <p:sldId xmlns:r="http://schemas.openxmlformats.org/officeDocument/2006/relationships" id="258" r:id="Re8e17a03433143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b5e399ebc34eaa" /><Relationship Type="http://schemas.openxmlformats.org/officeDocument/2006/relationships/slideMaster" Target="/ppt/slideMasters/slideMaster1.xml" Id="Rbbdd0086c649408c" /><Relationship Type="http://schemas.openxmlformats.org/officeDocument/2006/relationships/notesMaster" Target="/ppt/notesMasters/notesMaster1.xml" Id="R862668e2161845cf" /><Relationship Type="http://schemas.openxmlformats.org/officeDocument/2006/relationships/presProps" Target="/ppt/presProps.xml" Id="Rd0dd9a5632a64c96" /><Relationship Type="http://schemas.openxmlformats.org/officeDocument/2006/relationships/tableStyles" Target="/ppt/tableStyles.xml" Id="R3deca60c37f0481f" /><Relationship Type="http://schemas.openxmlformats.org/officeDocument/2006/relationships/slide" Target="/ppt/slides/slide1.xml" Id="R6199a70e5c624bce" /><Relationship Type="http://schemas.openxmlformats.org/officeDocument/2006/relationships/slide" Target="/ppt/slides/slide2.xml" Id="R117c7543a6b44390" /><Relationship Type="http://schemas.openxmlformats.org/officeDocument/2006/relationships/slide" Target="/ppt/slides/slide3.xml" Id="Re8e17a03433143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227264dbb74f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1035be8a2244de" /><Relationship Type="http://schemas.openxmlformats.org/officeDocument/2006/relationships/notesMaster" Target="/ppt/notesMasters/notesMaster1.xml" Id="R7093762c521545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ced34f3fc943d0" /><Relationship Type="http://schemas.openxmlformats.org/officeDocument/2006/relationships/notesMaster" Target="/ppt/notesMasters/notesMaster1.xml" Id="Ra3a3fba914ab48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7ccd7c8da04611" /><Relationship Type="http://schemas.openxmlformats.org/officeDocument/2006/relationships/notesMaster" Target="/ppt/notesMasters/notesMaster1.xml" Id="Re9a90aa8a9c448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ffa8c367048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ef619927c24232" /><Relationship Type="http://schemas.openxmlformats.org/officeDocument/2006/relationships/slideLayout" Target="/ppt/slideLayouts/slideLayout1.xml" Id="Rc4639bbd2b284e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639bbd2b284e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434fdc4b14293" /><Relationship Type="http://schemas.openxmlformats.org/officeDocument/2006/relationships/notesSlide" Target="/ppt/notesSlides/notesSlide1.xml" Id="Rab9a371bba404c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f282b06ac4b6f" /><Relationship Type="http://schemas.openxmlformats.org/officeDocument/2006/relationships/notesSlide" Target="/ppt/notesSlides/notesSlide2.xml" Id="R6d04e11aa03e44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410aeb1d846e0" /><Relationship Type="http://schemas.openxmlformats.org/officeDocument/2006/relationships/notesSlide" Target="/ppt/notesSlides/notesSlide3.xml" Id="R08b6005e27de46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C5392-8C25-4D9D-AC20-4A029036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E79"/>
                </a:solidFill>
              </a:defRPr>
            </a:pPr>
            <a:r>
              <a:rPr sz="1200" b="1">
                <a:solidFill>
                  <a:srgbClr val="1F4E79"/>
                </a:solidFill>
              </a:rPr>
              <a:t>MAPLE LEARNING | 2026-09-14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173CA-B1BE-436C-8996-04A1B620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Course Alpha: Evidence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98B1D-A911-4647-8289-0D121FD5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</a:defRPr>
            </a:pPr>
            <a:r>
              <a:rPr sz="1800" b="0">
                <a:solidFill>
                  <a:srgbClr val="102A43"/>
                </a:solidFill>
              </a:rPr>
              <a:t>Launch the evidence-mapping and source-comparison sequence.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4E248-E814-4C7A-8529-3A483CCE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Course Alpha 2026 Term 1 | ML26-S001 through ML26-S036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6D26B-A898-47E8-91D0-2630CCB5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86581"/>
                </a:solidFill>
              </a:defRPr>
            </a:pPr>
            <a:r>
              <a:rPr sz="1050" b="0">
                <a:solidFill>
                  <a:srgbClr val="486581"/>
                </a:solidFill>
              </a:rPr>
              <a:t>Slide 1 | alpha-lesson-launch-deck.pptx</a:t>
            </a:r>
          </a:p>
        </p:txBody>
      </p:sp>
    </p:spTree>
    <p:extLst>
      <p:ext uri="{BB962C8B-B14F-4D97-AF65-F5344CB8AC3E}">
        <p14:creationId xmlns:p14="http://schemas.microsoft.com/office/powerpoint/2010/main" val="12155232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67708-E20C-442A-ACA4-9FE7BFB5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E79"/>
                </a:solidFill>
              </a:defRPr>
            </a:pPr>
            <a:r>
              <a:rPr sz="1200" b="1">
                <a:solidFill>
                  <a:srgbClr val="1F4E79"/>
                </a:solidFill>
              </a:rPr>
              <a:t>MAPLE LEARNING | 2026-09-14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EB4C8-F630-4691-AA21-CD8303D2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Learning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B5A1A-4C1A-44F3-8201-CE29316E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</a:defRPr>
            </a:pPr>
            <a:r>
              <a:rPr sz="1800" b="0">
                <a:solidFill>
                  <a:srgbClr val="102A43"/>
                </a:solidFill>
              </a:rPr>
              <a:t>Notice evidence. Compare purpose. Explain the reasoning link.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74749-1B7E-4CB7-898B-2F3B3E1C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Original Maple Learning synthetic instruction for the shared 36-learner world.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34F02-51D6-4652-B888-442E4781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86581"/>
                </a:solidFill>
              </a:defRPr>
            </a:pPr>
            <a:r>
              <a:rPr sz="1050" b="0">
                <a:solidFill>
                  <a:srgbClr val="486581"/>
                </a:solidFill>
              </a:rPr>
              <a:t>Slide 2 | alpha-lesson-launch-deck.pptx</a:t>
            </a:r>
          </a:p>
        </p:txBody>
      </p:sp>
    </p:spTree>
    <p:extLst>
      <p:ext uri="{BB962C8B-B14F-4D97-AF65-F5344CB8AC3E}">
        <p14:creationId xmlns:p14="http://schemas.microsoft.com/office/powerpoint/2010/main" val="18817301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C4E6C-FEE7-4D27-AD5D-874ABECA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E79"/>
                </a:solidFill>
              </a:defRPr>
            </a:pPr>
            <a:r>
              <a:rPr sz="1200" b="1">
                <a:solidFill>
                  <a:srgbClr val="1F4E79"/>
                </a:solidFill>
              </a:rPr>
              <a:t>MAPLE LEARNING | 2026-09-14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40C29-279F-4963-A5D7-F95B2A7D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Assessment 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3FDB1-0035-48F7-8B46-A89B758B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</a:defRPr>
            </a:pPr>
            <a:r>
              <a:rPr sz="1800" b="0">
                <a:solidFill>
                  <a:srgbClr val="102A43"/>
                </a:solidFill>
              </a:rPr>
              <a:t>Rubric total 20: Evidence 6; Reasoning 6; Organization 4; Reflection 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45802-3426-4806-95C9-B31715AA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Course Beta 2026 Term 2: B-201, B-202, and B-203; same synthetic cohort.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11C92-6D78-40E7-915F-03D40BEE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86581"/>
                </a:solidFill>
              </a:defRPr>
            </a:pPr>
            <a:r>
              <a:rPr sz="1050" b="0">
                <a:solidFill>
                  <a:srgbClr val="486581"/>
                </a:solidFill>
              </a:rPr>
              <a:t>Slide 3 | alpha-lesson-launch-deck.pptx</a:t>
            </a:r>
          </a:p>
        </p:txBody>
      </p:sp>
    </p:spTree>
    <p:extLst>
      <p:ext uri="{BB962C8B-B14F-4D97-AF65-F5344CB8AC3E}">
        <p14:creationId xmlns:p14="http://schemas.microsoft.com/office/powerpoint/2010/main" val="14627634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2026-08-23T20:38:09.5070000Z</dcterms:created>
  <dcterms:modified xsi:type="dcterms:W3CDTF">2026-08-23T20:38:09.5070000Z</dcterms:modified>
</coreProperties>
</file>