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007e4e19864c38" /><Relationship Type="http://schemas.openxmlformats.org/officeDocument/2006/relationships/extended-properties" Target="/docProps/app.xml" Id="R25a048c605354cf2" /><Relationship Type="http://schemas.openxmlformats.org/officeDocument/2006/relationships/officeDocument" Target="/ppt/presentation.xml" Id="R2c9ed7ba455444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72c271e227431d"/>
  </p:sldMasterIdLst>
  <p:notesMasterIdLst>
    <p:notesMasterId xmlns:r="http://schemas.openxmlformats.org/officeDocument/2006/relationships" r:id="Rd3d5d3a79e2d4fbe"/>
  </p:notesMasterIdLst>
  <p:sldIdLst>
    <p:sldId xmlns:r="http://schemas.openxmlformats.org/officeDocument/2006/relationships" id="256" r:id="R5dd353eb2ca747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62883bd7a74b16" /><Relationship Type="http://schemas.openxmlformats.org/officeDocument/2006/relationships/slideMaster" Target="/ppt/slideMasters/slideMaster1.xml" Id="R0472c271e227431d" /><Relationship Type="http://schemas.openxmlformats.org/officeDocument/2006/relationships/notesMaster" Target="/ppt/notesMasters/notesMaster1.xml" Id="Rd3d5d3a79e2d4fbe" /><Relationship Type="http://schemas.openxmlformats.org/officeDocument/2006/relationships/presProps" Target="/ppt/presProps.xml" Id="Rffdb72d77a654bf4" /><Relationship Type="http://schemas.openxmlformats.org/officeDocument/2006/relationships/tableStyles" Target="/ppt/tableStyles.xml" Id="Rd1be5c5f1b9d4c4b" /><Relationship Type="http://schemas.openxmlformats.org/officeDocument/2006/relationships/slide" Target="/ppt/slides/slide1.xml" Id="R5dd353eb2ca747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29cf567d1344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ba986b2b9f4dc3" /><Relationship Type="http://schemas.openxmlformats.org/officeDocument/2006/relationships/notesMaster" Target="/ppt/notesMasters/notesMaster1.xml" Id="R760934d43fa840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fb19b9f814d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804f75bb11467a" /><Relationship Type="http://schemas.openxmlformats.org/officeDocument/2006/relationships/slideLayout" Target="/ppt/slideLayouts/slideLayout1.xml" Id="R581eff1fbd4440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1eff1fbd4440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b871b63ce437d" /><Relationship Type="http://schemas.openxmlformats.org/officeDocument/2006/relationships/notesSlide" Target="/ppt/notesSlides/notesSlide1.xml" Id="R9098aeb1ace747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A40C7-E33E-4E02-B956-17B54AEE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C80"/>
                </a:solidFill>
              </a:defRPr>
            </a:pPr>
            <a:r>
              <a:rPr sz="1200" b="1">
                <a:solidFill>
                  <a:srgbClr val="167C80"/>
                </a:solidFill>
              </a:rPr>
              <a:t>MAPLE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E7B5A-8BC5-488E-88C3-6C4E70E5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65D"/>
                </a:solidFill>
              </a:defRPr>
            </a:pPr>
            <a:r>
              <a:rPr sz="3900" b="1">
                <a:solidFill>
                  <a:srgbClr val="17365D"/>
                </a:solidFill>
              </a:rPr>
              <a:t>Reading discussion:</a:t>
            </a:r>
          </a:p>
          <a:p xmlns:a="http://schemas.openxmlformats.org/drawingml/2006/main">
            <a:pPr>
              <a:defRPr sz="3900" b="1">
                <a:solidFill>
                  <a:srgbClr val="17365D"/>
                </a:solidFill>
              </a:defRPr>
            </a:pPr>
            <a:r>
              <a:rPr sz="3900" b="1">
                <a:solidFill>
                  <a:srgbClr val="17365D"/>
                </a:solidFill>
              </a:rPr>
              <a:t>from claim to revision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91FA6-F6B7-4F29-B4ED-3E287457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6080"/>
                </a:solidFill>
              </a:defRPr>
            </a:pPr>
            <a:r>
              <a:rPr sz="1650" b="0">
                <a:solidFill>
                  <a:srgbClr val="406080"/>
                </a:solidFill>
              </a:rPr>
              <a:t>Course Alpha 2026 Term 1 |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4071F-5FA1-4B0F-8F47-08BB0A98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313F"/>
                </a:solidFill>
              </a:defRPr>
            </a:pPr>
            <a:r>
              <a:rPr sz="1950" b="0">
                <a:solidFill>
                  <a:srgbClr val="22313F"/>
                </a:solidFill>
              </a:rPr>
              <a:t>A productive seminar asks what an observation permits us to infer, what remains uncertain, and what evidence would improve the next revision.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B5962-4D07-49C4-BAE6-13B57053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458"/>
          </a:solidFill>
          <a:ln xmlns:a="http://schemas.openxmlformats.org/drawingml/2006/main" w="0">
            <a:solidFill>
              <a:srgbClr val="E0A4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D2D17-8065-4E50-9B49-E192487B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A-101 Evidence Map  •  A-102 Source Comparison  •  A-103 Claim-Evidence-Reasoning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48A73-27EE-46E4-8E2C-AEC8BC12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975"/>
                </a:solidFill>
              </a:defRPr>
            </a:pPr>
            <a:r>
              <a:rPr sz="1200" b="0">
                <a:solidFill>
                  <a:srgbClr val="5D6975"/>
                </a:solidFill>
              </a:rPr>
              <a:t>Common rubric maximum 20: Evidence 6 | Reasoning 6 | Organization 4 | Reflection 4</a:t>
            </a:r>
          </a:p>
        </p:txBody>
      </p:sp>
    </p:spTree>
    <p:extLst>
      <p:ext uri="{BB962C8B-B14F-4D97-AF65-F5344CB8AC3E}">
        <p14:creationId xmlns:p14="http://schemas.microsoft.com/office/powerpoint/2010/main" val="1565754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2026-08-23T20:26:42.2290000Z</dcterms:created>
  <dcterms:modified xsi:type="dcterms:W3CDTF">2026-08-23T20:26:42.2290000Z</dcterms:modified>
</coreProperties>
</file>