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679fa9ff24d4d" /><Relationship Type="http://schemas.openxmlformats.org/officeDocument/2006/relationships/extended-properties" Target="/docProps/app.xml" Id="R6a75720531804ff0" /><Relationship Type="http://schemas.openxmlformats.org/officeDocument/2006/relationships/officeDocument" Target="/ppt/presentation.xml" Id="R48228b28078a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0dc3323e142ed"/>
  </p:sldMasterIdLst>
  <p:notesMasterIdLst>
    <p:notesMasterId xmlns:r="http://schemas.openxmlformats.org/officeDocument/2006/relationships" r:id="R985684a81bfc45fc"/>
  </p:notesMasterIdLst>
  <p:sldIdLst>
    <p:sldId xmlns:r="http://schemas.openxmlformats.org/officeDocument/2006/relationships" id="256" r:id="R2f3cc2c276c14633"/>
    <p:sldId xmlns:r="http://schemas.openxmlformats.org/officeDocument/2006/relationships" id="257" r:id="R68c8cf843a0f451e"/>
    <p:sldId xmlns:r="http://schemas.openxmlformats.org/officeDocument/2006/relationships" id="258" r:id="R802d2a407b1449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accd1d41334608" /><Relationship Type="http://schemas.openxmlformats.org/officeDocument/2006/relationships/slideMaster" Target="/ppt/slideMasters/slideMaster1.xml" Id="Rdb90dc3323e142ed" /><Relationship Type="http://schemas.openxmlformats.org/officeDocument/2006/relationships/notesMaster" Target="/ppt/notesMasters/notesMaster1.xml" Id="R985684a81bfc45fc" /><Relationship Type="http://schemas.openxmlformats.org/officeDocument/2006/relationships/presProps" Target="/ppt/presProps.xml" Id="Rdf07de09e8fa45c4" /><Relationship Type="http://schemas.openxmlformats.org/officeDocument/2006/relationships/tableStyles" Target="/ppt/tableStyles.xml" Id="R4b3956c88a104be5" /><Relationship Type="http://schemas.openxmlformats.org/officeDocument/2006/relationships/slide" Target="/ppt/slides/slide1.xml" Id="R2f3cc2c276c14633" /><Relationship Type="http://schemas.openxmlformats.org/officeDocument/2006/relationships/slide" Target="/ppt/slides/slide2.xml" Id="R68c8cf843a0f451e" /><Relationship Type="http://schemas.openxmlformats.org/officeDocument/2006/relationships/slide" Target="/ppt/slides/slide3.xml" Id="R802d2a407b14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6734ec00df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3f094d31e4090" /><Relationship Type="http://schemas.openxmlformats.org/officeDocument/2006/relationships/notesMaster" Target="/ppt/notesMasters/notesMaster1.xml" Id="R8a3c329ef0d248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acb82f6de241cd" /><Relationship Type="http://schemas.openxmlformats.org/officeDocument/2006/relationships/notesMaster" Target="/ppt/notesMasters/notesMaster1.xml" Id="Rb355bcb5cc8844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ae27c542af403d" /><Relationship Type="http://schemas.openxmlformats.org/officeDocument/2006/relationships/notesMaster" Target="/ppt/notesMasters/notesMaster1.xml" Id="R55d9c581edd8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568d75edd49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8e299f36614be7" /><Relationship Type="http://schemas.openxmlformats.org/officeDocument/2006/relationships/slideLayout" Target="/ppt/slideLayouts/slideLayout1.xml" Id="R9c9206f5f7a9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9206f5f7a9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7851aecb045d0" /><Relationship Type="http://schemas.openxmlformats.org/officeDocument/2006/relationships/notesSlide" Target="/ppt/notesSlides/notesSlide1.xml" Id="R64e167b405334f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bde7a9d8f4119" /><Relationship Type="http://schemas.openxmlformats.org/officeDocument/2006/relationships/notesSlide" Target="/ppt/notesSlides/notesSlide2.xml" Id="R586661696b42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6eca18cef4b26" /><Relationship Type="http://schemas.openxmlformats.org/officeDocument/2006/relationships/notesSlide" Target="/ppt/notesSlides/notesSlide3.xml" Id="R3ce2bc4d83ff41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10E02-296C-4859-BAA1-40D0BD9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MAPLE LEARNING | 2026-09-14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D77E0-DAC1-451C-84AA-7863522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Peer Review: Next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E5A8D-DEA6-4E3F-BE0C-2BD31BD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Use the rubric to make a precise, constructive revision suggestion.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D1DD3-B27B-4B60-8296-DB1CF9A5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Course Alpha 2026 Term 1 | ML26-S001 through ML26-S036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2452A-69FA-4F7E-AEA9-50F5ADE5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</a:defRPr>
            </a:pPr>
            <a:r>
              <a:rPr sz="1050" b="0">
                <a:solidFill>
                  <a:srgbClr val="486581"/>
                </a:solidFill>
              </a:rPr>
              <a:t>Slide 1 | alpha-peer-review-mini-lesson.pptx</a:t>
            </a:r>
          </a:p>
        </p:txBody>
      </p:sp>
    </p:spTree>
    <p:extLst>
      <p:ext uri="{BB962C8B-B14F-4D97-AF65-F5344CB8AC3E}">
        <p14:creationId xmlns:p14="http://schemas.microsoft.com/office/powerpoint/2010/main" val="676997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1C74-1918-409B-B581-773E48C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MAPLE LEARNING | 2026-09-14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E788E-D1F5-4DD3-83C6-46729C4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Learning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46C77-0472-4708-82D2-0254263D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Name the evidence. Check the reasoning. Offer one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C7F19-8E80-46AF-8BDD-83C6829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Feedback stays within the original Maple Learning synthetic classroom scenario.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6917A-9158-4308-A8E8-D69ABAFB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</a:defRPr>
            </a:pPr>
            <a:r>
              <a:rPr sz="1050" b="0">
                <a:solidFill>
                  <a:srgbClr val="486581"/>
                </a:solidFill>
              </a:rPr>
              <a:t>Slide 2 | alpha-peer-review-mini-lesson.pptx</a:t>
            </a:r>
          </a:p>
        </p:txBody>
      </p:sp>
    </p:spTree>
    <p:extLst>
      <p:ext uri="{BB962C8B-B14F-4D97-AF65-F5344CB8AC3E}">
        <p14:creationId xmlns:p14="http://schemas.microsoft.com/office/powerpoint/2010/main" val="1989099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CF32D-A2D6-46BE-9ADE-3A4BAA8A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MAPLE LEARNING | 2026-09-14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27B6D-4B81-49F4-9654-9ED55FEE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Assessment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F3663-90CC-4DFB-ADB5-606AEFF3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Rubric total 20: Evidence 6; Reasoning 6; Organization 4; Reflection 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F2A43-C513-4335-A2DD-875E5283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Course Beta 2026 Term 2 keeps B-201, B-202, and B-203 in the same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1BEDF-CFD5-434F-8CB2-99473F0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</a:defRPr>
            </a:pPr>
            <a:r>
              <a:rPr sz="1050" b="0">
                <a:solidFill>
                  <a:srgbClr val="486581"/>
                </a:solidFill>
              </a:rPr>
              <a:t>Slide 3 | alpha-peer-review-mini-lesson.pptx</a:t>
            </a:r>
          </a:p>
        </p:txBody>
      </p:sp>
    </p:spTree>
    <p:extLst>
      <p:ext uri="{BB962C8B-B14F-4D97-AF65-F5344CB8AC3E}">
        <p14:creationId xmlns:p14="http://schemas.microsoft.com/office/powerpoint/2010/main" val="1928125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2026-08-23T20:38:09.8350000Z</dcterms:created>
  <dcterms:modified xsi:type="dcterms:W3CDTF">2026-08-23T20:38:09.8350000Z</dcterms:modified>
</coreProperties>
</file>