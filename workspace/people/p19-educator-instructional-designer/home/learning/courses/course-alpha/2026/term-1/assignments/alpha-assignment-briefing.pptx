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e3bc394cd74563" /><Relationship Type="http://schemas.openxmlformats.org/officeDocument/2006/relationships/extended-properties" Target="/docProps/app.xml" Id="Re46cafaf60d64937" /><Relationship Type="http://schemas.openxmlformats.org/officeDocument/2006/relationships/officeDocument" Target="/ppt/presentation.xml" Id="R1735b3e1836048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2f070a79d4482b"/>
  </p:sldMasterIdLst>
  <p:notesMasterIdLst>
    <p:notesMasterId xmlns:r="http://schemas.openxmlformats.org/officeDocument/2006/relationships" r:id="Rf42d9c94dec24691"/>
  </p:notesMasterIdLst>
  <p:sldIdLst>
    <p:sldId xmlns:r="http://schemas.openxmlformats.org/officeDocument/2006/relationships" id="256" r:id="R94b5315095f44171"/>
    <p:sldId xmlns:r="http://schemas.openxmlformats.org/officeDocument/2006/relationships" id="257" r:id="R0c72f4e8d77a470f"/>
    <p:sldId xmlns:r="http://schemas.openxmlformats.org/officeDocument/2006/relationships" id="258" r:id="R99ffc58df0e34c3a"/>
    <p:sldId xmlns:r="http://schemas.openxmlformats.org/officeDocument/2006/relationships" id="259" r:id="Reb0a0675ff7c4aca"/>
    <p:sldId xmlns:r="http://schemas.openxmlformats.org/officeDocument/2006/relationships" id="260" r:id="Rc06f81f9250642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f33ed75cf04eee" /><Relationship Type="http://schemas.openxmlformats.org/officeDocument/2006/relationships/slideMaster" Target="/ppt/slideMasters/slideMaster1.xml" Id="Rbe2f070a79d4482b" /><Relationship Type="http://schemas.openxmlformats.org/officeDocument/2006/relationships/notesMaster" Target="/ppt/notesMasters/notesMaster1.xml" Id="Rf42d9c94dec24691" /><Relationship Type="http://schemas.openxmlformats.org/officeDocument/2006/relationships/presProps" Target="/ppt/presProps.xml" Id="R7eea5b73adcb426a" /><Relationship Type="http://schemas.openxmlformats.org/officeDocument/2006/relationships/tableStyles" Target="/ppt/tableStyles.xml" Id="R7dc45c5496674809" /><Relationship Type="http://schemas.openxmlformats.org/officeDocument/2006/relationships/slide" Target="/ppt/slides/slide1.xml" Id="R94b5315095f44171" /><Relationship Type="http://schemas.openxmlformats.org/officeDocument/2006/relationships/slide" Target="/ppt/slides/slide2.xml" Id="R0c72f4e8d77a470f" /><Relationship Type="http://schemas.openxmlformats.org/officeDocument/2006/relationships/slide" Target="/ppt/slides/slide3.xml" Id="R99ffc58df0e34c3a" /><Relationship Type="http://schemas.openxmlformats.org/officeDocument/2006/relationships/slide" Target="/ppt/slides/slide4.xml" Id="Reb0a0675ff7c4aca" /><Relationship Type="http://schemas.openxmlformats.org/officeDocument/2006/relationships/slide" Target="/ppt/slides/slide5.xml" Id="Rc06f81f9250642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3719ef1e9b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82265251dd435e" /><Relationship Type="http://schemas.openxmlformats.org/officeDocument/2006/relationships/notesMaster" Target="/ppt/notesMasters/notesMaster1.xml" Id="Reca48fa96c1f45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064b7250574878" /><Relationship Type="http://schemas.openxmlformats.org/officeDocument/2006/relationships/notesMaster" Target="/ppt/notesMasters/notesMaster1.xml" Id="R6421e2502c7847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339f83e4b24f31" /><Relationship Type="http://schemas.openxmlformats.org/officeDocument/2006/relationships/notesMaster" Target="/ppt/notesMasters/notesMaster1.xml" Id="R79bfd62351e04e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622dbdb41b49cd" /><Relationship Type="http://schemas.openxmlformats.org/officeDocument/2006/relationships/notesMaster" Target="/ppt/notesMasters/notesMaster1.xml" Id="R0620d4c25ed349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84895fdb3b4b0d" /><Relationship Type="http://schemas.openxmlformats.org/officeDocument/2006/relationships/notesMaster" Target="/ppt/notesMasters/notesMaster1.xml" Id="Rbb97b50259174a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39313c9254b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2beac1652b469c" /><Relationship Type="http://schemas.openxmlformats.org/officeDocument/2006/relationships/slideLayout" Target="/ppt/slideLayouts/slideLayout1.xml" Id="R3a0ee3efa48748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0ee3efa48748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aeaa547ac4b17" /><Relationship Type="http://schemas.openxmlformats.org/officeDocument/2006/relationships/notesSlide" Target="/ppt/notesSlides/notesSlide1.xml" Id="R25f7bcf3aecc41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450ef009f4491" /><Relationship Type="http://schemas.openxmlformats.org/officeDocument/2006/relationships/notesSlide" Target="/ppt/notesSlides/notesSlide2.xml" Id="R712db45d4c2544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a1ed81f60434d" /><Relationship Type="http://schemas.openxmlformats.org/officeDocument/2006/relationships/notesSlide" Target="/ppt/notesSlides/notesSlide3.xml" Id="R5432477d718f4f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c5f6c13a64d43" /><Relationship Type="http://schemas.openxmlformats.org/officeDocument/2006/relationships/notesSlide" Target="/ppt/notesSlides/notesSlide4.xml" Id="R91074b9d63eb49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d18942eea4cf5" /><Relationship Type="http://schemas.openxmlformats.org/officeDocument/2006/relationships/notesSlide" Target="/ppt/notesSlides/notesSlide5.xml" Id="R0da0b56ac3ed44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F22FB-7D82-4A32-B5D5-847A7346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A-101 to A-103: a revision 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71B0A-88E4-41CB-B708-09ACBD2B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00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Map -&gt; Source Comparison -&gt; Claim-Evidence-Reasoning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E35F8-294A-4564-B7A0-704F312B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382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CBFBF1"/>
          </a:solidFill>
          <a:ln xmlns:a="http://schemas.openxmlformats.org/drawingml/2006/main" w="9525">
            <a:solidFill>
              <a:srgbClr val="46ECD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4F4A"/>
                </a:solidFill>
              </a:defRPr>
            </a:pPr>
            <a:r>
              <a:rPr sz="1200" b="1">
                <a:solidFill>
                  <a:srgbClr val="0B4F4A"/>
                </a:solidFill>
              </a:rPr>
              <a:t>Maple Learning | Synthetic learning materials</a:t>
            </a:r>
          </a:p>
        </p:txBody>
      </p:sp>
    </p:spTree>
    <p:extLst>
      <p:ext uri="{BB962C8B-B14F-4D97-AF65-F5344CB8AC3E}">
        <p14:creationId xmlns:p14="http://schemas.microsoft.com/office/powerpoint/2010/main" val="1766263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59359-B6E7-41B5-8FE7-772AE11F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A-101 Evidence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63475-3726-4189-8908-83576323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00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Anchor each claim in observable support. Explain the connection, not only the quotation.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6C6AF-56C7-46DF-9F7B-745A34BE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382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CBFBF1"/>
          </a:solidFill>
          <a:ln xmlns:a="http://schemas.openxmlformats.org/drawingml/2006/main" w="9525">
            <a:solidFill>
              <a:srgbClr val="46ECD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4F4A"/>
                </a:solidFill>
              </a:defRPr>
            </a:pPr>
            <a:r>
              <a:rPr sz="1200" b="1">
                <a:solidFill>
                  <a:srgbClr val="0B4F4A"/>
                </a:solidFill>
              </a:rPr>
              <a:t>Maple Learning | Synthetic learning materials</a:t>
            </a:r>
          </a:p>
        </p:txBody>
      </p:sp>
    </p:spTree>
    <p:extLst>
      <p:ext uri="{BB962C8B-B14F-4D97-AF65-F5344CB8AC3E}">
        <p14:creationId xmlns:p14="http://schemas.microsoft.com/office/powerpoint/2010/main" val="1919061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5E604-6522-47FE-91D1-75BAB928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A-102 Source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8BD98-0515-49FB-832C-B145F39F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00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Compare claim, evidence, perspective, and limitation before choosing a position.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FB072-F1E2-42EF-A845-2F724A0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382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CBFBF1"/>
          </a:solidFill>
          <a:ln xmlns:a="http://schemas.openxmlformats.org/drawingml/2006/main" w="9525">
            <a:solidFill>
              <a:srgbClr val="46ECD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4F4A"/>
                </a:solidFill>
              </a:defRPr>
            </a:pPr>
            <a:r>
              <a:rPr sz="1200" b="1">
                <a:solidFill>
                  <a:srgbClr val="0B4F4A"/>
                </a:solidFill>
              </a:rPr>
              <a:t>Maple Learning | Synthetic learning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41196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8B413-E7A0-496A-A930-98BF4E13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A-103 Claim-Evidence-Reasoning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43697-D013-492B-A3A6-D0C45B94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00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State a clear claim. Select evidence. Reason through why the evidence matters.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C690B-2DF5-42FB-B6E5-66A942B7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382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CBFBF1"/>
          </a:solidFill>
          <a:ln xmlns:a="http://schemas.openxmlformats.org/drawingml/2006/main" w="9525">
            <a:solidFill>
              <a:srgbClr val="46ECD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4F4A"/>
                </a:solidFill>
              </a:defRPr>
            </a:pPr>
            <a:r>
              <a:rPr sz="1200" b="1">
                <a:solidFill>
                  <a:srgbClr val="0B4F4A"/>
                </a:solidFill>
              </a:rPr>
              <a:t>Maple Learning | Synthetic learning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94556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EFA0A-1389-41E4-918A-08852FE4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Rubric and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FB72A-04BA-4F76-9755-C1893E63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00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6 | Reasoning 6 | Organization 4 | Format 4 = 20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Due: 2026-09-14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Maple Learning | 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9DD93-5CE4-451B-9907-C3BB6D1C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382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CBFBF1"/>
          </a:solidFill>
          <a:ln xmlns:a="http://schemas.openxmlformats.org/drawingml/2006/main" w="9525">
            <a:solidFill>
              <a:srgbClr val="46ECD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4F4A"/>
                </a:solidFill>
              </a:defRPr>
            </a:pPr>
            <a:r>
              <a:rPr sz="1200" b="1">
                <a:solidFill>
                  <a:srgbClr val="0B4F4A"/>
                </a:solidFill>
              </a:rPr>
              <a:t>Maple Learning | Synthetic learning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84738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2026-08-23T21:05:19.2630000Z</dcterms:created>
  <dcterms:modified xsi:type="dcterms:W3CDTF">2026-08-23T21:05:19.2630000Z</dcterms:modified>
</coreProperties>
</file>