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50d56704694738" /><Relationship Type="http://schemas.openxmlformats.org/officeDocument/2006/relationships/extended-properties" Target="/docProps/app.xml" Id="R64841824d96049e1" /><Relationship Type="http://schemas.openxmlformats.org/officeDocument/2006/relationships/officeDocument" Target="/ppt/presentation.xml" Id="R39c631451afa4d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fe0626929646a5"/>
  </p:sldMasterIdLst>
  <p:notesMasterIdLst>
    <p:notesMasterId xmlns:r="http://schemas.openxmlformats.org/officeDocument/2006/relationships" r:id="Rfbfac2be9b5149cd"/>
  </p:notesMasterIdLst>
  <p:sldIdLst>
    <p:sldId xmlns:r="http://schemas.openxmlformats.org/officeDocument/2006/relationships" id="256" r:id="Rb231d147884d4a50"/>
    <p:sldId xmlns:r="http://schemas.openxmlformats.org/officeDocument/2006/relationships" id="257" r:id="R6f5cf67ada0a4a73"/>
    <p:sldId xmlns:r="http://schemas.openxmlformats.org/officeDocument/2006/relationships" id="258" r:id="Rbbee65f0cfbe4a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f74866be54432" /><Relationship Type="http://schemas.openxmlformats.org/officeDocument/2006/relationships/slideMaster" Target="/ppt/slideMasters/slideMaster1.xml" Id="Ra1fe0626929646a5" /><Relationship Type="http://schemas.openxmlformats.org/officeDocument/2006/relationships/notesMaster" Target="/ppt/notesMasters/notesMaster1.xml" Id="Rfbfac2be9b5149cd" /><Relationship Type="http://schemas.openxmlformats.org/officeDocument/2006/relationships/presProps" Target="/ppt/presProps.xml" Id="R37a11224805c4f28" /><Relationship Type="http://schemas.openxmlformats.org/officeDocument/2006/relationships/tableStyles" Target="/ppt/tableStyles.xml" Id="Rdefbd2925569455c" /><Relationship Type="http://schemas.openxmlformats.org/officeDocument/2006/relationships/slide" Target="/ppt/slides/slide1.xml" Id="Rb231d147884d4a50" /><Relationship Type="http://schemas.openxmlformats.org/officeDocument/2006/relationships/slide" Target="/ppt/slides/slide2.xml" Id="R6f5cf67ada0a4a73" /><Relationship Type="http://schemas.openxmlformats.org/officeDocument/2006/relationships/slide" Target="/ppt/slides/slide3.xml" Id="Rbbee65f0cfbe4a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08ce0252934d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2559dff864aef" /><Relationship Type="http://schemas.openxmlformats.org/officeDocument/2006/relationships/notesMaster" Target="/ppt/notesMasters/notesMaster1.xml" Id="R6f9b5340bb0542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9a724a7baa4a37" /><Relationship Type="http://schemas.openxmlformats.org/officeDocument/2006/relationships/notesMaster" Target="/ppt/notesMasters/notesMaster1.xml" Id="R5e5b13c5ce9440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011a4a09664ad2" /><Relationship Type="http://schemas.openxmlformats.org/officeDocument/2006/relationships/notesMaster" Target="/ppt/notesMasters/notesMaster1.xml" Id="Rb280e938393f4a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55349c95e44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a009a275c4a29" /><Relationship Type="http://schemas.openxmlformats.org/officeDocument/2006/relationships/slideLayout" Target="/ppt/slideLayouts/slideLayout1.xml" Id="R1fa65155ebc546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65155ebc546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22542be494be7" /><Relationship Type="http://schemas.openxmlformats.org/officeDocument/2006/relationships/notesSlide" Target="/ppt/notesSlides/notesSlide1.xml" Id="R3241ced05d93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f3eb5223f488a" /><Relationship Type="http://schemas.openxmlformats.org/officeDocument/2006/relationships/notesSlide" Target="/ppt/notesSlides/notesSlide2.xml" Id="Rec00f3c3c9f24b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1c74186bd421e" /><Relationship Type="http://schemas.openxmlformats.org/officeDocument/2006/relationships/notesSlide" Target="/ppt/notesSlides/notesSlide3.xml" Id="Rcd7daf0820674f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49925C22-4C34-45FB-9FBB-00B5E530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667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Maple Learning reference deck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36D4F91F-F10A-450D-88E9-98FE9351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Assessment literacy
starts with visible evidence.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9B1CA82B-5071-4592-A4B3-30B1427C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9048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Course Alpha 2026 Term 1 and Course Beta 2026 Term 2
Snapshot: 2026-09-14 | 36 synthetic learners | E6 + R6 + O4 + F4 = 20</a:t>
            </a:r>
          </a:p>
        </p:txBody>
      </p:sp>
    </p:spTree>
    <p:extLst>
      <p:ext uri="{BB962C8B-B14F-4D97-AF65-F5344CB8AC3E}">
        <p14:creationId xmlns:p14="http://schemas.microsoft.com/office/powerpoint/2010/main" val="34843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1F5D136-BFFC-497A-9B4D-1015755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000"/>
            <a:ext cx="1047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20-point rubric makes feedback traceable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45DAD9D-5215-4760-94BA-54C4C7F5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evidence">
            <a:extLst xmlns:a="http://schemas.openxmlformats.org/drawingml/2006/main">
              <a:ext uri="{FF2B5EF4-FFF2-40B4-BE49-F238E27FC236}">
                <a16:creationId xmlns:a16="http://schemas.microsoft.com/office/drawing/2014/main" id="{D8986C3A-C29D-473B-8661-3A307DE2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25717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E6
Six points
The response selects relevant observations.</a:t>
            </a:r>
          </a:p>
        </p:txBody>
      </p:sp>
      <p:sp>
        <p:nvSpPr>
          <p:cNvPr id="4" name="reasoning">
            <a:extLst xmlns:a="http://schemas.openxmlformats.org/drawingml/2006/main">
              <a:ext uri="{FF2B5EF4-FFF2-40B4-BE49-F238E27FC236}">
                <a16:creationId xmlns:a16="http://schemas.microsoft.com/office/drawing/2014/main" id="{4FF0157F-DA84-4CA8-91CE-E2A7CB69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5717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Reasoning R6
Six points
The response explains the link.</a:t>
            </a:r>
          </a:p>
        </p:txBody>
      </p:sp>
      <p:sp>
        <p:nvSpPr>
          <p:cNvPr id="5" name="organization">
            <a:extLst xmlns:a="http://schemas.openxmlformats.org/drawingml/2006/main">
              <a:ext uri="{FF2B5EF4-FFF2-40B4-BE49-F238E27FC236}">
                <a16:creationId xmlns:a16="http://schemas.microsoft.com/office/drawing/2014/main" id="{52B730C7-DB88-4A69-9C47-A1DFF7A0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90750"/>
            <a:ext cx="25717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Organization O4
Four points
The response is sequenced clearly.</a:t>
            </a:r>
          </a:p>
        </p:txBody>
      </p:sp>
      <p:sp>
        <p:nvSpPr>
          <p:cNvPr id="6" name="format">
            <a:extLst xmlns:a="http://schemas.openxmlformats.org/drawingml/2006/main">
              <a:ext uri="{FF2B5EF4-FFF2-40B4-BE49-F238E27FC236}">
                <a16:creationId xmlns:a16="http://schemas.microsoft.com/office/drawing/2014/main" id="{59B75F30-F9E1-468B-8A26-EEB65215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5717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Format F4
Four points
The response meets the stated form.</a:t>
            </a:r>
          </a:p>
        </p:txBody>
      </p:sp>
      <p:sp>
        <p:nvSpPr>
          <p:cNvPr id="7" name="note">
            <a:extLst xmlns:a="http://schemas.openxmlformats.org/drawingml/2006/main">
              <a:ext uri="{FF2B5EF4-FFF2-40B4-BE49-F238E27FC236}">
                <a16:creationId xmlns:a16="http://schemas.microsoft.com/office/drawing/2014/main" id="{3BF03910-69B7-4D03-AB8E-12805D59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0477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Use descriptors for the work; do not use individual scores in reference materials.</a:t>
            </a:r>
          </a:p>
        </p:txBody>
      </p:sp>
    </p:spTree>
    <p:extLst>
      <p:ext uri="{BB962C8B-B14F-4D97-AF65-F5344CB8AC3E}">
        <p14:creationId xmlns:p14="http://schemas.microsoft.com/office/powerpoint/2010/main" val="669280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164C76C-1DDE-4B17-9D41-05D1D36A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00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shared vocabulary keeps both courses aligned</a:t>
            </a:r>
          </a:p>
        </p:txBody>
      </p:sp>
      <p:sp>
        <p:nvSpPr>
          <p:cNvPr id="2" name="alpha">
            <a:extLst xmlns:a="http://schemas.openxmlformats.org/drawingml/2006/main">
              <a:ext uri="{FF2B5EF4-FFF2-40B4-BE49-F238E27FC236}">
                <a16:creationId xmlns:a16="http://schemas.microsoft.com/office/drawing/2014/main" id="{5FDDAFA3-309C-4AB7-80FB-DEF53C11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Course Alpha Term 1</a:t>
            </a:r>
          </a:p>
        </p:txBody>
      </p:sp>
      <p:sp>
        <p:nvSpPr>
          <p:cNvPr id="3" name="alpha-list">
            <a:extLst xmlns:a="http://schemas.openxmlformats.org/drawingml/2006/main">
              <a:ext uri="{FF2B5EF4-FFF2-40B4-BE49-F238E27FC236}">
                <a16:creationId xmlns:a16="http://schemas.microsoft.com/office/drawing/2014/main" id="{8AD1D39E-120A-42C6-BE60-5EF48F1A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342900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A-101 Evidence Map
A-102 Source Comparison
A-103 Claim-Evidence-Reasoning Brief</a:t>
            </a:r>
          </a:p>
        </p:txBody>
      </p:sp>
      <p:sp>
        <p:nvSpPr>
          <p:cNvPr id="4" name="shared">
            <a:extLst xmlns:a="http://schemas.openxmlformats.org/drawingml/2006/main">
              <a:ext uri="{FF2B5EF4-FFF2-40B4-BE49-F238E27FC236}">
                <a16:creationId xmlns:a16="http://schemas.microsoft.com/office/drawing/2014/main" id="{301A2E32-773E-44FC-967A-0D2AA359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3143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Shared evidence frame
36 synthetic learners
E6 + R6 + O4 + F4 = 20</a:t>
            </a:r>
          </a:p>
        </p:txBody>
      </p:sp>
      <p:sp>
        <p:nvSpPr>
          <p:cNvPr id="5" name="beta">
            <a:extLst xmlns:a="http://schemas.openxmlformats.org/drawingml/2006/main">
              <a:ext uri="{FF2B5EF4-FFF2-40B4-BE49-F238E27FC236}">
                <a16:creationId xmlns:a16="http://schemas.microsoft.com/office/drawing/2014/main" id="{8ADBB341-A53A-46D5-88BA-D63970F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Course Beta Term 2</a:t>
            </a:r>
          </a:p>
        </p:txBody>
      </p:sp>
      <p:sp>
        <p:nvSpPr>
          <p:cNvPr id="6" name="beta-list">
            <a:extLst xmlns:a="http://schemas.openxmlformats.org/drawingml/2006/main">
              <a:ext uri="{FF2B5EF4-FFF2-40B4-BE49-F238E27FC236}">
                <a16:creationId xmlns:a16="http://schemas.microsoft.com/office/drawing/2014/main" id="{08CE47B8-1149-4AD9-B66F-864C513E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31432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B-201 Scenario Map
B-202 Model Test
B-203 Design Critique</a:t>
            </a:r>
          </a:p>
        </p:txBody>
      </p:sp>
      <p:sp>
        <p:nvSpPr>
          <p:cNvPr id="7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F8685CA5-FC5A-4F19-A170-245ACE7D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0E7BBD2-9DAB-48A2-8626-5A98899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53125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2026-09-14 snapshot: original synthetic reference material only</a:t>
            </a:r>
          </a:p>
        </p:txBody>
      </p:sp>
    </p:spTree>
    <p:extLst>
      <p:ext uri="{BB962C8B-B14F-4D97-AF65-F5344CB8AC3E}">
        <p14:creationId xmlns:p14="http://schemas.microsoft.com/office/powerpoint/2010/main" val="1099228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2026-08-23T20:52:35.8170000Z</dcterms:created>
  <dcterms:modified xsi:type="dcterms:W3CDTF">2026-08-23T20:52:35.8170000Z</dcterms:modified>
</coreProperties>
</file>