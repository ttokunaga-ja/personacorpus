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73160c8fdc461b" /><Relationship Type="http://schemas.openxmlformats.org/officeDocument/2006/relationships/extended-properties" Target="/docProps/app.xml" Id="R8a489f44d7b54e43" /><Relationship Type="http://schemas.openxmlformats.org/officeDocument/2006/relationships/officeDocument" Target="/ppt/presentation.xml" Id="R5acf03522f6442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42185174c74bb0"/>
  </p:sldMasterIdLst>
  <p:notesMasterIdLst>
    <p:notesMasterId xmlns:r="http://schemas.openxmlformats.org/officeDocument/2006/relationships" r:id="Ra366bb46c72e48ad"/>
  </p:notesMasterIdLst>
  <p:sldIdLst>
    <p:sldId xmlns:r="http://schemas.openxmlformats.org/officeDocument/2006/relationships" id="256" r:id="Rbf0478e4772244af"/>
    <p:sldId xmlns:r="http://schemas.openxmlformats.org/officeDocument/2006/relationships" id="257" r:id="Re80443f5e2ca4be3"/>
    <p:sldId xmlns:r="http://schemas.openxmlformats.org/officeDocument/2006/relationships" id="258" r:id="R2845d1d1a0384b82"/>
    <p:sldId xmlns:r="http://schemas.openxmlformats.org/officeDocument/2006/relationships" id="259" r:id="R62e4237738f749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ec3a44d7484b6b" /><Relationship Type="http://schemas.openxmlformats.org/officeDocument/2006/relationships/slideMaster" Target="/ppt/slideMasters/slideMaster1.xml" Id="R8e42185174c74bb0" /><Relationship Type="http://schemas.openxmlformats.org/officeDocument/2006/relationships/notesMaster" Target="/ppt/notesMasters/notesMaster1.xml" Id="Ra366bb46c72e48ad" /><Relationship Type="http://schemas.openxmlformats.org/officeDocument/2006/relationships/presProps" Target="/ppt/presProps.xml" Id="Rbf131da78c764a43" /><Relationship Type="http://schemas.openxmlformats.org/officeDocument/2006/relationships/tableStyles" Target="/ppt/tableStyles.xml" Id="Raad2883d02fa43c8" /><Relationship Type="http://schemas.openxmlformats.org/officeDocument/2006/relationships/slide" Target="/ppt/slides/slide1.xml" Id="Rbf0478e4772244af" /><Relationship Type="http://schemas.openxmlformats.org/officeDocument/2006/relationships/slide" Target="/ppt/slides/slide2.xml" Id="Re80443f5e2ca4be3" /><Relationship Type="http://schemas.openxmlformats.org/officeDocument/2006/relationships/slide" Target="/ppt/slides/slide3.xml" Id="R2845d1d1a0384b82" /><Relationship Type="http://schemas.openxmlformats.org/officeDocument/2006/relationships/slide" Target="/ppt/slides/slide4.xml" Id="R62e4237738f749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2498d88c614f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5b6ec9610f474a" /><Relationship Type="http://schemas.openxmlformats.org/officeDocument/2006/relationships/notesMaster" Target="/ppt/notesMasters/notesMaster1.xml" Id="Ra3ecc2c127d24e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36c3fcb8de4e6d" /><Relationship Type="http://schemas.openxmlformats.org/officeDocument/2006/relationships/notesMaster" Target="/ppt/notesMasters/notesMaster1.xml" Id="Rbbf79597be5a41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9558cf97e64dc8" /><Relationship Type="http://schemas.openxmlformats.org/officeDocument/2006/relationships/notesMaster" Target="/ppt/notesMasters/notesMaster1.xml" Id="R337da01bf87d49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212b595e2c4755" /><Relationship Type="http://schemas.openxmlformats.org/officeDocument/2006/relationships/notesMaster" Target="/ppt/notesMasters/notesMaster1.xml" Id="R8fe19e1f2f8441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7b2cc951649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c5cf80b63420e" /><Relationship Type="http://schemas.openxmlformats.org/officeDocument/2006/relationships/slideLayout" Target="/ppt/slideLayouts/slideLayout1.xml" Id="Rf30a464f578a48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0a464f578a48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fd88d7b7c4f59" /><Relationship Type="http://schemas.openxmlformats.org/officeDocument/2006/relationships/notesSlide" Target="/ppt/notesSlides/notesSlide1.xml" Id="R9ee41946efe646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e5920af6c4f53" /><Relationship Type="http://schemas.openxmlformats.org/officeDocument/2006/relationships/image" Target="/ppt/media/image.png" Id="Rc45c74fd4db6479b" /><Relationship Type="http://schemas.openxmlformats.org/officeDocument/2006/relationships/notesSlide" Target="/ppt/notesSlides/notesSlide2.xml" Id="R7196c5fa44be47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c543c08d447b3" /><Relationship Type="http://schemas.openxmlformats.org/officeDocument/2006/relationships/notesSlide" Target="/ppt/notesSlides/notesSlide3.xml" Id="R7817d9460ce748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c227bb0f64343" /><Relationship Type="http://schemas.openxmlformats.org/officeDocument/2006/relationships/notesSlide" Target="/ppt/notesSlides/notesSlide4.xml" Id="Rcb4661d6dec243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39CA9-12C3-4E4F-A67F-FC11E637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FDC5E-F526-4FD5-9564-F5C35DC4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BETA 2026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CBCAD-B2A5-48FA-A1B2-785FD8D3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1DD6D-EACB-47C2-AAB2-669F0903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A model earns trust by meeting a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E06B0-11E7-4426-A03F-0474EE37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Model testing lecture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D7441-668E-4A9C-8C60-9D06E6B4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95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EA848-D462-4D37-9FF0-5E732D3B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Today’s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34A63-CFDB-4364-BC38-972581BF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</a:defRPr>
            </a:pPr>
            <a:r>
              <a:rPr sz="2100" b="0">
                <a:solidFill>
                  <a:srgbClr val="101828"/>
                </a:solidFill>
              </a:rPr>
              <a:t>Design tests that distinguish a convenient explanation from a supported 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4EC9A-27AF-4896-8923-CF1BF3E0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1714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64780-3567-4784-B0F4-E0858A45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7D92"/>
                </a:solidFill>
              </a:defRPr>
            </a:pPr>
            <a:r>
              <a:rPr sz="4350" b="1">
                <a:solidFill>
                  <a:srgbClr val="147D92"/>
                </a:solidFill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1312E-34C2-4510-95D4-8410411E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synthetic</a:t>
            </a:r>
          </a:p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learners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EAD06-31D1-4DFB-BD9C-80FD4E81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06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3558F-30F9-4851-8D0C-AA252558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1420443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c74fd4db647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16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591A7-4A22-40F0-A924-7294597B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212C9-8F43-4286-A0B1-C4FD8E49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BETA 2026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E9E00-34E8-4AC8-AFFE-D2E51D79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3C9CD-27DF-42D3-BA15-D76E57A6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Practice: make the criterion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51EBF-916C-4BAE-867B-3BF9370B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572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06F44-A397-456C-996C-84513775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Assignment connection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CBBC6-A9A4-4C30-A7AB-A05A4302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B-202 Model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54020-A78A-471C-9199-34BE483F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Use the rubric to check Evidence (6), Reasoning (6), Organization (4), and Format (4).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CBF8F-692F-4BD2-BD5C-0DB41C0D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6004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CD869-8848-49AF-A5CA-62969A24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44BC2-B2A6-4A26-8931-80B83079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points in the shared</a:t>
            </a:r>
          </a:p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rubric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6B496-A70A-4191-B375-A7726EED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06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170FF-496C-42D7-954F-D1E4DDEA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206700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7CE26-D4DC-478E-9D1F-6A783BFC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44B0C-37D5-4DE5-87D9-D3EBEBA4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COURSE BETA 2026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D3038-676C-4817-A7E8-BD26DD10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EE073-F70A-49EE-8D0A-FB1C89AC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Keep the test visible: a model improves when evidence can genuinely change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8D72A-AB62-425B-BAE2-ADEBE935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3C056-D38F-44EE-9E01-C8DBDC49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7D92"/>
                </a:solidFill>
              </a:defRPr>
            </a:pPr>
            <a:r>
              <a:rPr sz="1875" b="1">
                <a:solidFill>
                  <a:srgbClr val="147D92"/>
                </a:solidFill>
              </a:rPr>
              <a:t>Carry this question into your next draft: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52D76-8C54-4B41-9FC6-DAEC9C24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01828"/>
                </a:solidFill>
              </a:defRPr>
            </a:pPr>
            <a:r>
              <a:rPr sz="2625" b="0">
                <a:solidFill>
                  <a:srgbClr val="101828"/>
                </a:solidFill>
              </a:rPr>
              <a:t>What would a reader need to see in order to follow my judgment?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1BF4E-F275-46A8-856D-E9283892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06  •  Maple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1E1FF-D36C-4ACD-BADD-D8767F99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978976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2026-08-23T21:06:38.0970000Z</dcterms:created>
  <dcterms:modified xsi:type="dcterms:W3CDTF">2026-08-23T21:06:38.0970000Z</dcterms:modified>
</coreProperties>
</file>