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7d3ae4dcbb4814" /><Relationship Type="http://schemas.openxmlformats.org/officeDocument/2006/relationships/extended-properties" Target="/docProps/app.xml" Id="R89967b694c8b4bd8" /><Relationship Type="http://schemas.openxmlformats.org/officeDocument/2006/relationships/officeDocument" Target="/ppt/presentation.xml" Id="Rb9ec30c41ec54f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037bae47fb4555"/>
  </p:sldMasterIdLst>
  <p:notesMasterIdLst>
    <p:notesMasterId xmlns:r="http://schemas.openxmlformats.org/officeDocument/2006/relationships" r:id="R2f7cc446d0f34689"/>
  </p:notesMasterIdLst>
  <p:sldIdLst>
    <p:sldId xmlns:r="http://schemas.openxmlformats.org/officeDocument/2006/relationships" id="256" r:id="R31a26a4097c74cb4"/>
    <p:sldId xmlns:r="http://schemas.openxmlformats.org/officeDocument/2006/relationships" id="257" r:id="Rfdb644136a5648f6"/>
    <p:sldId xmlns:r="http://schemas.openxmlformats.org/officeDocument/2006/relationships" id="258" r:id="R164ba08972174f54"/>
    <p:sldId xmlns:r="http://schemas.openxmlformats.org/officeDocument/2006/relationships" id="259" r:id="R1d69f23c7d5647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78df55be0b4315" /><Relationship Type="http://schemas.openxmlformats.org/officeDocument/2006/relationships/slideMaster" Target="/ppt/slideMasters/slideMaster1.xml" Id="R82037bae47fb4555" /><Relationship Type="http://schemas.openxmlformats.org/officeDocument/2006/relationships/notesMaster" Target="/ppt/notesMasters/notesMaster1.xml" Id="R2f7cc446d0f34689" /><Relationship Type="http://schemas.openxmlformats.org/officeDocument/2006/relationships/presProps" Target="/ppt/presProps.xml" Id="Rd5acc45e0d204381" /><Relationship Type="http://schemas.openxmlformats.org/officeDocument/2006/relationships/tableStyles" Target="/ppt/tableStyles.xml" Id="R69b680c823024cb1" /><Relationship Type="http://schemas.openxmlformats.org/officeDocument/2006/relationships/slide" Target="/ppt/slides/slide1.xml" Id="R31a26a4097c74cb4" /><Relationship Type="http://schemas.openxmlformats.org/officeDocument/2006/relationships/slide" Target="/ppt/slides/slide2.xml" Id="Rfdb644136a5648f6" /><Relationship Type="http://schemas.openxmlformats.org/officeDocument/2006/relationships/slide" Target="/ppt/slides/slide3.xml" Id="R164ba08972174f54" /><Relationship Type="http://schemas.openxmlformats.org/officeDocument/2006/relationships/slide" Target="/ppt/slides/slide4.xml" Id="R1d69f23c7d5647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b28d223a3141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d8902a761f4303" /><Relationship Type="http://schemas.openxmlformats.org/officeDocument/2006/relationships/notesMaster" Target="/ppt/notesMasters/notesMaster1.xml" Id="Rd46b40dfacbf46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9204e7efc94f9d" /><Relationship Type="http://schemas.openxmlformats.org/officeDocument/2006/relationships/notesMaster" Target="/ppt/notesMasters/notesMaster1.xml" Id="Rfb2ef21d092b4d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c497b682a4e81" /><Relationship Type="http://schemas.openxmlformats.org/officeDocument/2006/relationships/notesMaster" Target="/ppt/notesMasters/notesMaster1.xml" Id="Re0d7282392a642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bc59b880db4cc1" /><Relationship Type="http://schemas.openxmlformats.org/officeDocument/2006/relationships/notesMaster" Target="/ppt/notesMasters/notesMaster1.xml" Id="R238795ab407b4f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d43c8977341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fc2cdbb40549ad" /><Relationship Type="http://schemas.openxmlformats.org/officeDocument/2006/relationships/slideLayout" Target="/ppt/slideLayouts/slideLayout1.xml" Id="Rfd720f84de16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720f84de16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0c912cd5a4ae1" /><Relationship Type="http://schemas.openxmlformats.org/officeDocument/2006/relationships/notesSlide" Target="/ppt/notesSlides/notesSlide1.xml" Id="Radd47e1e85d647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82b0cc3054d26" /><Relationship Type="http://schemas.openxmlformats.org/officeDocument/2006/relationships/image" Target="/ppt/media/image.png" Id="R47bb91ea37034b6b" /><Relationship Type="http://schemas.openxmlformats.org/officeDocument/2006/relationships/notesSlide" Target="/ppt/notesSlides/notesSlide2.xml" Id="Rb26140b9e55a4d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60d4cf4f6422a" /><Relationship Type="http://schemas.openxmlformats.org/officeDocument/2006/relationships/notesSlide" Target="/ppt/notesSlides/notesSlide3.xml" Id="R7f1cbfcc1fbb42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fef79a1dd4060" /><Relationship Type="http://schemas.openxmlformats.org/officeDocument/2006/relationships/notesSlide" Target="/ppt/notesSlides/notesSlide4.xml" Id="Re16a607e719a44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EF1DA-6350-420F-874D-323436FE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23B07-8616-4AEF-918B-13DA51F5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B4A4B-E89B-4B2A-B9FB-130E7D29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CD1F1-2CAF-4C01-9B03-7E53853B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Evidence is useful when its fit is explicit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1CD18-B8EB-4F26-AFB0-A76B0B64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Evidence literacy lecture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50442-3F56-4B47-8DDE-0C1894C8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95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A79EA-142D-4C6D-A80E-730AE6F6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Today’s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9689E-A02C-41B3-879F-65B90CC0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Readers can judge relevance, strength, and limits without treating every source as equal.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20EE1-25AF-4B97-A753-B9D636F3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171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283FF-0985-4449-8CC0-5D9CB3A5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D92"/>
                </a:solidFill>
              </a:defRPr>
            </a:pPr>
            <a:r>
              <a:rPr sz="4350" b="1">
                <a:solidFill>
                  <a:srgbClr val="147D92"/>
                </a:solidFill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D13A2-3CC2-44E1-BC9D-94B09FDE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synthetic</a:t>
            </a:r>
          </a:p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learners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865B4-60EB-4AF4-9A6A-15CF5E26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02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64453-58B4-44F2-881E-2AA99268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9176570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b91ea37034b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50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0C7E7-E951-497C-AE14-4567D235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9E11F-70FC-46C5-BC58-509F2F10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FC88D-BA8A-45EB-8AD0-40141249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1651B-4B56-4CDA-8927-56D350EA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Practice: make the criterion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284DB-0557-457D-89C5-832C20D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572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D9E0C-2096-48D9-8A16-6E2E45FE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Assignment connection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3E077-E105-4255-80F9-F2962828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A-101 Evidence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3B2F4-B26D-47BA-B433-A1A43B6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Use the rubric to check Evidence (6), Reasoning (6), Organization (4), and Format (4).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20DA5-AC54-4589-966D-755AF682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6004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3F9B5-87BE-4857-B461-B7C50659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2B90D-4B05-426F-B272-28813EBC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points in the shared</a:t>
            </a:r>
          </a:p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rubric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41C8A-24EB-4527-B525-12B55FD4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02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F67A7-7C48-49B5-87D5-2AE4D9D2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48730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A46FD-CE53-4419-802F-FD798387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BA109-4F12-4ADE-9DF8-1ABC5DE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0C443-B6ED-468D-BEF7-FFF4602D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DEB24-8C8A-4B56-895B-4551A2D2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A strong map links a claim to evidence and names the limit of that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26444-53F7-4716-B9CC-379B732C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A600C-1783-4DF0-BF5A-7F7C1152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D92"/>
                </a:solidFill>
              </a:defRPr>
            </a:pPr>
            <a:r>
              <a:rPr sz="1875" b="1">
                <a:solidFill>
                  <a:srgbClr val="147D92"/>
                </a:solidFill>
              </a:rPr>
              <a:t>Carry this question into your next draft: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C6B66-3CCD-4DDE-B257-07158D5B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01828"/>
                </a:solidFill>
              </a:defRPr>
            </a:pPr>
            <a:r>
              <a:rPr sz="2625" b="0">
                <a:solidFill>
                  <a:srgbClr val="101828"/>
                </a:solidFill>
              </a:rPr>
              <a:t>What would a reader need to see in order to follow my judgment?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EDA7B-B6B4-453B-AA80-5774320E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02  •  Maple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19C0B-802A-41D0-8669-47E8005B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2075143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2026-08-23T21:06:38.1430000Z</dcterms:created>
  <dcterms:modified xsi:type="dcterms:W3CDTF">2026-08-23T21:06:38.1430000Z</dcterms:modified>
</coreProperties>
</file>