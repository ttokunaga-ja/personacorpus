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4b0f9f9d04053" /><Relationship Type="http://schemas.openxmlformats.org/officeDocument/2006/relationships/extended-properties" Target="/docProps/app.xml" Id="Rf40388df80e34a3f" /><Relationship Type="http://schemas.openxmlformats.org/officeDocument/2006/relationships/officeDocument" Target="/ppt/presentation.xml" Id="Rff6768ec68c7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e975e36b9d4a22"/>
  </p:sldMasterIdLst>
  <p:notesMasterIdLst>
    <p:notesMasterId xmlns:r="http://schemas.openxmlformats.org/officeDocument/2006/relationships" r:id="R602ff87940d84954"/>
  </p:notesMasterIdLst>
  <p:sldIdLst>
    <p:sldId xmlns:r="http://schemas.openxmlformats.org/officeDocument/2006/relationships" id="256" r:id="R22ba923c18424814"/>
    <p:sldId xmlns:r="http://schemas.openxmlformats.org/officeDocument/2006/relationships" id="257" r:id="R406920e9748648c2"/>
    <p:sldId xmlns:r="http://schemas.openxmlformats.org/officeDocument/2006/relationships" id="258" r:id="Rdb2c5ffbf79a4800"/>
    <p:sldId xmlns:r="http://schemas.openxmlformats.org/officeDocument/2006/relationships" id="259" r:id="Re7991e02731544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22cace06874280" /><Relationship Type="http://schemas.openxmlformats.org/officeDocument/2006/relationships/slideMaster" Target="/ppt/slideMasters/slideMaster1.xml" Id="R6ce975e36b9d4a22" /><Relationship Type="http://schemas.openxmlformats.org/officeDocument/2006/relationships/notesMaster" Target="/ppt/notesMasters/notesMaster1.xml" Id="R602ff87940d84954" /><Relationship Type="http://schemas.openxmlformats.org/officeDocument/2006/relationships/presProps" Target="/ppt/presProps.xml" Id="R7e45c26442c64ff9" /><Relationship Type="http://schemas.openxmlformats.org/officeDocument/2006/relationships/tableStyles" Target="/ppt/tableStyles.xml" Id="Rd71cc1963acf4e4c" /><Relationship Type="http://schemas.openxmlformats.org/officeDocument/2006/relationships/slide" Target="/ppt/slides/slide1.xml" Id="R22ba923c18424814" /><Relationship Type="http://schemas.openxmlformats.org/officeDocument/2006/relationships/slide" Target="/ppt/slides/slide2.xml" Id="R406920e9748648c2" /><Relationship Type="http://schemas.openxmlformats.org/officeDocument/2006/relationships/slide" Target="/ppt/slides/slide3.xml" Id="Rdb2c5ffbf79a4800" /><Relationship Type="http://schemas.openxmlformats.org/officeDocument/2006/relationships/slide" Target="/ppt/slides/slide4.xml" Id="Re7991e027315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7872cc4750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0e52495e94497" /><Relationship Type="http://schemas.openxmlformats.org/officeDocument/2006/relationships/notesMaster" Target="/ppt/notesMasters/notesMaster1.xml" Id="R422267439575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8d5296e4d4c42" /><Relationship Type="http://schemas.openxmlformats.org/officeDocument/2006/relationships/notesMaster" Target="/ppt/notesMasters/notesMaster1.xml" Id="R5b8f4ad3a0d1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bf0d7640ee44cd" /><Relationship Type="http://schemas.openxmlformats.org/officeDocument/2006/relationships/notesMaster" Target="/ppt/notesMasters/notesMaster1.xml" Id="Rca9d16454b6643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2b5a51f6ca4c21" /><Relationship Type="http://schemas.openxmlformats.org/officeDocument/2006/relationships/notesMaster" Target="/ppt/notesMasters/notesMaster1.xml" Id="R5bd4756a037c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f16a256204f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55f4676d84d1d" /><Relationship Type="http://schemas.openxmlformats.org/officeDocument/2006/relationships/slideLayout" Target="/ppt/slideLayouts/slideLayout1.xml" Id="R308916f9a19845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8916f9a19845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2360eb6040cc" /><Relationship Type="http://schemas.openxmlformats.org/officeDocument/2006/relationships/notesSlide" Target="/ppt/notesSlides/notesSlide1.xml" Id="R03c9f5f645c5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6295bf4eb4547" /><Relationship Type="http://schemas.openxmlformats.org/officeDocument/2006/relationships/image" Target="/ppt/media/image.png" Id="R22d891fe28604b88" /><Relationship Type="http://schemas.openxmlformats.org/officeDocument/2006/relationships/notesSlide" Target="/ppt/notesSlides/notesSlide2.xml" Id="R90ff4bd374c3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34002838645cc" /><Relationship Type="http://schemas.openxmlformats.org/officeDocument/2006/relationships/notesSlide" Target="/ppt/notesSlides/notesSlide3.xml" Id="R716ac78abc49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544c21ec14984" /><Relationship Type="http://schemas.openxmlformats.org/officeDocument/2006/relationships/notesSlide" Target="/ppt/notesSlides/notesSlide4.xml" Id="Rb1ea37694959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D5127-73D5-4543-B8B6-1BB05AE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9CC6-8717-4264-B2DB-34ACEF9A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B0F5B-D849-4243-90D2-86A4242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AD144-C0F8-41DD-84F0-DC359E9B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Revision makes reasoning more legible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52874-8345-40D5-A789-CC8F9FA3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Feedback and revision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3E976-917D-4EB2-8182-596BD9D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2A3F8-0EE1-4583-993E-823544C7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8704A-825A-49D8-BE9F-72921E6B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Treat feedback as evidence about how a reader encountered your reasoning.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883A-E029-408A-B431-8B3A4EFB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EC43F-0703-4160-BC4F-E920DC63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57E3C-FA5C-45F1-ADD5-2994F131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6E9ED-918F-480E-9BD7-DEDD706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04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9F97E-9A14-4D24-ABCD-B44237E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930163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891fe28604b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13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7F673-164C-401C-8489-EC555F1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6FA48-5CE8-4C44-BE35-E36F11A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0D729-A6AC-4D92-AD04-AF31AD77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AE854-BEE3-4983-98E0-955CCB1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07C2B-2017-40FA-AC13-05AF01B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374A2-FF94-4438-9319-B4F3DB42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ED6A-1B64-4A4A-9342-5601B5D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A-103 Claim-Evidence-Reasoning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1D4C-67A3-4F5E-B4FB-4070E8B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B8D08-1DBB-450E-9CEC-01AB788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6474E-A109-4157-B5A6-3BD3BAA2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F08B5-F415-4184-B78D-CB0D94A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59429-A1A8-404E-92CE-402C8CA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04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7FCD0-5DE6-465A-A503-5E4D8F5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371023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5983E-A3FB-4DA0-9CAA-D3D29DEF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418EE-804C-426F-90FC-763B176B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ALPHA 2026 TERM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D22DA-4DD4-42A2-A5C5-7615BE9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0A955-0804-48D6-A4E0-2C4DE6C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Revise the relationship among claim, evidence, and reasoning—not just the wording.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67331-D526-43B8-8A95-0368CA6C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2D187-73A9-46F1-AB7B-A4C4E3E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28F16-40AF-4645-A755-DFAAAA4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D78A0-FDE5-408A-9CB8-F6E512F4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04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4AC5D-63B1-4065-950A-B613BDA8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946206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2026-08-23T21:06:38.1320000Z</dcterms:created>
  <dcterms:modified xsi:type="dcterms:W3CDTF">2026-08-23T21:06:38.1320000Z</dcterms:modified>
</coreProperties>
</file>