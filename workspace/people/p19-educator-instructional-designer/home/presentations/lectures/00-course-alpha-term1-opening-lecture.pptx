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52e7d7c50947ca" /><Relationship Type="http://schemas.openxmlformats.org/officeDocument/2006/relationships/extended-properties" Target="/docProps/app.xml" Id="R1fb1cea5a2b3478b" /><Relationship Type="http://schemas.openxmlformats.org/officeDocument/2006/relationships/officeDocument" Target="/ppt/presentation.xml" Id="Rc714c62f8a234e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ae03cef3ac4ec0"/>
  </p:sldMasterIdLst>
  <p:notesMasterIdLst>
    <p:notesMasterId xmlns:r="http://schemas.openxmlformats.org/officeDocument/2006/relationships" r:id="R747c428fecc74785"/>
  </p:notesMasterIdLst>
  <p:sldIdLst>
    <p:sldId xmlns:r="http://schemas.openxmlformats.org/officeDocument/2006/relationships" id="256" r:id="Rea64e71bb61d4e2e"/>
    <p:sldId xmlns:r="http://schemas.openxmlformats.org/officeDocument/2006/relationships" id="257" r:id="R87c9c392efa04c1e"/>
    <p:sldId xmlns:r="http://schemas.openxmlformats.org/officeDocument/2006/relationships" id="258" r:id="R1eda1b86aa834d45"/>
    <p:sldId xmlns:r="http://schemas.openxmlformats.org/officeDocument/2006/relationships" id="259" r:id="Rd7dfa1656ae94e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1f2d8f8eb34092" /><Relationship Type="http://schemas.openxmlformats.org/officeDocument/2006/relationships/slideMaster" Target="/ppt/slideMasters/slideMaster1.xml" Id="Rb7ae03cef3ac4ec0" /><Relationship Type="http://schemas.openxmlformats.org/officeDocument/2006/relationships/notesMaster" Target="/ppt/notesMasters/notesMaster1.xml" Id="R747c428fecc74785" /><Relationship Type="http://schemas.openxmlformats.org/officeDocument/2006/relationships/presProps" Target="/ppt/presProps.xml" Id="Ra41d85f0eea848df" /><Relationship Type="http://schemas.openxmlformats.org/officeDocument/2006/relationships/tableStyles" Target="/ppt/tableStyles.xml" Id="Rc0c59d4d63f24c80" /><Relationship Type="http://schemas.openxmlformats.org/officeDocument/2006/relationships/slide" Target="/ppt/slides/slide1.xml" Id="Rea64e71bb61d4e2e" /><Relationship Type="http://schemas.openxmlformats.org/officeDocument/2006/relationships/slide" Target="/ppt/slides/slide2.xml" Id="R87c9c392efa04c1e" /><Relationship Type="http://schemas.openxmlformats.org/officeDocument/2006/relationships/slide" Target="/ppt/slides/slide3.xml" Id="R1eda1b86aa834d45" /><Relationship Type="http://schemas.openxmlformats.org/officeDocument/2006/relationships/slide" Target="/ppt/slides/slide4.xml" Id="Rd7dfa1656ae94e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6e265e850541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b1e47c30394d14" /><Relationship Type="http://schemas.openxmlformats.org/officeDocument/2006/relationships/notesMaster" Target="/ppt/notesMasters/notesMaster1.xml" Id="Ra90e496e83b64d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cf84be109741d7" /><Relationship Type="http://schemas.openxmlformats.org/officeDocument/2006/relationships/notesMaster" Target="/ppt/notesMasters/notesMaster1.xml" Id="R45a2cc3d8fd043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11ace7b09d4642" /><Relationship Type="http://schemas.openxmlformats.org/officeDocument/2006/relationships/notesMaster" Target="/ppt/notesMasters/notesMaster1.xml" Id="Rb1b5b325816246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49ddb9c65e472e" /><Relationship Type="http://schemas.openxmlformats.org/officeDocument/2006/relationships/notesMaster" Target="/ppt/notesMasters/notesMaster1.xml" Id="R16bc6abd25c340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1f07503cf43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67c7721b14d7a" /><Relationship Type="http://schemas.openxmlformats.org/officeDocument/2006/relationships/slideLayout" Target="/ppt/slideLayouts/slideLayout1.xml" Id="R468fd09bc7fe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8fd09bc7fe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d60e01346491f" /><Relationship Type="http://schemas.openxmlformats.org/officeDocument/2006/relationships/notesSlide" Target="/ppt/notesSlides/notesSlide1.xml" Id="R65fd797e027f4a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45f627e2a4e08" /><Relationship Type="http://schemas.openxmlformats.org/officeDocument/2006/relationships/image" Target="/ppt/media/image.png" Id="Re9a6e04b593f48e7" /><Relationship Type="http://schemas.openxmlformats.org/officeDocument/2006/relationships/notesSlide" Target="/ppt/notesSlides/notesSlide2.xml" Id="R82f7b5f7af4445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c207b10a9400a" /><Relationship Type="http://schemas.openxmlformats.org/officeDocument/2006/relationships/notesSlide" Target="/ppt/notesSlides/notesSlide3.xml" Id="R35c403c2792f49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48d16f9924686" /><Relationship Type="http://schemas.openxmlformats.org/officeDocument/2006/relationships/notesSlide" Target="/ppt/notesSlides/notesSlide4.xml" Id="R66f6450fb0f041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78051-9783-4019-8982-666B1AD4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1AF11-F0EF-45BE-A5F6-9838595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MAPLE LEARNING • 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5FC4B-D4C6-40D5-BC5C-FB3DE508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6E82A-19F2-4ADC-9756-CBE8EB6A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Start with a claim worth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EA895-2899-4BB1-AE42-1EF35457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Opening lecture • snapshot 2026-09-14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0EE00-8BF7-4303-BC5F-0E407216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95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718AA-73D7-4923-ACB0-CBF302AE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Today’s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664F1-7D39-4C0E-93E0-84121ACB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Build an evidence routine that makes your reasoning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24A6C-14B8-4411-B003-53D5B406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171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8BED3-853A-4859-94E8-E48533F6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D92"/>
                </a:solidFill>
              </a:defRPr>
            </a:pPr>
            <a:r>
              <a:rPr sz="4350" b="1">
                <a:solidFill>
                  <a:srgbClr val="147D92"/>
                </a:solidFill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0F515-821C-4F89-A65C-5B08FE38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synthetic</a:t>
            </a:r>
          </a:p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learners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146CC-8263-406F-832F-80707F70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01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C77F4-2441-4A41-8842-1A765EB7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6557370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6e04b593f48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322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88036-BF46-49C5-83BD-DDFE7C81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4179C-7ACA-4497-940D-8F417C59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MAPLE LEARNING • 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F466A-5E31-4340-8304-35FF2AB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63A4B-3CB6-40D1-97F7-0F0FB9E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Practice: make the criterion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90F82-D82B-4622-9BEC-CD9D57B1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572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A0B2E-E6E7-4D27-9B56-4D19E3C0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Assignment connection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020F6-B41D-4B7B-8FC3-4F2BE761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A-101 Evidence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0C669-C4A7-4686-9C34-EC59C0FD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Use the rubric to check Evidence (6), Reasoning (6), Organization (4), and Format (4).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7FDE9-F8A2-4457-9E89-F2833271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6004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D92EB-A1AA-49BF-BEF6-A7D97380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2C4E9-4904-401D-B6E4-4FE6F27D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points in the shared</a:t>
            </a:r>
          </a:p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rubric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90E91-F078-448D-A45D-09546A96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01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6726D-2B37-490A-A513-670C382E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606360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DCCC3-E1AF-4E4B-829C-63A3AD94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CEC08-F4EA-497D-8CA7-6907F7FD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MAPLE LEARNING • 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426CF-D048-48EF-8D3B-DE2B5615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D8741-517A-4E5B-B785-89B90759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Begin with one claim, then let the evidence decide what it can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F745A-4D6E-4DEF-BA83-8F3D2E98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985BA-A7D3-4E30-9527-AB2E5F28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7D92"/>
                </a:solidFill>
              </a:defRPr>
            </a:pPr>
            <a:r>
              <a:rPr sz="1875" b="1">
                <a:solidFill>
                  <a:srgbClr val="147D92"/>
                </a:solidFill>
              </a:rPr>
              <a:t>Carry this question into your next draft: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C9429-6576-4BB5-8838-309F67F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01828"/>
                </a:solidFill>
              </a:defRPr>
            </a:pPr>
            <a:r>
              <a:rPr sz="2625" b="0">
                <a:solidFill>
                  <a:srgbClr val="101828"/>
                </a:solidFill>
              </a:rPr>
              <a:t>What would a reader need to see in order to follow my judgment?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E33E1-8188-49EC-B47E-E141474C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01  •  Maple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C9828-582F-4B17-A8D3-F28A8D2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288000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2026-08-23T21:06:38.1200000Z</dcterms:created>
  <dcterms:modified xsi:type="dcterms:W3CDTF">2026-08-23T21:06:38.1200000Z</dcterms:modified>
</coreProperties>
</file>