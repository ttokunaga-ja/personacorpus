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7c5e54a9a44a6" /><Relationship Type="http://schemas.openxmlformats.org/officeDocument/2006/relationships/extended-properties" Target="/docProps/app.xml" Id="R29e19ea2834a43e2" /><Relationship Type="http://schemas.openxmlformats.org/officeDocument/2006/relationships/officeDocument" Target="/ppt/presentation.xml" Id="R1df328d50e0b4c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d6ce424a8440f"/>
  </p:sldMasterIdLst>
  <p:notesMasterIdLst>
    <p:notesMasterId xmlns:r="http://schemas.openxmlformats.org/officeDocument/2006/relationships" r:id="Rdb3d2eeab7f54f98"/>
  </p:notesMasterIdLst>
  <p:sldIdLst>
    <p:sldId xmlns:r="http://schemas.openxmlformats.org/officeDocument/2006/relationships" id="256" r:id="R397d665a2171474e"/>
    <p:sldId xmlns:r="http://schemas.openxmlformats.org/officeDocument/2006/relationships" id="257" r:id="Rec3004fda1f242a6"/>
    <p:sldId xmlns:r="http://schemas.openxmlformats.org/officeDocument/2006/relationships" id="258" r:id="Rabff0f7014f54c68"/>
    <p:sldId xmlns:r="http://schemas.openxmlformats.org/officeDocument/2006/relationships" id="259" r:id="R5872df7750864c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c7453802f24dc4" /><Relationship Type="http://schemas.openxmlformats.org/officeDocument/2006/relationships/slideMaster" Target="/ppt/slideMasters/slideMaster1.xml" Id="R77ad6ce424a8440f" /><Relationship Type="http://schemas.openxmlformats.org/officeDocument/2006/relationships/notesMaster" Target="/ppt/notesMasters/notesMaster1.xml" Id="Rdb3d2eeab7f54f98" /><Relationship Type="http://schemas.openxmlformats.org/officeDocument/2006/relationships/presProps" Target="/ppt/presProps.xml" Id="R01715d653b7b4d96" /><Relationship Type="http://schemas.openxmlformats.org/officeDocument/2006/relationships/tableStyles" Target="/ppt/tableStyles.xml" Id="Redf6b6e0160d4af2" /><Relationship Type="http://schemas.openxmlformats.org/officeDocument/2006/relationships/slide" Target="/ppt/slides/slide1.xml" Id="R397d665a2171474e" /><Relationship Type="http://schemas.openxmlformats.org/officeDocument/2006/relationships/slide" Target="/ppt/slides/slide2.xml" Id="Rec3004fda1f242a6" /><Relationship Type="http://schemas.openxmlformats.org/officeDocument/2006/relationships/slide" Target="/ppt/slides/slide3.xml" Id="Rabff0f7014f54c68" /><Relationship Type="http://schemas.openxmlformats.org/officeDocument/2006/relationships/slide" Target="/ppt/slides/slide4.xml" Id="R5872df7750864c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bf9ecb63d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6a167d2484429" /><Relationship Type="http://schemas.openxmlformats.org/officeDocument/2006/relationships/notesMaster" Target="/ppt/notesMasters/notesMaster1.xml" Id="Rd260edee020c44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65632cb9f424a" /><Relationship Type="http://schemas.openxmlformats.org/officeDocument/2006/relationships/notesMaster" Target="/ppt/notesMasters/notesMaster1.xml" Id="R58a2d944f05141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8f36dc703041b1" /><Relationship Type="http://schemas.openxmlformats.org/officeDocument/2006/relationships/notesMaster" Target="/ppt/notesMasters/notesMaster1.xml" Id="Ra135080cc62a43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15f487606d4450" /><Relationship Type="http://schemas.openxmlformats.org/officeDocument/2006/relationships/notesMaster" Target="/ppt/notesMasters/notesMaster1.xml" Id="R1c4941873205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ac117db2f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d9229740245ef" /><Relationship Type="http://schemas.openxmlformats.org/officeDocument/2006/relationships/slideLayout" Target="/ppt/slideLayouts/slideLayout1.xml" Id="Rf4c6713cd41e4e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6713cd41e4e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a23627ad4228" /><Relationship Type="http://schemas.openxmlformats.org/officeDocument/2006/relationships/notesSlide" Target="/ppt/notesSlides/notesSlide1.xml" Id="Re02ed95a3a47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83e41d2b840b0" /><Relationship Type="http://schemas.openxmlformats.org/officeDocument/2006/relationships/image" Target="/ppt/media/image.png" Id="R3c09661f767b46b2" /><Relationship Type="http://schemas.openxmlformats.org/officeDocument/2006/relationships/notesSlide" Target="/ppt/notesSlides/notesSlide2.xml" Id="Rc32be684f09943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9d40609d74fda" /><Relationship Type="http://schemas.openxmlformats.org/officeDocument/2006/relationships/notesSlide" Target="/ppt/notesSlides/notesSlide3.xml" Id="R3ed8109951d942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d74c8b704411b" /><Relationship Type="http://schemas.openxmlformats.org/officeDocument/2006/relationships/notesSlide" Target="/ppt/notesSlides/notesSlide4.xml" Id="Ra21afb377a6742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C1570-BD9B-4E62-BF17-4219B95F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98174-CDDB-4DDC-9A93-37EAF95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46D64-F588-405C-8BDA-C3B0933F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5A640-C1A4-482D-8FBD-B056E7B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Critique improves a design through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E1606-977E-490F-A84B-7BC151E1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Design critique 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6F2EC-9B85-4523-86F3-DC9E140D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3DBF1-154E-4285-9008-2F9F135B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C2B85-4701-4C48-992D-50344BC3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Give feedback that connects a design choice to an observable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C456B-D58B-4070-A635-75B711D1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D2FF0-99D2-41DE-9EC2-C62D38C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799C8-B914-4367-9FBC-D4F5FFE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CF8E8-9FF9-41C3-9DE9-3D8EDD0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07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B765C-18B7-40E6-AB34-3384FE7D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6793671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9661f767b46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89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C6882-1922-4405-97C5-1F5CE97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0502B-4938-451E-A1A0-6D2C412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4FD02-6C01-4A0F-BC3F-B7B6736D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7858B-DB3C-4B0D-8D18-1897C90B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E3C78-F46C-41D0-AA99-81D36CD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7CD4C-B105-4B7A-AD57-E6E2F2FE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0B8DA-7E69-4CCC-8CD7-9319390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B-203 Design Critique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05CE1-274B-4E91-A565-9F7B6381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82837-CB3F-42BB-BD47-ADF1D31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27C3E-E489-4209-8356-E3851FB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DDA18-BF1E-4DA0-83CD-09156FC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D2873-72A7-4F97-AE3E-85AC48C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07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64704-0D4F-48D7-B99A-8FA8246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548023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B3B7B-2665-40D7-9377-8110A8F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A21C1-30E9-41F1-85C7-99FD85D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17379-7190-4730-8DC1-8011A58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42EFD-AF60-4999-8D1D-49488ED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A fair critique is specific: criterion, evidence, consequence, and next revision.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106F5-BBEA-414D-B476-BFFE560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4DE76-3284-4EC5-A156-D7C57030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9F311-F22B-4533-9F8E-D4AE241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09F6B-8C59-449F-AF29-66C86D1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07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C7F17-A06B-4412-A6A6-96ACE17B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581280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2026-08-23T21:06:38.0970000Z</dcterms:created>
  <dcterms:modified xsi:type="dcterms:W3CDTF">2026-08-23T21:06:38.0970000Z</dcterms:modified>
</coreProperties>
</file>