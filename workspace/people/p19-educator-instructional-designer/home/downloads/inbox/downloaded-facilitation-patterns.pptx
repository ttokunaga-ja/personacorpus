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03a6c09f841ef" /><Relationship Type="http://schemas.openxmlformats.org/officeDocument/2006/relationships/extended-properties" Target="/docProps/app.xml" Id="R832437fe902c4fcf" /><Relationship Type="http://schemas.openxmlformats.org/officeDocument/2006/relationships/officeDocument" Target="/ppt/presentation.xml" Id="R79e938de1898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fac32695a403a"/>
  </p:sldMasterIdLst>
  <p:notesMasterIdLst>
    <p:notesMasterId xmlns:r="http://schemas.openxmlformats.org/officeDocument/2006/relationships" r:id="Rbbd7cca7f49246ce"/>
  </p:notesMasterIdLst>
  <p:sldIdLst>
    <p:sldId xmlns:r="http://schemas.openxmlformats.org/officeDocument/2006/relationships" id="256" r:id="R500ce0a7ab7c42a8"/>
    <p:sldId xmlns:r="http://schemas.openxmlformats.org/officeDocument/2006/relationships" id="257" r:id="R837ca4f7e8564e23"/>
    <p:sldId xmlns:r="http://schemas.openxmlformats.org/officeDocument/2006/relationships" id="258" r:id="Rb0becc37d43b49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052361a5741e3" /><Relationship Type="http://schemas.openxmlformats.org/officeDocument/2006/relationships/slideMaster" Target="/ppt/slideMasters/slideMaster1.xml" Id="Rdf2fac32695a403a" /><Relationship Type="http://schemas.openxmlformats.org/officeDocument/2006/relationships/notesMaster" Target="/ppt/notesMasters/notesMaster1.xml" Id="Rbbd7cca7f49246ce" /><Relationship Type="http://schemas.openxmlformats.org/officeDocument/2006/relationships/presProps" Target="/ppt/presProps.xml" Id="R7c202395cec24664" /><Relationship Type="http://schemas.openxmlformats.org/officeDocument/2006/relationships/tableStyles" Target="/ppt/tableStyles.xml" Id="Rc06a76050ad04e52" /><Relationship Type="http://schemas.openxmlformats.org/officeDocument/2006/relationships/slide" Target="/ppt/slides/slide1.xml" Id="R500ce0a7ab7c42a8" /><Relationship Type="http://schemas.openxmlformats.org/officeDocument/2006/relationships/slide" Target="/ppt/slides/slide2.xml" Id="R837ca4f7e8564e23" /><Relationship Type="http://schemas.openxmlformats.org/officeDocument/2006/relationships/slide" Target="/ppt/slides/slide3.xml" Id="Rb0becc37d43b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6a84b87be9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4e66ac511040c0" /><Relationship Type="http://schemas.openxmlformats.org/officeDocument/2006/relationships/notesMaster" Target="/ppt/notesMasters/notesMaster1.xml" Id="Rb0d253703a60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1707b1ca34c2b" /><Relationship Type="http://schemas.openxmlformats.org/officeDocument/2006/relationships/notesMaster" Target="/ppt/notesMasters/notesMaster1.xml" Id="R6a23652c339e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93976ba4f74cbb" /><Relationship Type="http://schemas.openxmlformats.org/officeDocument/2006/relationships/notesMaster" Target="/ppt/notesMasters/notesMaster1.xml" Id="R3eaaa3e6e1fc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21d4e87c9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9f923d7d142fd" /><Relationship Type="http://schemas.openxmlformats.org/officeDocument/2006/relationships/slideLayout" Target="/ppt/slideLayouts/slideLayout1.xml" Id="Rc34f449af9554a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f449af9554a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11248b534189" /><Relationship Type="http://schemas.openxmlformats.org/officeDocument/2006/relationships/notesSlide" Target="/ppt/notesSlides/notesSlide1.xml" Id="R4f4019f192c7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417c5dfc243f4" /><Relationship Type="http://schemas.openxmlformats.org/officeDocument/2006/relationships/notesSlide" Target="/ppt/notesSlides/notesSlide2.xml" Id="Rd2f8f01cf4944f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92d263bd949df" /><Relationship Type="http://schemas.openxmlformats.org/officeDocument/2006/relationships/notesSlide" Target="/ppt/notesSlides/notesSlide3.xml" Id="R2bb8560b585c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4FA64-6898-496F-963B-761CD75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LEARNING ROUTINES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E19B7-7C5E-4C12-87AD-A6AC442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1828"/>
                </a:solidFill>
              </a:defRPr>
            </a:pPr>
            <a:r>
              <a:rPr sz="4800" b="1">
                <a:solidFill>
                  <a:srgbClr val="101828"/>
                </a:solidFill>
              </a:rPr>
              <a:t>Make thinking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756F7-981D-4DD3-8964-A619355B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Course Alpha 2026 Term 1 and Course Beta 2026 Term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1CB51-5AD8-4E34-B6F0-EBBB8B7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E28A9-8BB8-424F-9F6B-47A0431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ML26-S001 through ML26-S036 | E6 + R6 + O4 + F4 =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5D58-7109-4F9D-9B16-9255EF4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MAPLE LEARNING  |  SYNTHETIC FACILITATION RESOURCE  |  2026-09-14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FE3A3-2561-475D-873A-43A5D4F1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9976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545B4-661F-4EDA-B199-D4F2429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 short facilitation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09FAB-74EA-4348-A217-221D016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07198-3DC5-487E-A576-8EF8F51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4EE22-694A-40AC-9ABA-6CF6DEE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Notice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A3E47-0644-46C1-B795-19AEA6D4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Invite a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F3D24-919E-4A95-8B84-C8FE42F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3530C-E728-4AEE-9F68-9E498686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B6361-2634-4381-A9DA-91055C3A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Gather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B348F-50FB-4EAC-B149-C80AE5B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Choose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30797-F268-415D-9013-1A1696F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9E5A-9CB7-4DA4-AA41-CDE97FF1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008E5-AF8D-4087-B43F-A9B762D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470C4-E6E5-4831-BA5A-33DEF1C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Connect claim and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D796C-19EF-45CE-BCCB-4AD8ABB0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7EF71-AFE8-4FD3-8F91-B35ECA03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F2A64-380A-4965-95BA-A1CD760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Revise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43AC2-8DC4-40A3-9ED0-2E5075B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Use feedback to improve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5E011-6A7E-4063-9976-4F2A581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A-101 Evidence Map; A-102 Source Comparison; A-103 Claim-Evidence-Reasoning 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63825-ABA5-4072-AFF7-DD256496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B-201 Scenario Map; B-202 Model Test; B-203 Design Critique | E6 + R6 + O4 + F4 = 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68649-C2C4-4D6D-AAB7-37E19FE8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MAPLE LEARNING  |  SYNTHETIC FACILITATION RESOURCE  |  2026-09-14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74CF9-8130-4A4F-917E-28E4047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3778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BB209-8B15-4177-92C2-D78180D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Prompt, pause, and document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57681-94E6-49B5-BA93-3FD19A7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BE67F-23F5-4009-BF78-DC5920A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BCB23-6395-4664-9E9E-DF28AE9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383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What makes this observation useful?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10C1-EC5C-45F3-86F9-A73E18B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ABE48-DD2D-4D3C-B9E7-3A639778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0B311-C4CD-4BFD-972D-76C63B4C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Give quiet time to connect evidence and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A3FDA-DEC1-4D4D-A526-A862D57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FE2D4-4EBE-4711-9A0A-8ECF872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6C2D8-016E-4C79-8249-6806ED17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Capture one revision choice before moving 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5BADE-7CAC-4E01-A51F-5D7754F0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Close with a learner-selected next step. The goal is not a perfect first explanation; it is a visible, revisable line of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A55B5-5C39-4E00-9B5B-EE34042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MAPLE LEARNING  |  SYNTHETIC FACILITATION RESOURCE  |  2026-09-14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AB8C-BE87-4B52-975F-4A97AFBF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6287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2026-08-23T20:53:08.0240000Z</dcterms:created>
  <dcterms:modified xsi:type="dcterms:W3CDTF">2026-08-23T20:53:08.0240000Z</dcterms:modified>
</coreProperties>
</file>