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24aea2ec68488d" /><Relationship Type="http://schemas.openxmlformats.org/officeDocument/2006/relationships/extended-properties" Target="/docProps/app.xml" Id="Rc0f149fe08f34eef" /><Relationship Type="http://schemas.openxmlformats.org/officeDocument/2006/relationships/officeDocument" Target="/ppt/presentation.xml" Id="R352822b62fd042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c43ff228e1403f"/>
  </p:sldMasterIdLst>
  <p:notesMasterIdLst>
    <p:notesMasterId xmlns:r="http://schemas.openxmlformats.org/officeDocument/2006/relationships" r:id="Raf152de66cad4edf"/>
  </p:notesMasterIdLst>
  <p:sldIdLst>
    <p:sldId xmlns:r="http://schemas.openxmlformats.org/officeDocument/2006/relationships" id="256" r:id="R9506e3b038cc40d1"/>
    <p:sldId xmlns:r="http://schemas.openxmlformats.org/officeDocument/2006/relationships" id="257" r:id="R6dcd9e5a139143df"/>
    <p:sldId xmlns:r="http://schemas.openxmlformats.org/officeDocument/2006/relationships" id="258" r:id="R2d8371f2ce4b46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93a0e462574ca2" /><Relationship Type="http://schemas.openxmlformats.org/officeDocument/2006/relationships/slideMaster" Target="/ppt/slideMasters/slideMaster1.xml" Id="Rb7c43ff228e1403f" /><Relationship Type="http://schemas.openxmlformats.org/officeDocument/2006/relationships/notesMaster" Target="/ppt/notesMasters/notesMaster1.xml" Id="Raf152de66cad4edf" /><Relationship Type="http://schemas.openxmlformats.org/officeDocument/2006/relationships/presProps" Target="/ppt/presProps.xml" Id="R527db5474b344787" /><Relationship Type="http://schemas.openxmlformats.org/officeDocument/2006/relationships/tableStyles" Target="/ppt/tableStyles.xml" Id="R34edbbbfdad84fd0" /><Relationship Type="http://schemas.openxmlformats.org/officeDocument/2006/relationships/slide" Target="/ppt/slides/slide1.xml" Id="R9506e3b038cc40d1" /><Relationship Type="http://schemas.openxmlformats.org/officeDocument/2006/relationships/slide" Target="/ppt/slides/slide2.xml" Id="R6dcd9e5a139143df" /><Relationship Type="http://schemas.openxmlformats.org/officeDocument/2006/relationships/slide" Target="/ppt/slides/slide3.xml" Id="R2d8371f2ce4b46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7bc6f18abb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09cede30294176" /><Relationship Type="http://schemas.openxmlformats.org/officeDocument/2006/relationships/notesMaster" Target="/ppt/notesMasters/notesMaster1.xml" Id="R318f7b92bc4545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37c8586d0b4282" /><Relationship Type="http://schemas.openxmlformats.org/officeDocument/2006/relationships/notesMaster" Target="/ppt/notesMasters/notesMaster1.xml" Id="Rec3b544f64c948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39af1a7ed94b9b" /><Relationship Type="http://schemas.openxmlformats.org/officeDocument/2006/relationships/notesMaster" Target="/ppt/notesMasters/notesMaster1.xml" Id="R6782fc936b5441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e952053e443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2e5f5da3de4a26" /><Relationship Type="http://schemas.openxmlformats.org/officeDocument/2006/relationships/slideLayout" Target="/ppt/slideLayouts/slideLayout1.xml" Id="R213c16bcf8314f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3c16bcf8314f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e4d73d20c4322" /><Relationship Type="http://schemas.openxmlformats.org/officeDocument/2006/relationships/notesSlide" Target="/ppt/notesSlides/notesSlide1.xml" Id="R25bca91f447340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ccc0c40484e43" /><Relationship Type="http://schemas.openxmlformats.org/officeDocument/2006/relationships/notesSlide" Target="/ppt/notesSlides/notesSlide2.xml" Id="R2eca8a91365c44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3a5c04d74c7c" /><Relationship Type="http://schemas.openxmlformats.org/officeDocument/2006/relationships/notesSlide" Target="/ppt/notesSlides/notesSlide3.xml" Id="Rddbdaa171b974a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FD694-93FF-44DB-A46F-B8E29312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7B"/>
                </a:solidFill>
              </a:defRPr>
            </a:pPr>
            <a:r>
              <a:rPr sz="1350" b="1">
                <a:solidFill>
                  <a:srgbClr val="2C7A7B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AEFA2-920B-41AB-9F62-0C7361B8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Course completion export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42448-56D3-4EEE-BD94-515D669E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568"/>
                </a:solidFill>
              </a:defRPr>
            </a:pPr>
            <a:r>
              <a:rPr sz="1500" b="0">
                <a:solidFill>
                  <a:srgbClr val="4A5568"/>
                </a:solidFill>
              </a:rPr>
              <a:t>A practical snapshot for instructional design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97150-3555-481B-AA34-AFB2FC2A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Synthetic program review | 2026-09-14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D8C8-2E1C-4A85-8C0F-BA83C243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C7A7B"/>
                </a:solidFill>
              </a:defRPr>
            </a:pPr>
            <a:r>
              <a:rPr sz="4500" b="1">
                <a:solidFill>
                  <a:srgbClr val="2C7A7B"/>
                </a:solidFill>
              </a:rPr>
              <a:t>36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D013C-015A-4D4C-A2D1-999C91E0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synthetic learners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7E81D-ACFF-4149-B030-722E64B6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2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C7A7B"/>
                </a:solidFill>
              </a:defRPr>
            </a:pPr>
            <a:r>
              <a:rPr sz="4500" b="1">
                <a:solidFill>
                  <a:srgbClr val="2C7A7B"/>
                </a:solidFill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A774D-7A82-467C-A8BD-34EBF67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points per rubric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23938-DB1E-42EE-8F72-E614B946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2C7A7B"/>
                </a:solidFill>
              </a:defRPr>
            </a:pPr>
            <a:r>
              <a:rPr sz="4500" b="1">
                <a:solidFill>
                  <a:srgbClr val="2C7A7B"/>
                </a:solidFill>
              </a:rPr>
              <a:t>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F1667-D33C-4062-A937-6430CBBD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24D"/>
                </a:solidFill>
              </a:defRPr>
            </a:pPr>
            <a:r>
              <a:rPr sz="1500" b="0">
                <a:solidFill>
                  <a:srgbClr val="17324D"/>
                </a:solidFill>
              </a:rPr>
              <a:t>assignment IDs in review</a:t>
            </a:r>
          </a:p>
        </p:txBody>
      </p:sp>
    </p:spTree>
    <p:extLst>
      <p:ext uri="{BB962C8B-B14F-4D97-AF65-F5344CB8AC3E}">
        <p14:creationId xmlns:p14="http://schemas.microsoft.com/office/powerpoint/2010/main" val="617840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8CE921-5D9F-4172-8A85-F75279C4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7B"/>
                </a:solidFill>
              </a:defRPr>
            </a:pPr>
            <a:r>
              <a:rPr sz="1350" b="1">
                <a:solidFill>
                  <a:srgbClr val="2C7A7B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73D90-8EE3-4F0A-9CF9-5B109438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Stable shared learning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ABC6C-ED8A-46E1-ABD4-561F4C77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568"/>
                </a:solidFill>
              </a:defRPr>
            </a:pPr>
            <a:r>
              <a:rPr sz="1500" b="0">
                <a:solidFill>
                  <a:srgbClr val="4A5568"/>
                </a:solidFill>
              </a:rPr>
              <a:t>Course Alpha and Course Beta use the same synthetic-world anchors.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61A3C-1A4D-4B26-9285-A4EAF611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Synthetic program review | 2026-09-14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5B431-A0C0-403F-A8D2-B820A2B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Course Alpha 2026 Term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DDE48-6D86-4834-8960-43C119B3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A-101 Evidence Map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A-102 Source Comparison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A-103 Claim-Evidence-Reasoning Brief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Rubric total: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002A2-1385-4957-9684-F4A8CA8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Course Beta 2026 Term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77915-3343-4F69-A10F-780888B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B-201 Scenario Map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B-202 Model Test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B-203 Design Critique</a:t>
            </a:r>
          </a:p>
          <a:p xmlns:a="http://schemas.openxmlformats.org/drawingml/2006/main">
            <a:pPr>
              <a:defRPr sz="1350" b="0">
                <a:solidFill>
                  <a:srgbClr val="17324D"/>
                </a:solidFill>
              </a:defRPr>
            </a:pPr>
            <a:r>
              <a:rPr sz="1350" b="0">
                <a:solidFill>
                  <a:srgbClr val="17324D"/>
                </a:solidFill>
              </a:rPr>
              <a:t>ML26-S001 through ML26-S036</a:t>
            </a:r>
          </a:p>
        </p:txBody>
      </p:sp>
    </p:spTree>
    <p:extLst>
      <p:ext uri="{BB962C8B-B14F-4D97-AF65-F5344CB8AC3E}">
        <p14:creationId xmlns:p14="http://schemas.microsoft.com/office/powerpoint/2010/main" val="1904378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0ABEE-F9B8-4B3D-B4A5-AD57CD1A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C7A7B"/>
                </a:solidFill>
              </a:defRPr>
            </a:pPr>
            <a:r>
              <a:rPr sz="1350" b="1">
                <a:solidFill>
                  <a:srgbClr val="2C7A7B"/>
                </a:solidFill>
              </a:rPr>
              <a:t>MAPLE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CB9A9-33DA-4EF7-AC76-5ABA9ADE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24D"/>
                </a:solidFill>
              </a:defRPr>
            </a:pPr>
            <a:r>
              <a:rPr sz="3150" b="1">
                <a:solidFill>
                  <a:srgbClr val="17324D"/>
                </a:solidFill>
              </a:rPr>
              <a:t>Export readiness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561D7A-C2AF-4FDF-8CA6-43D8350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A5568"/>
                </a:solidFill>
              </a:defRPr>
            </a:pPr>
            <a:r>
              <a:rPr sz="1500" b="0">
                <a:solidFill>
                  <a:srgbClr val="4A5568"/>
                </a:solidFill>
              </a:rPr>
              <a:t>Use the shared identifiers to confirm the next LMS export.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C4610-741B-47E1-ACAE-5BD79623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18096"/>
                </a:solidFill>
              </a:defRPr>
            </a:pPr>
            <a:r>
              <a:rPr sz="1050" b="0">
                <a:solidFill>
                  <a:srgbClr val="718096"/>
                </a:solidFill>
              </a:rPr>
              <a:t>Synthetic program review | 2026-09-14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53A0A-1DE8-410C-B56F-EADA9BB7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C7A7B"/>
                </a:solidFill>
              </a:defRPr>
            </a:pPr>
            <a:r>
              <a:rPr sz="2850" b="1">
                <a:solidFill>
                  <a:srgbClr val="2C7A7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F2E0B-2DD6-4AB1-BC22-E107B74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71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Confirm six formal assignment titles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8FDC-BF5E-4F27-A706-9BCC9F7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C7A7B"/>
                </a:solidFill>
              </a:defRPr>
            </a:pPr>
            <a:r>
              <a:rPr sz="2850" b="1">
                <a:solidFill>
                  <a:srgbClr val="2C7A7B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EB325-D98A-427B-A5D7-C45B5BE0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719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Confirm 20-point rubric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20BE0-CD27-42C7-AB12-11AE8215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C7A7B"/>
                </a:solidFill>
              </a:defRPr>
            </a:pPr>
            <a:r>
              <a:rPr sz="2850" b="1">
                <a:solidFill>
                  <a:srgbClr val="2C7A7B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8DCEB-D206-4B93-9083-B78DD8AE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24D"/>
                </a:solidFill>
              </a:defRPr>
            </a:pPr>
            <a:r>
              <a:rPr sz="2025" b="1">
                <a:solidFill>
                  <a:srgbClr val="17324D"/>
                </a:solidFill>
              </a:rPr>
              <a:t>Confirm ML26-S001 through ML26-S036</a:t>
            </a:r>
          </a:p>
        </p:txBody>
      </p:sp>
    </p:spTree>
    <p:extLst>
      <p:ext uri="{BB962C8B-B14F-4D97-AF65-F5344CB8AC3E}">
        <p14:creationId xmlns:p14="http://schemas.microsoft.com/office/powerpoint/2010/main" val="1252119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2026-08-23T20:44:10.8950000Z</dcterms:created>
  <dcterms:modified xsi:type="dcterms:W3CDTF">2026-08-23T20:44:10.8950000Z</dcterms:modified>
</coreProperties>
</file>