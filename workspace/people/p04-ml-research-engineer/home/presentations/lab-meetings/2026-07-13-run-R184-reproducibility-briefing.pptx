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f3689c2a814fdc" /><Relationship Type="http://schemas.openxmlformats.org/officeDocument/2006/relationships/extended-properties" Target="/docProps/app.xml" Id="R3ab3a739a8634688" /><Relationship Type="http://schemas.openxmlformats.org/officeDocument/2006/relationships/officeDocument" Target="/ppt/presentation.xml" Id="R4c136249921f49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57cd489cfe49da"/>
  </p:sldMasterIdLst>
  <p:notesMasterIdLst>
    <p:notesMasterId xmlns:r="http://schemas.openxmlformats.org/officeDocument/2006/relationships" r:id="R846edd2ec990494d"/>
  </p:notesMasterIdLst>
  <p:sldIdLst>
    <p:sldId xmlns:r="http://schemas.openxmlformats.org/officeDocument/2006/relationships" id="256" r:id="R2d942c082a144a5d"/>
    <p:sldId xmlns:r="http://schemas.openxmlformats.org/officeDocument/2006/relationships" id="257" r:id="R3685008d916e4c08"/>
    <p:sldId xmlns:r="http://schemas.openxmlformats.org/officeDocument/2006/relationships" id="258" r:id="R0e746b33e6644127"/>
    <p:sldId xmlns:r="http://schemas.openxmlformats.org/officeDocument/2006/relationships" id="259" r:id="R63a1a29a871d4d63"/>
    <p:sldId xmlns:r="http://schemas.openxmlformats.org/officeDocument/2006/relationships" id="260" r:id="Rcb7669d0400f44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471cad95ef4d7d" /><Relationship Type="http://schemas.openxmlformats.org/officeDocument/2006/relationships/slideMaster" Target="/ppt/slideMasters/slideMaster1.xml" Id="R7f57cd489cfe49da" /><Relationship Type="http://schemas.openxmlformats.org/officeDocument/2006/relationships/notesMaster" Target="/ppt/notesMasters/notesMaster1.xml" Id="R846edd2ec990494d" /><Relationship Type="http://schemas.openxmlformats.org/officeDocument/2006/relationships/presProps" Target="/ppt/presProps.xml" Id="Rf690a3548ff74fd0" /><Relationship Type="http://schemas.openxmlformats.org/officeDocument/2006/relationships/tableStyles" Target="/ppt/tableStyles.xml" Id="R5a941b01b2f840ec" /><Relationship Type="http://schemas.openxmlformats.org/officeDocument/2006/relationships/slide" Target="/ppt/slides/slide1.xml" Id="R2d942c082a144a5d" /><Relationship Type="http://schemas.openxmlformats.org/officeDocument/2006/relationships/slide" Target="/ppt/slides/slide2.xml" Id="R3685008d916e4c08" /><Relationship Type="http://schemas.openxmlformats.org/officeDocument/2006/relationships/slide" Target="/ppt/slides/slide3.xml" Id="R0e746b33e6644127" /><Relationship Type="http://schemas.openxmlformats.org/officeDocument/2006/relationships/slide" Target="/ppt/slides/slide4.xml" Id="R63a1a29a871d4d63" /><Relationship Type="http://schemas.openxmlformats.org/officeDocument/2006/relationships/slide" Target="/ppt/slides/slide5.xml" Id="Rcb7669d0400f44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03e8e5fd0343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2d2aa0ac344447" /><Relationship Type="http://schemas.openxmlformats.org/officeDocument/2006/relationships/notesMaster" Target="/ppt/notesMasters/notesMaster1.xml" Id="Rc0e3d421dd4843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19a391346d46ca" /><Relationship Type="http://schemas.openxmlformats.org/officeDocument/2006/relationships/notesMaster" Target="/ppt/notesMasters/notesMaster1.xml" Id="R7c825b71e9f642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817fa224e840e5" /><Relationship Type="http://schemas.openxmlformats.org/officeDocument/2006/relationships/notesMaster" Target="/ppt/notesMasters/notesMaster1.xml" Id="R6852d48c91e145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23dccc331d4984" /><Relationship Type="http://schemas.openxmlformats.org/officeDocument/2006/relationships/notesMaster" Target="/ppt/notesMasters/notesMaster1.xml" Id="Rda597d2622774b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8e66903184475a" /><Relationship Type="http://schemas.openxmlformats.org/officeDocument/2006/relationships/notesMaster" Target="/ppt/notesMasters/notesMaster1.xml" Id="R508e53f7bbde4f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Helix Forge Lab HF-Eval-S1/S2 v3.2 record; synthetic internal run R184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Helix Forge Lab HF-Eval-S1/S2 v3.2 record; synthetic internal run R184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Helix Forge Lab HF-Eval-S1/S2 v3.2 record; synthetic internal run R184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Helix Forge Lab HF-Eval-S1/S2 v3.2 record; synthetic internal run R184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Helix Forge Lab HF-Eval-S1/S2 v3.2 record; synthetic internal run R184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994bacbf474f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d1be5825de469f" /><Relationship Type="http://schemas.openxmlformats.org/officeDocument/2006/relationships/slideLayout" Target="/ppt/slideLayouts/slideLayout1.xml" Id="R6dbf78d0e96444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bf78d0e96444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9df2d692d45d8" /><Relationship Type="http://schemas.openxmlformats.org/officeDocument/2006/relationships/notesSlide" Target="/ppt/notesSlides/notesSlide1.xml" Id="Rf46aa5961ec948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01c52cb2c433c" /><Relationship Type="http://schemas.openxmlformats.org/officeDocument/2006/relationships/notesSlide" Target="/ppt/notesSlides/notesSlide2.xml" Id="R19c23a4ff6e843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d00c46c2841e4" /><Relationship Type="http://schemas.openxmlformats.org/officeDocument/2006/relationships/chart" Target="/ppt/slides/charts/chart1.xml" Id="R31cd24ddec4d4ce3" /><Relationship Type="http://schemas.openxmlformats.org/officeDocument/2006/relationships/notesSlide" Target="/ppt/notesSlides/notesSlide3.xml" Id="Re1ead57b11734c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b39bc3dc84b45" /><Relationship Type="http://schemas.openxmlformats.org/officeDocument/2006/relationships/notesSlide" Target="/ppt/notesSlides/notesSlide4.xml" Id="R95519f53dbed47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4ef6fa5f74ac5" /><Relationship Type="http://schemas.openxmlformats.org/officeDocument/2006/relationships/notesSlide" Target="/ppt/notesSlides/notesSlide5.xml" Id="R0624a515ed34424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Macro F1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Replay 1</c:v>
              </c:pt>
              <c:pt idx="1">
                <c:v>Replay 2</c:v>
              </c:pt>
              <c:pt idx="2">
                <c:v>Replay 3</c:v>
              </c:pt>
            </c:strLit>
          </c:cat>
          <c:val>
            <c:numLit>
              <c:formatCode>General</c:formatCode>
              <c:ptCount val="3"/>
              <c:pt idx="0">
                <c:v>0.872</c:v>
              </c:pt>
              <c:pt idx="1">
                <c:v>0.874</c:v>
              </c:pt>
              <c:pt idx="2">
                <c:v>0.873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88"/>
          <c:min val="0.86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6A7C1-D2B1-429B-8AC6-42F7E46A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Helix Forge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800B1-24E0-4B74-A69C-A829A0FB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038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 R184 reproducibility briefing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B85C3-8644-4FBE-B666-2DD6AD15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Turn a score into replayable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AA829-76C6-4A84-9F05-6A13AFCF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Lab meeting · 2026-07-13</a:t>
            </a:r>
          </a:p>
        </p:txBody>
      </p:sp>
    </p:spTree>
    <p:extLst>
      <p:ext uri="{BB962C8B-B14F-4D97-AF65-F5344CB8AC3E}">
        <p14:creationId xmlns:p14="http://schemas.microsoft.com/office/powerpoint/2010/main" val="13780260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EDD7F-A752-4551-BC5E-2AB58C6D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HELIX FORGE LAB /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A5245-71EE-4B57-B735-67763943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Replay begins with a frozen evidence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C1F3B-81BA-449E-997F-7D920888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E1E35-7044-4ED4-88BE-1D216D84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CD3DF-128B-425E-9B94-8B7AF3C6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Frozen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F370B-4AA8-4192-BEB3-9D469C05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76500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E402E-90B5-4345-8C9D-D736BCE0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38450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Pinned recipe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227E1-4E01-4CBE-BDA5-E307C077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76500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F0EF9-333C-4E1C-B131-75091202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 R184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A7ABA-3032-452B-A40C-BC469D72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76500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9372D-F4A4-4CA7-9F2A-5A5EE7FD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38450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record</a:t>
            </a:r>
          </a:p>
        </p:txBody>
      </p:sp>
    </p:spTree>
    <p:extLst>
      <p:ext uri="{BB962C8B-B14F-4D97-AF65-F5344CB8AC3E}">
        <p14:creationId xmlns:p14="http://schemas.microsoft.com/office/powerpoint/2010/main" val="4602577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0659F-39E0-4CAA-8D2A-54E50F85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HELIX FORGE LAB /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93E4D-4C3C-4CA7-A95C-8A5CF7D4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Three replays show stable macro F1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AE2CB-7DD5-49F5-AD64-27F197ED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714375" y="1524000"/>
          <a:ext xmlns:a="http://schemas.openxmlformats.org/drawingml/2006/main" cx="6858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cd24ddec4d4ce3"/>
          </a:graphicData>
        </a:graphic>
      </p:graphicFrame>
    </p:spTree>
    <p:extLst>
      <p:ext uri="{BB962C8B-B14F-4D97-AF65-F5344CB8AC3E}">
        <p14:creationId xmlns:p14="http://schemas.microsoft.com/office/powerpoint/2010/main" val="7940804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05B5F4-C3EE-4CC1-9253-23352141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HELIX FORGE LAB /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61838-C1A5-41F8-95B6-C2F821C0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Artifacts trace the score to its inputs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FB55F-4F77-4E75-988A-106825DB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6696F-8902-44A5-9F40-55654643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971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99624-69B8-411F-AFF1-D7F9A4FD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Artifact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E530F-0DE9-489F-834D-ACBD6F18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05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7C828-CB83-4429-ACDA-560891BA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971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82B48-2649-4257-8BAA-586A22A2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HF-Eval-S1/S2 v3.2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DCC79-502D-44A2-A7D7-9821EF84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6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Frozen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A58648-9B72-4559-A9D2-8AC43EC6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971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C69B8-83FC-436F-A9D8-769C78FE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M-14 recipe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F508E-D276-4C02-ACDD-CDC65BA3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Pinned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366C01-05C3-48AC-9952-D1ACCE9B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971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57F5A3-5B83-47D3-B6E8-10FFF31F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R184 metric 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0BFA6-DEE7-41A8-969A-3C08B2D5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Attached</a:t>
            </a:r>
          </a:p>
        </p:txBody>
      </p:sp>
    </p:spTree>
    <p:extLst>
      <p:ext uri="{BB962C8B-B14F-4D97-AF65-F5344CB8AC3E}">
        <p14:creationId xmlns:p14="http://schemas.microsoft.com/office/powerpoint/2010/main" val="3463941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6A77C-4B4C-4A10-85F6-51E133DB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HELIX FORGE LAB /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25549-1D93-4DB4-BEA7-FF5DB088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Specific next moves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38FD0-AF3E-4D7D-BC9F-5C6CF85B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F1602-701C-4A73-9353-A9926360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885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FB121-DFAA-4DC4-9B56-B8932BD8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Archive config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A159C-83F9-40DA-8029-61DD60B5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885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E31FC-D1EC-4B6B-B29F-128C63BE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Run replay 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A2905-77AD-4745-A5C4-A6890F40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885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3C0E5-7ECD-4688-951D-6285E3C7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Attach evidence record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2037F-5667-4EFF-8808-643E295B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Turn a score into replayable evidence</a:t>
            </a:r>
          </a:p>
        </p:txBody>
      </p:sp>
    </p:spTree>
    <p:extLst>
      <p:ext uri="{BB962C8B-B14F-4D97-AF65-F5344CB8AC3E}">
        <p14:creationId xmlns:p14="http://schemas.microsoft.com/office/powerpoint/2010/main" val="8451256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2026-08-22T20:01:19.0320000Z</dcterms:created>
  <dcterms:modified xsi:type="dcterms:W3CDTF">2026-08-22T20:01:19.0320000Z</dcterms:modified>
</coreProperties>
</file>