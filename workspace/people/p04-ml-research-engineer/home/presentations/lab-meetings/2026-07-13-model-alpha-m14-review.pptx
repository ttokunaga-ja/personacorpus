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ac299dc674e1f" /><Relationship Type="http://schemas.openxmlformats.org/officeDocument/2006/relationships/extended-properties" Target="/docProps/app.xml" Id="R4b3061abf7b8457f" /><Relationship Type="http://schemas.openxmlformats.org/officeDocument/2006/relationships/officeDocument" Target="/ppt/presentation.xml" Id="R196cd4e76204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2bfd24f1b94cbc"/>
  </p:sldMasterIdLst>
  <p:notesMasterIdLst>
    <p:notesMasterId xmlns:r="http://schemas.openxmlformats.org/officeDocument/2006/relationships" r:id="Rc2a422c882884ad0"/>
  </p:notesMasterIdLst>
  <p:sldIdLst>
    <p:sldId xmlns:r="http://schemas.openxmlformats.org/officeDocument/2006/relationships" id="256" r:id="R77253dd019f442a0"/>
    <p:sldId xmlns:r="http://schemas.openxmlformats.org/officeDocument/2006/relationships" id="257" r:id="R9074bfc2e14b48cb"/>
    <p:sldId xmlns:r="http://schemas.openxmlformats.org/officeDocument/2006/relationships" id="258" r:id="Rcd0e69d5cc544f05"/>
    <p:sldId xmlns:r="http://schemas.openxmlformats.org/officeDocument/2006/relationships" id="259" r:id="R899d73fd36e14754"/>
    <p:sldId xmlns:r="http://schemas.openxmlformats.org/officeDocument/2006/relationships" id="260" r:id="R57cfb101ca09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9191b94004347" /><Relationship Type="http://schemas.openxmlformats.org/officeDocument/2006/relationships/slideMaster" Target="/ppt/slideMasters/slideMaster1.xml" Id="R2c2bfd24f1b94cbc" /><Relationship Type="http://schemas.openxmlformats.org/officeDocument/2006/relationships/notesMaster" Target="/ppt/notesMasters/notesMaster1.xml" Id="Rc2a422c882884ad0" /><Relationship Type="http://schemas.openxmlformats.org/officeDocument/2006/relationships/presProps" Target="/ppt/presProps.xml" Id="Rd84e33445f464c93" /><Relationship Type="http://schemas.openxmlformats.org/officeDocument/2006/relationships/tableStyles" Target="/ppt/tableStyles.xml" Id="R1547025a1b11433d" /><Relationship Type="http://schemas.openxmlformats.org/officeDocument/2006/relationships/slide" Target="/ppt/slides/slide1.xml" Id="R77253dd019f442a0" /><Relationship Type="http://schemas.openxmlformats.org/officeDocument/2006/relationships/slide" Target="/ppt/slides/slide2.xml" Id="R9074bfc2e14b48cb" /><Relationship Type="http://schemas.openxmlformats.org/officeDocument/2006/relationships/slide" Target="/ppt/slides/slide3.xml" Id="Rcd0e69d5cc544f05" /><Relationship Type="http://schemas.openxmlformats.org/officeDocument/2006/relationships/slide" Target="/ppt/slides/slide4.xml" Id="R899d73fd36e14754" /><Relationship Type="http://schemas.openxmlformats.org/officeDocument/2006/relationships/slide" Target="/ppt/slides/slide5.xml" Id="R57cfb101ca09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c3092e23a040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c893fe4c8d40c3" /><Relationship Type="http://schemas.openxmlformats.org/officeDocument/2006/relationships/notesMaster" Target="/ppt/notesMasters/notesMaster1.xml" Id="Ra81069a406a1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40bb99783e408f" /><Relationship Type="http://schemas.openxmlformats.org/officeDocument/2006/relationships/notesMaster" Target="/ppt/notesMasters/notesMaster1.xml" Id="R3f61b0e42813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96f4e125e24448" /><Relationship Type="http://schemas.openxmlformats.org/officeDocument/2006/relationships/notesMaster" Target="/ppt/notesMasters/notesMaster1.xml" Id="R30c561c2bb1b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8ebbd8a1c149d1" /><Relationship Type="http://schemas.openxmlformats.org/officeDocument/2006/relationships/notesMaster" Target="/ppt/notesMasters/notesMaster1.xml" Id="Rc0e6d0f54de04d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8ca47056294833" /><Relationship Type="http://schemas.openxmlformats.org/officeDocument/2006/relationships/notesMaster" Target="/ppt/notesMasters/notesMaster1.xml" Id="R6ed9fb8cd263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c5aa184ee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8277eb546c4f05" /><Relationship Type="http://schemas.openxmlformats.org/officeDocument/2006/relationships/slideLayout" Target="/ppt/slideLayouts/slideLayout1.xml" Id="Rbfa14bcf78d240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14bcf78d240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e6051800845d9" /><Relationship Type="http://schemas.openxmlformats.org/officeDocument/2006/relationships/notesSlide" Target="/ppt/notesSlides/notesSlide1.xml" Id="R3bbb606e59674b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dd056fdc4db9" /><Relationship Type="http://schemas.openxmlformats.org/officeDocument/2006/relationships/notesSlide" Target="/ppt/notesSlides/notesSlide2.xml" Id="Re4411c1fb7a54b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30f9bb0d400d" /><Relationship Type="http://schemas.openxmlformats.org/officeDocument/2006/relationships/chart" Target="/ppt/slides/charts/chart1.xml" Id="Rcd4914a9160245f1" /><Relationship Type="http://schemas.openxmlformats.org/officeDocument/2006/relationships/notesSlide" Target="/ppt/notesSlides/notesSlide3.xml" Id="Rf65bd2a6a1c743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be1c5b7643ca" /><Relationship Type="http://schemas.openxmlformats.org/officeDocument/2006/relationships/notesSlide" Target="/ppt/notesSlides/notesSlide4.xml" Id="Rb765f01c363943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cb4f5dac4561" /><Relationship Type="http://schemas.openxmlformats.org/officeDocument/2006/relationships/notesSlide" Target="/ppt/notesSlides/notesSlide5.xml" Id="R51eed829934144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M-14 F1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Route</c:v>
              </c:pt>
              <c:pt idx="1">
                <c:v>Access</c:v>
              </c:pt>
              <c:pt idx="2">
                <c:v>Billing</c:v>
              </c:pt>
              <c:pt idx="3">
                <c:v>Policy</c:v>
              </c:pt>
              <c:pt idx="4">
                <c:v>Safety</c:v>
              </c:pt>
            </c:strLit>
          </c:cat>
          <c:val>
            <c:numLit>
              <c:formatCode>General</c:formatCode>
              <c:ptCount val="5"/>
              <c:pt idx="0">
                <c:v>0.88</c:v>
              </c:pt>
              <c:pt idx="1">
                <c:v>0.86</c:v>
              </c:pt>
              <c:pt idx="2">
                <c:v>0.87</c:v>
              </c:pt>
              <c:pt idx="3">
                <c:v>0.89</c:v>
              </c:pt>
              <c:pt idx="4">
                <c:v>0.865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2"/>
          <c:min val="0.8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47457-9B24-45FE-95D9-16954DD4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5AAFB-62FD-488B-B6DA-DBCFFED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Alpha M-14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45A80-ED0D-4F04-B836-D7E73F3A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Controlled promotion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7CCD1-807B-42D5-BBCF-C75AA5D9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2037698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7A074-D1C4-4D9B-AE4F-84DE6F14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76BA9-21EE-4751-BAB3-2322ADC1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headline score clears the review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B2B58-FE4A-4C0B-BD25-657F432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23B7-37AB-4D8E-9DC0-121A5B6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79C76-4473-4678-BA5A-20EBCDAA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F1 0.873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1D5C9-E788-40D6-A41E-11830E9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Macro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410A0-DFAF-4C12-865C-7317C60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ED9A8-278B-4FF9-A594-0200243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Precision 0.881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21519-B633-4F94-8E96-81AB5A2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0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Positive class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47166-1A23-4EED-90F3-83C6D61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50DBD-EEB1-40C2-87C5-E11CFA3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Recall 0.865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76FD5-41A5-404F-9D7E-98AE9D73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47B2C-9ED1-4440-91C3-694D25B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Model Alpha M-14 · run R184 · F1 0.873</a:t>
            </a:r>
          </a:p>
        </p:txBody>
      </p:sp>
    </p:spTree>
    <p:extLst>
      <p:ext uri="{BB962C8B-B14F-4D97-AF65-F5344CB8AC3E}">
        <p14:creationId xmlns:p14="http://schemas.microsoft.com/office/powerpoint/2010/main" val="332970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88011-4E17-4B89-BD80-0F1FED7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3CB2C-91B5-453D-8FE4-E80260C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intent slices retain balanced 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0970B-3976-46E6-A372-E088D784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4914a9160245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610B7-B2FE-4F82-A0CE-1C245DC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intent beneath 0.86.</a:t>
            </a:r>
          </a:p>
        </p:txBody>
      </p:sp>
    </p:spTree>
    <p:extLst>
      <p:ext uri="{BB962C8B-B14F-4D97-AF65-F5344CB8AC3E}">
        <p14:creationId xmlns:p14="http://schemas.microsoft.com/office/powerpoint/2010/main" val="1788661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2E684-4F3D-40CD-BBB6-4A7348C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B674-204F-4708-8F42-A009260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Promotion remains bounded by three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27960-C156-457A-8215-953E3439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7401-E049-47AD-A239-E875FE2A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424BC-3720-4273-A6BD-151A3E9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HF-Eval v3.2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3C023-0F3F-4087-9DDA-D56704D0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61A23-B296-4A72-96E4-F34DEE4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 run R184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EC35D-DD71-44F4-99B7-5B3C0CB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F293-FF68-416A-BE65-6487B593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edge labels</a:t>
            </a:r>
          </a:p>
        </p:txBody>
      </p:sp>
    </p:spTree>
    <p:extLst>
      <p:ext uri="{BB962C8B-B14F-4D97-AF65-F5344CB8AC3E}">
        <p14:creationId xmlns:p14="http://schemas.microsoft.com/office/powerpoint/2010/main" val="642473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A6334-AA43-4405-B8C7-AFC85C9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269D6-E2B9-4526-B808-B8D27737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8F201-0E94-432B-85FB-E46D9EA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31B3F-BB81-49E8-A2CC-4B5437D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A890-7341-4A58-AB83-DCA34BA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Review boundary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7C32D-64DC-4B2C-A313-80E471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C047-BCDD-48D4-A1E4-409BB53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Freeze M-14 recipe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AED63-251F-490E-A701-0F01562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FA61D-C8B4-4718-AD98-73908A6D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Replay run R184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AF915-6551-426C-8343-B027E48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Controlled promotion decision</a:t>
            </a:r>
          </a:p>
        </p:txBody>
      </p:sp>
    </p:spTree>
    <p:extLst>
      <p:ext uri="{BB962C8B-B14F-4D97-AF65-F5344CB8AC3E}">
        <p14:creationId xmlns:p14="http://schemas.microsoft.com/office/powerpoint/2010/main" val="19132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2026-08-22T20:01:18.4970000Z</dcterms:created>
  <dcterms:modified xsi:type="dcterms:W3CDTF">2026-08-22T20:01:18.4970000Z</dcterms:modified>
</coreProperties>
</file>