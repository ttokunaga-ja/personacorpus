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8c0ef778f4bac" /><Relationship Type="http://schemas.openxmlformats.org/officeDocument/2006/relationships/extended-properties" Target="/docProps/app.xml" Id="R79bc30d0ac514bb8" /><Relationship Type="http://schemas.openxmlformats.org/officeDocument/2006/relationships/officeDocument" Target="/ppt/presentation.xml" Id="R32af7e7c234743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5c8b8399c4130"/>
  </p:sldMasterIdLst>
  <p:notesMasterIdLst>
    <p:notesMasterId xmlns:r="http://schemas.openxmlformats.org/officeDocument/2006/relationships" r:id="R9e67d140d9424f03"/>
  </p:notesMasterIdLst>
  <p:sldIdLst>
    <p:sldId xmlns:r="http://schemas.openxmlformats.org/officeDocument/2006/relationships" id="256" r:id="Rb6cea544efd4461d"/>
    <p:sldId xmlns:r="http://schemas.openxmlformats.org/officeDocument/2006/relationships" id="257" r:id="R25aff9a5c585426a"/>
    <p:sldId xmlns:r="http://schemas.openxmlformats.org/officeDocument/2006/relationships" id="258" r:id="R4c734d50618e4b5e"/>
    <p:sldId xmlns:r="http://schemas.openxmlformats.org/officeDocument/2006/relationships" id="259" r:id="Rb55fcd354fde4ae3"/>
    <p:sldId xmlns:r="http://schemas.openxmlformats.org/officeDocument/2006/relationships" id="260" r:id="Rdffd68da9f0a41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5eac7386040d7" /><Relationship Type="http://schemas.openxmlformats.org/officeDocument/2006/relationships/slideMaster" Target="/ppt/slideMasters/slideMaster1.xml" Id="R36c5c8b8399c4130" /><Relationship Type="http://schemas.openxmlformats.org/officeDocument/2006/relationships/notesMaster" Target="/ppt/notesMasters/notesMaster1.xml" Id="R9e67d140d9424f03" /><Relationship Type="http://schemas.openxmlformats.org/officeDocument/2006/relationships/presProps" Target="/ppt/presProps.xml" Id="R3dfce133afc44ba2" /><Relationship Type="http://schemas.openxmlformats.org/officeDocument/2006/relationships/tableStyles" Target="/ppt/tableStyles.xml" Id="Rff1ea6739f97467c" /><Relationship Type="http://schemas.openxmlformats.org/officeDocument/2006/relationships/slide" Target="/ppt/slides/slide1.xml" Id="Rb6cea544efd4461d" /><Relationship Type="http://schemas.openxmlformats.org/officeDocument/2006/relationships/slide" Target="/ppt/slides/slide2.xml" Id="R25aff9a5c585426a" /><Relationship Type="http://schemas.openxmlformats.org/officeDocument/2006/relationships/slide" Target="/ppt/slides/slide3.xml" Id="R4c734d50618e4b5e" /><Relationship Type="http://schemas.openxmlformats.org/officeDocument/2006/relationships/slide" Target="/ppt/slides/slide4.xml" Id="Rb55fcd354fde4ae3" /><Relationship Type="http://schemas.openxmlformats.org/officeDocument/2006/relationships/slide" Target="/ppt/slides/slide5.xml" Id="Rdffd68da9f0a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241f71405f4c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8d4a4ad6d440a1" /><Relationship Type="http://schemas.openxmlformats.org/officeDocument/2006/relationships/notesMaster" Target="/ppt/notesMasters/notesMaster1.xml" Id="R59ce5929e11d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507efb59ac44cf" /><Relationship Type="http://schemas.openxmlformats.org/officeDocument/2006/relationships/notesMaster" Target="/ppt/notesMasters/notesMaster1.xml" Id="Reaa52ff18aa240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4566456b89486e" /><Relationship Type="http://schemas.openxmlformats.org/officeDocument/2006/relationships/notesMaster" Target="/ppt/notesMasters/notesMaster1.xml" Id="Rccf1a2eca00b4f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27fa7160e445bc" /><Relationship Type="http://schemas.openxmlformats.org/officeDocument/2006/relationships/notesMaster" Target="/ppt/notesMasters/notesMaster1.xml" Id="R7eed6fb5ef6c4b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eb4d72b07b4769" /><Relationship Type="http://schemas.openxmlformats.org/officeDocument/2006/relationships/notesMaster" Target="/ppt/notesMasters/notesMaster1.xml" Id="R8178b6899ea048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Helix Forge Lab HF-Eval-S1/S2 v3.2 record; synthetic internal run R184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9c930251142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6d7347bc0d4ed9" /><Relationship Type="http://schemas.openxmlformats.org/officeDocument/2006/relationships/slideLayout" Target="/ppt/slideLayouts/slideLayout1.xml" Id="R19381b22674540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381b22674540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a156685c54546" /><Relationship Type="http://schemas.openxmlformats.org/officeDocument/2006/relationships/notesSlide" Target="/ppt/notesSlides/notesSlide1.xml" Id="Ra31abc0eb1ff4d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44e10c81c4e22" /><Relationship Type="http://schemas.openxmlformats.org/officeDocument/2006/relationships/chart" Target="/ppt/slides/charts/chart1.xml" Id="R7044c431d0db4091" /><Relationship Type="http://schemas.openxmlformats.org/officeDocument/2006/relationships/notesSlide" Target="/ppt/notesSlides/notesSlide2.xml" Id="R8dc002fbb8fe47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51df8941e4073" /><Relationship Type="http://schemas.openxmlformats.org/officeDocument/2006/relationships/notesSlide" Target="/ppt/notesSlides/notesSlide3.xml" Id="R1277553bbe02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b9e9bed144894" /><Relationship Type="http://schemas.openxmlformats.org/officeDocument/2006/relationships/notesSlide" Target="/ppt/notesSlides/notesSlide4.xml" Id="R5d09097b7646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a07773c7f4caa" /><Relationship Type="http://schemas.openxmlformats.org/officeDocument/2006/relationships/notesSlide" Target="/ppt/notesSlides/notesSlide5.xml" Id="R7ecbbb608c484ad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Base</c:v>
              </c:pt>
              <c:pt idx="1">
                <c:v>+Adapter</c:v>
              </c:pt>
              <c:pt idx="2">
                <c:v>+Calibration</c:v>
              </c:pt>
              <c:pt idx="3">
                <c:v>+Context</c:v>
              </c:pt>
            </c:strLit>
          </c:cat>
          <c:val>
            <c:numLit>
              <c:formatCode>General</c:formatCode>
              <c:ptCount val="4"/>
              <c:pt idx="0">
                <c:v>0.845</c:v>
              </c:pt>
              <c:pt idx="1">
                <c:v>0.849</c:v>
              </c:pt>
              <c:pt idx="2">
                <c:v>0.855</c:v>
              </c:pt>
              <c:pt idx="3">
                <c:v>0.873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9"/>
          <c:min val="0.82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98F1D-50DF-4883-BCD8-6DDDD378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78264-AE10-46F1-8AAB-EDAB2278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R184 ablation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93D66-43E2-45B9-9103-47DB2F2A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only components that earn their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3B06F-C7E3-40D5-88AE-7B6A2DB6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Lab meeting · 2026-07-13</a:t>
            </a:r>
          </a:p>
        </p:txBody>
      </p:sp>
    </p:spTree>
    <p:extLst>
      <p:ext uri="{BB962C8B-B14F-4D97-AF65-F5344CB8AC3E}">
        <p14:creationId xmlns:p14="http://schemas.microsoft.com/office/powerpoint/2010/main" val="1063532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5D318-873B-4A1A-8CA9-FBF357B8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9B734-552D-4484-9868-77FD6E39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 window delivers the largest ablation lift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0030A-CED2-4306-8520-9FAAA8D2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44c431d0db4091"/>
          </a:graphicData>
        </a:graphic>
      </p:graphicFrame>
    </p:spTree>
    <p:extLst>
      <p:ext uri="{BB962C8B-B14F-4D97-AF65-F5344CB8AC3E}">
        <p14:creationId xmlns:p14="http://schemas.microsoft.com/office/powerpoint/2010/main" val="198416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071A1-E53D-441A-8F2F-F4563FAF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40C97-5BEF-4867-8881-08B1DF6E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Benefit reconciles benefit with recipe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CF194-2E88-4761-9B22-9632AE63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BD93C-45BB-44EB-B465-1377E45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C1EEA-46FF-4C47-8364-CFA10C25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A073D-01A9-4E3C-9003-5932593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Delta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50D70-DD3C-4AE4-A532-4A99A5CB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47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7F8F5-2D00-4928-B658-0B64285F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E7540-032E-4220-BB02-0F942EF3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521F7-C6AB-4CBE-BC5E-E4E2891B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CEB87-4477-4361-8500-CAB480EC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62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+0.004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7D850-52FF-4E5F-B303-B79BF53D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6C055-690A-4026-B75A-58C62762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62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EA42A-2073-46F0-826A-AEF70BD0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97584-FB71-480B-A203-250E5796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76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Calibration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D986E-1548-4DC1-BB18-CFC3505D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76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+0.006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4E1A6-A97E-4C80-BACA-CEFD7ECD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76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9E0A9-C091-41C2-911A-1BC279F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76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76DA3-3C59-431D-A012-B80784A7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0D26A-1D31-48E5-9073-AD71DA3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EA6A0-2230-4DCB-B694-EC2EDEC8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90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+0.018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E85CB2-DA43-43F1-ABB2-90FE7F4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90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2D7C9-61A5-4169-A48A-6E16CBAD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90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354133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29CD3-5E72-4074-8D13-AD0A0199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2C98E-C702-4521-84FA-A58319AB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test isolates the context-calibration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62E27-FC2F-47CF-8141-746A4259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831E8-8873-43A8-AC24-27C5F70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F9366-997D-45F4-94FF-8B1962DF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278C6-C3FF-49A2-A2A4-DC78B13C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90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84226-90F6-4861-9732-5BD8AC00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Calibration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28A67-EDAB-4C2E-8DD4-9ABB6529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428C1-F0F8-4907-ADEE-1A16F68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67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Combined replay</a:t>
            </a:r>
          </a:p>
        </p:txBody>
      </p:sp>
    </p:spTree>
    <p:extLst>
      <p:ext uri="{BB962C8B-B14F-4D97-AF65-F5344CB8AC3E}">
        <p14:creationId xmlns:p14="http://schemas.microsoft.com/office/powerpoint/2010/main" val="1032739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8B7BA-74C0-4C10-8D5C-F81DBAB4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HELIX FORGE LAB / 2026-07-13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4EAEF-6EEA-4AAF-83DD-3EC96DD1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Specific next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11852-E170-4B7B-AFBF-5E5DA659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39C37-D5E2-4158-8620-5375F7D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66058-61E0-4C28-8B18-C26EF38C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Lock context window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E2BE9-15BB-47C8-82D6-8264995C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050EA-D5C9-4717-86D5-BF321149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Test calibration on S2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D912D-9F32-4C82-9872-BBC6ECB8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85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453C8-9E6F-4AFE-937F-EC32F204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Queue adapter stress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7338C-AA09-4171-826D-D8DBF5B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Keep only components that earn their cost</a:t>
            </a:r>
          </a:p>
        </p:txBody>
      </p:sp>
    </p:spTree>
    <p:extLst>
      <p:ext uri="{BB962C8B-B14F-4D97-AF65-F5344CB8AC3E}">
        <p14:creationId xmlns:p14="http://schemas.microsoft.com/office/powerpoint/2010/main" val="365152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2026-08-22T20:01:18.8720000Z</dcterms:created>
  <dcterms:modified xsi:type="dcterms:W3CDTF">2026-08-22T20:01:18.8720000Z</dcterms:modified>
</coreProperties>
</file>