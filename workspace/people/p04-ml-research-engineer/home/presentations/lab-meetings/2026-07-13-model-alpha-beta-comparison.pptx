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eab59fcfe4e41" /><Relationship Type="http://schemas.openxmlformats.org/officeDocument/2006/relationships/extended-properties" Target="/docProps/app.xml" Id="R1cde23e0f2634fee" /><Relationship Type="http://schemas.openxmlformats.org/officeDocument/2006/relationships/officeDocument" Target="/ppt/presentation.xml" Id="Ra20b8413241740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f6a773e7b4603"/>
  </p:sldMasterIdLst>
  <p:notesMasterIdLst>
    <p:notesMasterId xmlns:r="http://schemas.openxmlformats.org/officeDocument/2006/relationships" r:id="Re244dbecdefb428a"/>
  </p:notesMasterIdLst>
  <p:sldIdLst>
    <p:sldId xmlns:r="http://schemas.openxmlformats.org/officeDocument/2006/relationships" id="256" r:id="R2d38e4ec59c347af"/>
    <p:sldId xmlns:r="http://schemas.openxmlformats.org/officeDocument/2006/relationships" id="257" r:id="R45a250d3b0aa44d6"/>
    <p:sldId xmlns:r="http://schemas.openxmlformats.org/officeDocument/2006/relationships" id="258" r:id="Rc8da3ac5e3344ca9"/>
    <p:sldId xmlns:r="http://schemas.openxmlformats.org/officeDocument/2006/relationships" id="259" r:id="R664bd2e767e04a29"/>
    <p:sldId xmlns:r="http://schemas.openxmlformats.org/officeDocument/2006/relationships" id="260" r:id="R0480cad848bf41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d816f10954af9" /><Relationship Type="http://schemas.openxmlformats.org/officeDocument/2006/relationships/slideMaster" Target="/ppt/slideMasters/slideMaster1.xml" Id="R158f6a773e7b4603" /><Relationship Type="http://schemas.openxmlformats.org/officeDocument/2006/relationships/notesMaster" Target="/ppt/notesMasters/notesMaster1.xml" Id="Re244dbecdefb428a" /><Relationship Type="http://schemas.openxmlformats.org/officeDocument/2006/relationships/presProps" Target="/ppt/presProps.xml" Id="Refd5590e2f0a4228" /><Relationship Type="http://schemas.openxmlformats.org/officeDocument/2006/relationships/tableStyles" Target="/ppt/tableStyles.xml" Id="R340f94b8ec764fe0" /><Relationship Type="http://schemas.openxmlformats.org/officeDocument/2006/relationships/slide" Target="/ppt/slides/slide1.xml" Id="R2d38e4ec59c347af" /><Relationship Type="http://schemas.openxmlformats.org/officeDocument/2006/relationships/slide" Target="/ppt/slides/slide2.xml" Id="R45a250d3b0aa44d6" /><Relationship Type="http://schemas.openxmlformats.org/officeDocument/2006/relationships/slide" Target="/ppt/slides/slide3.xml" Id="Rc8da3ac5e3344ca9" /><Relationship Type="http://schemas.openxmlformats.org/officeDocument/2006/relationships/slide" Target="/ppt/slides/slide4.xml" Id="R664bd2e767e04a29" /><Relationship Type="http://schemas.openxmlformats.org/officeDocument/2006/relationships/slide" Target="/ppt/slides/slide5.xml" Id="R0480cad848bf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29814a1c0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309488b124c86" /><Relationship Type="http://schemas.openxmlformats.org/officeDocument/2006/relationships/notesMaster" Target="/ppt/notesMasters/notesMaster1.xml" Id="R8e9f52f7b89d41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88c5b480a4f3d" /><Relationship Type="http://schemas.openxmlformats.org/officeDocument/2006/relationships/notesMaster" Target="/ppt/notesMasters/notesMaster1.xml" Id="R2d4fe955d9d441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cf0fd6d3e4606" /><Relationship Type="http://schemas.openxmlformats.org/officeDocument/2006/relationships/notesMaster" Target="/ppt/notesMasters/notesMaster1.xml" Id="Rb81671b805d846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b5e67c68f406f" /><Relationship Type="http://schemas.openxmlformats.org/officeDocument/2006/relationships/notesMaster" Target="/ppt/notesMasters/notesMaster1.xml" Id="R990ac924c246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5673eda80467f" /><Relationship Type="http://schemas.openxmlformats.org/officeDocument/2006/relationships/notesMaster" Target="/ppt/notesMasters/notesMaster1.xml" Id="Rf064a62e5a05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541787ef3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3e0f217e064070" /><Relationship Type="http://schemas.openxmlformats.org/officeDocument/2006/relationships/slideLayout" Target="/ppt/slideLayouts/slideLayout1.xml" Id="Ra03b1c94f18441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b1c94f18441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227d0efb74104" /><Relationship Type="http://schemas.openxmlformats.org/officeDocument/2006/relationships/notesSlide" Target="/ppt/notesSlides/notesSlide1.xml" Id="R062047aa330c46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7fb5a20674bba" /><Relationship Type="http://schemas.openxmlformats.org/officeDocument/2006/relationships/notesSlide" Target="/ppt/notesSlides/notesSlide2.xml" Id="Rd915d6b1f98b46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d682c159432b" /><Relationship Type="http://schemas.openxmlformats.org/officeDocument/2006/relationships/chart" Target="/ppt/slides/charts/chart1.xml" Id="R8152e1cd3308470c" /><Relationship Type="http://schemas.openxmlformats.org/officeDocument/2006/relationships/notesSlide" Target="/ppt/notesSlides/notesSlide3.xml" Id="R7f5425f9f3c74a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bce336e1f47c2" /><Relationship Type="http://schemas.openxmlformats.org/officeDocument/2006/relationships/notesSlide" Target="/ppt/notesSlides/notesSlide4.xml" Id="R08a4b7ceaea04d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17436ab1493d" /><Relationship Type="http://schemas.openxmlformats.org/officeDocument/2006/relationships/notesSlide" Target="/ppt/notesSlides/notesSlide5.xml" Id="R5d03741ceaa242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Alpha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Route</c:v>
              </c:pt>
              <c:pt idx="1">
                <c:v>Access</c:v>
              </c:pt>
              <c:pt idx="2">
                <c:v>Billing</c:v>
              </c:pt>
              <c:pt idx="3">
                <c:v>Policy</c:v>
              </c:pt>
              <c:pt idx="4">
                <c:v>Safety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0.86</c:v>
              </c:pt>
              <c:pt idx="2">
                <c:v>0.87</c:v>
              </c:pt>
              <c:pt idx="3">
                <c:v>0.89</c:v>
              </c:pt>
              <c:pt idx="4">
                <c:v>0.865</c:v>
              </c:pt>
            </c:numLit>
          </c:val>
        </c:ser>
        <c:ser>
          <c:idx val="1"/>
          <c:order val="1"/>
          <c:tx>
            <c:v>Beta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Route</c:v>
              </c:pt>
              <c:pt idx="1">
                <c:v>Access</c:v>
              </c:pt>
              <c:pt idx="2">
                <c:v>Billing</c:v>
              </c:pt>
              <c:pt idx="3">
                <c:v>Policy</c:v>
              </c:pt>
              <c:pt idx="4">
                <c:v>Safety</c:v>
              </c:pt>
            </c:strLit>
          </c:cat>
          <c:val>
            <c:numLit>
              <c:formatCode>General</c:formatCode>
              <c:ptCount val="5"/>
              <c:pt idx="0">
                <c:v>0.85</c:v>
              </c:pt>
              <c:pt idx="1">
                <c:v>0.83</c:v>
              </c:pt>
              <c:pt idx="2">
                <c:v>0.84</c:v>
              </c:pt>
              <c:pt idx="3">
                <c:v>0.86</c:v>
              </c:pt>
              <c:pt idx="4">
                <c:v>0.85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2"/>
          <c:min val="0.78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942D9-B024-4B8B-BC65-9E22C95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4E6DC-1871-4AEE-81E5-9064AD0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 / Beta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156D7-10B7-4536-865D-69CAE6B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the baseline with usable 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6EF3A-EC44-4999-B4F5-D6FF19C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1712647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20D0A-F478-4395-A9C1-0FC0B2F6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9337D-FE00-4691-979B-9898AFC9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 leads Beta on the meeting scorecard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66587-DD71-419E-9A2C-6F69CC6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E2DD0-52C5-4B12-81DC-536FAD81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67AA-7FDE-4FE0-A40F-EEBBB61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Alpha M-14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C7F55-5191-4266-A073-A0AD3D90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0.873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18224-1BAC-4F60-AF47-D51DEAF3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F5FF8-282C-46C3-AD4F-9E69F22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Beta B-07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7D9AD-5982-485E-90C8-7B6289D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0.846</a:t>
            </a:r>
          </a:p>
        </p:txBody>
      </p:sp>
    </p:spTree>
    <p:extLst>
      <p:ext uri="{BB962C8B-B14F-4D97-AF65-F5344CB8AC3E}">
        <p14:creationId xmlns:p14="http://schemas.microsoft.com/office/powerpoint/2010/main" val="507253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5F9-E69C-4DC2-ADDA-3FE32C64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5161E-3CEA-498A-BE39-482545FC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 improves every synthetic intent slice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15272-666F-4B9A-BDB9-C1FB7C6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8001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52e1cd3308470c"/>
          </a:graphicData>
        </a:graphic>
      </p:graphicFrame>
    </p:spTree>
    <p:extLst>
      <p:ext uri="{BB962C8B-B14F-4D97-AF65-F5344CB8AC3E}">
        <p14:creationId xmlns:p14="http://schemas.microsoft.com/office/powerpoint/2010/main" val="217719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5D998-A161-4C14-B85F-924D9E8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1BBF8-75B8-4706-B2B9-72572B45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Quality remains favorable at latency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5E03-00C1-42F6-8E60-265DF82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751A8-C848-476A-8FD5-1434604D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0FF28-1788-4755-B9CB-FCB3F802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2CFA3-97F0-44EB-BBC1-B66B1820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9D358-4D48-4D70-8B38-1505FC4D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</a:t>
            </a:r>
          </a:p>
        </p:txBody>
      </p:sp>
    </p:spTree>
    <p:extLst>
      <p:ext uri="{BB962C8B-B14F-4D97-AF65-F5344CB8AC3E}">
        <p14:creationId xmlns:p14="http://schemas.microsoft.com/office/powerpoint/2010/main" val="1051802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5C736-72C9-4F39-9888-B6FED8E3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68B51-F65B-48CD-971A-FA298D8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2450-FF1C-4900-BAC7-0B0BC4A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4050B-FE0A-43EE-9211-31B0C40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92111-D0A9-4F59-8A0D-D703E82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Name Alpha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A23C4-7820-456C-BB5D-34EF1279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84B3D-ACB0-46FC-B266-C8769B2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Monitor recall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B51E5-69BA-4B31-8D85-6F79CD7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76507-9B8B-461F-99CC-8E1EC84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Retain Beta as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EAFF3-55C1-44C2-81AF-516BD82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Select the baseline with usable guardrails</a:t>
            </a:r>
          </a:p>
        </p:txBody>
      </p:sp>
    </p:spTree>
    <p:extLst>
      <p:ext uri="{BB962C8B-B14F-4D97-AF65-F5344CB8AC3E}">
        <p14:creationId xmlns:p14="http://schemas.microsoft.com/office/powerpoint/2010/main" val="547734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2026-08-22T20:01:18.9320000Z</dcterms:created>
  <dcterms:modified xsi:type="dcterms:W3CDTF">2026-08-22T20:01:18.9320000Z</dcterms:modified>
</coreProperties>
</file>