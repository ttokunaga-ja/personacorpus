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f5c132fcf4a01" /><Relationship Type="http://schemas.openxmlformats.org/officeDocument/2006/relationships/extended-properties" Target="/docProps/app.xml" Id="R2001f1d9c93c4b9a" /><Relationship Type="http://schemas.openxmlformats.org/officeDocument/2006/relationships/officeDocument" Target="/ppt/presentation.xml" Id="Ra23069aa46e649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f7d64137c64f38"/>
  </p:sldMasterIdLst>
  <p:notesMasterIdLst>
    <p:notesMasterId xmlns:r="http://schemas.openxmlformats.org/officeDocument/2006/relationships" r:id="R9f2360de5b414142"/>
  </p:notesMasterIdLst>
  <p:sldIdLst>
    <p:sldId xmlns:r="http://schemas.openxmlformats.org/officeDocument/2006/relationships" id="256" r:id="R5c712eea35894388"/>
    <p:sldId xmlns:r="http://schemas.openxmlformats.org/officeDocument/2006/relationships" id="257" r:id="Rc3c9c49a2f0c4a3b"/>
    <p:sldId xmlns:r="http://schemas.openxmlformats.org/officeDocument/2006/relationships" id="258" r:id="Ra12dfde565a74546"/>
    <p:sldId xmlns:r="http://schemas.openxmlformats.org/officeDocument/2006/relationships" id="259" r:id="Rc6445b5b698a4809"/>
    <p:sldId xmlns:r="http://schemas.openxmlformats.org/officeDocument/2006/relationships" id="260" r:id="R656c639a307543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bc9ee690341d7" /><Relationship Type="http://schemas.openxmlformats.org/officeDocument/2006/relationships/slideMaster" Target="/ppt/slideMasters/slideMaster1.xml" Id="Re2f7d64137c64f38" /><Relationship Type="http://schemas.openxmlformats.org/officeDocument/2006/relationships/notesMaster" Target="/ppt/notesMasters/notesMaster1.xml" Id="R9f2360de5b414142" /><Relationship Type="http://schemas.openxmlformats.org/officeDocument/2006/relationships/presProps" Target="/ppt/presProps.xml" Id="R05477388b7aa40d0" /><Relationship Type="http://schemas.openxmlformats.org/officeDocument/2006/relationships/tableStyles" Target="/ppt/tableStyles.xml" Id="Rd840f0939aad4f05" /><Relationship Type="http://schemas.openxmlformats.org/officeDocument/2006/relationships/slide" Target="/ppt/slides/slide1.xml" Id="R5c712eea35894388" /><Relationship Type="http://schemas.openxmlformats.org/officeDocument/2006/relationships/slide" Target="/ppt/slides/slide2.xml" Id="Rc3c9c49a2f0c4a3b" /><Relationship Type="http://schemas.openxmlformats.org/officeDocument/2006/relationships/slide" Target="/ppt/slides/slide3.xml" Id="Ra12dfde565a74546" /><Relationship Type="http://schemas.openxmlformats.org/officeDocument/2006/relationships/slide" Target="/ppt/slides/slide4.xml" Id="Rc6445b5b698a4809" /><Relationship Type="http://schemas.openxmlformats.org/officeDocument/2006/relationships/slide" Target="/ppt/slides/slide5.xml" Id="R656c639a307543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369c5313c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bb1b9dbb86475f" /><Relationship Type="http://schemas.openxmlformats.org/officeDocument/2006/relationships/notesMaster" Target="/ppt/notesMasters/notesMaster1.xml" Id="R06c2ef525cf54d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960167bd714d0d" /><Relationship Type="http://schemas.openxmlformats.org/officeDocument/2006/relationships/notesMaster" Target="/ppt/notesMasters/notesMaster1.xml" Id="R57293d5a1c2e45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5a1d726afa4f36" /><Relationship Type="http://schemas.openxmlformats.org/officeDocument/2006/relationships/notesMaster" Target="/ppt/notesMasters/notesMaster1.xml" Id="R75ca8ad0953e4d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fd6f3e67e430e" /><Relationship Type="http://schemas.openxmlformats.org/officeDocument/2006/relationships/notesMaster" Target="/ppt/notesMasters/notesMaster1.xml" Id="R2bc0d8accea246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5374e8ada43e4" /><Relationship Type="http://schemas.openxmlformats.org/officeDocument/2006/relationships/notesMaster" Target="/ppt/notesMasters/notesMaster1.xml" Id="R356def2033894a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106ed6a1a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a3a2e40b264905" /><Relationship Type="http://schemas.openxmlformats.org/officeDocument/2006/relationships/slideLayout" Target="/ppt/slideLayouts/slideLayout1.xml" Id="Rb4eec5262b334e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ec5262b334e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d500f0a37489b" /><Relationship Type="http://schemas.openxmlformats.org/officeDocument/2006/relationships/notesSlide" Target="/ppt/notesSlides/notesSlide1.xml" Id="R36e71b1f9ec246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ff9d7cb04683" /><Relationship Type="http://schemas.openxmlformats.org/officeDocument/2006/relationships/chart" Target="/ppt/slides/charts/chart1.xml" Id="Rde1afad678e645cf" /><Relationship Type="http://schemas.openxmlformats.org/officeDocument/2006/relationships/notesSlide" Target="/ppt/notesSlides/notesSlide2.xml" Id="R319c28cdca4d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4ac3766eb4aae" /><Relationship Type="http://schemas.openxmlformats.org/officeDocument/2006/relationships/notesSlide" Target="/ppt/notesSlides/notesSlide3.xml" Id="Rc042b8803526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3da10a42e446b" /><Relationship Type="http://schemas.openxmlformats.org/officeDocument/2006/relationships/notesSlide" Target="/ppt/notesSlides/notesSlide4.xml" Id="R7d6e92c4274548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0f6f0e2b84cd2" /><Relationship Type="http://schemas.openxmlformats.org/officeDocument/2006/relationships/notesSlide" Target="/ppt/notesSlides/notesSlide5.xml" Id="Rb3f93ec403a541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records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S1</c:v>
              </c:pt>
              <c:pt idx="1">
                <c:v>S2</c:v>
              </c:pt>
            </c:strLit>
          </c:cat>
          <c:val>
            <c:numLit>
              <c:formatCode>General</c:formatCode>
              <c:ptCount val="2"/>
              <c:pt idx="0">
                <c:v>1600</c:v>
              </c:pt>
              <c:pt idx="1">
                <c:v>800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F954B-99B1-475D-BFF2-9C8B43C3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042B-4A9B-4B59-8705-4D68D776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HF-Eval dataset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19CAC-739F-4951-B58A-BD030BE5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the synthetic coverage release-ready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FAF7-731B-4D45-9D58-938206B0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826404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B8E74-2C4A-4DC1-90B0-A1FA52CA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5ECF-33DA-4F0B-896B-D33BDC9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S1 and S2 make 2,400 records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D7DF6-056B-4526-AED9-278B2640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62000" y="1571625"/>
          <a:ext xmlns:a="http://schemas.openxmlformats.org/drawingml/2006/main" cx="647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1afad678e645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BC14E-3A05-4DAF-9364-308F213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synthetic intent labels</a:t>
            </a:r>
          </a:p>
        </p:txBody>
      </p:sp>
    </p:spTree>
    <p:extLst>
      <p:ext uri="{BB962C8B-B14F-4D97-AF65-F5344CB8AC3E}">
        <p14:creationId xmlns:p14="http://schemas.microsoft.com/office/powerpoint/2010/main" val="1048436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868D7-0891-47FF-B46B-97BA0C11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74B50-A91B-4A1C-A639-97748E9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 lineage is a controlled synthetic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770FB-5825-47A1-8D4E-24C09806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78ED4-3204-4B7A-9FAF-4FE1BCDA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A2D08-9703-4F96-BE20-E14E792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73947-74CB-421D-9314-5F653E1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D27C1-BE3C-4B9F-B213-D06260F5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D36D9-42F3-4043-9DDC-E69782D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0C73-364F-44D3-8E05-F1B8EFD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5AA4-31AD-49ED-BD78-C508BDAE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38295-C998-4EF1-91B7-ECF02E8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</p:spTree>
    <p:extLst>
      <p:ext uri="{BB962C8B-B14F-4D97-AF65-F5344CB8AC3E}">
        <p14:creationId xmlns:p14="http://schemas.microsoft.com/office/powerpoint/2010/main" val="1049228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53FD-C10D-4037-9C5E-27BFFD18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F427-2E93-4507-9A7A-87F14E6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gates check coverage before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594E8-B6B4-4824-AED4-F8E0F9C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8BEB-5A46-4A23-84B4-F60D98A0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EE4CC-E175-4A04-92CE-EB4EDC5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308F-277E-4716-98E8-04EF2DC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2,400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01321-C1E0-4ABC-BD6B-291CDAA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4751E-C125-4833-B3F9-DBB55A43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1F98B-4990-4206-A032-6609C77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S1 1,600 / S2 800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DC882-8E6A-4300-86AE-9FFB130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CB626-C4A5-4778-A59B-44AC2D7A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F38FF-8101-4589-8DF6-12E55A2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Five present</a:t>
            </a:r>
          </a:p>
        </p:txBody>
      </p:sp>
    </p:spTree>
    <p:extLst>
      <p:ext uri="{BB962C8B-B14F-4D97-AF65-F5344CB8AC3E}">
        <p14:creationId xmlns:p14="http://schemas.microsoft.com/office/powerpoint/2010/main" val="1216881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821F7-762B-437E-A05D-1FB6DC3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62FD-FC04-4278-9634-A29E71BB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56F86-D637-4A00-B963-93F460C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F56C5-740B-4072-BC01-22F85E33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371A7-95AC-4E85-ACE4-B75D8CC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Freeze v3.2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E5183-47B3-43EB-A3C2-19E3D4C0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8D87A-647D-4906-A3FA-4B477A49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Publish label rubric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32CB-D074-4DBB-9366-EC144ED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76A7-C3EC-4AF4-803A-B7307C5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Gate new slice additions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3DB01-840C-4B23-81A6-2FEC6E1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Make the synthetic coverage release-ready</a:t>
            </a:r>
          </a:p>
        </p:txBody>
      </p:sp>
    </p:spTree>
    <p:extLst>
      <p:ext uri="{BB962C8B-B14F-4D97-AF65-F5344CB8AC3E}">
        <p14:creationId xmlns:p14="http://schemas.microsoft.com/office/powerpoint/2010/main" val="574669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2026-08-22T20:01:18.9810000Z</dcterms:created>
  <dcterms:modified xsi:type="dcterms:W3CDTF">2026-08-22T20:01:18.9810000Z</dcterms:modified>
</coreProperties>
</file>