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3af027108f4a90" /><Relationship Type="http://schemas.openxmlformats.org/officeDocument/2006/relationships/extended-properties" Target="/docProps/app.xml" Id="R10ef5871387b443d" /><Relationship Type="http://schemas.openxmlformats.org/officeDocument/2006/relationships/officeDocument" Target="/ppt/presentation.xml" Id="R30d5faf6948440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d4fdeed48f45fd"/>
  </p:sldMasterIdLst>
  <p:notesMasterIdLst>
    <p:notesMasterId xmlns:r="http://schemas.openxmlformats.org/officeDocument/2006/relationships" r:id="Re0015abfa8264949"/>
  </p:notesMasterIdLst>
  <p:sldIdLst>
    <p:sldId xmlns:r="http://schemas.openxmlformats.org/officeDocument/2006/relationships" id="256" r:id="R00bd6c6f256843d1"/>
    <p:sldId xmlns:r="http://schemas.openxmlformats.org/officeDocument/2006/relationships" id="257" r:id="R13b40cf6a20e4bc6"/>
    <p:sldId xmlns:r="http://schemas.openxmlformats.org/officeDocument/2006/relationships" id="258" r:id="Rf6f15f54e2374a27"/>
    <p:sldId xmlns:r="http://schemas.openxmlformats.org/officeDocument/2006/relationships" id="259" r:id="R3cd52714737240fa"/>
    <p:sldId xmlns:r="http://schemas.openxmlformats.org/officeDocument/2006/relationships" id="260" r:id="Rb1bd43a0b8ce41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f7a00088bc4aba" /><Relationship Type="http://schemas.openxmlformats.org/officeDocument/2006/relationships/slideMaster" Target="/ppt/slideMasters/slideMaster1.xml" Id="R39d4fdeed48f45fd" /><Relationship Type="http://schemas.openxmlformats.org/officeDocument/2006/relationships/notesMaster" Target="/ppt/notesMasters/notesMaster1.xml" Id="Re0015abfa8264949" /><Relationship Type="http://schemas.openxmlformats.org/officeDocument/2006/relationships/presProps" Target="/ppt/presProps.xml" Id="R8f50885bcddc4e38" /><Relationship Type="http://schemas.openxmlformats.org/officeDocument/2006/relationships/tableStyles" Target="/ppt/tableStyles.xml" Id="R8bb5638ea0804d8f" /><Relationship Type="http://schemas.openxmlformats.org/officeDocument/2006/relationships/slide" Target="/ppt/slides/slide1.xml" Id="R00bd6c6f256843d1" /><Relationship Type="http://schemas.openxmlformats.org/officeDocument/2006/relationships/slide" Target="/ppt/slides/slide2.xml" Id="R13b40cf6a20e4bc6" /><Relationship Type="http://schemas.openxmlformats.org/officeDocument/2006/relationships/slide" Target="/ppt/slides/slide3.xml" Id="Rf6f15f54e2374a27" /><Relationship Type="http://schemas.openxmlformats.org/officeDocument/2006/relationships/slide" Target="/ppt/slides/slide4.xml" Id="R3cd52714737240fa" /><Relationship Type="http://schemas.openxmlformats.org/officeDocument/2006/relationships/slide" Target="/ppt/slides/slide5.xml" Id="Rb1bd43a0b8ce41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0a69cd4c2044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ebb31d53fe4aac" /><Relationship Type="http://schemas.openxmlformats.org/officeDocument/2006/relationships/notesMaster" Target="/ppt/notesMasters/notesMaster1.xml" Id="R8d521fc900a44e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e90d6b62ae40a9" /><Relationship Type="http://schemas.openxmlformats.org/officeDocument/2006/relationships/notesMaster" Target="/ppt/notesMasters/notesMaster1.xml" Id="R0341a29a925949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228a48633746d9" /><Relationship Type="http://schemas.openxmlformats.org/officeDocument/2006/relationships/notesMaster" Target="/ppt/notesMasters/notesMaster1.xml" Id="R4a2484259b5342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67dab9b2184229" /><Relationship Type="http://schemas.openxmlformats.org/officeDocument/2006/relationships/notesMaster" Target="/ppt/notesMasters/notesMaster1.xml" Id="R90b709815a9447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28e72a066d4fcd" /><Relationship Type="http://schemas.openxmlformats.org/officeDocument/2006/relationships/notesMaster" Target="/ppt/notesMasters/notesMaster1.xml" Id="R48d87b5ef69c4b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f8df161c44f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2797c98eab4582" /><Relationship Type="http://schemas.openxmlformats.org/officeDocument/2006/relationships/slideLayout" Target="/ppt/slideLayouts/slideLayout1.xml" Id="Radd6ae7a857748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d6ae7a857748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dd05cde034593" /><Relationship Type="http://schemas.openxmlformats.org/officeDocument/2006/relationships/notesSlide" Target="/ppt/notesSlides/notesSlide1.xml" Id="R83e0ec7fe14b49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265ea75884375" /><Relationship Type="http://schemas.openxmlformats.org/officeDocument/2006/relationships/chart" Target="/ppt/slides/charts/chart1.xml" Id="R2c2f42c35d514660" /><Relationship Type="http://schemas.openxmlformats.org/officeDocument/2006/relationships/notesSlide" Target="/ppt/notesSlides/notesSlide2.xml" Id="R9b3c386305a140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55171a0cb4bc7" /><Relationship Type="http://schemas.openxmlformats.org/officeDocument/2006/relationships/notesSlide" Target="/ppt/notesSlides/notesSlide3.xml" Id="Re391cf4f606841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1d739b1f44da8" /><Relationship Type="http://schemas.openxmlformats.org/officeDocument/2006/relationships/notesSlide" Target="/ppt/notesSlides/notesSlide4.xml" Id="R90ab0a1b128d48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7896551014bb4" /><Relationship Type="http://schemas.openxmlformats.org/officeDocument/2006/relationships/notesSlide" Target="/ppt/notesSlides/notesSlide5.xml" Id="R8f785ec6acaa404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Synthetic error count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Boundary</c:v>
              </c:pt>
              <c:pt idx="1">
                <c:v>Context</c:v>
              </c:pt>
              <c:pt idx="2">
                <c:v>Ambiguity</c:v>
              </c:pt>
            </c:strLit>
          </c:cat>
          <c:val>
            <c:numLit>
              <c:formatCode>General</c:formatCode>
              <c:ptCount val="3"/>
              <c:pt idx="0">
                <c:v>34</c:v>
              </c:pt>
              <c:pt idx="1">
                <c:v>21</c:v>
              </c:pt>
              <c:pt idx="2">
                <c:v>13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0F6B7-5C88-4EC0-8871-25376972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28295-04F0-430F-AA67-1BB7F01C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R184 error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06A0D-0186-471D-9B09-5BC3575C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Convert errors into targeted repairs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A252F-BC69-4578-881E-0687DDEA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Lab meeting · 2026-07-13</a:t>
            </a:r>
          </a:p>
        </p:txBody>
      </p:sp>
    </p:spTree>
    <p:extLst>
      <p:ext uri="{BB962C8B-B14F-4D97-AF65-F5344CB8AC3E}">
        <p14:creationId xmlns:p14="http://schemas.microsoft.com/office/powerpoint/2010/main" val="9363558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CD62F-6D02-41CA-87DB-D3AB7B70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18EC1-E8F4-45C5-B898-C29BD459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Boundary intent is the largest error family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FA80C-C1ED-4994-BDF3-7F922C73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5715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2f42c35d51466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A6C78-44E5-45AE-A622-280E585E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68 synthetic errors reviewed</a:t>
            </a:r>
          </a:p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Boundary intent: 50%</a:t>
            </a:r>
          </a:p>
        </p:txBody>
      </p:sp>
    </p:spTree>
    <p:extLst>
      <p:ext uri="{BB962C8B-B14F-4D97-AF65-F5344CB8AC3E}">
        <p14:creationId xmlns:p14="http://schemas.microsoft.com/office/powerpoint/2010/main" val="12591101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5DC0D3-AD3C-4138-962C-CE9FB367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93113-526B-41D5-8557-E13F9FD8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S2 exposes concentrated confusion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1FDE4-E176-4AF5-A08E-E503A216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2AAD4-9285-4991-A500-CDBF2B95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14500"/>
            <a:ext cx="1238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FFA8A-6110-461E-86B2-82D90616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6C662-539E-40C9-A453-DD75782F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14500"/>
            <a:ext cx="1238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48845-3FEA-477F-BDC7-2E0E5D95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14C74-A53A-4BBC-B43C-29FE8155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14500"/>
            <a:ext cx="1238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8A78B-5BFF-400B-8BDB-E7205EB6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CF22A-E2E0-4FF1-B6B5-3E1AF7F3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0"/>
            <a:ext cx="1238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D3225-EE11-4B60-8590-6DF5C9ED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05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9707E-127B-456D-B964-FF4A071A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1238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61564-EB16-4C15-8C7A-F91A676D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05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CEFE0-7C59-4DB6-B4CF-40CC8DD9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67000"/>
            <a:ext cx="1238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80D5B-6DB4-44EE-8328-5FB8DA8D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05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9416E0-DC28-41CF-BEC3-B6DC6434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0"/>
            <a:ext cx="1238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2252F-AD59-473B-BE44-774E01E7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57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90DBB3-405C-4965-B9C1-C7757EAC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19500"/>
            <a:ext cx="1238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65CEF-5CD8-437D-98A3-72910601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198F7-8BA7-4BCF-A913-3E69286B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1238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54879-AF0E-4634-A927-E293BCF8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57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0701794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3AB9D-3637-4FCE-AA42-D890C45E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B8B1B-4FCC-4582-AB70-1984C0F5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Failure patterns point to missing boundary cues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20A51-C1D8-430D-8BBA-90FE6E9D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02A99-8947-42F1-ADB2-E45FB0CE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10287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45B1D-854E-4A7A-9D24-36AED44A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859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 need access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3C0A7-7027-41A0-8143-D0CEF573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access vs route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210BA-7038-44D2-9736-F693D100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0287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924F9-1095-40DA-8376-6FAE3330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76575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billing route changed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57ECB-8885-4531-A7E2-A594984A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765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billing vs route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C6626-CEF2-43A1-A077-C629EADE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10287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F5D81-2BC0-48FC-9D6C-1BADB69B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672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is this allowed?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B9646-8F3D-421B-8FFB-C6CADB9A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policy ambiguity</a:t>
            </a:r>
          </a:p>
        </p:txBody>
      </p:sp>
    </p:spTree>
    <p:extLst>
      <p:ext uri="{BB962C8B-B14F-4D97-AF65-F5344CB8AC3E}">
        <p14:creationId xmlns:p14="http://schemas.microsoft.com/office/powerpoint/2010/main" val="613573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D805A-ECD6-4E91-8899-60768F46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E057F-6993-4ACB-AC6F-65DCB7E6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Specific next moves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3A2C4-9332-4CAD-990C-03A9AC90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202B5-90A7-4F9D-BD54-CF350630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FCA20-646C-4720-960E-840B41F6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Audit boundary labels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61D7F-963E-419A-9D43-7BBAF4AB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D7008-476B-4CD4-B8A0-10385050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Write counterexamples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82E2A-8DBB-46D1-ACD6-D74526B4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77278-3277-4D26-A13F-169AD63E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Re-score S2 slice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D70B7-D0E5-46B8-93E7-69E81E7E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Convert errors into targeted repairs</a:t>
            </a:r>
          </a:p>
        </p:txBody>
      </p:sp>
    </p:spTree>
    <p:extLst>
      <p:ext uri="{BB962C8B-B14F-4D97-AF65-F5344CB8AC3E}">
        <p14:creationId xmlns:p14="http://schemas.microsoft.com/office/powerpoint/2010/main" val="2056939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2026-08-22T20:01:18.7940000Z</dcterms:created>
  <dcterms:modified xsi:type="dcterms:W3CDTF">2026-08-22T20:01:18.7940000Z</dcterms:modified>
</coreProperties>
</file>