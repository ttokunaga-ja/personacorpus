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b89945091343b9" /><Relationship Type="http://schemas.openxmlformats.org/officeDocument/2006/relationships/extended-properties" Target="/docProps/app.xml" Id="R1b897c0e97d9474c" /><Relationship Type="http://schemas.openxmlformats.org/officeDocument/2006/relationships/officeDocument" Target="/ppt/presentation.xml" Id="R4709f5b9b32849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18bd8cbda4094"/>
  </p:sldMasterIdLst>
  <p:notesMasterIdLst>
    <p:notesMasterId xmlns:r="http://schemas.openxmlformats.org/officeDocument/2006/relationships" r:id="R4128e36d21114890"/>
  </p:notesMasterIdLst>
  <p:sldIdLst>
    <p:sldId xmlns:r="http://schemas.openxmlformats.org/officeDocument/2006/relationships" id="256" r:id="R27e399193bd24be0"/>
    <p:sldId xmlns:r="http://schemas.openxmlformats.org/officeDocument/2006/relationships" id="257" r:id="Rfc17c6ba71ce4824"/>
    <p:sldId xmlns:r="http://schemas.openxmlformats.org/officeDocument/2006/relationships" id="258" r:id="R61e7f811039f4286"/>
    <p:sldId xmlns:r="http://schemas.openxmlformats.org/officeDocument/2006/relationships" id="259" r:id="R3811665d6d684856"/>
    <p:sldId xmlns:r="http://schemas.openxmlformats.org/officeDocument/2006/relationships" id="260" r:id="Rfa372ef0980c49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607cc04aec46b2" /><Relationship Type="http://schemas.openxmlformats.org/officeDocument/2006/relationships/slideMaster" Target="/ppt/slideMasters/slideMaster1.xml" Id="Rcdf18bd8cbda4094" /><Relationship Type="http://schemas.openxmlformats.org/officeDocument/2006/relationships/notesMaster" Target="/ppt/notesMasters/notesMaster1.xml" Id="R4128e36d21114890" /><Relationship Type="http://schemas.openxmlformats.org/officeDocument/2006/relationships/presProps" Target="/ppt/presProps.xml" Id="Re152a65dd5c848c7" /><Relationship Type="http://schemas.openxmlformats.org/officeDocument/2006/relationships/tableStyles" Target="/ppt/tableStyles.xml" Id="Rd8019500e7294415" /><Relationship Type="http://schemas.openxmlformats.org/officeDocument/2006/relationships/slide" Target="/ppt/slides/slide1.xml" Id="R27e399193bd24be0" /><Relationship Type="http://schemas.openxmlformats.org/officeDocument/2006/relationships/slide" Target="/ppt/slides/slide2.xml" Id="Rfc17c6ba71ce4824" /><Relationship Type="http://schemas.openxmlformats.org/officeDocument/2006/relationships/slide" Target="/ppt/slides/slide3.xml" Id="R61e7f811039f4286" /><Relationship Type="http://schemas.openxmlformats.org/officeDocument/2006/relationships/slide" Target="/ppt/slides/slide4.xml" Id="R3811665d6d684856" /><Relationship Type="http://schemas.openxmlformats.org/officeDocument/2006/relationships/slide" Target="/ppt/slides/slide5.xml" Id="Rfa372ef0980c49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910958b272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994c1661f349ef" /><Relationship Type="http://schemas.openxmlformats.org/officeDocument/2006/relationships/notesMaster" Target="/ppt/notesMasters/notesMaster1.xml" Id="R54deb83dd7e746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c07eaefd64012" /><Relationship Type="http://schemas.openxmlformats.org/officeDocument/2006/relationships/notesMaster" Target="/ppt/notesMasters/notesMaster1.xml" Id="R71d5e4a2516e41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ee0d33760e4db4" /><Relationship Type="http://schemas.openxmlformats.org/officeDocument/2006/relationships/notesMaster" Target="/ppt/notesMasters/notesMaster1.xml" Id="R9fcd49fc3077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b9b80bf744115" /><Relationship Type="http://schemas.openxmlformats.org/officeDocument/2006/relationships/notesMaster" Target="/ppt/notesMasters/notesMaster1.xml" Id="Re66584368d5a4d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14461ff1ca464f" /><Relationship Type="http://schemas.openxmlformats.org/officeDocument/2006/relationships/notesMaster" Target="/ppt/notesMasters/notesMaster1.xml" Id="Rbf2468bf886a46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1c9e2a94842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efaf9fd9014f66" /><Relationship Type="http://schemas.openxmlformats.org/officeDocument/2006/relationships/slideLayout" Target="/ppt/slideLayouts/slideLayout1.xml" Id="R2f4db17b82454a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db17b82454a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ee00b392644e6" /><Relationship Type="http://schemas.openxmlformats.org/officeDocument/2006/relationships/notesSlide" Target="/ppt/notesSlides/notesSlide1.xml" Id="R309a2465210c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8f4f78c914a18" /><Relationship Type="http://schemas.openxmlformats.org/officeDocument/2006/relationships/notesSlide" Target="/ppt/notesSlides/notesSlide2.xml" Id="R2f9a502bd1954a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cb1ece5874246" /><Relationship Type="http://schemas.openxmlformats.org/officeDocument/2006/relationships/notesSlide" Target="/ppt/notesSlides/notesSlide3.xml" Id="Rba5a97aa22594b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f8aee76e34a72" /><Relationship Type="http://schemas.openxmlformats.org/officeDocument/2006/relationships/notesSlide" Target="/ppt/notesSlides/notesSlide4.xml" Id="R0b8bad9602b148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ffd92d3c433b" /><Relationship Type="http://schemas.openxmlformats.org/officeDocument/2006/relationships/notesSlide" Target="/ppt/notesSlides/notesSlide5.xml" Id="R66bba74da6b0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3F37A-9176-4421-B9FC-C9D1056E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DESIGN COORDINATION KICKOFF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0092A-272A-4DA7-981D-AE658DB8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FDF3E-EE2D-4FC7-81F9-111FAFD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CF18C-7F01-4D73-91F4-5151B4AA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Project Beta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7C14B-B199-4D44-AAB2-8E28233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Design coordination kickoff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4794E-BF39-416D-9220-29332B21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Harbor Build  |  Coordination baseline and decision rhythm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25958-9A9E-4EF9-853E-1731DADD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906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5D23-3F2E-4719-A629-7F6556E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764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BETA</a:t>
            </a:r>
          </a:p>
          <a:p xmlns:a="http://schemas.openxmlformats.org/drawingml/2006/main">
            <a:pPr algn="ctr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C47DB-7CFC-43A1-95E8-ED71BF3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Harbor Build meeting material</a:t>
            </a:r>
          </a:p>
        </p:txBody>
      </p:sp>
    </p:spTree>
    <p:extLst>
      <p:ext uri="{BB962C8B-B14F-4D97-AF65-F5344CB8AC3E}">
        <p14:creationId xmlns:p14="http://schemas.microsoft.com/office/powerpoint/2010/main" val="378828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5F863-F83C-47FF-9262-B2C9CEE8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38D4F-6A2E-440B-A335-91BACB19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5335E-B411-42AD-A059-8000228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CC3D7-B651-43E6-B0F5-ED6839B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kickoff aligns decision rhythm before package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C4AF7-E864-4F5A-992B-747DC3E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Project Beta is distinct from Project Alpha; no Alpha cost or CO reference applies.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E385C-61A5-4CEF-903F-5D2B041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BBAF4-C14D-4523-BD4F-C566DB3C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Design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8177E-1BB7-4377-A954-46D25C2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Confirm model ownership and issue cadence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1EA05-86D1-4482-B021-7961091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75E58-BA3E-40DF-89E3-6079BDC2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Buildability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ED5BD-D34F-4A79-BE44-61C11C4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Surface high-risk interfaces 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EEF99-CD11-4BB2-BB2D-8F23F7A7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C6A30-43B6-4DBE-ABC6-A32DA336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Decision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3215E-BFE5-427D-B0CA-487AC1BF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909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Use one dated log for open 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9F789-7569-426D-8716-F6DA004E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Project Beta 2026  |  Synthetic kickoff scope</a:t>
            </a:r>
          </a:p>
        </p:txBody>
      </p:sp>
    </p:spTree>
    <p:extLst>
      <p:ext uri="{BB962C8B-B14F-4D97-AF65-F5344CB8AC3E}">
        <p14:creationId xmlns:p14="http://schemas.microsoft.com/office/powerpoint/2010/main" val="611248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32F7E-2B66-42F2-A72A-193212E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RHYTHM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ABD02-A3C0-4603-87C1-86405C8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37045-8DEA-42B6-86FA-98520F49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59E1F-6E8F-4A16-A732-3000859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 four-step cycle keeps coordination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8DAE-8D9D-4C3F-9150-497C7D3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checkpoint produces a named record and an owner.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E15F0-41E9-4881-9A27-2CE77A4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0D98A-E0F4-4C53-A842-B8012746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D3826-7A5A-4CCA-98D8-BDABBBD9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Kickoff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4B96D-CC36-4EFC-8F5C-F50E5CD4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Set owners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27AF3-C24A-4227-976F-FD18743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DEEF4-7BE6-483B-A802-8DB0BE2D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Week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FFC32-E2BE-4493-ADC0-2F75378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Review interfaces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5C803-06E0-4B49-91C8-5A9B1F8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0A6A9-41C5-44AF-B4FF-4897DA1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Week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430E8-71E5-4562-8207-1428F812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Resolve conflicts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808B2-5CD8-4645-8BF8-9F3A65C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78D6E-62CE-4E72-B643-4E9DDB03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Week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B3510-AD96-48FA-8965-7CE3FC14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Release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F8C3A-7FCB-4644-B538-23E129C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Project Beta 2026  |  Synthetic coordination cadence</a:t>
            </a:r>
          </a:p>
        </p:txBody>
      </p:sp>
    </p:spTree>
    <p:extLst>
      <p:ext uri="{BB962C8B-B14F-4D97-AF65-F5344CB8AC3E}">
        <p14:creationId xmlns:p14="http://schemas.microsoft.com/office/powerpoint/2010/main" val="2022307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6593C-433D-4742-849E-577F9C1F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PROGRESS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BBE1E-54B5-475A-93EF-C9D44A2A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6EF46-6D7F-4D20-B017-E7FCAF0A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3D135-FC0C-4390-93A3-7E77F120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Early interface review prioritizes the highest coordination 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B00C-6304-4F18-9095-E507EED5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Synthetic share of initial coordination topics.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6C939-700D-475F-899A-9B25918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6330"/>
            <a:ext cx="1009650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C69C6-6ABE-4BB5-8DB3-4D12B03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248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845A6-FA8D-4745-B02B-5A69D1A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C6FA8-CEF4-4EAA-A34F-3350A355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77740"/>
            <a:ext cx="1009650" cy="842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A2DB-ACE4-4D7A-9978-64C7FFD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5389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34%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68CF5-28CE-4894-8C20-313DA6C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EE207-CA80-4552-A8C5-AB1E68E9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78680"/>
            <a:ext cx="1009650" cy="9410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31CE5-37BE-4544-B1E3-63396D3F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5483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38%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CF413-170B-45B8-B288-CBDC26FC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MEP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440E8-4F9D-469F-880C-B6560F4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239AC-8BFB-44AF-B809-37DDFDFE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progress measure  |  Percent complete reflects planned workface release</a:t>
            </a:r>
          </a:p>
        </p:txBody>
      </p:sp>
    </p:spTree>
    <p:extLst>
      <p:ext uri="{BB962C8B-B14F-4D97-AF65-F5344CB8AC3E}">
        <p14:creationId xmlns:p14="http://schemas.microsoft.com/office/powerpoint/2010/main" val="1917174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DB193-87B8-4A5D-A188-7BB6A732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C8AD3-5619-4A38-B517-EFF6A81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C055F-9403-4B13-8110-B35F99EC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E48F9-D20D-4CED-8666-C7D9BB20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Kickoff commitments establish the first review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F69B9-C1C3-4505-B146-06D5C89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owner confirms the next observable action before the next site walk.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DF6A5-02C3-46B8-8E62-209F23F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1FE06-0A58-4FD1-BBEA-2EBF3DDA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Coordination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39556-A8C0-4DED-90CD-922AF3E5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Publish version 1 by next business day - Coordinator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C9D7C-3A08-4989-BE9F-1D67D442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B4E7D-C361-445C-9F82-28AE058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Model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2B7F2-0CC0-47E0-8DB6-99B7D40C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Bring discipline comments to Week 1 - Design Leads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4DD45-1BD5-48D9-8C3A-51B61C0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7C052-3467-457F-9431-055D137F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Issue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0B37C-76E4-4BDB-A9C6-EE8BACCC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Assign each open item an owner and due date - 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BBA78-6370-422D-8836-29BB9BA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CB04-CC44-42D4-BD5B-FBF67F23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Next meeting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1DE1D-6891-4443-BC26-27F107C9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Confirm resolved and escalated items - Core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09E67-BDCE-4DFB-ABFA-8F66B24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internal working record  |  Harbor Build</a:t>
            </a:r>
          </a:p>
        </p:txBody>
      </p:sp>
    </p:spTree>
    <p:extLst>
      <p:ext uri="{BB962C8B-B14F-4D97-AF65-F5344CB8AC3E}">
        <p14:creationId xmlns:p14="http://schemas.microsoft.com/office/powerpoint/2010/main" val="132023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2026-08-23T19:15:55.2200000Z</dcterms:created>
  <dcterms:modified xsi:type="dcterms:W3CDTF">2026-08-23T19:15:55.2200000Z</dcterms:modified>
</coreProperties>
</file>