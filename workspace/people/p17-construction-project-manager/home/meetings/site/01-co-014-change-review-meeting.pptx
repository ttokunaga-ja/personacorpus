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14b1f3a0624980" /><Relationship Type="http://schemas.openxmlformats.org/officeDocument/2006/relationships/extended-properties" Target="/docProps/app.xml" Id="R006afeb0674147eb" /><Relationship Type="http://schemas.openxmlformats.org/officeDocument/2006/relationships/officeDocument" Target="/ppt/presentation.xml" Id="Rb6336459ef4846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5d9620575c4f6a"/>
  </p:sldMasterIdLst>
  <p:notesMasterIdLst>
    <p:notesMasterId xmlns:r="http://schemas.openxmlformats.org/officeDocument/2006/relationships" r:id="Rb8d4827433ab4652"/>
  </p:notesMasterIdLst>
  <p:sldIdLst>
    <p:sldId xmlns:r="http://schemas.openxmlformats.org/officeDocument/2006/relationships" id="256" r:id="Re361a2d6be564988"/>
    <p:sldId xmlns:r="http://schemas.openxmlformats.org/officeDocument/2006/relationships" id="257" r:id="Rf09362b6d1a44fa2"/>
    <p:sldId xmlns:r="http://schemas.openxmlformats.org/officeDocument/2006/relationships" id="258" r:id="Rc5f5942f6eaa4f88"/>
    <p:sldId xmlns:r="http://schemas.openxmlformats.org/officeDocument/2006/relationships" id="259" r:id="R5af9842459e243bc"/>
    <p:sldId xmlns:r="http://schemas.openxmlformats.org/officeDocument/2006/relationships" id="260" r:id="R4c79eb49df6449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42ac5028714799" /><Relationship Type="http://schemas.openxmlformats.org/officeDocument/2006/relationships/slideMaster" Target="/ppt/slideMasters/slideMaster1.xml" Id="R1d5d9620575c4f6a" /><Relationship Type="http://schemas.openxmlformats.org/officeDocument/2006/relationships/notesMaster" Target="/ppt/notesMasters/notesMaster1.xml" Id="Rb8d4827433ab4652" /><Relationship Type="http://schemas.openxmlformats.org/officeDocument/2006/relationships/presProps" Target="/ppt/presProps.xml" Id="Re1aa868f12a340fe" /><Relationship Type="http://schemas.openxmlformats.org/officeDocument/2006/relationships/tableStyles" Target="/ppt/tableStyles.xml" Id="Ra5ef0c5899084937" /><Relationship Type="http://schemas.openxmlformats.org/officeDocument/2006/relationships/slide" Target="/ppt/slides/slide1.xml" Id="Re361a2d6be564988" /><Relationship Type="http://schemas.openxmlformats.org/officeDocument/2006/relationships/slide" Target="/ppt/slides/slide2.xml" Id="Rf09362b6d1a44fa2" /><Relationship Type="http://schemas.openxmlformats.org/officeDocument/2006/relationships/slide" Target="/ppt/slides/slide3.xml" Id="Rc5f5942f6eaa4f88" /><Relationship Type="http://schemas.openxmlformats.org/officeDocument/2006/relationships/slide" Target="/ppt/slides/slide4.xml" Id="R5af9842459e243bc" /><Relationship Type="http://schemas.openxmlformats.org/officeDocument/2006/relationships/slide" Target="/ppt/slides/slide5.xml" Id="R4c79eb49df6449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9ddbb3e44441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1ada2abfe64366" /><Relationship Type="http://schemas.openxmlformats.org/officeDocument/2006/relationships/notesMaster" Target="/ppt/notesMasters/notesMaster1.xml" Id="R63011d3d98bb4c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13ef70fac04556" /><Relationship Type="http://schemas.openxmlformats.org/officeDocument/2006/relationships/notesMaster" Target="/ppt/notesMasters/notesMaster1.xml" Id="Rd7e14ebb35124a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b14fb2f3824c33" /><Relationship Type="http://schemas.openxmlformats.org/officeDocument/2006/relationships/notesMaster" Target="/ppt/notesMasters/notesMaster1.xml" Id="Rb07e7ad359df48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3c957d65bc4e0f" /><Relationship Type="http://schemas.openxmlformats.org/officeDocument/2006/relationships/notesMaster" Target="/ppt/notesMasters/notesMaster1.xml" Id="R05bbe0c0534146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189d3c8dc7483c" /><Relationship Type="http://schemas.openxmlformats.org/officeDocument/2006/relationships/notesMaster" Target="/ppt/notesMasters/notesMaster1.xml" Id="Rac39d132b3914e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8d198b3d1643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9db949c0484134" /><Relationship Type="http://schemas.openxmlformats.org/officeDocument/2006/relationships/slideLayout" Target="/ppt/slideLayouts/slideLayout1.xml" Id="Rff5a84a661894a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5a84a661894a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cbe186efe4c4a" /><Relationship Type="http://schemas.openxmlformats.org/officeDocument/2006/relationships/notesSlide" Target="/ppt/notesSlides/notesSlide1.xml" Id="R70da44c14ea944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c4876f4044601" /><Relationship Type="http://schemas.openxmlformats.org/officeDocument/2006/relationships/notesSlide" Target="/ppt/notesSlides/notesSlide2.xml" Id="Rf41a09d7ef3b49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1c99aeee447bc" /><Relationship Type="http://schemas.openxmlformats.org/officeDocument/2006/relationships/notesSlide" Target="/ppt/notesSlides/notesSlide3.xml" Id="Rda7fe1819a2a42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afb94e99d4039" /><Relationship Type="http://schemas.openxmlformats.org/officeDocument/2006/relationships/notesSlide" Target="/ppt/notesSlides/notesSlide4.xml" Id="R513e018e4cbe49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a86cfe15f4293" /><Relationship Type="http://schemas.openxmlformats.org/officeDocument/2006/relationships/notesSlide" Target="/ppt/notesSlides/notesSlide5.xml" Id="R1c60d641dc1f46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A81CA-9D02-48B3-B0D3-9BF099E0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CHANGE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82F08-C3FC-40A6-937F-56037263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4DAC5-5274-4F14-988E-459357BE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BFA57-F125-4937-9A08-248D6828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CO-014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46669-42E2-470D-924D-D2BC70E2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Change review meeting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D66FF-4296-448F-BE03-87FD384D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Project Alpha 2026  |  29 July 2026  |  Proposed value: JPY 18,600,000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46720-262B-4D4D-AC51-0D28987F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09700"/>
            <a:ext cx="2819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07FF7-0C59-4927-9826-824A5944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2324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DECISION</a:t>
            </a:r>
          </a:p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50C56-3129-4E50-B6C5-C9CE9B7A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Harbor Build change-control material</a:t>
            </a:r>
          </a:p>
        </p:txBody>
      </p:sp>
    </p:spTree>
    <p:extLst>
      <p:ext uri="{BB962C8B-B14F-4D97-AF65-F5344CB8AC3E}">
        <p14:creationId xmlns:p14="http://schemas.microsoft.com/office/powerpoint/2010/main" val="19823519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9364D-0DA4-444F-8EE2-F7D4725E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CHANGE BASIS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000FA-8BF4-4ECB-BEB6-55AF7395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9ADC5-E11F-44A1-85F5-16C87F40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7572B-BCDB-4AD5-85E3-102BA65C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CO-014 consolidates three coordinated impacts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CFD02-B1C8-43DB-AB4A-E3C043F3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Scope is framed for meeting review; all quantities and costs are synthetic.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3788B-0EF1-4647-B015-8EE1ECDA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50AE8-FD01-42ED-951D-B50D9B61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Facade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506A4-6998-454C-BB42-7A6D04C3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Revised edge detailing at two transition zones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B2CBA-3371-43E9-927E-18DD0EC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30D47-A475-4E8C-B5DC-56B51620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MEP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785BB-D4AC-418E-8D5A-D4F0BADF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Additional support coordination at Level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C0C22-73C1-4CB7-A0B1-281ACECE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696B1-DFEC-4974-8597-354C6F4F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Sequence protection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2D18B-B63A-4294-AC5F-CF0DD5E5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147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Resequence closures to preserve planned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D3E6D-004A-419B-93F0-22701548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CO-014  |  Project Alpha 2026</a:t>
            </a:r>
          </a:p>
        </p:txBody>
      </p:sp>
    </p:spTree>
    <p:extLst>
      <p:ext uri="{BB962C8B-B14F-4D97-AF65-F5344CB8AC3E}">
        <p14:creationId xmlns:p14="http://schemas.microsoft.com/office/powerpoint/2010/main" val="1991693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D5ABC-F552-446E-A7E0-51D6154A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PROGRESS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C1E1E-6CA4-495E-AC7F-37795EA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BA6AE-B4A0-44E6-AB9D-ECF1097A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E549B-7100-4CA3-9748-F9D88724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JPY 18.6M is concentrated in field interfaces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15712-E066-4057-9C9A-CA9634BD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Share of proposed value; values sum to 100%.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B4E24-00C3-48EF-902E-AB58D30C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9685"/>
            <a:ext cx="1009650" cy="520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96470-2449-4CFA-A2BB-FD14631B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583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21%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620D2-A13F-4DC7-8F8D-B1D58429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Detailing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E79A6-2A37-4B55-8175-A7BC5190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480560"/>
            <a:ext cx="1009650" cy="1139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FBA42-A5DB-4317-92F5-AD130DC1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15671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46%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B5F06-F51E-48E5-BF6B-40FFC961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Support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FA5BD-C5B8-40E6-8D59-34168529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02505"/>
            <a:ext cx="1009650" cy="817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3C59A-68B3-4F62-A851-B39CE463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7865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33%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7689A-24EE-4A9F-BDA3-0C5E276C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Resequence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B4470-F10E-46F3-8B9B-0E1C99F1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D4E00-0F5A-4CDD-A523-4535A1B4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progress measure  |  Percent complete reflects planned workface release</a:t>
            </a:r>
          </a:p>
        </p:txBody>
      </p:sp>
    </p:spTree>
    <p:extLst>
      <p:ext uri="{BB962C8B-B14F-4D97-AF65-F5344CB8AC3E}">
        <p14:creationId xmlns:p14="http://schemas.microsoft.com/office/powerpoint/2010/main" val="588946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B7444-50D5-417E-BD03-37AF329E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DECISION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F72C4-C0FC-4744-95AA-FD7E5C86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833C3-717C-4CEB-A132-8BAE7DDE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AF758-7D6C-4397-B3C8-85CA347B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Approval can proceed with three recorded conditions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21E6B-48B1-4C01-B445-3697DD3D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Conditions protect traceability without delaying procurement planning.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96A52-EA56-4183-8059-094B5E94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B2769-F628-4DE8-986A-B52CCAF0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5E5DB-ABCF-46A4-B557-01BD6A30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29 Jul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3CFE0-1C29-44C8-93C7-E26D34B6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Review basis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FD77B-31E9-4271-81AD-D776DF70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15273-EDE6-4D95-BBB9-0390EBF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30 Jul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3AC44-C0EF-41DE-BDB6-1E16FF3C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Confirm quantities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94E5E-FB15-45E3-BE3E-25DC9A32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45FBA-3E09-43F8-8E13-34024784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31 Jul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A5ED5-843B-4CB4-A40F-8EC5AC9F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Approve conditions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AE0F4-9645-42E0-A1D0-0F29D9EF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14EEB-18CC-4557-ADF6-1A792B07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03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476AC-C3F2-438B-A1CD-4895C1CE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Issue instruction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74DCA-533C-407F-9FE5-3C15B5B0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CO-014  |  Synthetic approval workflow</a:t>
            </a:r>
          </a:p>
        </p:txBody>
      </p:sp>
    </p:spTree>
    <p:extLst>
      <p:ext uri="{BB962C8B-B14F-4D97-AF65-F5344CB8AC3E}">
        <p14:creationId xmlns:p14="http://schemas.microsoft.com/office/powerpoint/2010/main" val="345609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FDC80-72B1-404F-A45F-DE50577D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DECISION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E3E81-D9DB-4D66-971F-E9B24F6A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CEF04-344D-4C43-ACFF-3F11B22F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89FC3-C8D8-4BF1-A049-4FAB65DF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Approve CO-014 with three conditions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05E0C-5780-4B7B-823C-76F632C1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Each owner confirms the next observable action before the next site walk.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8AAE6-2CBE-46AF-A39A-2F7F7C2C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E3274-8557-47C3-BB38-3F2C1B4E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Commercial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8FEBC-A6C2-41FA-AB7E-8C73AED0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Accept JPY 18,600,000 ceiling - Commercial Lead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CCC73-FE9A-48AF-A5B8-49945C1E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6BED9-EA77-492B-B3AB-C8C90AF8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Technical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F52ED-FAA1-4BE3-B98F-58059320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Attach reviewed transition detail - Design 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D0125-18AA-4493-B4B8-0FABDABC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18CD5-51C8-4865-A336-1A3F9385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Planning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D1D22-BD70-4BBA-AB55-43B02D7D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099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Publish revised sequence note - Planner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E09A3-4B3A-4AE2-8B83-856A4CE7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B2DB9-986C-4D8C-B893-2B898583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82612-4820-40F2-AE8F-ED67DFFB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624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Issue CO-014 decision log - Project Manager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1D93E-B79B-47A6-AAC1-A2732CF2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internal working record  |  Harbor Build</a:t>
            </a:r>
          </a:p>
        </p:txBody>
      </p:sp>
    </p:spTree>
    <p:extLst>
      <p:ext uri="{BB962C8B-B14F-4D97-AF65-F5344CB8AC3E}">
        <p14:creationId xmlns:p14="http://schemas.microsoft.com/office/powerpoint/2010/main" val="1792693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2026-08-23T19:15:55.0530000Z</dcterms:created>
  <dcterms:modified xsi:type="dcterms:W3CDTF">2026-08-23T19:15:55.0530000Z</dcterms:modified>
</coreProperties>
</file>