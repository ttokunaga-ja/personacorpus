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539c3b04074e25" /><Relationship Type="http://schemas.openxmlformats.org/officeDocument/2006/relationships/extended-properties" Target="/docProps/app.xml" Id="Rb5c46213a9bf4e0f" /><Relationship Type="http://schemas.openxmlformats.org/officeDocument/2006/relationships/officeDocument" Target="/ppt/presentation.xml" Id="R8ba98c9d022f4b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7ce5a31d52478a"/>
  </p:sldMasterIdLst>
  <p:notesMasterIdLst>
    <p:notesMasterId xmlns:r="http://schemas.openxmlformats.org/officeDocument/2006/relationships" r:id="R59ecd5308e334b8d"/>
  </p:notesMasterIdLst>
  <p:sldIdLst>
    <p:sldId xmlns:r="http://schemas.openxmlformats.org/officeDocument/2006/relationships" id="256" r:id="Rfd7a94e3e1694d09"/>
    <p:sldId xmlns:r="http://schemas.openxmlformats.org/officeDocument/2006/relationships" id="257" r:id="Rf8cb1801cc004b94"/>
    <p:sldId xmlns:r="http://schemas.openxmlformats.org/officeDocument/2006/relationships" id="258" r:id="Rdf2838535f9240bd"/>
    <p:sldId xmlns:r="http://schemas.openxmlformats.org/officeDocument/2006/relationships" id="259" r:id="R1d093069f4b34bf2"/>
    <p:sldId xmlns:r="http://schemas.openxmlformats.org/officeDocument/2006/relationships" id="260" r:id="R866769bf1be64e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91984563ba40ad" /><Relationship Type="http://schemas.openxmlformats.org/officeDocument/2006/relationships/slideMaster" Target="/ppt/slideMasters/slideMaster1.xml" Id="R117ce5a31d52478a" /><Relationship Type="http://schemas.openxmlformats.org/officeDocument/2006/relationships/notesMaster" Target="/ppt/notesMasters/notesMaster1.xml" Id="R59ecd5308e334b8d" /><Relationship Type="http://schemas.openxmlformats.org/officeDocument/2006/relationships/presProps" Target="/ppt/presProps.xml" Id="Rc4a2a3a03cb349f8" /><Relationship Type="http://schemas.openxmlformats.org/officeDocument/2006/relationships/tableStyles" Target="/ppt/tableStyles.xml" Id="R25c9f3d76ead4f71" /><Relationship Type="http://schemas.openxmlformats.org/officeDocument/2006/relationships/slide" Target="/ppt/slides/slide1.xml" Id="Rfd7a94e3e1694d09" /><Relationship Type="http://schemas.openxmlformats.org/officeDocument/2006/relationships/slide" Target="/ppt/slides/slide2.xml" Id="Rf8cb1801cc004b94" /><Relationship Type="http://schemas.openxmlformats.org/officeDocument/2006/relationships/slide" Target="/ppt/slides/slide3.xml" Id="Rdf2838535f9240bd" /><Relationship Type="http://schemas.openxmlformats.org/officeDocument/2006/relationships/slide" Target="/ppt/slides/slide4.xml" Id="R1d093069f4b34bf2" /><Relationship Type="http://schemas.openxmlformats.org/officeDocument/2006/relationships/slide" Target="/ppt/slides/slide5.xml" Id="R866769bf1be64e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58083467a34f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beac148a71436a" /><Relationship Type="http://schemas.openxmlformats.org/officeDocument/2006/relationships/notesMaster" Target="/ppt/notesMasters/notesMaster1.xml" Id="Ra1307b7e2f8640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8a0b6f192140ea" /><Relationship Type="http://schemas.openxmlformats.org/officeDocument/2006/relationships/notesMaster" Target="/ppt/notesMasters/notesMaster1.xml" Id="Re83e397bf3af4d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aca60811604e82" /><Relationship Type="http://schemas.openxmlformats.org/officeDocument/2006/relationships/notesMaster" Target="/ppt/notesMasters/notesMaster1.xml" Id="R96e885a99af54d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e5f9ef12264bb0" /><Relationship Type="http://schemas.openxmlformats.org/officeDocument/2006/relationships/notesMaster" Target="/ppt/notesMasters/notesMaster1.xml" Id="R31378d75a1374d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f28d9a77534e25" /><Relationship Type="http://schemas.openxmlformats.org/officeDocument/2006/relationships/notesMaster" Target="/ppt/notesMasters/notesMaster1.xml" Id="R9dbf003ddbe34a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7c240431847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5b60298b2849d8" /><Relationship Type="http://schemas.openxmlformats.org/officeDocument/2006/relationships/slideLayout" Target="/ppt/slideLayouts/slideLayout1.xml" Id="R94aa24a5bc644a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aa24a5bc644a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a6ddaa1d449a4" /><Relationship Type="http://schemas.openxmlformats.org/officeDocument/2006/relationships/notesSlide" Target="/ppt/notesSlides/notesSlide1.xml" Id="R7950925244fb43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fc7dca1f04206" /><Relationship Type="http://schemas.openxmlformats.org/officeDocument/2006/relationships/notesSlide" Target="/ppt/notesSlides/notesSlide2.xml" Id="R8b5e29e80f9e41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ea36ba8ba4946" /><Relationship Type="http://schemas.openxmlformats.org/officeDocument/2006/relationships/notesSlide" Target="/ppt/notesSlides/notesSlide3.xml" Id="R37bf601436b847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65884ff0548a8" /><Relationship Type="http://schemas.openxmlformats.org/officeDocument/2006/relationships/notesSlide" Target="/ppt/notesSlides/notesSlide4.xml" Id="R1b493084214845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7a7790c354dcc" /><Relationship Type="http://schemas.openxmlformats.org/officeDocument/2006/relationships/notesSlide" Target="/ppt/notesSlides/notesSlide5.xml" Id="Ra14e3d6a92ec40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74487-196A-4777-8FBD-26640893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SITE COORDINATION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C3DFA-C93D-473C-9238-6ABE3AC2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A4BD3-B785-4DB2-B45B-B8F2738E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5CD76-2E67-4CCC-AEF5-CF2E0DDF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Project Alpha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1BFA3-BEF4-4575-8B0B-F878346D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Weekly site coordination meeting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F313E-BA05-4AEF-A79E-0095375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4850"/>
                </a:solidFill>
              </a:defRPr>
            </a:pPr>
            <a:r>
              <a:rPr sz="1350" b="0">
                <a:solidFill>
                  <a:srgbClr val="3F4850"/>
                </a:solidFill>
              </a:rPr>
              <a:t>29 July 2026  |  Harbor Build  |  Readiness, interfaces,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82937-8865-46E6-9F0D-3052CAFD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52550"/>
            <a:ext cx="2362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5A7A7-2F51-4B63-B8BB-84CF673C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24050"/>
            <a:ext cx="1866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ON SITE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THIS WEEK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C35DE-A0BF-43F4-A8F1-5CC71C42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Project Alpha 2026  |  Internal coordination material  |  Synthetic</a:t>
            </a:r>
          </a:p>
        </p:txBody>
      </p:sp>
    </p:spTree>
    <p:extLst>
      <p:ext uri="{BB962C8B-B14F-4D97-AF65-F5344CB8AC3E}">
        <p14:creationId xmlns:p14="http://schemas.microsoft.com/office/powerpoint/2010/main" val="732714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CB128-A509-4942-8D18-E8B1440C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PROGRESS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57067-0409-4D15-B906-18A0549A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2B819-945B-4714-82F5-83998C5F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794EC-67DF-428A-95B4-205ACA1E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Structure release is ahead of envelope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11FDC-41D2-4426-A2FA-E4482C8C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The next constraint is the handoff between facade closures and MEP rough-in.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2EE90-843B-486C-9338-769C2C0C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9020"/>
            <a:ext cx="1009650" cy="2030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5548C-8F01-4720-BF3A-92C7BCA6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517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82%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686AC-2739-4C32-8242-4E60081E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FED79-6AA3-4613-B737-FE36B09C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34790"/>
            <a:ext cx="1009650" cy="1584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84C25-5C08-4E1D-8D2E-AF7ED4EF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71094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64%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5E9BA-05A9-45DC-BB1C-5B192F0F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Envelope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3FFE8-A843-4743-9B45-AB3CAA05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31030"/>
            <a:ext cx="100965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11897-915A-4A90-BA83-8AC4EA2E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0718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48%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A4EAF-0CEE-4471-82BD-2C1B8613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MEP rough-in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3E98B-D1F8-49C3-9A41-4A355C5E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173980"/>
            <a:ext cx="1009650" cy="445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FEB32-1AC5-487B-A187-15862137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5013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82E59-430E-4925-8651-EF8694B7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Interiors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E27C2-D529-4A4B-84A3-74EC1BA0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3F4AC-D3DA-4192-9371-FC30FE06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progress measure  |  Percent complete reflects planned workface release</a:t>
            </a:r>
          </a:p>
        </p:txBody>
      </p:sp>
    </p:spTree>
    <p:extLst>
      <p:ext uri="{BB962C8B-B14F-4D97-AF65-F5344CB8AC3E}">
        <p14:creationId xmlns:p14="http://schemas.microsoft.com/office/powerpoint/2010/main" val="732523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7EE82-2065-474A-B59A-EFDD7EDA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DECISION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0F527-179E-47D5-BA71-FFFA529D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DAC41-98D5-4777-AA27-26334F28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E3637-0CF1-4E82-AB2E-7569A8C4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Four interface decisions need owners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71855-20F3-4EA4-AB77-A00582C3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Each owner confirms the next observable action before the next site walk.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E8362-30DB-4ABA-8762-092DAD5E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84482-C683-4FF9-8A05-583E01FF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Facade 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53D1A-72DF-4EB7-B68A-0DD2E189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Confirm sill flashing mock-up by 31 Jul - Design Lead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8C6AD-563D-4D40-8772-DB385B4A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33321-09C3-4346-BFF9-1913CF67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Level 03 MEP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C6E21-A489-434B-A287-684C454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Release ceiling zone conflict log by 30 Jul - MEP 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8561B-9828-4431-BBED-72A979FE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5FE19-96BA-4B4D-9E87-013B2A61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Material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860F9-7B71-4F0E-8E4A-DD11E94E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099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Approve north hoist window adjustment - Site Lead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6023E-686C-4F92-8903-055D3841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3B388-00AA-4CAB-A849-20406F6C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Quality walk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E1296-C0CB-49C5-ACD3-BE5E9203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624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Close six punch items before Friday walk - Trade Leads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65FCD-F825-4519-8AB6-BC3D76F5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internal working record  |  Harbor Build</a:t>
            </a:r>
          </a:p>
        </p:txBody>
      </p:sp>
    </p:spTree>
    <p:extLst>
      <p:ext uri="{BB962C8B-B14F-4D97-AF65-F5344CB8AC3E}">
        <p14:creationId xmlns:p14="http://schemas.microsoft.com/office/powerpoint/2010/main" val="1962787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B1B425-7244-40AD-BDB6-E5DFBBFD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A2139-7B2D-4D88-B674-4D2722A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9B2E3-FFBE-4AB1-85A7-870910C6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A3BB5-0C90-4271-9B02-D6366E48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two-week path protects the Level 03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5C5AE-E595-4528-9325-422B9E70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No access details are included; milestones are coordination controls 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980F0-4C97-4643-B91C-421331B5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5D808-108B-4F1B-95D6-AF54037B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92D8D-5CF8-400C-8BA5-8882BF02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29 Jul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F6B11-01E9-4D27-BAE1-FC3BD71D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Confirm interfaces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CD731-0F62-48BA-A605-6328C4D2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3A975-DEDE-4E88-A8C7-51BB0E1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8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31 Jul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AFCFF-F2DE-4AD6-981A-B35C7DF2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863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Mock-up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4CC24-049A-4D39-878D-EDA34D76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F0B45-D127-4922-98F9-4EC1898A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04 Aug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8AFAE-D411-4D11-8C0C-A84195CC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MEP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43977-0EB2-4678-9ADC-446AE1EA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438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432D4-F5B8-49FC-805B-8E782645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613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07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E9D1A-4F0B-464D-8787-1988FC33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38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Envelope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59D68-F2D1-4603-BDD8-70D1A15B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C0BE8-AFB3-4735-99AD-F6F9724E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12 Aug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38859-B6F1-4F76-9EA2-CB35EB89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Level 03 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D9192-A28A-4CF0-9221-73C0E038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Project Alpha 2026  |  Lookahead basis: synthetic field plan</a:t>
            </a:r>
          </a:p>
        </p:txBody>
      </p:sp>
    </p:spTree>
    <p:extLst>
      <p:ext uri="{BB962C8B-B14F-4D97-AF65-F5344CB8AC3E}">
        <p14:creationId xmlns:p14="http://schemas.microsoft.com/office/powerpoint/2010/main" val="1003329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092C65-1589-4230-8D4F-460FD5C8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DECISION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9D701-B34F-4375-A998-E8BCFC80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981F2-E313-4BE5-A822-B1FF77EF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12745-E915-416A-967A-C9E5B40D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Meeting closes with a clear control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42E73-744A-43D5-9518-B9E9FA32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Each owner confirms the next observable action before the next site walk.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C8CB8-BA02-4F95-B5C2-A36DDD7C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49396-79AF-4530-B33F-8300A4E7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By 30 Jul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24C69-E8D9-49B6-8210-1360C54C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Publish resolved coordination log - PM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58517-4923-4146-A080-517CECBF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1FF94-AC79-4806-A0F9-6291004C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By 31 Jul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3CE13-A69D-491B-B16B-C4769C5D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Record mock-up disposition - Design 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A2B13-603D-4104-962D-7A99AAFA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F2AF6-E8F9-4F91-96B6-A100911D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By 04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0A26F-28A5-4A99-8041-9C9403DE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099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Verify material routing window - Site Lead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DFEBF-7C63-43BB-AC18-F2FD70EF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789CC-8C9F-4968-8AD4-847E7745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Next meeting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CF33D-0A9E-4F91-A891-5629B442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624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Review Level 03 handoff readiness - All leads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E0A31-619A-4DEF-AE20-D3BFA606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internal working record  |  Harbor Build</a:t>
            </a:r>
          </a:p>
        </p:txBody>
      </p:sp>
    </p:spTree>
    <p:extLst>
      <p:ext uri="{BB962C8B-B14F-4D97-AF65-F5344CB8AC3E}">
        <p14:creationId xmlns:p14="http://schemas.microsoft.com/office/powerpoint/2010/main" val="1725096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2026-08-23T19:15:54.7490000Z</dcterms:created>
  <dcterms:modified xsi:type="dcterms:W3CDTF">2026-08-23T19:15:54.7490000Z</dcterms:modified>
</coreProperties>
</file>