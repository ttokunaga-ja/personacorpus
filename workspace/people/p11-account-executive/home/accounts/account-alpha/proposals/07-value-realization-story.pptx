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ba2083e71d4d7c" /><Relationship Type="http://schemas.openxmlformats.org/officeDocument/2006/relationships/extended-properties" Target="/docProps/app.xml" Id="Rc42aaec678e6433c" /><Relationship Type="http://schemas.openxmlformats.org/officeDocument/2006/relationships/officeDocument" Target="/ppt/presentation.xml" Id="R5aa9fceb4db2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6fea7d70d4456"/>
  </p:sldMasterIdLst>
  <p:notesMasterIdLst>
    <p:notesMasterId xmlns:r="http://schemas.openxmlformats.org/officeDocument/2006/relationships" r:id="R3031e128a7774cd7"/>
  </p:notesMasterIdLst>
  <p:sldIdLst>
    <p:sldId xmlns:r="http://schemas.openxmlformats.org/officeDocument/2006/relationships" id="256" r:id="Rc3fa1a37113f4d8d"/>
    <p:sldId xmlns:r="http://schemas.openxmlformats.org/officeDocument/2006/relationships" id="257" r:id="R3fa3985e67af4390"/>
    <p:sldId xmlns:r="http://schemas.openxmlformats.org/officeDocument/2006/relationships" id="258" r:id="R12df99274f0542b8"/>
    <p:sldId xmlns:r="http://schemas.openxmlformats.org/officeDocument/2006/relationships" id="259" r:id="Rda5c387b35f443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bea84510cf4f56" /><Relationship Type="http://schemas.openxmlformats.org/officeDocument/2006/relationships/slideMaster" Target="/ppt/slideMasters/slideMaster1.xml" Id="R52b6fea7d70d4456" /><Relationship Type="http://schemas.openxmlformats.org/officeDocument/2006/relationships/notesMaster" Target="/ppt/notesMasters/notesMaster1.xml" Id="R3031e128a7774cd7" /><Relationship Type="http://schemas.openxmlformats.org/officeDocument/2006/relationships/presProps" Target="/ppt/presProps.xml" Id="R16b985df120c411f" /><Relationship Type="http://schemas.openxmlformats.org/officeDocument/2006/relationships/tableStyles" Target="/ppt/tableStyles.xml" Id="R7ee16918a36343d4" /><Relationship Type="http://schemas.openxmlformats.org/officeDocument/2006/relationships/slide" Target="/ppt/slides/slide1.xml" Id="Rc3fa1a37113f4d8d" /><Relationship Type="http://schemas.openxmlformats.org/officeDocument/2006/relationships/slide" Target="/ppt/slides/slide2.xml" Id="R3fa3985e67af4390" /><Relationship Type="http://schemas.openxmlformats.org/officeDocument/2006/relationships/slide" Target="/ppt/slides/slide3.xml" Id="R12df99274f0542b8" /><Relationship Type="http://schemas.openxmlformats.org/officeDocument/2006/relationships/slide" Target="/ppt/slides/slide4.xml" Id="Rda5c387b35f4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bf9770a266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d830f5e524faf" /><Relationship Type="http://schemas.openxmlformats.org/officeDocument/2006/relationships/notesMaster" Target="/ppt/notesMasters/notesMaster1.xml" Id="R6a97bc3e1fc3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d70f0fe55472c" /><Relationship Type="http://schemas.openxmlformats.org/officeDocument/2006/relationships/notesMaster" Target="/ppt/notesMasters/notesMaster1.xml" Id="Rc3d6eaa294574f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22d5ef2564403" /><Relationship Type="http://schemas.openxmlformats.org/officeDocument/2006/relationships/notesMaster" Target="/ppt/notesMasters/notesMaster1.xml" Id="R8681a75645e84a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3132f51866440e" /><Relationship Type="http://schemas.openxmlformats.org/officeDocument/2006/relationships/notesMaster" Target="/ppt/notesMasters/notesMaster1.xml" Id="Rb8ac3fbf5c0c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de2aee59a48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1738fe8996409b" /><Relationship Type="http://schemas.openxmlformats.org/officeDocument/2006/relationships/slideLayout" Target="/ppt/slideLayouts/slideLayout1.xml" Id="R34beeb6eae26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eeb6eae26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83b82ecd44dae" /><Relationship Type="http://schemas.openxmlformats.org/officeDocument/2006/relationships/notesSlide" Target="/ppt/notesSlides/notesSlide1.xml" Id="R84c25bc604af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83a46d3384a12" /><Relationship Type="http://schemas.openxmlformats.org/officeDocument/2006/relationships/chart" Target="/ppt/slides/charts/chart1.xml" Id="R3f6de535d25b457c" /><Relationship Type="http://schemas.openxmlformats.org/officeDocument/2006/relationships/notesSlide" Target="/ppt/notesSlides/notesSlide2.xml" Id="R085132419f1a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9a51c104240e9" /><Relationship Type="http://schemas.openxmlformats.org/officeDocument/2006/relationships/notesSlide" Target="/ppt/notesSlides/notesSlide3.xml" Id="R3e5ce91fcbca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ade73ebf54abc" /><Relationship Type="http://schemas.openxmlformats.org/officeDocument/2006/relationships/notesSlide" Target="/ppt/notesSlides/notesSlide4.xml" Id="R76b7c784b6f5426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signal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Reporting speed</c:v>
              </c:pt>
              <c:pt idx="1">
                <c:v>Enablement</c:v>
              </c:pt>
              <c:pt idx="2">
                <c:v>Service objective</c:v>
              </c:pt>
            </c:strLit>
          </c:cat>
          <c:val>
            <c:numLit>
              <c:formatCode>General</c:formatCode>
              <c:ptCount val="3"/>
              <c:pt idx="0">
                <c:v>37</c:v>
              </c:pt>
              <c:pt idx="1">
                <c:v>12</c:v>
              </c:pt>
              <c:pt idx="2">
                <c:v>99.95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AC8DE-EE6F-46C5-A39B-8A1BA157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06777-635B-4476-B813-C6CC83E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143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6F263-7E31-49EA-BBEF-A2EA4E2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EF555-F338-4EE1-AA2E-0D9107E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Account Alpha | value realization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F12A0-085F-4AE3-9EB9-FF114CF9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F"/>
                </a:solidFill>
              </a:defRPr>
            </a:pPr>
            <a:r>
              <a:rPr sz="1800" b="0">
                <a:solidFill>
                  <a:srgbClr val="D8E4FF"/>
                </a:solidFill>
              </a:rPr>
              <a:t>A synthetic internal scenario for governing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2CFF9-B354-45E9-86D4-28532787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Rowan Mercer  |  Renewal decision 2026-07-17</a:t>
            </a:r>
          </a:p>
        </p:txBody>
      </p:sp>
    </p:spTree>
    <p:extLst>
      <p:ext uri="{BB962C8B-B14F-4D97-AF65-F5344CB8AC3E}">
        <p14:creationId xmlns:p14="http://schemas.microsoft.com/office/powerpoint/2010/main" val="1606186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2B94B-CD8B-45F2-B8CD-FE9F9F8B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99272-5C84-46F0-9CA4-C7C590C4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D82FF-4DEA-4F81-BA53-F687A05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84DE0-DE2F-4331-A934-962A99B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value realization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039B5-73BE-45D9-BDCA-6A37AF6E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CC8B6-DC91-40E3-8E80-74F76FD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9E9B8-DF61-4D6E-92D9-F20F7AC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Scenario target: 37% faster quarterly reporting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98449-7F4C-4DBA-8BD3-2760236F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4FF"/>
                </a:solidFill>
              </a:defRPr>
            </a:pPr>
            <a:r>
              <a:rPr sz="1425" b="0">
                <a:solidFill>
                  <a:srgbClr val="D8E4FF"/>
                </a:solidFill>
              </a:rPr>
              <a:t>Scenario planning signals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810250" y="1676400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6de535d25b457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55A6F-F254-4DBE-86BF-5E6BBBA7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21E4C-C109-4167-95A4-8977739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91506-31A7-4CE6-9ED4-E340FF40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37% faster quarterly reporting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12-week enablement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99.95% service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987A6-1218-4CE7-82AC-B2474A2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FF"/>
                </a:solidFill>
              </a:defRPr>
            </a:pPr>
            <a:r>
              <a:rPr sz="1200" b="0">
                <a:solidFill>
                  <a:srgbClr val="D8E4FF"/>
                </a:solidFill>
              </a:rPr>
              <a:t>These values are synthetic internal scenario estimates, not external facts or guarantees.</a:t>
            </a:r>
          </a:p>
        </p:txBody>
      </p:sp>
    </p:spTree>
    <p:extLst>
      <p:ext uri="{BB962C8B-B14F-4D97-AF65-F5344CB8AC3E}">
        <p14:creationId xmlns:p14="http://schemas.microsoft.com/office/powerpoint/2010/main" val="2103816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0C180-F52E-4B00-9583-1AE8DE2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F514-7E8F-487E-A7A8-495C105E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430FE-BF17-4203-AF5F-2765655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43B3-BA3A-4521-8803-0968F2C0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value realization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11CDC-C086-44F5-8135-004A67F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790EE-8FB0-4167-BB2B-E92EEC0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41CD4-9875-4168-B41D-E73DB214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Adoption evidence creates confidence before value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76AC2-7957-4403-AE3B-FB3F13B3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183A2-15B8-4C76-903F-0233ADCC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ALIGN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D1DFC-D07C-450A-B444-E5C4EE3D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Confirm owners and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DCB61-BCE5-4EC4-A261-F67C74E8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7B25D-71BD-4EC7-89E4-BB7347C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2105C-53BC-43BB-91A4-0A5D935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Configure platform, Success Plus, and Data 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10907-1774-4EF8-82BB-C2B29FF2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DF18C-5563-459E-BBC0-8DC62EFB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0268A-09B0-400E-99E3-3B9AA17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Rehearse reporting and confirm acceptance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49201-C29A-4E2F-B2E0-9A5F97CF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1F744-F0D7-439E-85F7-AB67EA5B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EAF32-F158-4F05-A09F-17BC0B4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9-12</a:t>
            </a:r>
          </a:p>
        </p:txBody>
      </p:sp>
    </p:spTree>
    <p:extLst>
      <p:ext uri="{BB962C8B-B14F-4D97-AF65-F5344CB8AC3E}">
        <p14:creationId xmlns:p14="http://schemas.microsoft.com/office/powerpoint/2010/main" val="1376864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98765-9803-4DCD-9087-21609911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8BC26-4A68-467C-882C-7BD8DE85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E065B-8141-492E-A5F2-F8F72DC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F7378-6E5C-4CAC-9698-A31859EE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value realization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864B2-EF87-4D55-A7CA-62B8094C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BAF03-154A-4234-A0E0-4324C0B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E69B8-92B1-4401-92C1-198C5D61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Executive review converts signals into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2FBBA-E994-4347-AC66-40644E4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6FA3-BFAB-4D1D-A72D-7EB3206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Recommended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A94BF-0215-4CD6-8778-B45E10D9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Enterprise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16B6E-E7E7-4E41-8BCB-432ACA5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D8D8E-E3CF-4F30-B226-0E0058EB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Success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DF7F6-5499-4053-9BE1-4C382D3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A11AE-CDC5-49C4-B5CA-87076943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Data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5DACF-FCF3-4BC2-8CC0-6AB82EB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75B13-053D-4CE2-8168-6E91918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annual total: USD 248,000  |  Term: 2026-07-18 to 2027-07-17</a:t>
            </a:r>
          </a:p>
        </p:txBody>
      </p:sp>
    </p:spTree>
    <p:extLst>
      <p:ext uri="{BB962C8B-B14F-4D97-AF65-F5344CB8AC3E}">
        <p14:creationId xmlns:p14="http://schemas.microsoft.com/office/powerpoint/2010/main" val="117325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2026-08-23T17:28:07.4730000Z</dcterms:created>
  <dcterms:modified xsi:type="dcterms:W3CDTF">2026-08-23T17:28:07.4730000Z</dcterms:modified>
</coreProperties>
</file>