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8a03d7bb944fa" /><Relationship Type="http://schemas.openxmlformats.org/officeDocument/2006/relationships/extended-properties" Target="/docProps/app.xml" Id="Rc1341c1aeeb14d25" /><Relationship Type="http://schemas.openxmlformats.org/officeDocument/2006/relationships/officeDocument" Target="/ppt/presentation.xml" Id="Rc16287457885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8d6d4a3bf47f9"/>
  </p:sldMasterIdLst>
  <p:notesMasterIdLst>
    <p:notesMasterId xmlns:r="http://schemas.openxmlformats.org/officeDocument/2006/relationships" r:id="Ra01bb634fd7e43fb"/>
  </p:notesMasterIdLst>
  <p:sldIdLst>
    <p:sldId xmlns:r="http://schemas.openxmlformats.org/officeDocument/2006/relationships" id="256" r:id="Rccb29792a0f44e24"/>
    <p:sldId xmlns:r="http://schemas.openxmlformats.org/officeDocument/2006/relationships" id="257" r:id="R215dfa83c3b24274"/>
    <p:sldId xmlns:r="http://schemas.openxmlformats.org/officeDocument/2006/relationships" id="258" r:id="Rdccba1769fff4281"/>
    <p:sldId xmlns:r="http://schemas.openxmlformats.org/officeDocument/2006/relationships" id="259" r:id="R781f8d298a9644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0a994f53674958" /><Relationship Type="http://schemas.openxmlformats.org/officeDocument/2006/relationships/slideMaster" Target="/ppt/slideMasters/slideMaster1.xml" Id="Rd2c8d6d4a3bf47f9" /><Relationship Type="http://schemas.openxmlformats.org/officeDocument/2006/relationships/notesMaster" Target="/ppt/notesMasters/notesMaster1.xml" Id="Ra01bb634fd7e43fb" /><Relationship Type="http://schemas.openxmlformats.org/officeDocument/2006/relationships/presProps" Target="/ppt/presProps.xml" Id="R626e9bfecc9c4cf0" /><Relationship Type="http://schemas.openxmlformats.org/officeDocument/2006/relationships/tableStyles" Target="/ppt/tableStyles.xml" Id="Rd8fc8b56f4a0462e" /><Relationship Type="http://schemas.openxmlformats.org/officeDocument/2006/relationships/slide" Target="/ppt/slides/slide1.xml" Id="Rccb29792a0f44e24" /><Relationship Type="http://schemas.openxmlformats.org/officeDocument/2006/relationships/slide" Target="/ppt/slides/slide2.xml" Id="R215dfa83c3b24274" /><Relationship Type="http://schemas.openxmlformats.org/officeDocument/2006/relationships/slide" Target="/ppt/slides/slide3.xml" Id="Rdccba1769fff4281" /><Relationship Type="http://schemas.openxmlformats.org/officeDocument/2006/relationships/slide" Target="/ppt/slides/slide4.xml" Id="R781f8d298a96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80edbaf322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77bcb050634b0b" /><Relationship Type="http://schemas.openxmlformats.org/officeDocument/2006/relationships/notesMaster" Target="/ppt/notesMasters/notesMaster1.xml" Id="R7c50e5b74e0848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3b7b9698dd4a25" /><Relationship Type="http://schemas.openxmlformats.org/officeDocument/2006/relationships/notesMaster" Target="/ppt/notesMasters/notesMaster1.xml" Id="Rd2eca71a043d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651eed8e50404b" /><Relationship Type="http://schemas.openxmlformats.org/officeDocument/2006/relationships/notesMaster" Target="/ppt/notesMasters/notesMaster1.xml" Id="Rb9ec27ee819e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aa9fb4dceb47c1" /><Relationship Type="http://schemas.openxmlformats.org/officeDocument/2006/relationships/notesMaster" Target="/ppt/notesMasters/notesMaster1.xml" Id="R2176b40651d94a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9240719ad48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f01f295df45ba" /><Relationship Type="http://schemas.openxmlformats.org/officeDocument/2006/relationships/slideLayout" Target="/ppt/slideLayouts/slideLayout1.xml" Id="R91fb277507d5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b277507d5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df815d804ce1" /><Relationship Type="http://schemas.openxmlformats.org/officeDocument/2006/relationships/notesSlide" Target="/ppt/notesSlides/notesSlide1.xml" Id="R837647a04c86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a5a4d57c04d89" /><Relationship Type="http://schemas.openxmlformats.org/officeDocument/2006/relationships/chart" Target="/ppt/slides/charts/chart1.xml" Id="R58ec1be87f4b4cef" /><Relationship Type="http://schemas.openxmlformats.org/officeDocument/2006/relationships/notesSlide" Target="/ppt/notesSlides/notesSlide2.xml" Id="R64f294194bc7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c453fe0be42e5" /><Relationship Type="http://schemas.openxmlformats.org/officeDocument/2006/relationships/notesSlide" Target="/ppt/notesSlides/notesSlide3.xml" Id="Rbdd14fb4f22a49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c7b5ae3cd436c" /><Relationship Type="http://schemas.openxmlformats.org/officeDocument/2006/relationships/notesSlide" Target="/ppt/notesSlides/notesSlide4.xml" Id="R4953daaef99940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signal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Reporting speed</c:v>
              </c:pt>
              <c:pt idx="1">
                <c:v>Enablement</c:v>
              </c:pt>
              <c:pt idx="2">
                <c:v>Service objective</c:v>
              </c:pt>
            </c:strLit>
          </c:cat>
          <c:val>
            <c:numLit>
              <c:formatCode>General</c:formatCode>
              <c:ptCount val="3"/>
              <c:pt idx="0">
                <c:v>37</c:v>
              </c:pt>
              <c:pt idx="1">
                <c:v>12</c:v>
              </c:pt>
              <c:pt idx="2">
                <c:v>99.95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D23CF-453C-41CF-AA26-08C470DC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F8714-D83C-4F2D-B3D9-BAB63BF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143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E8E86-DFE5-4CC1-95F8-11B635F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3A991-B427-417A-B34D-3FE03F55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Account Alpha | platform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A7E61-B010-4B5B-AE21-357F830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F"/>
                </a:solidFill>
              </a:defRPr>
            </a:pPr>
            <a:r>
              <a:rPr sz="1800" b="0">
                <a:solidFill>
                  <a:srgbClr val="D8E4FF"/>
                </a:solidFill>
              </a:rPr>
              <a:t>A paced path from alignment to steady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86FD7-332F-4477-83CD-BB604DA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Rowan Mercer  |  Renewal decision 2026-07-17</a:t>
            </a:r>
          </a:p>
        </p:txBody>
      </p:sp>
    </p:spTree>
    <p:extLst>
      <p:ext uri="{BB962C8B-B14F-4D97-AF65-F5344CB8AC3E}">
        <p14:creationId xmlns:p14="http://schemas.microsoft.com/office/powerpoint/2010/main" val="1603478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4FFE3-EBDA-42D5-932A-242F90CA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D460F-C416-4ED7-8CD6-3BBB3647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050CF-635C-4A6F-929B-2250881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8712-00B4-40A3-A03B-2B9D12F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platform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344BA-A790-43A4-8BC7-69461E1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E0ECD-DDF2-4E33-AA5D-4AE2CC1E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76F60-0B27-4382-9DE8-ADC4ED8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Weeks 1-2: align owners and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CC069-13E7-445E-8DCF-AAE96EBF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4FF"/>
                </a:solidFill>
              </a:defRPr>
            </a:pPr>
            <a:r>
              <a:rPr sz="1425" b="0">
                <a:solidFill>
                  <a:srgbClr val="D8E4FF"/>
                </a:solidFill>
              </a:rPr>
              <a:t>Scenario planning signals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810250" y="1676400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ec1be87f4b4ce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90D1-E39B-4ED4-951C-7E4D8E61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9563E-18EA-4252-B7C1-42F582D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7828F-CD8D-4456-98C2-FC29C70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37% faster quarterly reporting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12-week enablement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99.95% service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F6310-4ED5-45D9-A8C6-41E94138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FF"/>
                </a:solidFill>
              </a:defRPr>
            </a:pPr>
            <a:r>
              <a:rPr sz="1200" b="0">
                <a:solidFill>
                  <a:srgbClr val="D8E4FF"/>
                </a:solidFill>
              </a:rPr>
              <a:t>These values are synthetic internal scenario estimates, not external facts or guarantees.</a:t>
            </a:r>
          </a:p>
        </p:txBody>
      </p:sp>
    </p:spTree>
    <p:extLst>
      <p:ext uri="{BB962C8B-B14F-4D97-AF65-F5344CB8AC3E}">
        <p14:creationId xmlns:p14="http://schemas.microsoft.com/office/powerpoint/2010/main" val="2049751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09852-AEDF-41F3-9E7D-5E559E71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77554-7A9F-4F8E-89B1-43B072F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4E6A2-6D5E-4A4E-BBAF-B739D34E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D61BB-7E34-453E-BECD-20757C69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platform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000A-3F58-4208-AED4-8CDAFEF4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8E55C-0A82-4F43-A6E7-C81D47E7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AFEFA-90FF-41B6-907C-8A4FDA8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Weeks 3-8: enable platform and data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BE6AB-4478-43D4-BBC7-CC55A7D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359C3-19B6-40D4-8D83-FFD3706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ALIGN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1DAF-F18D-4314-8356-4832032E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Confirm owners and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0C4AB-9336-402A-818E-D5F3289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41D38-F2EC-4FA7-A473-16442E1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91C19-D1C1-4EBE-B421-6123D7D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Configure platform, Success Plus, and Data 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BF1F2-B993-49DF-AE17-1562A2C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598C0-8483-4532-B099-D8B400C4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A3BE8-474E-40DD-902A-0FF596F7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Rehearse reporting and confirm acceptance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22870-00E1-441C-8706-1D57C93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42D6C-84BD-4C07-9A95-EE55BD32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28D23-8154-4EF6-B894-049833E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9-12</a:t>
            </a:r>
          </a:p>
        </p:txBody>
      </p:sp>
    </p:spTree>
    <p:extLst>
      <p:ext uri="{BB962C8B-B14F-4D97-AF65-F5344CB8AC3E}">
        <p14:creationId xmlns:p14="http://schemas.microsoft.com/office/powerpoint/2010/main" val="882074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CDFC6-D1F6-439D-A20C-47AF7ECF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2C24B-57B1-42A2-BB0D-140A25A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EF6A9-FF1E-4389-B005-9EC411D4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F3B97-F03B-4CFC-9830-0EE775A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platform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42463-F71F-4AF0-BE89-8C80DED3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A09D5-7423-4B60-B119-674A82B3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007D5-1BA4-41B7-837F-473ED956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Weeks 9-12: rehearse and prove the operating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DCC1F-5FBE-4578-8B42-1D24625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B33DA-1BEE-45BD-A70E-7B8B702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Recommended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149DF-A902-4EA0-93C9-B8959C4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Enterprise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2CEB6-FFAA-4196-AA19-CC5748CC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45F76-D576-4B5C-A548-2D0FD0C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Success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AA002-38BD-4900-9138-35205355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7BDF-E942-4715-9A22-835A40C2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Data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4FCD1-822D-4960-AEC2-00251B3E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9E810-4F4F-4C04-A611-8EA8CCEF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annual total: USD 248,000  |  Term: 2026-07-18 to 2027-07-17</a:t>
            </a:r>
          </a:p>
        </p:txBody>
      </p:sp>
    </p:spTree>
    <p:extLst>
      <p:ext uri="{BB962C8B-B14F-4D97-AF65-F5344CB8AC3E}">
        <p14:creationId xmlns:p14="http://schemas.microsoft.com/office/powerpoint/2010/main" val="1599961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2026-08-23T17:28:07.5470000Z</dcterms:created>
  <dcterms:modified xsi:type="dcterms:W3CDTF">2026-08-23T17:28:07.5470000Z</dcterms:modified>
</coreProperties>
</file>