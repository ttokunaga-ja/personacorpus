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20a227b6904789" /><Relationship Type="http://schemas.openxmlformats.org/officeDocument/2006/relationships/extended-properties" Target="/docProps/app.xml" Id="Rbc1eff2ecbcd4ab0" /><Relationship Type="http://schemas.openxmlformats.org/officeDocument/2006/relationships/officeDocument" Target="/ppt/presentation.xml" Id="R09e766d32d4344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830c3d29648a8"/>
  </p:sldMasterIdLst>
  <p:notesMasterIdLst>
    <p:notesMasterId xmlns:r="http://schemas.openxmlformats.org/officeDocument/2006/relationships" r:id="Rb861e14c61124366"/>
  </p:notesMasterIdLst>
  <p:sldIdLst>
    <p:sldId xmlns:r="http://schemas.openxmlformats.org/officeDocument/2006/relationships" id="256" r:id="Rdbd55b6017144b1f"/>
    <p:sldId xmlns:r="http://schemas.openxmlformats.org/officeDocument/2006/relationships" id="257" r:id="Rb4ba099fe1334aa0"/>
    <p:sldId xmlns:r="http://schemas.openxmlformats.org/officeDocument/2006/relationships" id="258" r:id="Rbdb0a1d20258422f"/>
    <p:sldId xmlns:r="http://schemas.openxmlformats.org/officeDocument/2006/relationships" id="259" r:id="R56a8564d16c540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5beb19cc4401d" /><Relationship Type="http://schemas.openxmlformats.org/officeDocument/2006/relationships/slideMaster" Target="/ppt/slideMasters/slideMaster1.xml" Id="R6e3830c3d29648a8" /><Relationship Type="http://schemas.openxmlformats.org/officeDocument/2006/relationships/notesMaster" Target="/ppt/notesMasters/notesMaster1.xml" Id="Rb861e14c61124366" /><Relationship Type="http://schemas.openxmlformats.org/officeDocument/2006/relationships/presProps" Target="/ppt/presProps.xml" Id="R021eb0c596af402b" /><Relationship Type="http://schemas.openxmlformats.org/officeDocument/2006/relationships/tableStyles" Target="/ppt/tableStyles.xml" Id="R7a5d4b47c13c4b05" /><Relationship Type="http://schemas.openxmlformats.org/officeDocument/2006/relationships/slide" Target="/ppt/slides/slide1.xml" Id="Rdbd55b6017144b1f" /><Relationship Type="http://schemas.openxmlformats.org/officeDocument/2006/relationships/slide" Target="/ppt/slides/slide2.xml" Id="Rb4ba099fe1334aa0" /><Relationship Type="http://schemas.openxmlformats.org/officeDocument/2006/relationships/slide" Target="/ppt/slides/slide3.xml" Id="Rbdb0a1d20258422f" /><Relationship Type="http://schemas.openxmlformats.org/officeDocument/2006/relationships/slide" Target="/ppt/slides/slide4.xml" Id="R56a8564d16c540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e0759ee0146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cecb76782a4e51" /><Relationship Type="http://schemas.openxmlformats.org/officeDocument/2006/relationships/notesMaster" Target="/ppt/notesMasters/notesMaster1.xml" Id="R47fb60882ce44d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f52e9804445f3" /><Relationship Type="http://schemas.openxmlformats.org/officeDocument/2006/relationships/notesMaster" Target="/ppt/notesMasters/notesMaster1.xml" Id="Rb420782bfdcf49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3d1c286c514fb4" /><Relationship Type="http://schemas.openxmlformats.org/officeDocument/2006/relationships/notesMaster" Target="/ppt/notesMasters/notesMaster1.xml" Id="R58349f123ca840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3a72a159de458a" /><Relationship Type="http://schemas.openxmlformats.org/officeDocument/2006/relationships/notesMaster" Target="/ppt/notesMasters/notesMaster1.xml" Id="Ra9e3aae17c62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e379b2e50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4bcedfde243a4" /><Relationship Type="http://schemas.openxmlformats.org/officeDocument/2006/relationships/slideLayout" Target="/ppt/slideLayouts/slideLayout1.xml" Id="R2d95acf3152d4b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5acf3152d4b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0a3069c34445b" /><Relationship Type="http://schemas.openxmlformats.org/officeDocument/2006/relationships/notesSlide" Target="/ppt/notesSlides/notesSlide1.xml" Id="R9a128d34e370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2922ad082450f" /><Relationship Type="http://schemas.openxmlformats.org/officeDocument/2006/relationships/notesSlide" Target="/ppt/notesSlides/notesSlide2.xml" Id="Ra3a8da9b65a94a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3ad03b43e44ab" /><Relationship Type="http://schemas.openxmlformats.org/officeDocument/2006/relationships/notesSlide" Target="/ppt/notesSlides/notesSlide3.xml" Id="R6e30d65d88d142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324034ed94b5a" /><Relationship Type="http://schemas.openxmlformats.org/officeDocument/2006/relationships/notesSlide" Target="/ppt/notesSlides/notesSlide4.xml" Id="Rc8374718d7234d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924A8-78D6-4793-8129-2A901278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D11E-E335-4247-8ACC-61F0B3DA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85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0B431-CAB0-4673-A96B-3B84A56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B52"/>
          </a:solidFill>
          <a:ln xmlns:a="http://schemas.openxmlformats.org/drawingml/2006/main" w="0">
            <a:solidFill>
              <a:srgbClr val="102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0C98-70A0-4AC8-8790-A666CCA6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1BBAD-F151-4CE1-B671-5CBB0E97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working session to turn operational friction into an executable blueprint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86195-7BE2-44CE-A1E8-9567712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D8E7"/>
                </a:solidFill>
              </a:defRPr>
            </a:pPr>
            <a:r>
              <a:rPr sz="1800" b="0">
                <a:solidFill>
                  <a:srgbClr val="CFD8E7"/>
                </a:solidFill>
              </a:rPr>
              <a:t>Facilitated with Dana Quill’s operations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F3871-F625-45B6-A372-59378D4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8E7"/>
                </a:solidFill>
              </a:defRPr>
            </a:pPr>
            <a:r>
              <a:rPr sz="1050" b="0">
                <a:solidFill>
                  <a:srgbClr val="CFD8E7"/>
                </a:solidFill>
              </a:rPr>
              <a:t>Workshop outcome: shared priorities and an initial design.</a:t>
            </a:r>
          </a:p>
        </p:txBody>
      </p:sp>
    </p:spTree>
    <p:extLst>
      <p:ext uri="{BB962C8B-B14F-4D97-AF65-F5344CB8AC3E}">
        <p14:creationId xmlns:p14="http://schemas.microsoft.com/office/powerpoint/2010/main" val="1526509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15CCD-A919-4081-A0A4-B9B3D39E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F95F3-B90F-4EF4-9850-DD4F1F1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Start with the moments where work waits or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FD4C9-97F3-43CA-8DFC-A46492E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DA78B-EA08-4FA9-8FF8-45382228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Bring recent examples of handoffs, approvals, exceptions, and reporting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B395E-1AC1-469D-9BB6-B1BED344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150FE-40EF-497E-9549-71C2F4E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No customer data required for the session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525CA-DEF7-4D08-88CE-36473BC6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2136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817DB-7CC7-48DA-984D-547FB29D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4AF95-95C2-4C8A-B32F-4E90D54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Use four prompts to make the workflow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77B88-81E2-420B-A2EB-83DD6581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64EB6-8BC0-47A2-B73C-2560737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Where does work pause? | Who decides? | What repeats? | What must be measured?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52524-1181-4842-92E9-050397A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076CC-CD1B-4A73-87FE-FCE601A8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Designed as a 90-minute collaborative session.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D3D38-7D0D-48B1-8F81-49E633D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1905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99D1D-B7EA-4CC0-9A30-990C901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2C3C9-39FA-4345-8ED9-15A425F4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Leave with a prioritized pilot and named success 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BBC70-6BA0-4B8D-9D7E-65B5650F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2BDC9-C539-4F17-B895-9422E29D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Output: workflow map, pilot hypothesis, owners, and measurement cadence.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3001F-BA28-474D-9850-43C13F8F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E5725-ED3F-44FE-8253-DACEE222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Northstar Cloud | facilitation 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3EBCB-6681-4906-A704-FB7D2A6F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9250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2026-08-23T16:52:28.6950000Z</dcterms:created>
  <dcterms:modified xsi:type="dcterms:W3CDTF">2026-08-23T16:52:28.6950000Z</dcterms:modified>
</coreProperties>
</file>