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7e14b222e4020" /><Relationship Type="http://schemas.openxmlformats.org/officeDocument/2006/relationships/extended-properties" Target="/docProps/app.xml" Id="R59d7cb2a2ef34f9b" /><Relationship Type="http://schemas.openxmlformats.org/officeDocument/2006/relationships/officeDocument" Target="/ppt/presentation.xml" Id="Rf9a34520ee614f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6bcfc6cb947ba"/>
  </p:sldMasterIdLst>
  <p:notesMasterIdLst>
    <p:notesMasterId xmlns:r="http://schemas.openxmlformats.org/officeDocument/2006/relationships" r:id="R584a6390156045eb"/>
  </p:notesMasterIdLst>
  <p:sldIdLst>
    <p:sldId xmlns:r="http://schemas.openxmlformats.org/officeDocument/2006/relationships" id="256" r:id="R2c4950715cb54788"/>
    <p:sldId xmlns:r="http://schemas.openxmlformats.org/officeDocument/2006/relationships" id="257" r:id="Ra838e3c7134340aa"/>
    <p:sldId xmlns:r="http://schemas.openxmlformats.org/officeDocument/2006/relationships" id="258" r:id="R2a000a82b74144a8"/>
    <p:sldId xmlns:r="http://schemas.openxmlformats.org/officeDocument/2006/relationships" id="259" r:id="R4ca7dd2e50644e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63b21e9724190" /><Relationship Type="http://schemas.openxmlformats.org/officeDocument/2006/relationships/slideMaster" Target="/ppt/slideMasters/slideMaster1.xml" Id="Rd0e6bcfc6cb947ba" /><Relationship Type="http://schemas.openxmlformats.org/officeDocument/2006/relationships/notesMaster" Target="/ppt/notesMasters/notesMaster1.xml" Id="R584a6390156045eb" /><Relationship Type="http://schemas.openxmlformats.org/officeDocument/2006/relationships/presProps" Target="/ppt/presProps.xml" Id="Rb7ff752806ac4133" /><Relationship Type="http://schemas.openxmlformats.org/officeDocument/2006/relationships/tableStyles" Target="/ppt/tableStyles.xml" Id="R2941729de7484b95" /><Relationship Type="http://schemas.openxmlformats.org/officeDocument/2006/relationships/slide" Target="/ppt/slides/slide1.xml" Id="R2c4950715cb54788" /><Relationship Type="http://schemas.openxmlformats.org/officeDocument/2006/relationships/slide" Target="/ppt/slides/slide2.xml" Id="Ra838e3c7134340aa" /><Relationship Type="http://schemas.openxmlformats.org/officeDocument/2006/relationships/slide" Target="/ppt/slides/slide3.xml" Id="R2a000a82b74144a8" /><Relationship Type="http://schemas.openxmlformats.org/officeDocument/2006/relationships/slide" Target="/ppt/slides/slide4.xml" Id="R4ca7dd2e50644e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abfeaa0f6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5b44a4d1d4185" /><Relationship Type="http://schemas.openxmlformats.org/officeDocument/2006/relationships/notesMaster" Target="/ppt/notesMasters/notesMaster1.xml" Id="Rb2d6673fa7234e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6399165de4c74" /><Relationship Type="http://schemas.openxmlformats.org/officeDocument/2006/relationships/notesMaster" Target="/ppt/notesMasters/notesMaster1.xml" Id="Rab572300173d45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814d0e2274851" /><Relationship Type="http://schemas.openxmlformats.org/officeDocument/2006/relationships/notesMaster" Target="/ppt/notesMasters/notesMaster1.xml" Id="Rf718556f341c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7dbb6157e4cb1" /><Relationship Type="http://schemas.openxmlformats.org/officeDocument/2006/relationships/notesMaster" Target="/ppt/notesMasters/notesMaster1.xml" Id="R4288dfc219de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662b7cee5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8976f40f44fd1" /><Relationship Type="http://schemas.openxmlformats.org/officeDocument/2006/relationships/slideLayout" Target="/ppt/slideLayouts/slideLayout1.xml" Id="R057147cec76947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7147cec76947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dfcb4818c44a0" /><Relationship Type="http://schemas.openxmlformats.org/officeDocument/2006/relationships/notesSlide" Target="/ppt/notesSlides/notesSlide1.xml" Id="R5b917a5b2f40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080af7ca4eaf" /><Relationship Type="http://schemas.openxmlformats.org/officeDocument/2006/relationships/notesSlide" Target="/ppt/notesSlides/notesSlide2.xml" Id="R83082870e2eb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d8aa85d2c4f5f" /><Relationship Type="http://schemas.openxmlformats.org/officeDocument/2006/relationships/notesSlide" Target="/ppt/notesSlides/notesSlide3.xml" Id="R8a38e2754a4b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5897968f949da" /><Relationship Type="http://schemas.openxmlformats.org/officeDocument/2006/relationships/notesSlide" Target="/ppt/notesSlides/notesSlide4.xml" Id="Re61cb8c1cb44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BBA6-861F-4CE7-A5BA-ACE96FA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9F824-50CF-4B07-A061-BE98603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5476-EF17-4860-B17D-E857F81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B52"/>
          </a:solidFill>
          <a:ln xmlns:a="http://schemas.openxmlformats.org/drawingml/2006/main" w="0">
            <a:solidFill>
              <a:srgbClr val="102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79049-B487-4A28-B59A-96BF8DD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5BF68-1DD9-4D89-B636-127C7765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concise decision: sponsor a measured operational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BF18-8909-46E5-9800-DB0239A6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Recommendation based on a synthetic internal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DA2C2-76FA-4389-AC4E-A660E471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8E7"/>
                </a:solidFill>
              </a:defRPr>
            </a:pPr>
            <a:r>
              <a:rPr sz="1050" b="0">
                <a:solidFill>
                  <a:srgbClr val="CFD8E7"/>
                </a:solidFill>
              </a:rPr>
              <a:t>Decision owner: Dana Quill | Procurement partner: Cameron Vale</a:t>
            </a:r>
          </a:p>
        </p:txBody>
      </p:sp>
    </p:spTree>
    <p:extLst>
      <p:ext uri="{BB962C8B-B14F-4D97-AF65-F5344CB8AC3E}">
        <p14:creationId xmlns:p14="http://schemas.microsoft.com/office/powerpoint/2010/main" val="363190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5D9FA-0814-4718-9FDF-AC0B84E4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0BA28-999E-4DED-B9F1-5CF1D03E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The proposed outcome is capacity, clarity, and a repeatable operating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F801-8FA9-49DB-BDD1-759579CB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3AA30-9C89-41CD-8762-4FA04E1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25% workflow-reduction hypothesis | 10-week onboarding concept | monthly value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F5D9A-27C8-4965-BB73-83A2529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37273-8E4B-40AB-8748-493E60F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Planning estimates, not approved commitments.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B8613-ED8F-44FC-A6AC-4D64038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2881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E51FB-FE3D-4901-95A1-CCDCF62C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E585F-4376-407D-B584-845F205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Leadership guardrails keep the program focused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3D472-7A0F-4909-9848-A220E37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2113-0A2C-4ECE-A096-6FB8124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Protect operations continuity | validate baseline before scale | stage commercial commitment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F60E7-9DEE-4814-B779-ED98DB0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7B46-60AF-4594-8A9C-424A7FF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No external factual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A4424-91D3-4E3E-9741-5643986D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3500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45BF2-BA43-4BB9-8486-35DE997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E2CC-D60F-498D-A70F-C3129DF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Decision requested by 30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257CE-C2E0-49DB-9E31-237020B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B211-C739-49AB-9B85-92EE8CD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Authorize a scoped pilot path and nominate an executive sponsor.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340BB-9489-4E8E-B521-E9CB599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2B91-A76D-4EE7-97F3-725C415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Northstar Cloud | Account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F9EAD-528B-4203-A9E1-E27130E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172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2026-08-23T16:52:28.7500000Z</dcterms:created>
  <dcterms:modified xsi:type="dcterms:W3CDTF">2026-08-23T16:52:28.7500000Z</dcterms:modified>
</coreProperties>
</file>