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071d853f54bfa" /><Relationship Type="http://schemas.openxmlformats.org/officeDocument/2006/relationships/extended-properties" Target="/docProps/app.xml" Id="R9be57b93bcb54da1" /><Relationship Type="http://schemas.openxmlformats.org/officeDocument/2006/relationships/officeDocument" Target="/ppt/presentation.xml" Id="R15ed55ca792541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59ac5310940d9"/>
  </p:sldMasterIdLst>
  <p:notesMasterIdLst>
    <p:notesMasterId xmlns:r="http://schemas.openxmlformats.org/officeDocument/2006/relationships" r:id="R8ea2cb69b12344a4"/>
  </p:notesMasterIdLst>
  <p:sldIdLst>
    <p:sldId xmlns:r="http://schemas.openxmlformats.org/officeDocument/2006/relationships" id="256" r:id="R0ef556eb83c44be8"/>
    <p:sldId xmlns:r="http://schemas.openxmlformats.org/officeDocument/2006/relationships" id="257" r:id="R7155aa0db4974c8e"/>
    <p:sldId xmlns:r="http://schemas.openxmlformats.org/officeDocument/2006/relationships" id="258" r:id="Rcc7faa6178ae41c1"/>
    <p:sldId xmlns:r="http://schemas.openxmlformats.org/officeDocument/2006/relationships" id="259" r:id="Rdf3d61005b57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5b02ad4ba4dce" /><Relationship Type="http://schemas.openxmlformats.org/officeDocument/2006/relationships/slideMaster" Target="/ppt/slideMasters/slideMaster1.xml" Id="R04e59ac5310940d9" /><Relationship Type="http://schemas.openxmlformats.org/officeDocument/2006/relationships/notesMaster" Target="/ppt/notesMasters/notesMaster1.xml" Id="R8ea2cb69b12344a4" /><Relationship Type="http://schemas.openxmlformats.org/officeDocument/2006/relationships/presProps" Target="/ppt/presProps.xml" Id="Re5b487d829034980" /><Relationship Type="http://schemas.openxmlformats.org/officeDocument/2006/relationships/tableStyles" Target="/ppt/tableStyles.xml" Id="R59dbdd5080904a9b" /><Relationship Type="http://schemas.openxmlformats.org/officeDocument/2006/relationships/slide" Target="/ppt/slides/slide1.xml" Id="R0ef556eb83c44be8" /><Relationship Type="http://schemas.openxmlformats.org/officeDocument/2006/relationships/slide" Target="/ppt/slides/slide2.xml" Id="R7155aa0db4974c8e" /><Relationship Type="http://schemas.openxmlformats.org/officeDocument/2006/relationships/slide" Target="/ppt/slides/slide3.xml" Id="Rcc7faa6178ae41c1" /><Relationship Type="http://schemas.openxmlformats.org/officeDocument/2006/relationships/slide" Target="/ppt/slides/slide4.xml" Id="Rdf3d61005b57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71b5ee46b4c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0cf85658a46cd" /><Relationship Type="http://schemas.openxmlformats.org/officeDocument/2006/relationships/notesMaster" Target="/ppt/notesMasters/notesMaster1.xml" Id="R95734a8f637d4a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84bffab274787" /><Relationship Type="http://schemas.openxmlformats.org/officeDocument/2006/relationships/notesMaster" Target="/ppt/notesMasters/notesMaster1.xml" Id="Rcc405a49ac47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ef880732b4eef" /><Relationship Type="http://schemas.openxmlformats.org/officeDocument/2006/relationships/notesMaster" Target="/ppt/notesMasters/notesMaster1.xml" Id="R2d40adc3aae9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27b9b46d8420f" /><Relationship Type="http://schemas.openxmlformats.org/officeDocument/2006/relationships/notesMaster" Target="/ppt/notesMasters/notesMaster1.xml" Id="R538d39faf846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dc918963c49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dac2b2bbc462d" /><Relationship Type="http://schemas.openxmlformats.org/officeDocument/2006/relationships/slideLayout" Target="/ppt/slideLayouts/slideLayout1.xml" Id="Rec65ba66b6054e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65ba66b6054e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7bce6334744f0" /><Relationship Type="http://schemas.openxmlformats.org/officeDocument/2006/relationships/notesSlide" Target="/ppt/notesSlides/notesSlide1.xml" Id="Ra5aa36ef64414d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3270f58b748aa" /><Relationship Type="http://schemas.openxmlformats.org/officeDocument/2006/relationships/notesSlide" Target="/ppt/notesSlides/notesSlide2.xml" Id="Rd4557956776042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b66d1a2eb46fd" /><Relationship Type="http://schemas.openxmlformats.org/officeDocument/2006/relationships/notesSlide" Target="/ppt/notesSlides/notesSlide3.xml" Id="Rb25bfeb7400b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085000994eb9" /><Relationship Type="http://schemas.openxmlformats.org/officeDocument/2006/relationships/notesSlide" Target="/ppt/notesSlides/notesSlide4.xml" Id="Rddbf92fc265d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0B42F-4E8E-43D7-8A3B-397257F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E8D21-5C7B-4654-A1CF-6914B1BB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7596A-70DD-4D71-9F1A-8E1CF9A8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B52"/>
          </a:solidFill>
          <a:ln xmlns:a="http://schemas.openxmlformats.org/drawingml/2006/main" w="0">
            <a:solidFill>
              <a:srgbClr val="102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615E1-17EF-4E50-8E8B-3A4F0AD1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81886-4421-4FC4-A8C4-66C1515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Three ways to stage the program before a full-term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2F0AC-8825-4EA4-BB8E-50FCEDE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Planning amount: USD 186,000 | Term: 1 Oct 2026–30 Sep 2027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BC4BB-883E-4E96-AEE1-B0E3E00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8E7"/>
                </a:solidFill>
              </a:defRPr>
            </a:pPr>
            <a:r>
              <a:rPr sz="1050" b="0">
                <a:solidFill>
                  <a:srgbClr val="CFD8E7"/>
                </a:solidFill>
              </a:rPr>
              <a:t>Not yet approved; synthetic internal scenario.</a:t>
            </a:r>
          </a:p>
        </p:txBody>
      </p:sp>
    </p:spTree>
    <p:extLst>
      <p:ext uri="{BB962C8B-B14F-4D97-AF65-F5344CB8AC3E}">
        <p14:creationId xmlns:p14="http://schemas.microsoft.com/office/powerpoint/2010/main" val="734459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4C2FA-FC6F-46DB-972E-597E72E2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08FE0-706C-499B-8C8B-3E9234B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Choose the level of commitment that matches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40637-21EC-492B-949E-D7923E5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0AA7F-0E66-4DE8-912A-DA0985F0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Option A: discovery | Option B: pilot | Option C: full program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10BD2-C78D-4903-BE2A-4CDDA5A3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5E281-1515-43EB-B337-FAC6081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Commercial discussion draft for Cameron Vale.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F4479-735E-4797-AA52-D34C3940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7101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AD50D-72E7-4C11-BFE0-3AD73852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31C72-8F56-42B8-A59A-7D67020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A phased path protects optionality while preserving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1AC98-E62B-436A-912B-BF449339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CD672-3227-40A1-A9D7-31E654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Discovery validates baseline; pilot proves workflow design; full term scales the operating rhythm.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C686E-1BD5-410B-BFA4-287EED3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573D5-D192-42D4-B08E-293546A0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Final scope and commercial terms remain subject to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87D6B-25F4-4C75-A261-C662473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6598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7EAF1-194D-4926-9D49-470B811F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71EC5-448A-4638-AA93-477C81E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Suggested next step: confirm the pilot path and contracting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87023-3942-4574-A717-602BE1A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EA944-BEAD-4F94-8CFD-0EFCF4E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Align on sponsor, evaluation criteria, procurement sequence, and decision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D3D6B-28BE-425F-BE34-1A5E667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CD84B-0C2D-4BD0-BDC6-17E4ED7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Separate comparison anchor: Account Alpha approved USD 248,000 on 17 Jul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F39FF-12E0-4C69-BB5A-BA96A90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1624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2026-08-23T16:52:28.7940000Z</dcterms:created>
  <dcterms:modified xsi:type="dcterms:W3CDTF">2026-08-23T16:52:28.7940000Z</dcterms:modified>
</coreProperties>
</file>