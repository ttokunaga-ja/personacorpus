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1cef72ce4474c" /><Relationship Type="http://schemas.openxmlformats.org/officeDocument/2006/relationships/extended-properties" Target="/docProps/app.xml" Id="Ra825fb35e2a94546" /><Relationship Type="http://schemas.openxmlformats.org/officeDocument/2006/relationships/officeDocument" Target="/ppt/presentation.xml" Id="R9a5500b2ad74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127a0fbbc4ddc"/>
  </p:sldMasterIdLst>
  <p:notesMasterIdLst>
    <p:notesMasterId xmlns:r="http://schemas.openxmlformats.org/officeDocument/2006/relationships" r:id="R66b8dc5f7b634f44"/>
  </p:notesMasterIdLst>
  <p:sldIdLst>
    <p:sldId xmlns:r="http://schemas.openxmlformats.org/officeDocument/2006/relationships" id="256" r:id="Rbeccd1944595418f"/>
    <p:sldId xmlns:r="http://schemas.openxmlformats.org/officeDocument/2006/relationships" id="257" r:id="Raac136fc32ec4eec"/>
    <p:sldId xmlns:r="http://schemas.openxmlformats.org/officeDocument/2006/relationships" id="258" r:id="Rf0914720d03f4f26"/>
    <p:sldId xmlns:r="http://schemas.openxmlformats.org/officeDocument/2006/relationships" id="259" r:id="R1dd7132a9f1748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2b67f00dab4e20" /><Relationship Type="http://schemas.openxmlformats.org/officeDocument/2006/relationships/slideMaster" Target="/ppt/slideMasters/slideMaster1.xml" Id="R482127a0fbbc4ddc" /><Relationship Type="http://schemas.openxmlformats.org/officeDocument/2006/relationships/notesMaster" Target="/ppt/notesMasters/notesMaster1.xml" Id="R66b8dc5f7b634f44" /><Relationship Type="http://schemas.openxmlformats.org/officeDocument/2006/relationships/presProps" Target="/ppt/presProps.xml" Id="R31cfd33e9ad54d7a" /><Relationship Type="http://schemas.openxmlformats.org/officeDocument/2006/relationships/tableStyles" Target="/ppt/tableStyles.xml" Id="R3b7f243940f5426b" /><Relationship Type="http://schemas.openxmlformats.org/officeDocument/2006/relationships/slide" Target="/ppt/slides/slide1.xml" Id="Rbeccd1944595418f" /><Relationship Type="http://schemas.openxmlformats.org/officeDocument/2006/relationships/slide" Target="/ppt/slides/slide2.xml" Id="Raac136fc32ec4eec" /><Relationship Type="http://schemas.openxmlformats.org/officeDocument/2006/relationships/slide" Target="/ppt/slides/slide3.xml" Id="Rf0914720d03f4f26" /><Relationship Type="http://schemas.openxmlformats.org/officeDocument/2006/relationships/slide" Target="/ppt/slides/slide4.xml" Id="R1dd7132a9f17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c5d8c0c154c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7116ab16744cf" /><Relationship Type="http://schemas.openxmlformats.org/officeDocument/2006/relationships/notesMaster" Target="/ppt/notesMasters/notesMaster1.xml" Id="R208147f51688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2a82004cfc4e8c" /><Relationship Type="http://schemas.openxmlformats.org/officeDocument/2006/relationships/notesMaster" Target="/ppt/notesMasters/notesMaster1.xml" Id="R0a384b8214ef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34d0926441400a" /><Relationship Type="http://schemas.openxmlformats.org/officeDocument/2006/relationships/notesMaster" Target="/ppt/notesMasters/notesMaster1.xml" Id="Rca0053a7ef0f42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23b7c4ca14cfb" /><Relationship Type="http://schemas.openxmlformats.org/officeDocument/2006/relationships/notesMaster" Target="/ppt/notesMasters/notesMaster1.xml" Id="R173ea66bedd0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5f8a3fe144b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50ca98f2f41c4" /><Relationship Type="http://schemas.openxmlformats.org/officeDocument/2006/relationships/slideLayout" Target="/ppt/slideLayouts/slideLayout1.xml" Id="R2ba1f6ad3e624c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1f6ad3e624c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0c3c97b924212" /><Relationship Type="http://schemas.openxmlformats.org/officeDocument/2006/relationships/notesSlide" Target="/ppt/notesSlides/notesSlide1.xml" Id="R34cae97e26fe40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c0a2278dd4531" /><Relationship Type="http://schemas.openxmlformats.org/officeDocument/2006/relationships/notesSlide" Target="/ppt/notesSlides/notesSlide2.xml" Id="R4045c052a520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ef1849d543ff" /><Relationship Type="http://schemas.openxmlformats.org/officeDocument/2006/relationships/notesSlide" Target="/ppt/notesSlides/notesSlide3.xml" Id="R0e5c3123863f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63661807b4a7a" /><Relationship Type="http://schemas.openxmlformats.org/officeDocument/2006/relationships/notesSlide" Target="/ppt/notesSlides/notesSlide4.xml" Id="R1c02cdb604774c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4AA50-8AFE-41AC-BD90-EC3FD131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81C4-B2B0-4EA8-8562-B6963209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82D25-A17A-49A5-968F-654F1CA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57646-7262-4807-903E-1C81E766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model - no customer proof or product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5A1EA-0DCC-40B0-9671-4F2D2FA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STANDARD VALUE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6B493-712A-468C-B007-84EE1909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Make the decision context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E8CD4-82C9-45C5-85A1-D677A45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A reusable account-team reference for separating evidence, hypotheses, and next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B3683-850E-4F67-A237-5FEAEB44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066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CA809-6371-4190-B52C-352D6216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C735A-908D-4BE7-A186-38B7FA3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What is known and where it came from.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7E71B-AF41-4D58-988A-AD204DF6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A999"/>
                </a:solidFill>
              </a:defRPr>
            </a:pPr>
            <a:r>
              <a:rPr sz="1800" b="1">
                <a:solidFill>
                  <a:srgbClr val="18A999"/>
                </a:solidFill>
              </a:rPr>
              <a:t>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C4CEA-F986-4D77-9D09-828E8D5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What the team intends to 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A1002-CB6E-444D-978B-3810BE6E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083DE-B139-4B31-A720-49A65FB9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What must be approved or owned next.</a:t>
            </a:r>
          </a:p>
        </p:txBody>
      </p:sp>
    </p:spTree>
    <p:extLst>
      <p:ext uri="{BB962C8B-B14F-4D97-AF65-F5344CB8AC3E}">
        <p14:creationId xmlns:p14="http://schemas.microsoft.com/office/powerpoint/2010/main" val="1221791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3E168-E591-4CCA-A557-458618F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266F-3AB7-486A-9D1C-65DE752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6FFC8-283C-418F-B158-E3BA26E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A7E5D-97AF-4DDF-B750-D48B726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model - no customer proof or product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0A7D3-BB3B-49C5-8E5F-2759B6D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4B39-9478-4B55-A9E8-4C0C6DE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Start with the operating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B207-2AB8-4A46-B6E8-93E0DDE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Useful value framing begins with a real decision, not a prewritten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09CD-6C26-4374-AE25-2F4B3F78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A94CD-7264-4F8B-9268-5B321AE5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Decision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5AB7B-197B-4A96-A8D2-ED53067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Who can make the next call?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65697-D05D-446E-90F2-6660B130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9631E-7A79-4BAD-BC79-D75B8E0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86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Current 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FB12C-C53B-4A6A-8C36-0AF4D02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714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Where does work stall or repeat?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076A2-CAFE-4482-B5E5-3F4B5F2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17C2F-D3F8-48C5-A4A1-75DC6FFB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86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Evidence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BE453-B7CD-40C8-8C51-6E51369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What must be validated first?</a:t>
            </a:r>
          </a:p>
        </p:txBody>
      </p:sp>
    </p:spTree>
    <p:extLst>
      <p:ext uri="{BB962C8B-B14F-4D97-AF65-F5344CB8AC3E}">
        <p14:creationId xmlns:p14="http://schemas.microsoft.com/office/powerpoint/2010/main" val="1895048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B903E-BECA-4F05-8DAE-7F8812C6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ED356-E945-4749-8B88-0D2E07C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7F878-4C37-4CD2-B545-AC871CF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DBEE3-595E-4E7D-8503-49F8E0C6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model - no customer proof or product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61CF8-DFF2-4F70-AFF4-CA0CDD0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32104-1DE5-4E48-9F60-1964F3A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Keep claims proportionate to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09809-178E-4B9F-9553-985A09B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A clear narrative labels observations and avoids converting a hypothesis into a commitment.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2F471-6553-4912-AA15-929A98E2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Observed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FAF92-AAD6-43A1-B9E3-00661135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Known operating fact with a documented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9B0BA-EE04-4915-85A1-73058E45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Proposed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339AA-90BE-4FE0-A664-E4F0DD6B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92B45"/>
                </a:solidFill>
              </a:defRPr>
            </a:pPr>
            <a:r>
              <a:rPr sz="1275" b="0">
                <a:solidFill>
                  <a:srgbClr val="192B45"/>
                </a:solidFill>
              </a:rPr>
              <a:t>Testable internal value 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1D28E-3969-4D23-8D43-7B9238E5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4572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89611-697B-4E73-A0A5-D49753C9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Guardrail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C0D57-9700-4E23-B819-A83ECA5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Confirm scope, controls, and commercial terms through the approved internal process.</a:t>
            </a:r>
          </a:p>
        </p:txBody>
      </p:sp>
    </p:spTree>
    <p:extLst>
      <p:ext uri="{BB962C8B-B14F-4D97-AF65-F5344CB8AC3E}">
        <p14:creationId xmlns:p14="http://schemas.microsoft.com/office/powerpoint/2010/main" val="1995312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F19DA-33E6-4E91-9B1F-AC3AE5E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1D689-9196-496C-B679-F8BB5D5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D8AA5-B740-40E7-B1B5-CB9B6CFF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4017-7C08-4314-B864-0AF62B40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model - no customer proof or product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1B592-5F7D-4BDB-89F7-5F417CEE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APPLY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AC5B8-BA64-4603-B7C9-40948C87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End every review with a clean next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34BF4-6F9C-4853-905C-157813F5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Record owner, evidence needed, and the approval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C9F5C-F6E1-43DB-9238-528A6E6A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EB0BC-DFF3-48E1-B226-67471C2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0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1.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77372-1168-49C7-9F5C-FBF83A53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Known facts and their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17C38-58A0-4FD3-AD66-D06EA2E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34BF3-F4FA-4695-91DF-DE4099D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62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2.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32156-4B88-4C2F-AEFD-E3F6171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One internal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13C8E-BBCE-450F-A968-A6C89E81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742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44F81-AC96-4CDF-ABB4-80AF7043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3. 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633E6-5FA1-4CE7-B209-8CE09A6B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Owner and approval path</a:t>
            </a:r>
          </a:p>
        </p:txBody>
      </p:sp>
    </p:spTree>
    <p:extLst>
      <p:ext uri="{BB962C8B-B14F-4D97-AF65-F5344CB8AC3E}">
        <p14:creationId xmlns:p14="http://schemas.microsoft.com/office/powerpoint/2010/main" val="1875741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2026-08-23T16:59:32.6550000Z</dcterms:created>
  <dcterms:modified xsi:type="dcterms:W3CDTF">2026-08-23T16:59:32.6550000Z</dcterms:modified>
</coreProperties>
</file>