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066f6aab9a2446c" /><Relationship Type="http://schemas.openxmlformats.org/officeDocument/2006/relationships/extended-properties" Target="/docProps/app.xml" Id="Rac123678fd124325" /><Relationship Type="http://schemas.openxmlformats.org/officeDocument/2006/relationships/officeDocument" Target="/ppt/presentation.xml" Id="R98f6f7101be648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32ede1af464604"/>
  </p:sldMasterIdLst>
  <p:notesMasterIdLst>
    <p:notesMasterId xmlns:r="http://schemas.openxmlformats.org/officeDocument/2006/relationships" r:id="R70313f458e41456a"/>
  </p:notesMasterIdLst>
  <p:sldIdLst>
    <p:sldId xmlns:r="http://schemas.openxmlformats.org/officeDocument/2006/relationships" id="256" r:id="Ra2e0606a215d4f21"/>
    <p:sldId xmlns:r="http://schemas.openxmlformats.org/officeDocument/2006/relationships" id="257" r:id="R2fe62fb812cc4fa5"/>
    <p:sldId xmlns:r="http://schemas.openxmlformats.org/officeDocument/2006/relationships" id="258" r:id="R81d42d38ce04410c"/>
    <p:sldId xmlns:r="http://schemas.openxmlformats.org/officeDocument/2006/relationships" id="259" r:id="Rd3a5a0742d944a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a440485e8d45f5" /><Relationship Type="http://schemas.openxmlformats.org/officeDocument/2006/relationships/slideMaster" Target="/ppt/slideMasters/slideMaster1.xml" Id="R7432ede1af464604" /><Relationship Type="http://schemas.openxmlformats.org/officeDocument/2006/relationships/notesMaster" Target="/ppt/notesMasters/notesMaster1.xml" Id="R70313f458e41456a" /><Relationship Type="http://schemas.openxmlformats.org/officeDocument/2006/relationships/presProps" Target="/ppt/presProps.xml" Id="R664da0f275b4453f" /><Relationship Type="http://schemas.openxmlformats.org/officeDocument/2006/relationships/tableStyles" Target="/ppt/tableStyles.xml" Id="Rb13ae8b19fa0480c" /><Relationship Type="http://schemas.openxmlformats.org/officeDocument/2006/relationships/slide" Target="/ppt/slides/slide1.xml" Id="Ra2e0606a215d4f21" /><Relationship Type="http://schemas.openxmlformats.org/officeDocument/2006/relationships/slide" Target="/ppt/slides/slide2.xml" Id="R2fe62fb812cc4fa5" /><Relationship Type="http://schemas.openxmlformats.org/officeDocument/2006/relationships/slide" Target="/ppt/slides/slide3.xml" Id="R81d42d38ce04410c" /><Relationship Type="http://schemas.openxmlformats.org/officeDocument/2006/relationships/slide" Target="/ppt/slides/slide4.xml" Id="Rd3a5a0742d944a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61ceac087843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959c4d577449da" /><Relationship Type="http://schemas.openxmlformats.org/officeDocument/2006/relationships/notesMaster" Target="/ppt/notesMasters/notesMaster1.xml" Id="R5f7da1eb4a5747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0ec32bbb6f748a6" /><Relationship Type="http://schemas.openxmlformats.org/officeDocument/2006/relationships/notesMaster" Target="/ppt/notesMasters/notesMaster1.xml" Id="Rcb0180ddaf6c4b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88095d49754da4" /><Relationship Type="http://schemas.openxmlformats.org/officeDocument/2006/relationships/notesMaster" Target="/ppt/notesMasters/notesMaster1.xml" Id="Rda15e4375b094e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f70f6ecc6f455d" /><Relationship Type="http://schemas.openxmlformats.org/officeDocument/2006/relationships/notesMaster" Target="/ppt/notesMasters/notesMaster1.xml" Id="R74ca0d459aaf49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ebc5a72144a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3918529cd746e0" /><Relationship Type="http://schemas.openxmlformats.org/officeDocument/2006/relationships/slideLayout" Target="/ppt/slideLayouts/slideLayout1.xml" Id="R7178a7b25e5040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78a7b25e5040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42efc548f4047" /><Relationship Type="http://schemas.openxmlformats.org/officeDocument/2006/relationships/notesSlide" Target="/ppt/notesSlides/notesSlide1.xml" Id="R2fe1702b65934a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9960afcf5491a" /><Relationship Type="http://schemas.openxmlformats.org/officeDocument/2006/relationships/notesSlide" Target="/ppt/notesSlides/notesSlide2.xml" Id="R226ab9f7140d41a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2d11b6c7c41ab" /><Relationship Type="http://schemas.openxmlformats.org/officeDocument/2006/relationships/notesSlide" Target="/ppt/notesSlides/notesSlide3.xml" Id="Rdbb4ce2036ad44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33d1c98674ade" /><Relationship Type="http://schemas.openxmlformats.org/officeDocument/2006/relationships/notesSlide" Target="/ppt/notesSlides/notesSlide4.xml" Id="R6ef8931ad2ee49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45247C-5C70-4B10-AE22-A1588707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90789-A1CC-4066-B723-3BAC7E7C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| INTERNAL SYNTHETIC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485649-EF25-4EE5-B4C7-03048DC32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C4A7A-E1C3-434A-B411-E33F7B04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18B"/>
                </a:solidFill>
              </a:defRPr>
            </a:pPr>
            <a:r>
              <a:rPr sz="825" b="0">
                <a:solidFill>
                  <a:srgbClr val="61718B"/>
                </a:solidFill>
              </a:rPr>
              <a:t>Synthetic internal reference - validate current scope before external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4FF770-EC21-4059-A64B-4AC29793B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SECURITY CAPABILITIES 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0E461C-05D7-43B1-BACB-F8DA03A5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Frame security conversations with care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67199-7101-48F4-837E-AE2031EF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B"/>
                </a:solidFill>
              </a:defRPr>
            </a:pPr>
            <a:r>
              <a:rPr sz="1350" b="0">
                <a:solidFill>
                  <a:srgbClr val="61718B"/>
                </a:solidFill>
              </a:rPr>
              <a:t>A fictional reference for documenting questions, boundaries, and validation needs.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82460-309C-40ED-A356-B35D82F1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00375"/>
            <a:ext cx="10668000" cy="156210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B9490-264D-4B2C-AC41-B0059E02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F3A"/>
                </a:solidFill>
              </a:defRPr>
            </a:pPr>
            <a:r>
              <a:rPr sz="1875" b="1">
                <a:solidFill>
                  <a:srgbClr val="0B1F3A"/>
                </a:solidFill>
              </a:rPr>
              <a:t>This deck does not assert certifications, controls, service commitments, or production architecture.</a:t>
            </a:r>
          </a:p>
        </p:txBody>
      </p:sp>
    </p:spTree>
    <p:extLst>
      <p:ext uri="{BB962C8B-B14F-4D97-AF65-F5344CB8AC3E}">
        <p14:creationId xmlns:p14="http://schemas.microsoft.com/office/powerpoint/2010/main" val="3408164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E82D6-C86F-461B-9D79-86DF0024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13C0BC-E474-41D7-9404-18D49614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| INTERNAL SYNTHETIC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5A3DFF-F001-47A6-A8E1-6F1F1230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8183B-CADF-48ED-A72A-9B71D147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18B"/>
                </a:solidFill>
              </a:defRPr>
            </a:pPr>
            <a:r>
              <a:rPr sz="825" b="0">
                <a:solidFill>
                  <a:srgbClr val="61718B"/>
                </a:solidFill>
              </a:rPr>
              <a:t>Synthetic internal reference - validate current scope before external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EFBE7-5DCA-47DA-B8A7-351A73FB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CONVERSATION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6FFB6-EB47-469A-9D0A-2AFFD311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Use questions before conclusions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FD0E4-5A47-44FE-BCBE-93DB66820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B"/>
                </a:solidFill>
              </a:defRPr>
            </a:pPr>
            <a:r>
              <a:rPr sz="1350" b="0">
                <a:solidFill>
                  <a:srgbClr val="61718B"/>
                </a:solidFill>
              </a:rPr>
              <a:t>Capture what matters to the review without making unsupported statements.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D05F6-D037-4782-B245-1A47A52F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AD858-B339-40FB-9257-4E7EDFF5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Data handling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D975F-CC86-4BA2-854B-C6C33C32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92B45"/>
                </a:solidFill>
              </a:defRPr>
            </a:pPr>
            <a:r>
              <a:rPr sz="1200" b="0">
                <a:solidFill>
                  <a:srgbClr val="192B45"/>
                </a:solidFill>
              </a:rPr>
              <a:t>Document the question, scope, owner, and source of validation.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680F2-668E-4F82-AB3A-8DAC636D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95625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27B24-C3AA-4EF5-8201-821B95E8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813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Access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ACCDB-6E3E-43E5-BC55-4C57D08B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100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92B45"/>
                </a:solidFill>
              </a:defRPr>
            </a:pPr>
            <a:r>
              <a:rPr sz="1200" b="0">
                <a:solidFill>
                  <a:srgbClr val="192B45"/>
                </a:solidFill>
              </a:rPr>
              <a:t>Document the question, scope, owner, and source of validation.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6EC952-0E90-4DEC-AC7E-1AD1D2C2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95625"/>
            <a:ext cx="2476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09B939-BDD9-472B-A622-792FBE59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813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Operational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CE032C-BE75-45CE-B90D-C41BC8C7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8100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92B45"/>
                </a:solidFill>
              </a:defRPr>
            </a:pPr>
            <a:r>
              <a:rPr sz="1200" b="0">
                <a:solidFill>
                  <a:srgbClr val="192B45"/>
                </a:solidFill>
              </a:rPr>
              <a:t>Document the question, scope, owner, and source of validation.</a:t>
            </a:r>
          </a:p>
        </p:txBody>
      </p:sp>
    </p:spTree>
    <p:extLst>
      <p:ext uri="{BB962C8B-B14F-4D97-AF65-F5344CB8AC3E}">
        <p14:creationId xmlns:p14="http://schemas.microsoft.com/office/powerpoint/2010/main" val="17370442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203432-AE3E-47A3-AD18-A3474765A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5CF9E-7214-4ECB-97DD-00DA5AE1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| INTERNAL SYNTHETIC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D3170-25E2-4CFA-B6E6-05ED2748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CE4083-4A7F-4868-8465-7F415185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18B"/>
                </a:solidFill>
              </a:defRPr>
            </a:pPr>
            <a:r>
              <a:rPr sz="825" b="0">
                <a:solidFill>
                  <a:srgbClr val="61718B"/>
                </a:solidFill>
              </a:rPr>
              <a:t>Synthetic internal reference - validate current scope before external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9A305-7107-4AC5-90D2-80530674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VALIDATION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AC6440-039E-45E1-890F-227A1A3D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Make unknowns explicit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736E5-8B11-4001-B18D-B8253A17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B"/>
                </a:solidFill>
              </a:defRPr>
            </a:pPr>
            <a:r>
              <a:rPr sz="1350" b="0">
                <a:solidFill>
                  <a:srgbClr val="61718B"/>
                </a:solidFill>
              </a:rPr>
              <a:t>A strong reference separates an internal need from a verified answer.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CE6D4-14C1-43D2-9A83-A24A16DC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A999"/>
                </a:solidFill>
              </a:defRPr>
            </a:pPr>
            <a:r>
              <a:rPr sz="1650" b="1">
                <a:solidFill>
                  <a:srgbClr val="18A999"/>
                </a:solidFill>
              </a:rPr>
              <a:t>Need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2D2AC5-3B18-4F7F-A055-D9F9AEDB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92B45"/>
                </a:solidFill>
              </a:defRPr>
            </a:pPr>
            <a:r>
              <a:rPr sz="1350" b="0">
                <a:solidFill>
                  <a:srgbClr val="192B45"/>
                </a:solidFill>
              </a:rPr>
              <a:t>Question to validate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C11F2-0042-482A-B3AF-E246EBDB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43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BFF"/>
                </a:solidFill>
              </a:defRPr>
            </a:pPr>
            <a:r>
              <a:rPr sz="1650" b="1">
                <a:solidFill>
                  <a:srgbClr val="2F6BFF"/>
                </a:solidFill>
              </a:rPr>
              <a:t>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DC9083-F38A-49E2-9D37-4BE059D3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718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92B45"/>
                </a:solidFill>
              </a:defRPr>
            </a:pPr>
            <a:r>
              <a:rPr sz="1350" b="0">
                <a:solidFill>
                  <a:srgbClr val="192B45"/>
                </a:solidFill>
              </a:rPr>
              <a:t>Approved internal record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AF93E-248C-4CAE-AE89-9EBC6AE7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F3A"/>
                </a:solidFill>
              </a:defRPr>
            </a:pPr>
            <a:r>
              <a:rPr sz="1650" b="1">
                <a:solidFill>
                  <a:srgbClr val="0B1F3A"/>
                </a:solidFill>
              </a:rPr>
              <a:t>Owner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3F11B8-B8BD-4B6A-A275-1F6F55B2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7187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92B45"/>
                </a:solidFill>
              </a:defRPr>
            </a:pPr>
            <a:r>
              <a:rPr sz="1350" b="0">
                <a:solidFill>
                  <a:srgbClr val="192B45"/>
                </a:solidFill>
              </a:rPr>
              <a:t>Named reviewer</a:t>
            </a:r>
          </a:p>
        </p:txBody>
      </p:sp>
    </p:spTree>
    <p:extLst>
      <p:ext uri="{BB962C8B-B14F-4D97-AF65-F5344CB8AC3E}">
        <p14:creationId xmlns:p14="http://schemas.microsoft.com/office/powerpoint/2010/main" val="1935380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1FA7A-F324-4037-AB2E-B39B0F87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092B2-5D5C-4731-A537-45DBC3CE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NORTHSTAR CLOUD | INTERNAL SYNTHETIC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D68F5-711D-492F-95BF-33AFAA8A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D87BE6-EC84-4C36-BD67-402572F0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1718B"/>
                </a:solidFill>
              </a:defRPr>
            </a:pPr>
            <a:r>
              <a:rPr sz="825" b="0">
                <a:solidFill>
                  <a:srgbClr val="61718B"/>
                </a:solidFill>
              </a:rPr>
              <a:t>Synthetic internal reference - validate current scope before external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8F1EE-BA9D-4ADA-9794-1784C9C5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91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18A999"/>
                </a:solidFill>
              </a:defRPr>
            </a:pPr>
            <a:r>
              <a:rPr sz="975" b="1">
                <a:solidFill>
                  <a:srgbClr val="18A999"/>
                </a:solidFill>
              </a:rPr>
              <a:t>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24B878-F103-4A6B-A5FB-44C24DE0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</a:rPr>
              <a:t>What this reference is for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41C7B4-BD2D-4A4F-B222-33A2777E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52625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1718B"/>
                </a:solidFill>
              </a:defRPr>
            </a:pPr>
            <a:r>
              <a:rPr sz="1350" b="0">
                <a:solidFill>
                  <a:srgbClr val="61718B"/>
                </a:solidFill>
              </a:rPr>
              <a:t>Support a disciplined internal conversation; route verified answers through the approved process.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B21F30-1147-4D7F-94BB-73011ED3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9906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B1F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72D51-02F1-4932-BEC6-38092496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No external assurance should rely on this synthetic reference alone.</a:t>
            </a:r>
          </a:p>
        </p:txBody>
      </p:sp>
    </p:spTree>
    <p:extLst>
      <p:ext uri="{BB962C8B-B14F-4D97-AF65-F5344CB8AC3E}">
        <p14:creationId xmlns:p14="http://schemas.microsoft.com/office/powerpoint/2010/main" val="9318888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2026-08-23T16:59:33.0520000Z</dcterms:created>
  <dcterms:modified xsi:type="dcterms:W3CDTF">2026-08-23T16:59:33.0520000Z</dcterms:modified>
</coreProperties>
</file>