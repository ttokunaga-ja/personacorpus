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0e845f1f1b4023" /><Relationship Type="http://schemas.openxmlformats.org/officeDocument/2006/relationships/extended-properties" Target="/docProps/app.xml" Id="R7047daab79bb4675" /><Relationship Type="http://schemas.openxmlformats.org/officeDocument/2006/relationships/officeDocument" Target="/ppt/presentation.xml" Id="Rff6f884d89c94f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5343d02a3b4ca6"/>
  </p:sldMasterIdLst>
  <p:notesMasterIdLst>
    <p:notesMasterId xmlns:r="http://schemas.openxmlformats.org/officeDocument/2006/relationships" r:id="R7a91da3af9df4c8d"/>
  </p:notesMasterIdLst>
  <p:sldIdLst>
    <p:sldId xmlns:r="http://schemas.openxmlformats.org/officeDocument/2006/relationships" id="256" r:id="R6ec1dd0124404615"/>
    <p:sldId xmlns:r="http://schemas.openxmlformats.org/officeDocument/2006/relationships" id="257" r:id="R04de0c0d03c94241"/>
    <p:sldId xmlns:r="http://schemas.openxmlformats.org/officeDocument/2006/relationships" id="258" r:id="Rfe42d04104344a92"/>
    <p:sldId xmlns:r="http://schemas.openxmlformats.org/officeDocument/2006/relationships" id="259" r:id="R77364fd9916049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373e3bddf74266" /><Relationship Type="http://schemas.openxmlformats.org/officeDocument/2006/relationships/slideMaster" Target="/ppt/slideMasters/slideMaster1.xml" Id="R835343d02a3b4ca6" /><Relationship Type="http://schemas.openxmlformats.org/officeDocument/2006/relationships/notesMaster" Target="/ppt/notesMasters/notesMaster1.xml" Id="R7a91da3af9df4c8d" /><Relationship Type="http://schemas.openxmlformats.org/officeDocument/2006/relationships/presProps" Target="/ppt/presProps.xml" Id="R9a67a749ee784f96" /><Relationship Type="http://schemas.openxmlformats.org/officeDocument/2006/relationships/tableStyles" Target="/ppt/tableStyles.xml" Id="Ree3afad1c9ea482f" /><Relationship Type="http://schemas.openxmlformats.org/officeDocument/2006/relationships/slide" Target="/ppt/slides/slide1.xml" Id="R6ec1dd0124404615" /><Relationship Type="http://schemas.openxmlformats.org/officeDocument/2006/relationships/slide" Target="/ppt/slides/slide2.xml" Id="R04de0c0d03c94241" /><Relationship Type="http://schemas.openxmlformats.org/officeDocument/2006/relationships/slide" Target="/ppt/slides/slide3.xml" Id="Rfe42d04104344a92" /><Relationship Type="http://schemas.openxmlformats.org/officeDocument/2006/relationships/slide" Target="/ppt/slides/slide4.xml" Id="R77364fd9916049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5d0c3a860448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244dd0b2d645c5" /><Relationship Type="http://schemas.openxmlformats.org/officeDocument/2006/relationships/notesMaster" Target="/ppt/notesMasters/notesMaster1.xml" Id="R8a275fd2090445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f1190e99014dfe" /><Relationship Type="http://schemas.openxmlformats.org/officeDocument/2006/relationships/notesMaster" Target="/ppt/notesMasters/notesMaster1.xml" Id="Rab56333edc6947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c03e998d304e93" /><Relationship Type="http://schemas.openxmlformats.org/officeDocument/2006/relationships/notesMaster" Target="/ppt/notesMasters/notesMaster1.xml" Id="R3e2feb638d1d4b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1b6b4dbf6c47c4" /><Relationship Type="http://schemas.openxmlformats.org/officeDocument/2006/relationships/notesMaster" Target="/ppt/notesMasters/notesMaster1.xml" Id="R9d56e3a76d7848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8697a5a5943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ad216944a64467" /><Relationship Type="http://schemas.openxmlformats.org/officeDocument/2006/relationships/slideLayout" Target="/ppt/slideLayouts/slideLayout1.xml" Id="Rbdbf465ad2e046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bf465ad2e046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d64bd8a834b5d" /><Relationship Type="http://schemas.openxmlformats.org/officeDocument/2006/relationships/notesSlide" Target="/ppt/notesSlides/notesSlide1.xml" Id="R5d89cb6c36b24f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ee5c3b93d44b0" /><Relationship Type="http://schemas.openxmlformats.org/officeDocument/2006/relationships/notesSlide" Target="/ppt/notesSlides/notesSlide2.xml" Id="R588730dcc3f141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2a4a927634e89" /><Relationship Type="http://schemas.openxmlformats.org/officeDocument/2006/relationships/notesSlide" Target="/ppt/notesSlides/notesSlide3.xml" Id="R0e93fefbdd6043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48a4c7e804ef4" /><Relationship Type="http://schemas.openxmlformats.org/officeDocument/2006/relationships/notesSlide" Target="/ppt/notesSlides/notesSlide4.xml" Id="Rcbc74278e97542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1B446-FFBB-497A-AD8E-DEAE5C33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8AA0E-CF57-479B-AE75-A4B690EC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ACCOUNT ALPHA | RENEWAL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1B565-A9BD-466F-95C9-ABFBE1DA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WORKING DRAFT • ROWAN MERCER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4780A-CC95-4F93-B118-C3CE92F6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B153D-225B-4D3D-83D4-DC05AAAA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Northstar Cloud | internal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FD2E0-F518-4A15-B1F4-62D2A145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Alpha renewal is approved; close the paper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BD24E-04FD-49EE-82B9-0C68BF5E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Account Alpha • prepared 16 Jul 2026 • not customer-facing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BEEAE-0C78-4D54-B0D3-82421285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952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81931-606C-4F0F-BC59-56F54310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APPROVED RENEWAL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E65E2-FA40-4607-AB2C-A75C3284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F6BFF"/>
                </a:solidFill>
              </a:defRPr>
            </a:pPr>
            <a:r>
              <a:rPr sz="2250" b="1">
                <a:solidFill>
                  <a:srgbClr val="2F6BFF"/>
                </a:solidFill>
              </a:rPr>
              <a:t>USD 248,000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F43E0-2454-4890-9F35-A32EB1F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00375"/>
            <a:ext cx="2952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337F9-FE33-478B-93D4-7D2BF91C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908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BA298-A85A-4595-8055-54528845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4671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A999"/>
                </a:solidFill>
              </a:defRPr>
            </a:pPr>
            <a:r>
              <a:rPr sz="2250" b="1">
                <a:solidFill>
                  <a:srgbClr val="18A999"/>
                </a:solidFill>
              </a:rPr>
              <a:t>18 Jul 2026 — 17 Jul 2027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13033-8353-4917-B146-4FD2F0B7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0375"/>
            <a:ext cx="2952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7D700-001E-4296-80B0-CAEE32F4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908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NEXT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84B6C-3BF4-4E30-9E7F-9D46F636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671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Signature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46EDE-F816-4D7C-B934-BFA4244B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2033"/>
                </a:solidFill>
              </a:defRPr>
            </a:pPr>
            <a:r>
              <a:rPr sz="1275" b="0">
                <a:solidFill>
                  <a:srgbClr val="112033"/>
                </a:solidFill>
              </a:rPr>
              <a:t>Approval decision date: 17 Jul 2026 • Term end: 17 Jul 2027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80D529-8F62-4C06-9AB5-C2DE55C8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096CB-4491-4F20-88B1-D6442B59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C7E6"/>
                </a:solidFill>
              </a:defRPr>
            </a:pPr>
            <a:r>
              <a:rPr sz="1125" b="1">
                <a:solidFill>
                  <a:srgbClr val="B8C7E6"/>
                </a:solidFill>
              </a:rPr>
              <a:t>Commercial composition: USD 210,000 platform + USD 24,000 services + USD 14,000 expansion.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3F4D8-2A6E-4F13-A37E-1FA88478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Retain the approved USD 248,000 package; remove signature friction.</a:t>
            </a:r>
          </a:p>
        </p:txBody>
      </p:sp>
    </p:spTree>
    <p:extLst>
      <p:ext uri="{BB962C8B-B14F-4D97-AF65-F5344CB8AC3E}">
        <p14:creationId xmlns:p14="http://schemas.microsoft.com/office/powerpoint/2010/main" val="1169598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4F157-41C2-4FB8-9A37-BBD62AFA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D4727-E398-49A5-9E25-ADDA8DE0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RENEWAL WORKING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178AB-5836-43EC-B3A4-0833B7D6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WORKING DRAFT • ROWAN MERCER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5AE9E-7C2E-4C7B-90B4-7976ADBA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8A8D3-7F1E-40F9-9A22-35CA9A2A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Northstar Cloud | internal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73873-B88C-487B-8954-0D2D1A83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 short close plan protects the approved package.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3EADC-F564-4FF4-827A-330FBF9A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The proposal is commercially settled; operational readiness is the remaining variable.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263EA-0EE4-4C16-9E49-7C9C940E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965AC-ADAE-46C9-BD14-50004C88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Today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849DA-9C5C-4AFB-AE5D-6244BDA4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Confirm Priya Noland has the final order form and a clean redline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B7EAE-5223-47C1-813B-E90B440F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3EEFC-6192-45C2-A672-7B2E42D8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Tomorrow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957C9-EB80-4DB9-BA71-3E8F7DF6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Elliot Park validates services language and implementation dates.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9E86C-B696-48F1-BD34-FD02340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B467A-04D2-4FB7-B186-3F6B6B34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By term start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78573-9A64-4349-AEAC-B163BA3C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Avery Sloan sends the signed packet to provisioning for 18 Jul.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F0F72-05EB-4AA2-A633-899B8784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Working note: do not reopen pricing unless the customer requests a material scope change.</a:t>
            </a:r>
          </a:p>
        </p:txBody>
      </p:sp>
    </p:spTree>
    <p:extLst>
      <p:ext uri="{BB962C8B-B14F-4D97-AF65-F5344CB8AC3E}">
        <p14:creationId xmlns:p14="http://schemas.microsoft.com/office/powerpoint/2010/main" val="1874566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80B1E-912D-4934-97F1-51FF4D60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1E052-AD74-4B46-B488-3A1FAF17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RISK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9ADBC-DDD9-4D72-9863-F1BC1F02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WORKING DRAFT • ROWAN MERCER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FA700-6872-40F8-97DA-32237543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8B8DD-A9E3-4F21-983E-337D8490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Northstar Cloud | internal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C4340-3940-4E58-9699-F13486C6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Two watch items need an owner before signature.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F400B-E3A8-4391-9BAD-647A737E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Track them as close criteria, not a renegotiation.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4A550-24BB-4359-BAD3-E6FDF228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CC954-752B-4E67-9E5E-9CE308FF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Legal turnaround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28447-7272-4FEB-A901-737E1ECC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Owner: Priya. Ask for a single consolidated legal response.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7DDF6-6337-4F2D-8F20-5054FE21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20B76-E9B2-45B2-A848-6C470EF1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Services handoff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461B6-6826-49C2-8ADD-5A33E173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Owner: Elliot. Validate USD 24,000 services scope in the handoff summary.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72362-0223-4156-93B1-436069B8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4AC66-6FDB-4656-BC64-95A12667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Expansion guardrail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9F4A4-F70B-4720-9075-3C61F6C0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Owner: Rowan. Preserve USD 14,000 expansion line as approved.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18AB9-49F2-4E74-B28B-D8544D2E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Decision log remains provisional until executed agreement is received.</a:t>
            </a:r>
          </a:p>
        </p:txBody>
      </p:sp>
    </p:spTree>
    <p:extLst>
      <p:ext uri="{BB962C8B-B14F-4D97-AF65-F5344CB8AC3E}">
        <p14:creationId xmlns:p14="http://schemas.microsoft.com/office/powerpoint/2010/main" val="856637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BE9B3-891C-4003-92BC-CE7D689E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900C9-35DC-490B-881F-7A6C471E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CLOSE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E07FE-7901-456F-A077-42A4BE75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WORKING DRAFT • ROWAN MERCER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97AA7-A43C-4A55-BE8A-DC2FF882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8CAC8-7DC0-4110-9002-BA85E83F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Northstar Cloud | internal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F1303-7D67-4245-A36D-C67DA0A1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 clean handoff starts with four artifacts.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F5C53-4A1F-434A-806A-8BF155EC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Use the compact packet to keep commercial and delivery teams aligned.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F1E2F-67B4-4D41-9169-CA5A7F6B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D4FE3-5FB7-4543-8C72-7861B9E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Order 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5AAD8-3E7C-46B8-A97E-9669135E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Final approved amount: USD 248,000.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25D29-B17B-42A1-BFD5-133D057C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5E476-7C3D-4529-9E7E-D8959909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BFF"/>
                </a:solidFill>
              </a:defRPr>
            </a:pPr>
            <a:r>
              <a:rPr sz="1425" b="1">
                <a:solidFill>
                  <a:srgbClr val="2F6BFF"/>
                </a:solidFill>
              </a:rPr>
              <a:t>Scope brief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ADB83-0254-4ED6-8704-C5FF4DB9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Attach services outcomes, timing, and named delivery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215BA-5002-4FA0-B8B9-E4B6D95B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194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78E6C-D33D-42B0-A67C-345030B6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Provisioning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41D9E-18B0-4273-AF27-70174A5F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2800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2033"/>
                </a:solidFill>
              </a:defRPr>
            </a:pPr>
            <a:r>
              <a:rPr sz="1200" b="0">
                <a:solidFill>
                  <a:srgbClr val="112033"/>
                </a:solidFill>
              </a:rPr>
              <a:t>Request workspace readiness for 18 Jul 2026.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129E3-B72E-4F75-9B4B-04738169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Draft internal artifact — values are planning references only.</a:t>
            </a:r>
          </a:p>
        </p:txBody>
      </p:sp>
    </p:spTree>
    <p:extLst>
      <p:ext uri="{BB962C8B-B14F-4D97-AF65-F5344CB8AC3E}">
        <p14:creationId xmlns:p14="http://schemas.microsoft.com/office/powerpoint/2010/main" val="2033636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2026-08-23T17:11:51.0720000Z</dcterms:created>
  <dcterms:modified xsi:type="dcterms:W3CDTF">2026-08-23T17:11:51.0720000Z</dcterms:modified>
</coreProperties>
</file>