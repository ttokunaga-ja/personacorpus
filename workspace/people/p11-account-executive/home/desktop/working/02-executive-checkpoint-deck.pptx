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6b6436e6314f9f" /><Relationship Type="http://schemas.openxmlformats.org/officeDocument/2006/relationships/extended-properties" Target="/docProps/app.xml" Id="Re49884bdb39a498c" /><Relationship Type="http://schemas.openxmlformats.org/officeDocument/2006/relationships/officeDocument" Target="/ppt/presentation.xml" Id="Rfebccefdf27f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99aedb84274dbc"/>
  </p:sldMasterIdLst>
  <p:notesMasterIdLst>
    <p:notesMasterId xmlns:r="http://schemas.openxmlformats.org/officeDocument/2006/relationships" r:id="Re5669feec5af400a"/>
  </p:notesMasterIdLst>
  <p:sldIdLst>
    <p:sldId xmlns:r="http://schemas.openxmlformats.org/officeDocument/2006/relationships" id="256" r:id="Re7617b7c62e3413a"/>
    <p:sldId xmlns:r="http://schemas.openxmlformats.org/officeDocument/2006/relationships" id="257" r:id="Rb359ac96d7da49aa"/>
    <p:sldId xmlns:r="http://schemas.openxmlformats.org/officeDocument/2006/relationships" id="258" r:id="R4f32fcd6a4d84b07"/>
    <p:sldId xmlns:r="http://schemas.openxmlformats.org/officeDocument/2006/relationships" id="259" r:id="R4b3029da8b8a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fe57dd4b6241c0" /><Relationship Type="http://schemas.openxmlformats.org/officeDocument/2006/relationships/slideMaster" Target="/ppt/slideMasters/slideMaster1.xml" Id="R5699aedb84274dbc" /><Relationship Type="http://schemas.openxmlformats.org/officeDocument/2006/relationships/notesMaster" Target="/ppt/notesMasters/notesMaster1.xml" Id="Re5669feec5af400a" /><Relationship Type="http://schemas.openxmlformats.org/officeDocument/2006/relationships/presProps" Target="/ppt/presProps.xml" Id="R52cb498c832d45be" /><Relationship Type="http://schemas.openxmlformats.org/officeDocument/2006/relationships/tableStyles" Target="/ppt/tableStyles.xml" Id="Re02a8ea4543e4db7" /><Relationship Type="http://schemas.openxmlformats.org/officeDocument/2006/relationships/slide" Target="/ppt/slides/slide1.xml" Id="Re7617b7c62e3413a" /><Relationship Type="http://schemas.openxmlformats.org/officeDocument/2006/relationships/slide" Target="/ppt/slides/slide2.xml" Id="Rb359ac96d7da49aa" /><Relationship Type="http://schemas.openxmlformats.org/officeDocument/2006/relationships/slide" Target="/ppt/slides/slide3.xml" Id="R4f32fcd6a4d84b07" /><Relationship Type="http://schemas.openxmlformats.org/officeDocument/2006/relationships/slide" Target="/ppt/slides/slide4.xml" Id="R4b3029da8b8a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67a698de641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a0ecacd5a84138" /><Relationship Type="http://schemas.openxmlformats.org/officeDocument/2006/relationships/notesMaster" Target="/ppt/notesMasters/notesMaster1.xml" Id="R2c19f09d47df42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fd362681b846c0" /><Relationship Type="http://schemas.openxmlformats.org/officeDocument/2006/relationships/notesMaster" Target="/ppt/notesMasters/notesMaster1.xml" Id="Ra8952b46b56f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2380221d534b11" /><Relationship Type="http://schemas.openxmlformats.org/officeDocument/2006/relationships/notesMaster" Target="/ppt/notesMasters/notesMaster1.xml" Id="R04987ac0c08943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833947bc064f2b" /><Relationship Type="http://schemas.openxmlformats.org/officeDocument/2006/relationships/notesMaster" Target="/ppt/notesMasters/notesMaster1.xml" Id="R21780cd434b6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b2f40979c44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e9823b5d3848f1" /><Relationship Type="http://schemas.openxmlformats.org/officeDocument/2006/relationships/slideLayout" Target="/ppt/slideLayouts/slideLayout1.xml" Id="R9e5f869ec28a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f869ec28a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74b31d5394d76" /><Relationship Type="http://schemas.openxmlformats.org/officeDocument/2006/relationships/notesSlide" Target="/ppt/notesSlides/notesSlide1.xml" Id="Raf6a362da51643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5308ec5e34ac2" /><Relationship Type="http://schemas.openxmlformats.org/officeDocument/2006/relationships/notesSlide" Target="/ppt/notesSlides/notesSlide2.xml" Id="R58b2663c48e5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b35aafdb24689" /><Relationship Type="http://schemas.openxmlformats.org/officeDocument/2006/relationships/notesSlide" Target="/ppt/notesSlides/notesSlide3.xml" Id="R072a8fb51f09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4f0ceba7c487e" /><Relationship Type="http://schemas.openxmlformats.org/officeDocument/2006/relationships/notesSlide" Target="/ppt/notesSlides/notesSlide4.xml" Id="Ref76b57e801a42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73963-A62D-4046-97BB-1AEF244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2B254-6595-410A-B868-918DDD28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ACCOUNT ALPHA | RENEWAL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E45B7-11AE-45C8-81BE-3642C9B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906E4-472E-460B-9936-A02DB8DA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FC894-C5D9-4182-9168-4ABEC5E0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05FE3-C270-4121-A949-58D4E8C7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Executive checkpoint: Alpha is positioned to close on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EBD0F-9B00-41BC-9CEC-EA4D4A3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Leadership readout • 16 Jul 2026 • working 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902E0-83CA-4D34-A8A2-A9840737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04E79-85B5-4B16-962D-CFC84C9E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APPROVED RENEWAL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77308-F028-4A1C-8DC2-CBAE26E7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F6BFF"/>
                </a:solidFill>
              </a:defRPr>
            </a:pPr>
            <a:r>
              <a:rPr sz="2250" b="1">
                <a:solidFill>
                  <a:srgbClr val="2F6BFF"/>
                </a:solidFill>
              </a:rPr>
              <a:t>USD 248,000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8703B-E255-4DD4-9D65-71D6F929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193E6-2AA2-41EA-8E87-7C409C0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2FA77-31EE-42A7-8C1E-ECFB5525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A999"/>
                </a:solidFill>
              </a:defRPr>
            </a:pPr>
            <a:r>
              <a:rPr sz="2250" b="1">
                <a:solidFill>
                  <a:srgbClr val="18A999"/>
                </a:solidFill>
              </a:rPr>
              <a:t>18 Jul 2026 — 17 Jul 2027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B2084-C8F6-459B-843D-38A30808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1368B-604F-411A-BDCB-36CAECDC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NEXT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A94EA-6507-4CE9-A967-59FF3A55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Signature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EBA33-63BA-46DF-B621-CA3648DE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033"/>
                </a:solidFill>
              </a:defRPr>
            </a:pPr>
            <a:r>
              <a:rPr sz="1275" b="0">
                <a:solidFill>
                  <a:srgbClr val="112033"/>
                </a:solidFill>
              </a:rPr>
              <a:t>Approval decision date: 17 Jul 2026 • Term end: 17 Jul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E2514-64BF-49FD-9D66-881F7CE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DBBA1-0488-48E4-8689-F12A34B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C7E6"/>
                </a:solidFill>
              </a:defRPr>
            </a:pPr>
            <a:r>
              <a:rPr sz="1125" b="1">
                <a:solidFill>
                  <a:srgbClr val="B8C7E6"/>
                </a:solidFill>
              </a:rPr>
              <a:t>Commercial composition: USD 210,000 platform + USD 24,000 services + USD 14,000 expansion.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F9EC1-4812-4892-9DAA-040EE624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Executive ask: keep sponsor air cover focused on timely signature, not commercial reopening.</a:t>
            </a:r>
          </a:p>
        </p:txBody>
      </p:sp>
    </p:spTree>
    <p:extLst>
      <p:ext uri="{BB962C8B-B14F-4D97-AF65-F5344CB8AC3E}">
        <p14:creationId xmlns:p14="http://schemas.microsoft.com/office/powerpoint/2010/main" val="1903407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9D842-B9A5-4B5B-A2E7-BFC786B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9722F-0A99-4503-9CDA-0DDD538B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9249B-DA35-4082-9101-19B33006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8A0B9-AEC9-4A3D-8509-FB9BAF0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51EAF-8243-453D-8C34-ABB24EA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BB42E-8F75-4CB7-8A74-A811895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Approved commercial package is ready for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984B9-97FA-4CAE-9DF7-FB4BED35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close plan protects a twelve-month renewal while preparing a separate Beta planning 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029B9-3A45-4A7B-BAB2-727011B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43BA0-5BC7-49A1-97B6-E7A50009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Alpha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03999-7B08-4296-BDF2-1EC66BDE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Approved; document completion is in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25310-7264-4FF8-9422-A819FD0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9B81D-E9CB-4602-BCE8-15C58479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27EA5-719A-4131-B600-F18EE04A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USD 248,000 renewal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1EA43-C1D3-4E43-80A4-0A2A5A8A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40DF8-7F19-493C-A056-9D8072BB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Beta horizon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5A230-A5FB-46BD-883D-751FFD15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USD 186,000 planning signal by 30 Sep 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15D00-3176-48A3-8B71-B3C723E7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No decision is requested on Account Beta in this checkpoint.</a:t>
            </a:r>
          </a:p>
        </p:txBody>
      </p:sp>
    </p:spTree>
    <p:extLst>
      <p:ext uri="{BB962C8B-B14F-4D97-AF65-F5344CB8AC3E}">
        <p14:creationId xmlns:p14="http://schemas.microsoft.com/office/powerpoint/2010/main" val="1223714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28FCE-E160-4067-939D-CAFE74DE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A9F3F-6BCE-41C9-AE60-AFE7AFAD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LEADERSHIP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87E38-7771-4CE8-8595-1F4D295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55DA5-4E8E-420F-A187-399999A0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2EFA5-64EA-4FEB-AC5D-676FCB9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75247-F6A6-4CF6-B295-98BDC88A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Three actions reduce avoidable close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6A643-472A-47D2-8052-C765C7CC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Clear ownership keeps the customer experience coordinated.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3B702-8E29-45DB-B974-56CE6547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123E4-9514-4393-A1FD-579D2644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Sponsor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7AF4A-0AD1-4C25-BE2F-BDC9914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Morgan Hale: reinforce continuity and outcome focus.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54DF8-84C9-4E4A-ABCB-6CCC4A3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C9ACC-3FE9-4E4C-AB87-963AD386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Commercial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5FD8C-63B4-4369-BCDB-A34D77E5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Rowan Mercer: preserve approved scope and term.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1A54D-06C5-41F0-BB79-2D247F22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81FDA-FC25-48D6-94B0-3CAF633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E75CD-7ADE-4B97-9852-EC5E222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Avery Sloan: prepare provisioning handoff.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FD112-E046-4ECB-B517-206A2C6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Priya Noland and Elliot Park own legal and services readiness,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847645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0DE1A-2518-425D-92E7-9250A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B992A-3FBD-48F0-980E-5A97D2F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NEXT 72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97A9D-9285-46A3-931B-8976E9D9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BE697-7FF1-49F1-9E32-9CD836A5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4AFC1-92F0-4863-8852-960C5D4D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B210F-F7B7-4B28-8D27-B8A2A456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Close, hand off, then separate the Beta planning motion.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A1D65-CD23-4362-8903-375CDD2D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Sequence matters: Alpha execution comes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15172-A529-498E-93F8-3906ECF5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375D8-E7A1-4BCB-A8A3-2F4FE4F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1. 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1F31A-0A2F-497F-BC92-6CF1EF59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Complete the final signature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2EC08-CAB8-4DC8-894E-D01CAEF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FD27A-91E9-47A0-ACA3-8AA2980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2. Activate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04F70-AEAA-41CC-9ACC-1F31CFEB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Confirm 18 Jul provisioning readiness.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6D9C7-998B-415E-8714-FF06D86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A0C83-C8B8-4570-A463-1A58AB7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3.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DD4C5-11A8-4E09-88D4-78C4D8A1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Schedule Account Beta discovery after Alpha handoff.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EF6A7-4E0F-4E9E-8773-8201A7D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Working draft for leadership alignment; not a customer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40895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2026-08-23T17:11:51.4350000Z</dcterms:created>
  <dcterms:modified xsi:type="dcterms:W3CDTF">2026-08-23T17:11:51.4350000Z</dcterms:modified>
</coreProperties>
</file>