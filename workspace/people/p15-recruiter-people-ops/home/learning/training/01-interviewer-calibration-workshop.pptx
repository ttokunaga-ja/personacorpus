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edd096c9d4c07" /><Relationship Type="http://schemas.openxmlformats.org/officeDocument/2006/relationships/extended-properties" Target="/docProps/app.xml" Id="R234cd64b07d04d99" /><Relationship Type="http://schemas.openxmlformats.org/officeDocument/2006/relationships/officeDocument" Target="/ppt/presentation.xml" Id="R5dcab850c1c04c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aad38ef814051"/>
  </p:sldMasterIdLst>
  <p:notesMasterIdLst>
    <p:notesMasterId xmlns:r="http://schemas.openxmlformats.org/officeDocument/2006/relationships" r:id="Rbb6c0cfc041244aa"/>
  </p:notesMasterIdLst>
  <p:sldIdLst>
    <p:sldId xmlns:r="http://schemas.openxmlformats.org/officeDocument/2006/relationships" id="256" r:id="R6b91be87183b461b"/>
    <p:sldId xmlns:r="http://schemas.openxmlformats.org/officeDocument/2006/relationships" id="257" r:id="R0e4b64406cab4b5a"/>
    <p:sldId xmlns:r="http://schemas.openxmlformats.org/officeDocument/2006/relationships" id="258" r:id="R47065ed8b2cb466e"/>
    <p:sldId xmlns:r="http://schemas.openxmlformats.org/officeDocument/2006/relationships" id="259" r:id="Rcf3abd583ffe488b"/>
    <p:sldId xmlns:r="http://schemas.openxmlformats.org/officeDocument/2006/relationships" id="260" r:id="R2653506394a74c21"/>
    <p:sldId xmlns:r="http://schemas.openxmlformats.org/officeDocument/2006/relationships" id="261" r:id="Re9faa7e653e94f45"/>
    <p:sldId xmlns:r="http://schemas.openxmlformats.org/officeDocument/2006/relationships" id="262" r:id="Rc50f39d1a58f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4d55359834b74" /><Relationship Type="http://schemas.openxmlformats.org/officeDocument/2006/relationships/slideMaster" Target="/ppt/slideMasters/slideMaster1.xml" Id="R43eaad38ef814051" /><Relationship Type="http://schemas.openxmlformats.org/officeDocument/2006/relationships/notesMaster" Target="/ppt/notesMasters/notesMaster1.xml" Id="Rbb6c0cfc041244aa" /><Relationship Type="http://schemas.openxmlformats.org/officeDocument/2006/relationships/presProps" Target="/ppt/presProps.xml" Id="R29bf574431a7470f" /><Relationship Type="http://schemas.openxmlformats.org/officeDocument/2006/relationships/tableStyles" Target="/ppt/tableStyles.xml" Id="R44629ec06e494868" /><Relationship Type="http://schemas.openxmlformats.org/officeDocument/2006/relationships/slide" Target="/ppt/slides/slide1.xml" Id="R6b91be87183b461b" /><Relationship Type="http://schemas.openxmlformats.org/officeDocument/2006/relationships/slide" Target="/ppt/slides/slide2.xml" Id="R0e4b64406cab4b5a" /><Relationship Type="http://schemas.openxmlformats.org/officeDocument/2006/relationships/slide" Target="/ppt/slides/slide3.xml" Id="R47065ed8b2cb466e" /><Relationship Type="http://schemas.openxmlformats.org/officeDocument/2006/relationships/slide" Target="/ppt/slides/slide4.xml" Id="Rcf3abd583ffe488b" /><Relationship Type="http://schemas.openxmlformats.org/officeDocument/2006/relationships/slide" Target="/ppt/slides/slide5.xml" Id="R2653506394a74c21" /><Relationship Type="http://schemas.openxmlformats.org/officeDocument/2006/relationships/slide" Target="/ppt/slides/slide6.xml" Id="Re9faa7e653e94f45" /><Relationship Type="http://schemas.openxmlformats.org/officeDocument/2006/relationships/slide" Target="/ppt/slides/slide7.xml" Id="Rc50f39d1a58f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90fb2358cc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fc5d185c44104" /><Relationship Type="http://schemas.openxmlformats.org/officeDocument/2006/relationships/notesMaster" Target="/ppt/notesMasters/notesMaster1.xml" Id="R9e3f706aebaf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16847af6345b8" /><Relationship Type="http://schemas.openxmlformats.org/officeDocument/2006/relationships/notesMaster" Target="/ppt/notesMasters/notesMaster1.xml" Id="R3d8b22ac1df94b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8ee77c9554e3c" /><Relationship Type="http://schemas.openxmlformats.org/officeDocument/2006/relationships/notesMaster" Target="/ppt/notesMasters/notesMaster1.xml" Id="R0440138e18e643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12b6e9b1f34eb1" /><Relationship Type="http://schemas.openxmlformats.org/officeDocument/2006/relationships/notesMaster" Target="/ppt/notesMasters/notesMaster1.xml" Id="R598bcaecc701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737a9c3724807" /><Relationship Type="http://schemas.openxmlformats.org/officeDocument/2006/relationships/notesMaster" Target="/ppt/notesMasters/notesMaster1.xml" Id="Rec8cc1fff8dd40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86821da291427a" /><Relationship Type="http://schemas.openxmlformats.org/officeDocument/2006/relationships/notesMaster" Target="/ppt/notesMasters/notesMaster1.xml" Id="Rec0b904ca7b64a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f57c6404944c8" /><Relationship Type="http://schemas.openxmlformats.org/officeDocument/2006/relationships/notesMaster" Target="/ppt/notesMasters/notesMaster1.xml" Id="Rf6eceeff4dd24b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26b949d4d4b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a2387121d84012" /><Relationship Type="http://schemas.openxmlformats.org/officeDocument/2006/relationships/slideLayout" Target="/ppt/slideLayouts/slideLayout1.xml" Id="R57972ebcf8524c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72ebcf852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425b1f45345ba" /><Relationship Type="http://schemas.openxmlformats.org/officeDocument/2006/relationships/notesSlide" Target="/ppt/notesSlides/notesSlide1.xml" Id="R1ec78ca1b2c9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540bc18414885" /><Relationship Type="http://schemas.openxmlformats.org/officeDocument/2006/relationships/notesSlide" Target="/ppt/notesSlides/notesSlide2.xml" Id="R9c9c7a7c9ec0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9eb891898455f" /><Relationship Type="http://schemas.openxmlformats.org/officeDocument/2006/relationships/notesSlide" Target="/ppt/notesSlides/notesSlide3.xml" Id="R3230d64d99ad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2f76644fa4f80" /><Relationship Type="http://schemas.openxmlformats.org/officeDocument/2006/relationships/notesSlide" Target="/ppt/notesSlides/notesSlide4.xml" Id="R6742c3ed354248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7115a51954644" /><Relationship Type="http://schemas.openxmlformats.org/officeDocument/2006/relationships/notesSlide" Target="/ppt/notesSlides/notesSlide5.xml" Id="R2237b689b3e149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cc053c844870" /><Relationship Type="http://schemas.openxmlformats.org/officeDocument/2006/relationships/notesSlide" Target="/ppt/notesSlides/notesSlide6.xml" Id="R26a9628d4bc947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72bb58b4043ed" /><Relationship Type="http://schemas.openxmlformats.org/officeDocument/2006/relationships/notesSlide" Target="/ppt/notesSlides/notesSlide7.xml" Id="R0cff274e972d49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DE83-C7A7-4F60-B98D-D7B55B3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0E3DD-C49F-4D7E-BCB3-77B4CE99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DA944-7E0D-44CB-A140-CFADB29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7DD9C-5AF8-4ACA-8608-7FD363A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6FD5C-3147-4A72-9DBD-5AE3B938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F7"/>
          </a:solidFill>
          <a:ln xmlns:a="http://schemas.openxmlformats.org/drawingml/2006/main" w="0">
            <a:solidFill>
              <a:srgbClr val="F5EE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4E82-B458-4DD2-8C17-45F6B536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828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1830"/>
                </a:solidFill>
              </a:defRPr>
            </a:pPr>
            <a:r>
              <a:rPr sz="4050" b="1">
                <a:solidFill>
                  <a:srgbClr val="0B1830"/>
                </a:solidFill>
              </a:rPr>
              <a:t>Interviewer calibration workshop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1FE21-DA92-4AB2-BEDB-D5ECA7FE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22F80"/>
                </a:solidFill>
              </a:defRPr>
            </a:pPr>
            <a:r>
              <a:rPr sz="1800" b="1">
                <a:solidFill>
                  <a:srgbClr val="722F80"/>
                </a:solidFill>
              </a:rPr>
              <a:t>A working session for consistent, fair, evidence-led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51EA7-E1BB-455A-B227-DA3A2A9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</a:defRPr>
            </a:pPr>
            <a:r>
              <a:rPr sz="1800" b="0">
                <a:solidFill>
                  <a:srgbClr val="344054"/>
                </a:solidFill>
              </a:rPr>
              <a:t>Bring your role rubric and a willingness to revise an initial impression.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57B9-8826-48A3-9FBE-92CAE8C1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23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1936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F099D-A7F4-46DC-8529-A6096F2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7E69F-6981-42F9-B8EA-0BF9AEE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55E6-0A67-4C14-BA84-74D7CE0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92069-C50A-41B4-9E98-3A73B3C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B2BB3-8BB2-473D-A7A6-F260E3B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Workshop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92F1D-3677-4084-B8DD-54DBA6C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78A2A-1488-4CC3-96E4-D7BA678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One role rubric.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Comparable questions.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Silent first scoring.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Evidence before advocacy.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3E5D8-9C2C-4642-A489-4E9274F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The target is a repeatable process for Requisition Alpha—not a perfect script.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F1A26-8701-41D3-822D-C20D57A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6272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736EC-6F15-4E20-B0A8-F7E6FA6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C49E7-C0F9-4C3D-8F36-9F864FA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7DEEF-9B65-4094-9A30-86A8A894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EEC68-43C1-4E29-B092-81E75AA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0414E-72B7-4BC9-9D81-FAC6B32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Practice: turn a competency into a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3547A-C976-4ABD-B97D-33BA73DA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A7FE8-5019-4B33-9E92-E5E879C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Competency: stakeholder partnership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Prompt: “Tell me about a time you aligned differing priorities around an analysis decision.”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DD7FC-BF30-4379-B3FD-353C28C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Probe: What was your role? What did you do? What changed?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EBB7C-CAC8-45BB-A79F-C7698F5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4505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847BD-A833-4C1C-91CA-0FE9F7A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1E29F-2E41-41B3-8B8E-22BD80B2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3EDB-3E10-4FCD-861B-85D6FE24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F865A-551E-433F-AD50-F8F16F1F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0BC19-42CC-4B0A-947A-7BDDD7F7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Practice: score the same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73899-C888-4C86-892F-093BBBD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80711-380A-4E27-A805-91EEFE1C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Read the vignette independently. Mark the anchor that best matches the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D77B0-B3FD-4C08-AAE1-904DB22C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Then state: “I selected this anchor because…” before hearing others.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76085-0CF9-4205-A573-8833DABC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608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1A9C6-2A74-4BB5-83F9-9AFDFCFD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CFE9C-13FD-4CC5-A0B4-02B26F49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D2983-EAFE-4292-BC99-10EDCAB6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DA9F7-A7A9-4899-94A1-0650F40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BB9A-8F06-40DB-90BA-A844EDC4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Calibration: resolve score spread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2773E-3BEB-4843-B06D-915B57C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DC1A9-16D1-4BD2-931E-3D3573FE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Start with the highest and lowest score.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Ask for the evidence behind each.</a:t>
            </a:r>
          </a:p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Check whether the same competency was assessed.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7FFFA-40F5-413A-9530-71722FA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Do not average impressions. Re-anchor when evidence supports a different rating.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CAD8E-48F3-435D-9345-251E4D1E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4697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984D6-725B-4EBB-AA58-973B424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ABF64-DE20-4C9E-85C2-C132436F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10048-A4C7-43EF-804C-A4187DF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E09A2-F8E0-4010-8417-4E15554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F8B2B-425B-4E6E-B9F5-C9E7DEBC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Candidate experience is part of interview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23C98-8732-4EE3-8700-D0F479FE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B4FCA-16C3-4E72-9E0C-EBA100B9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Set expectations. Use accessible, respectful language. Explain what happens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2B533-9B4A-491C-8B8D-A8E6781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Consistency helps candidates show relevant capability and understand the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3E202-9EED-4A2D-96AA-F54293B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9299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56CD3-EB6B-4849-8FEC-68AD8A3F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2F80"/>
          </a:solidFill>
          <a:ln xmlns:a="http://schemas.openxmlformats.org/drawingml/2006/main" w="0">
            <a:solidFill>
              <a:srgbClr val="722F8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9B45-40B4-4170-968E-49B498C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22F80"/>
                </a:solidFill>
              </a:defRPr>
            </a:pPr>
            <a:r>
              <a:rPr sz="975" b="1">
                <a:solidFill>
                  <a:srgbClr val="722F80"/>
                </a:solidFill>
              </a:rPr>
              <a:t>ORCHID PEOPLE | REQUISITION ALPHA | 18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0B7D-79F0-46CB-9B79-6E64C7F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17FEB-7DF2-482E-A98F-4206336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Calibration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DD515-7567-49F5-9ADE-F150C1A4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830"/>
                </a:solidFill>
              </a:defRPr>
            </a:pPr>
            <a:r>
              <a:rPr sz="2925" b="1">
                <a:solidFill>
                  <a:srgbClr val="0B1830"/>
                </a:solidFill>
              </a:rPr>
              <a:t>Commitment: one change for the next interview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14259-8401-4098-9685-D815D46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F4F6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039D7-14B7-4744-8202-84FBED4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830"/>
                </a:solidFill>
              </a:defRPr>
            </a:pPr>
            <a:r>
              <a:rPr sz="1875" b="1">
                <a:solidFill>
                  <a:srgbClr val="0B1830"/>
                </a:solidFill>
              </a:rPr>
              <a:t>Before the next interview: prepare one structured question, one probe, and a note template.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F6BCA-959B-4C5C-B15B-EE0C30E3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</a:defRPr>
            </a:pPr>
            <a:r>
              <a:rPr sz="1950" b="0">
                <a:solidFill>
                  <a:srgbClr val="344054"/>
                </a:solidFill>
              </a:rPr>
              <a:t>After: submit evidence notes and complete silent scoring before the huddle.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65765-D738-4599-B5BB-2EE8DE18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33875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2738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2026-08-23T18:50:44.9890000Z</dcterms:created>
  <dcterms:modified xsi:type="dcterms:W3CDTF">2026-08-23T18:50:44.9890000Z</dcterms:modified>
</coreProperties>
</file>