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af395f95db4acf" /><Relationship Type="http://schemas.openxmlformats.org/officeDocument/2006/relationships/extended-properties" Target="/docProps/app.xml" Id="R1a184862f4b24893" /><Relationship Type="http://schemas.openxmlformats.org/officeDocument/2006/relationships/officeDocument" Target="/ppt/presentation.xml" Id="R1a5d0193b05a43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05f93831494fc3"/>
  </p:sldMasterIdLst>
  <p:notesMasterIdLst>
    <p:notesMasterId xmlns:r="http://schemas.openxmlformats.org/officeDocument/2006/relationships" r:id="Rc1a1a1afe16a43c3"/>
  </p:notesMasterIdLst>
  <p:sldIdLst>
    <p:sldId xmlns:r="http://schemas.openxmlformats.org/officeDocument/2006/relationships" id="256" r:id="R1f453fe271814ce2"/>
    <p:sldId xmlns:r="http://schemas.openxmlformats.org/officeDocument/2006/relationships" id="257" r:id="R3a86044f9fa64ee6"/>
    <p:sldId xmlns:r="http://schemas.openxmlformats.org/officeDocument/2006/relationships" id="258" r:id="R376e241ef09f4a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8bd4e42aa84b02" /><Relationship Type="http://schemas.openxmlformats.org/officeDocument/2006/relationships/slideMaster" Target="/ppt/slideMasters/slideMaster1.xml" Id="R9b05f93831494fc3" /><Relationship Type="http://schemas.openxmlformats.org/officeDocument/2006/relationships/notesMaster" Target="/ppt/notesMasters/notesMaster1.xml" Id="Rc1a1a1afe16a43c3" /><Relationship Type="http://schemas.openxmlformats.org/officeDocument/2006/relationships/presProps" Target="/ppt/presProps.xml" Id="Rfd96fe7d20244ad4" /><Relationship Type="http://schemas.openxmlformats.org/officeDocument/2006/relationships/tableStyles" Target="/ppt/tableStyles.xml" Id="Ra0bef4fd90b543ef" /><Relationship Type="http://schemas.openxmlformats.org/officeDocument/2006/relationships/slide" Target="/ppt/slides/slide1.xml" Id="R1f453fe271814ce2" /><Relationship Type="http://schemas.openxmlformats.org/officeDocument/2006/relationships/slide" Target="/ppt/slides/slide2.xml" Id="R3a86044f9fa64ee6" /><Relationship Type="http://schemas.openxmlformats.org/officeDocument/2006/relationships/slide" Target="/ppt/slides/slide3.xml" Id="R376e241ef09f4a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dccd34b8da4d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f8517525fd40b7" /><Relationship Type="http://schemas.openxmlformats.org/officeDocument/2006/relationships/notesMaster" Target="/ppt/notesMasters/notesMaster1.xml" Id="Rcdec9eaaa3fb4b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2d1659d0404022" /><Relationship Type="http://schemas.openxmlformats.org/officeDocument/2006/relationships/notesMaster" Target="/ppt/notesMasters/notesMaster1.xml" Id="R78ec5d58794d44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54ddba3b314dfa" /><Relationship Type="http://schemas.openxmlformats.org/officeDocument/2006/relationships/notesMaster" Target="/ppt/notesMasters/notesMaster1.xml" Id="R3a0de6dcc7b843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d72a556d541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fdde6f26c44602" /><Relationship Type="http://schemas.openxmlformats.org/officeDocument/2006/relationships/slideLayout" Target="/ppt/slideLayouts/slideLayout1.xml" Id="R2ffc601c6f6b4e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c601c6f6b4e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b44e3e270409d" /><Relationship Type="http://schemas.openxmlformats.org/officeDocument/2006/relationships/notesSlide" Target="/ppt/notesSlides/notesSlide1.xml" Id="R2dc5910ddd9f41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9387fd9d14448" /><Relationship Type="http://schemas.openxmlformats.org/officeDocument/2006/relationships/notesSlide" Target="/ppt/notesSlides/notesSlide2.xml" Id="R49634bb1443e43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4222f2f7442bf" /><Relationship Type="http://schemas.openxmlformats.org/officeDocument/2006/relationships/notesSlide" Target="/ppt/notesSlides/notesSlide3.xml" Id="R34af1ee3814c48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B8761-4307-46B2-9282-8A269F28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70D18-9299-4F22-B6BE-5B59E7A5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ORCHID PEOPLE  /  2026 HEADCOUNT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3BB14-105A-42E3-A3E7-DCA523E3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24D"/>
                </a:solidFill>
              </a:defRPr>
            </a:pPr>
            <a:r>
              <a:rPr sz="3750" b="1">
                <a:solidFill>
                  <a:srgbClr val="17324D"/>
                </a:solidFill>
              </a:rPr>
              <a:t>Orchid People</a:t>
            </a:r>
          </a:p>
          <a:p xmlns:a="http://schemas.openxmlformats.org/drawingml/2006/main">
            <a:pPr>
              <a:defRPr sz="3750" b="1">
                <a:solidFill>
                  <a:srgbClr val="17324D"/>
                </a:solidFill>
              </a:defRPr>
            </a:pPr>
            <a:r>
              <a:rPr sz="3750" b="1">
                <a:solidFill>
                  <a:srgbClr val="17324D"/>
                </a:solidFill>
              </a:rPr>
              <a:t>Headcount Steering Update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1FCA5-7E7E-444C-8324-B01B79C1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As of 2026-08-18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184 current headcount | 196 approved year-end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26619-78CA-45FA-B46F-05A47E43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8C87"/>
                </a:solidFill>
              </a:defRPr>
            </a:pPr>
            <a:r>
              <a:rPr sz="1200" b="1">
                <a:solidFill>
                  <a:srgbClr val="1E8C8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67029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6D3F5-14F9-465C-8E4B-1C50D4C1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9C66A-1943-400B-A3C5-28DB8694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ORCHID PEOPLE  /  2026 HEADCOUNT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751B6-CD7A-4F7F-85E0-43DDC5D2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The approved plan requires 12 net additions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BD026-2747-4350-BE68-DEBA9683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Forecast bridge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Sep 186  •  Oct 189  •  Nov 192  •  Dec 196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Priority requisitions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REQ-ALPHA  •  3 openings  •  JPY 7.2-8.4M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REQ-BETA  •  2 openings  •  JPY 5.8-6.8M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DE9BE-14B7-4813-89D1-80C58A10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8C87"/>
                </a:solidFill>
              </a:defRPr>
            </a:pPr>
            <a:r>
              <a:rPr sz="1200" b="1">
                <a:solidFill>
                  <a:srgbClr val="1E8C8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880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C9734-8EFF-419E-B87F-737C22B4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71C42-F0B6-4C0B-A0D0-8332B1B4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ORCHID PEOPLE  /  2026 HEADCOUNT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55DE7-A2A6-466F-ADFD-461EB521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Decisions and operating rhythm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299D5-A10B-4A79-AAF6-2486F8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Maintain the 196 year-end plan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Review capacity monthly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Escalate only if cumulative starts fall behind plan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</a:defRPr>
            </a:pPr>
            <a:r>
              <a:rPr sz="1950" b="0">
                <a:solidFill>
                  <a:srgbClr val="1F2937"/>
                </a:solidFill>
              </a:rPr>
              <a:t>Synthetic aggregate planning data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F8979-4F44-45C9-A49E-4CA9F632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8C87"/>
                </a:solidFill>
              </a:defRPr>
            </a:pPr>
            <a:r>
              <a:rPr sz="1200" b="1">
                <a:solidFill>
                  <a:srgbClr val="1E8C8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9113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2026-08-23T18:51:32.9000000Z</dcterms:created>
  <dcterms:modified xsi:type="dcterms:W3CDTF">2026-08-23T18:51:32.9000000Z</dcterms:modified>
</coreProperties>
</file>