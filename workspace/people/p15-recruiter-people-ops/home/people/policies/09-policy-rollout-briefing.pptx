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45c65f035407d" /><Relationship Type="http://schemas.openxmlformats.org/officeDocument/2006/relationships/extended-properties" Target="/docProps/app.xml" Id="R5a22a6a3ac0b46f7" /><Relationship Type="http://schemas.openxmlformats.org/officeDocument/2006/relationships/officeDocument" Target="/ppt/presentation.xml" Id="Rd50b05a2aeb2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ab814a15d46f0"/>
  </p:sldMasterIdLst>
  <p:notesMasterIdLst>
    <p:notesMasterId xmlns:r="http://schemas.openxmlformats.org/officeDocument/2006/relationships" r:id="R7c2d58091efb4476"/>
  </p:notesMasterIdLst>
  <p:sldIdLst>
    <p:sldId xmlns:r="http://schemas.openxmlformats.org/officeDocument/2006/relationships" id="256" r:id="Ra210df674f274aae"/>
    <p:sldId xmlns:r="http://schemas.openxmlformats.org/officeDocument/2006/relationships" id="257" r:id="R7434a63078b54548"/>
    <p:sldId xmlns:r="http://schemas.openxmlformats.org/officeDocument/2006/relationships" id="258" r:id="R79552666bc454dac"/>
    <p:sldId xmlns:r="http://schemas.openxmlformats.org/officeDocument/2006/relationships" id="259" r:id="R0650f1ea1dce4917"/>
    <p:sldId xmlns:r="http://schemas.openxmlformats.org/officeDocument/2006/relationships" id="260" r:id="Raa52bf7bdd754f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89035de7f449f" /><Relationship Type="http://schemas.openxmlformats.org/officeDocument/2006/relationships/slideMaster" Target="/ppt/slideMasters/slideMaster1.xml" Id="R0f7ab814a15d46f0" /><Relationship Type="http://schemas.openxmlformats.org/officeDocument/2006/relationships/notesMaster" Target="/ppt/notesMasters/notesMaster1.xml" Id="R7c2d58091efb4476" /><Relationship Type="http://schemas.openxmlformats.org/officeDocument/2006/relationships/presProps" Target="/ppt/presProps.xml" Id="Re88171e2a7cb4b7b" /><Relationship Type="http://schemas.openxmlformats.org/officeDocument/2006/relationships/tableStyles" Target="/ppt/tableStyles.xml" Id="Rb0a287b8f96b427a" /><Relationship Type="http://schemas.openxmlformats.org/officeDocument/2006/relationships/slide" Target="/ppt/slides/slide1.xml" Id="Ra210df674f274aae" /><Relationship Type="http://schemas.openxmlformats.org/officeDocument/2006/relationships/slide" Target="/ppt/slides/slide2.xml" Id="R7434a63078b54548" /><Relationship Type="http://schemas.openxmlformats.org/officeDocument/2006/relationships/slide" Target="/ppt/slides/slide3.xml" Id="R79552666bc454dac" /><Relationship Type="http://schemas.openxmlformats.org/officeDocument/2006/relationships/slide" Target="/ppt/slides/slide4.xml" Id="R0650f1ea1dce4917" /><Relationship Type="http://schemas.openxmlformats.org/officeDocument/2006/relationships/slide" Target="/ppt/slides/slide5.xml" Id="Raa52bf7bdd754f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d04a89dc4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233b36e3a4864" /><Relationship Type="http://schemas.openxmlformats.org/officeDocument/2006/relationships/notesMaster" Target="/ppt/notesMasters/notesMaster1.xml" Id="R7e00acd112ff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bb95588d64f10" /><Relationship Type="http://schemas.openxmlformats.org/officeDocument/2006/relationships/notesMaster" Target="/ppt/notesMasters/notesMaster1.xml" Id="Rbee1bd816741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9ebafa4974fe0" /><Relationship Type="http://schemas.openxmlformats.org/officeDocument/2006/relationships/notesMaster" Target="/ppt/notesMasters/notesMaster1.xml" Id="R31782a864202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e948b417247cb" /><Relationship Type="http://schemas.openxmlformats.org/officeDocument/2006/relationships/notesMaster" Target="/ppt/notesMasters/notesMaster1.xml" Id="Ree1c152931f249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15e42959d48e6" /><Relationship Type="http://schemas.openxmlformats.org/officeDocument/2006/relationships/notesMaster" Target="/ppt/notesMasters/notesMaster1.xml" Id="R6b6eddc02cd3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cdb5b5d6e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1eaf91732f4049" /><Relationship Type="http://schemas.openxmlformats.org/officeDocument/2006/relationships/slideLayout" Target="/ppt/slideLayouts/slideLayout1.xml" Id="R792d2de64fe44c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2d2de64fe44c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eae4b97c427e" /><Relationship Type="http://schemas.openxmlformats.org/officeDocument/2006/relationships/notesSlide" Target="/ppt/notesSlides/notesSlide1.xml" Id="R52ca59dd5eab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963d989724796" /><Relationship Type="http://schemas.openxmlformats.org/officeDocument/2006/relationships/notesSlide" Target="/ppt/notesSlides/notesSlide2.xml" Id="R3b5b081735a543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9075d5f694324" /><Relationship Type="http://schemas.openxmlformats.org/officeDocument/2006/relationships/notesSlide" Target="/ppt/notesSlides/notesSlide3.xml" Id="Rfdd75ff4608f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06ce087bf4d66" /><Relationship Type="http://schemas.openxmlformats.org/officeDocument/2006/relationships/notesSlide" Target="/ppt/notesSlides/notesSlide4.xml" Id="Rf594913771444a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ef83c66664ece" /><Relationship Type="http://schemas.openxmlformats.org/officeDocument/2006/relationships/notesSlide" Target="/ppt/notesSlides/notesSlide5.xml" Id="Recc9ca601fc74a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CEC6E-03DF-4716-88D0-43F965B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ORCHID PEOPLE  /  PEOPLE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EC3F7-2B92-4FAA-B3B0-DEB62C8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POLICY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A728-B9AE-4E57-97F1-0D4E4C43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CF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0745F-166B-452B-A153-C4515E3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EE330-C59D-4E2E-9108-8668361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Rollout briefing | 18 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3C7A7-5488-42EB-AA62-B002F03A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21431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DF6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76190-02CC-4C2D-9B3D-45A06A6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876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EFFECTIVE 18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221E2-A9DE-4C36-9EFC-9593615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41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A clearer policy suite</a:t>
            </a:r>
          </a:p>
          <a:p xmlns:a="http://schemas.openxmlformats.org/drawingml/2006/main">
            <a:pPr algn="l">
              <a:defRPr sz="39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for consistent people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5FF32-DB4B-4DD6-BAA7-8A9476E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Manager briefing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8099-8EBB-4B60-8824-63E9B805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Five connected internal policies. One role-based operating standard.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8994A-840C-48E2-8305-1BE94B8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5730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EDF6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C2C07-026B-4288-904B-D7468DC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THE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B7DB0-D51C-43D1-A5E4-5628A07E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Flexible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F5DF3-2597-438F-994A-D1315DBD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Equal opportunity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4777F-9C0B-43E8-B254-34C0D7FA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Interview conflicts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16E86-ED04-478E-A41A-D7CE7FA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Candidate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5952-FB4C-41F7-8396-9D45FD0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Employee referrals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5B30B-EF9E-411F-B675-1E38173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guidance - not legal advice</a:t>
            </a:r>
          </a:p>
        </p:txBody>
      </p:sp>
    </p:spTree>
    <p:extLst>
      <p:ext uri="{BB962C8B-B14F-4D97-AF65-F5344CB8AC3E}">
        <p14:creationId xmlns:p14="http://schemas.microsoft.com/office/powerpoint/2010/main" val="1955864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37E30-0F39-4033-BC95-139AEDF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ORCHID PEOPLE  /  PEOPLE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F48EE-B3E4-4A23-8E7B-5A2B0CD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POLICY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81B83-17FA-4682-9179-BBFA1AA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CF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9A3CF-F5A5-4194-93F4-FE9FC68C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9413-1BB6-44B4-B181-5CFE142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0FD98-1398-4850-B571-01CB938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What changes on day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A4FC2-BB7C-4FB0-86DF-9C280D1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The policy set aligns everyday decisions with the same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2578E-9C93-47E1-BEA6-2472DBB9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DCDFB-56C3-4998-820D-F8F5DC6E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13699-72B3-41B0-95BB-CE2F431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One standard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2C2F2-E5A0-42E6-965F-34DD502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Use role requirements and approved workflows, not informal shortcuts.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A5197-F069-4932-962D-94B557E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FFF8E-FE24-42CD-8F0B-60AD1BE5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71843-A99A-46B8-8428-9F5A06EC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One escalation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47A6C-00BE-4FB8-82F1-4A2510A4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Raise uncertainty, conflicts, and data handling concerns before acting.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85E23-2177-4415-9FB2-DC734A9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B3568-EBDB-4728-98A0-4B67E78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84D83-5D01-4490-99A7-A5E7B38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One exception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FC9C4-4038-48CC-BEC3-2E0C40A6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Time-bound approvals state the owner, controls, expiry, and review date.</a:t>
            </a:r>
          </a:p>
        </p:txBody>
      </p:sp>
    </p:spTree>
    <p:extLst>
      <p:ext uri="{BB962C8B-B14F-4D97-AF65-F5344CB8AC3E}">
        <p14:creationId xmlns:p14="http://schemas.microsoft.com/office/powerpoint/2010/main" val="351634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CB385-EC4C-40D8-9FD0-A4B39EF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ORCHID PEOPLE  /  PEOPLE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12004-174F-4257-B212-F31010A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POLICY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85124-1BFE-406F-AD0A-9C13ECB0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CF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800FC-9481-444A-BCBD-5D66689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2AD06-60EF-420F-A14E-50DDE15D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Manager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2EE9A-922E-4F24-BDB5-93DE86F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The manager action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A73E7-4E5E-4CED-9854-7CB118B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Apply the standard sequence before a decision becomes a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7EA1B-2C7C-4C53-925A-15DAB00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2419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6B381-831C-4040-891B-6CE0CB5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F5753-D70A-422C-B47F-DD61D42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9352F-74D6-4735-9572-01D8342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Identify the applicable policy and role requirement.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E3318-F9E2-40F1-A50C-71C60C2C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419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E0BED-8130-4B54-98A5-F8AA22B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F5673-9516-4980-A44D-DE17848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39B39-146D-4BCA-9C76-330A6331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Use consistent criteria; keep information to the minimum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0D8E6-F2ED-4182-8378-2388060E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419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4EDF6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6B6C4-36DB-48D3-A04E-539F96C8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F599F-FDF4-42CC-B5E3-1CDF1BBB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CD1AE-5CF0-489D-B3E7-4CAE032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Route conflicts, exceptions, or uncertainty to People Operations.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070DC-9605-4076-8A71-06CA7CE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62250"/>
            <a:ext cx="2419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7D486-5A01-49BA-B0E5-D3C22E5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C9086-04A9-47A9-9865-5BB3CF93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2BF8B-643F-4822-ADE5-7670BD82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9525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Capture the decision, owner, review date, and any conditions.</a:t>
            </a:r>
          </a:p>
        </p:txBody>
      </p:sp>
    </p:spTree>
    <p:extLst>
      <p:ext uri="{BB962C8B-B14F-4D97-AF65-F5344CB8AC3E}">
        <p14:creationId xmlns:p14="http://schemas.microsoft.com/office/powerpoint/2010/main" val="774399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2D997-2A32-4769-ADD3-0C7BD01A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ORCHID PEOPLE  /  PEOPLE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AA46C-6132-458D-9451-3288BFD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POLICY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BDC9D-6E9F-4163-9D8D-00AC730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CF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78147-350F-48BD-AE50-14431841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86FE3-DF72-4D7A-968E-AEA8257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Policy principles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42AA5-64F4-4535-989A-8220A51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Five principles managers should remember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D6B0-DF43-418E-850A-50AF4A2C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A short test for fair, careful, and supportable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0120F-7ECF-473B-B4D2-4E671954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F7739-3D82-4097-B55C-2934CC85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Decide from role needs and job-related criteria.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CA55E-5897-448A-A333-65E31BA1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E1727-6D4D-4F18-94B1-4AE5455B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Give comparable roles comparable consideration.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C87F-733B-4558-8196-353429A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87FEF-CD66-4DA4-8286-DE43C285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Use approved systems and limit access to what is necessary.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55E6-5F0B-455A-8B8A-3C0777BE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2331C-7889-48C3-A140-ED89F1C2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Disclose conflicts early and use proportionate mitigation.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E203C-33E2-42D2-8E48-3FA08A91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99836-CEE2-4AB9-85D1-B681EB1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1C26"/>
                </a:solidFill>
                <a:latin typeface="Arial"/>
                <a:ea typeface="Arial"/>
                <a:cs typeface="Arial"/>
              </a:rPr>
              <a:t>Make exceptions narrow, time-bound, and reviewable.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F195E-2409-4247-8EDF-9A9869E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B59"/>
                </a:solidFill>
                <a:latin typeface="Arial"/>
                <a:ea typeface="Arial"/>
                <a:cs typeface="Arial"/>
              </a:rPr>
              <a:t>If a choice cannot be explained in these terms, pause and escalate.</a:t>
            </a:r>
          </a:p>
        </p:txBody>
      </p:sp>
    </p:spTree>
    <p:extLst>
      <p:ext uri="{BB962C8B-B14F-4D97-AF65-F5344CB8AC3E}">
        <p14:creationId xmlns:p14="http://schemas.microsoft.com/office/powerpoint/2010/main" val="576915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A7A79-F754-4C9F-BF41-DD27E3C6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ORCHID PEOPLE  /  PEOPLE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C5C83-A58E-4AD9-9F27-79654B1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POLICY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960F2-6D67-421D-8E14-22B12DD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CF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03E71-D5AF-437D-AF43-8AC1E66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A0704-467E-4080-AF5B-9FD845BB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Adoption cadence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FE852-756E-436E-9D54-DBF08ADF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30-day rollout and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92FA7-37DF-45F7-BBED-18D071E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A practical sequence that makes the standard usable.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7903-8F52-4475-A5DC-375DE1C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Day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7BFC5-6558-47AE-99AB-C32E777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28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E6524-636A-436A-BDB1-2578F899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Policies published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1F5B3-73BB-4005-935B-3273795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Briefing and policy links available in the approved internal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61951-17BC-4542-A319-DD4A402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Days 1-14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E860A-62BF-49FB-AC75-375AE12A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DA019-8C87-4FC2-83F0-6FA4EBA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Manager awareness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E74FE-A602-421E-B852-F206B35F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Review materials and complete the acknowledgement.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D65ED-CF9D-4B42-9806-FB169B18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Days 15-30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3835-4BB5-4172-A6A2-86BBD9E1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285E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13B96-207A-49D3-9A02-0F0DB2C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Use and 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B9EA6-D4E4-43A0-BCD6-4A3D543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33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Apply the guide; route exceptions before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C481C-7C7D-4359-AB62-F616003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Day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75B37-6A3F-4768-A458-250E56B1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86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59"/>
          </a:solidFill>
          <a:ln xmlns:a="http://schemas.openxmlformats.org/drawingml/2006/main" w="9525">
            <a:solidFill>
              <a:srgbClr val="DED4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89F65-FC81-4D55-BF55-FECB04C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C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C26"/>
                </a:solidFill>
                <a:latin typeface="Arial"/>
                <a:ea typeface="Arial"/>
                <a:cs typeface="Arial"/>
              </a:rPr>
              <a:t>People Ops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FB4B6-D6D9-41E6-B2B4-F6F2116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Review questions, exceptions, and control gaps; decide follow-up.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D6509-9573-4FC3-8247-F8B80F9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2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285E"/>
                </a:solidFill>
                <a:latin typeface="Arial"/>
                <a:ea typeface="Arial"/>
                <a:cs typeface="Arial"/>
              </a:rPr>
              <a:t>Support: people-operations@orchid-people.example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F08F3-D0BD-406D-AA62-9F30CAE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5E6B"/>
                </a:solidFill>
                <a:latin typeface="Arial"/>
                <a:ea typeface="Arial"/>
                <a:cs typeface="Arial"/>
              </a:rPr>
              <a:t>Internal synthetic guidance - not legal advice</a:t>
            </a:r>
          </a:p>
        </p:txBody>
      </p:sp>
    </p:spTree>
    <p:extLst>
      <p:ext uri="{BB962C8B-B14F-4D97-AF65-F5344CB8AC3E}">
        <p14:creationId xmlns:p14="http://schemas.microsoft.com/office/powerpoint/2010/main" val="2080527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2026-08-23T18:48:54.7470000Z</dcterms:created>
  <dcterms:modified xsi:type="dcterms:W3CDTF">2026-08-23T18:48:54.7470000Z</dcterms:modified>
</coreProperties>
</file>