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a48acb62df46a8" /><Relationship Type="http://schemas.openxmlformats.org/officeDocument/2006/relationships/extended-properties" Target="/docProps/app.xml" Id="R2ec3e287c4a84c7d" /><Relationship Type="http://schemas.openxmlformats.org/officeDocument/2006/relationships/officeDocument" Target="/ppt/presentation.xml" Id="R83e0520dc34747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bd407eef64f2e"/>
  </p:sldMasterIdLst>
  <p:notesMasterIdLst>
    <p:notesMasterId xmlns:r="http://schemas.openxmlformats.org/officeDocument/2006/relationships" r:id="Rc40e4abc6e014037"/>
  </p:notesMasterIdLst>
  <p:sldIdLst>
    <p:sldId xmlns:r="http://schemas.openxmlformats.org/officeDocument/2006/relationships" id="256" r:id="Rcfd743ae40d44c98"/>
    <p:sldId xmlns:r="http://schemas.openxmlformats.org/officeDocument/2006/relationships" id="257" r:id="R264b0a6da1904e5d"/>
    <p:sldId xmlns:r="http://schemas.openxmlformats.org/officeDocument/2006/relationships" id="258" r:id="R51bb796b0eb542cd"/>
    <p:sldId xmlns:r="http://schemas.openxmlformats.org/officeDocument/2006/relationships" id="259" r:id="Ra7b9345bd02c44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c598b19924057" /><Relationship Type="http://schemas.openxmlformats.org/officeDocument/2006/relationships/slideMaster" Target="/ppt/slideMasters/slideMaster1.xml" Id="Rfaabd407eef64f2e" /><Relationship Type="http://schemas.openxmlformats.org/officeDocument/2006/relationships/notesMaster" Target="/ppt/notesMasters/notesMaster1.xml" Id="Rc40e4abc6e014037" /><Relationship Type="http://schemas.openxmlformats.org/officeDocument/2006/relationships/presProps" Target="/ppt/presProps.xml" Id="R90eaed1b35d24c0b" /><Relationship Type="http://schemas.openxmlformats.org/officeDocument/2006/relationships/tableStyles" Target="/ppt/tableStyles.xml" Id="R05ca21d1f55848dd" /><Relationship Type="http://schemas.openxmlformats.org/officeDocument/2006/relationships/slide" Target="/ppt/slides/slide1.xml" Id="Rcfd743ae40d44c98" /><Relationship Type="http://schemas.openxmlformats.org/officeDocument/2006/relationships/slide" Target="/ppt/slides/slide2.xml" Id="R264b0a6da1904e5d" /><Relationship Type="http://schemas.openxmlformats.org/officeDocument/2006/relationships/slide" Target="/ppt/slides/slide3.xml" Id="R51bb796b0eb542cd" /><Relationship Type="http://schemas.openxmlformats.org/officeDocument/2006/relationships/slide" Target="/ppt/slides/slide4.xml" Id="Ra7b9345bd02c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e0f9ff1fc6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c889cc83274298" /><Relationship Type="http://schemas.openxmlformats.org/officeDocument/2006/relationships/notesMaster" Target="/ppt/notesMasters/notesMaster1.xml" Id="Rccba14f0e6d2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d6d3b6c57417d" /><Relationship Type="http://schemas.openxmlformats.org/officeDocument/2006/relationships/notesMaster" Target="/ppt/notesMasters/notesMaster1.xml" Id="R4097b600121b42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28d2dee0614b1b" /><Relationship Type="http://schemas.openxmlformats.org/officeDocument/2006/relationships/notesMaster" Target="/ppt/notesMasters/notesMaster1.xml" Id="R7f35ba765f1049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02689e955a42b9" /><Relationship Type="http://schemas.openxmlformats.org/officeDocument/2006/relationships/notesMaster" Target="/ppt/notesMasters/notesMaster1.xml" Id="R656163bf118948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reporting spine supplied for this assignment. Story Alpha and Beta 2026; desk 2026-08-22; verified 2026-08-19; FOIA batch 17. No external sources or personal data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4c040cf1e42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541e52ba545f6" /><Relationship Type="http://schemas.openxmlformats.org/officeDocument/2006/relationships/slideLayout" Target="/ppt/slideLayouts/slideLayout1.xml" Id="Rd2dcad6f39374c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cad6f39374c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72caa85642a6" /><Relationship Type="http://schemas.openxmlformats.org/officeDocument/2006/relationships/notesSlide" Target="/ppt/notesSlides/notesSlide1.xml" Id="Rfd9aa0792838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e03575c6a4cc3" /><Relationship Type="http://schemas.openxmlformats.org/officeDocument/2006/relationships/notesSlide" Target="/ppt/notesSlides/notesSlide2.xml" Id="Rdaaea4e1e9594b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379f44c3e4cf1" /><Relationship Type="http://schemas.openxmlformats.org/officeDocument/2006/relationships/notesSlide" Target="/ppt/notesSlides/notesSlide3.xml" Id="R6d9effe3525447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6f7df27364216" /><Relationship Type="http://schemas.openxmlformats.org/officeDocument/2006/relationships/notesSlide" Target="/ppt/notesSlides/notesSlide4.xml" Id="Rb37f4920a86f40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CF80B-57D9-4B31-BBBC-A3D89D6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CIVIC LEDGER /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878DC-77C8-472E-B9B7-3C62C85E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Two records, one reporting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1628F-548C-4EC9-BF0B-7A5BDA68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Alpha + Beta follow-up editorial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E42BF-D738-4F3B-B6B1-CBC94E07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CA11-2722-4082-8585-B7EC1E0A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FF91B-7C5D-4FB0-AA36-5C1F375F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EDITORIAL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89E2A-BB36-4895-A3FB-87722C15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Document-led reporting on what the record shows - and what it does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C9398-C844-49E7-94D2-F0864E5A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Desk 2026-08-22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Verified 2026-08-19</a:t>
            </a:r>
          </a:p>
        </p:txBody>
      </p:sp>
    </p:spTree>
    <p:extLst>
      <p:ext uri="{BB962C8B-B14F-4D97-AF65-F5344CB8AC3E}">
        <p14:creationId xmlns:p14="http://schemas.microsoft.com/office/powerpoint/2010/main" val="1249631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94FB35-8A90-4A3E-B122-2DC1CA1B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458BF-EAB8-4D52-B532-A6E3346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Both stories require the same disciplined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FA581-0552-443A-A56E-15C2CD08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07D39-AE9F-4FEA-ABB8-0DBA7422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B686F-AC3B-4A9B-AD76-A8A8375E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524EC-B40A-45CE-9374-6EE98232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DE455-EC81-4AF4-8ACF-9A06F189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23C86-E307-487A-A832-FCCA2E5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907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E351E-C00B-435E-8338-A1464238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859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Known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5205D-2447-4D09-B444-342A20F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8097A-2B25-45BB-B1A7-8DC5A3B2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2771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Gap to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DA193-2EE0-48C7-B634-A86E0FA6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90700"/>
            <a:ext cx="3705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5C219-5C64-465A-B201-5A228F79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859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Editorial 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BDA61-D9FF-4F3C-8309-F4D1212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333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916B5-7D3A-4F48-978F-32999770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05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Alpha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Agency Alpha-17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F3D25-7ABB-44CB-9FCC-B5A1618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9075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282B3-483E-4602-AB02-4CB17F47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2410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Quote missing; 2026-05-28 / 2026-05-30 mismatch.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36494-27E9-4B80-B9C1-93278F64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87593-0764-4573-9C00-759A2CEC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2771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Quote record and dated revision history.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CDD2A-1E4C-4A10-B2F5-4A5BA31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90750"/>
            <a:ext cx="37052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35CEC-CC36-43C1-8606-12D7185C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24100"/>
            <a:ext cx="3476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“record gap” unless new records establish more.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5E56D-98CF-47BB-96CD-010068D7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333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51043-9AAA-430D-B653-41DAA0C8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2105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Beta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Agency Beta-09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48693-F9A4-4CDF-A070-80BA6C2D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14750"/>
            <a:ext cx="2238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B09EB-1DD7-4A9A-A243-04E4647D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48100"/>
            <a:ext cx="2009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2026-07-02 amendment; 2026-07-05 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02BF3-B883-4168-BEAD-1193861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ABB6B-4D20-4F5A-ABBE-DA4991A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27717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Amendment routing and log explanation.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70382-D511-4BEF-949D-3659DDB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14750"/>
            <a:ext cx="37052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A2709F-E2EB-477E-A304-648E068E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48100"/>
            <a:ext cx="3476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Do not assign motive to an unexplained chronology.</a:t>
            </a:r>
          </a:p>
        </p:txBody>
      </p:sp>
    </p:spTree>
    <p:extLst>
      <p:ext uri="{BB962C8B-B14F-4D97-AF65-F5344CB8AC3E}">
        <p14:creationId xmlns:p14="http://schemas.microsoft.com/office/powerpoint/2010/main" val="1517534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3F0E0-6D2D-47DB-B3B9-362E8A59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9C081-7D9D-4324-9A99-3CFA1EBD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One follow-up package makes reporting fair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0071E-9B9A-43C1-A42C-E695CDB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F1B59-2812-4E42-AFFC-BFECAFD8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FB406-BD42-4BA6-A13F-AE17B596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AA524-1036-4D19-999F-57AE5963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FD482-FDB4-4263-9AD7-4D67E08D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9C49C-A3C0-478B-B66A-83DD5FEF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05AF9-FE50-4D81-AE0E-E8C569F2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Make requests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E5136-5417-4FBC-8EF4-936243D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Send targeted public-record requests tied to each discrepancy.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31448-7D4E-4B19-82B2-8D8BAB7B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B45FC-3FCF-48B5-B36E-8A1D5E0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48CB7-FDFF-4D68-8AC6-1FF0C068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Offer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A11D3-9178-40D9-B238-42C70F15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Give both agencies the exact questions and adequate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367A8-BD18-4AF8-BFAF-A365DD1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1C012-362E-49F3-A2C5-E8E8843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AE76B-077F-4DB2-915B-27D4C94A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Reconcile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61869-2EB9-45ED-8256-6531A2F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Sort each claim into confirmed, explained, or unresolved.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2E02E-B671-4D45-849B-BAE6796F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52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69C0A-0B7C-4E26-B40B-1D67F7D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86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691"/>
                </a:solidFill>
              </a:defRPr>
            </a:pPr>
            <a:r>
              <a:rPr sz="1200" b="1">
                <a:solidFill>
                  <a:srgbClr val="1E6691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043F0-31C2-479E-A205-0246671B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73C62-1981-4D5F-9A7C-281C30D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2481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Lead with what is documented and label remaining limits.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A66C9-543D-4B15-BC37-EFA21421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Reporting order: preserve the distinction between documented facts, agency explanation, and unresolved gaps.</a:t>
            </a:r>
          </a:p>
        </p:txBody>
      </p:sp>
    </p:spTree>
    <p:extLst>
      <p:ext uri="{BB962C8B-B14F-4D97-AF65-F5344CB8AC3E}">
        <p14:creationId xmlns:p14="http://schemas.microsoft.com/office/powerpoint/2010/main" val="336270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F6DE9-C515-45C2-9AEA-53CCB1B3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691"/>
                </a:solidFill>
              </a:defRPr>
            </a:pPr>
            <a:r>
              <a:rPr sz="1050" b="1">
                <a:solidFill>
                  <a:srgbClr val="1E6691"/>
                </a:solidFill>
              </a:rPr>
              <a:t>CIVIC LEDGER / INVESTIGATIONS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1A636-DBDC-4CFE-A2F4-F4696EF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Decision request: authorize a records-first follow-up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C1A5C-F71D-4EF4-BB8F-3A0E6E2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42828-6B57-4357-ADC9-B8DFCD7A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FOIA batch 17  |  2026-08-22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02D45-7787-4C77-B84B-E5747899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19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86E13-9416-4650-AEF6-9478EDF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The reporting case is a narrow verification problem, not an allegation.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0BCD4-6DE5-4B85-8D76-788E62A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29219-1883-45F8-B1FE-DE3F4195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3571C-3731-4DF5-A432-1C4F987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251FE-1639-421B-9A5C-C681D85A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6422A-987D-43BF-B75E-FE465D8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Project Lantern and Route Prism, each with a bounded discrepancy.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7B058-19A4-4092-9889-95DFEEC7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800EB-0588-499C-87F8-910B8735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63530-4B04-4036-9730-995804CE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79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E6C3D-605B-444F-8ED0-BB39B007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FOIA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141B4-492A-4097-BDEA-73A97A10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48 Alpha pages plus 31 Beta pages in batch 17.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3FA50-3B58-43EF-B160-9087AD51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276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8E14F-7D88-42FC-861B-EFDF31B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6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7B0FA-DC9C-4D4E-90E1-DA930333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B04B9-FD8C-4876-A7F9-8A20A69A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691"/>
                </a:solidFill>
              </a:defRPr>
            </a:pPr>
            <a:r>
              <a:rPr sz="1575" b="1">
                <a:solidFill>
                  <a:srgbClr val="1E6691"/>
                </a:solidFill>
              </a:rPr>
              <a:t>STANDARD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6E260-6739-42F8-B3CC-875C72E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Gaps are not proof of wrongdoing; every conclusion must be document-led.</a:t>
            </a:r>
          </a:p>
        </p:txBody>
      </p:sp>
    </p:spTree>
    <p:extLst>
      <p:ext uri="{BB962C8B-B14F-4D97-AF65-F5344CB8AC3E}">
        <p14:creationId xmlns:p14="http://schemas.microsoft.com/office/powerpoint/2010/main" val="615297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2026-08-23T20:42:02.1060000Z</dcterms:created>
  <dcterms:modified xsi:type="dcterms:W3CDTF">2026-08-23T20:42:02.1060000Z</dcterms:modified>
</coreProperties>
</file>