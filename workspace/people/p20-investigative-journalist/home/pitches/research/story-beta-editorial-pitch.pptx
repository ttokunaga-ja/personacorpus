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ba615b4d8041e5" /><Relationship Type="http://schemas.openxmlformats.org/officeDocument/2006/relationships/extended-properties" Target="/docProps/app.xml" Id="R07ea7c42027e4e73" /><Relationship Type="http://schemas.openxmlformats.org/officeDocument/2006/relationships/officeDocument" Target="/ppt/presentation.xml" Id="R4737fa9e53b94a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ac2a1fc08543a5"/>
  </p:sldMasterIdLst>
  <p:notesMasterIdLst>
    <p:notesMasterId xmlns:r="http://schemas.openxmlformats.org/officeDocument/2006/relationships" r:id="R12e733349dd046ec"/>
  </p:notesMasterIdLst>
  <p:sldIdLst>
    <p:sldId xmlns:r="http://schemas.openxmlformats.org/officeDocument/2006/relationships" id="256" r:id="Rb2d10cd324a94470"/>
    <p:sldId xmlns:r="http://schemas.openxmlformats.org/officeDocument/2006/relationships" id="257" r:id="Rfc5149158c594b8b"/>
    <p:sldId xmlns:r="http://schemas.openxmlformats.org/officeDocument/2006/relationships" id="258" r:id="R0ea2a129c2fe4529"/>
    <p:sldId xmlns:r="http://schemas.openxmlformats.org/officeDocument/2006/relationships" id="259" r:id="R0d1d692f1a004d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31e82ddfcf4c27" /><Relationship Type="http://schemas.openxmlformats.org/officeDocument/2006/relationships/slideMaster" Target="/ppt/slideMasters/slideMaster1.xml" Id="R8dac2a1fc08543a5" /><Relationship Type="http://schemas.openxmlformats.org/officeDocument/2006/relationships/notesMaster" Target="/ppt/notesMasters/notesMaster1.xml" Id="R12e733349dd046ec" /><Relationship Type="http://schemas.openxmlformats.org/officeDocument/2006/relationships/presProps" Target="/ppt/presProps.xml" Id="Racf6da6b7afd45df" /><Relationship Type="http://schemas.openxmlformats.org/officeDocument/2006/relationships/tableStyles" Target="/ppt/tableStyles.xml" Id="R4f227bcccda24332" /><Relationship Type="http://schemas.openxmlformats.org/officeDocument/2006/relationships/slide" Target="/ppt/slides/slide1.xml" Id="Rb2d10cd324a94470" /><Relationship Type="http://schemas.openxmlformats.org/officeDocument/2006/relationships/slide" Target="/ppt/slides/slide2.xml" Id="Rfc5149158c594b8b" /><Relationship Type="http://schemas.openxmlformats.org/officeDocument/2006/relationships/slide" Target="/ppt/slides/slide3.xml" Id="R0ea2a129c2fe4529" /><Relationship Type="http://schemas.openxmlformats.org/officeDocument/2006/relationships/slide" Target="/ppt/slides/slide4.xml" Id="R0d1d692f1a004d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0420e665f949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d0ccac75ed4970" /><Relationship Type="http://schemas.openxmlformats.org/officeDocument/2006/relationships/notesMaster" Target="/ppt/notesMasters/notesMaster1.xml" Id="R8d8ca400dcf547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51f3bf28a74981" /><Relationship Type="http://schemas.openxmlformats.org/officeDocument/2006/relationships/notesMaster" Target="/ppt/notesMasters/notesMaster1.xml" Id="R1226a67126cd45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3c8204e4d642ef" /><Relationship Type="http://schemas.openxmlformats.org/officeDocument/2006/relationships/notesMaster" Target="/ppt/notesMasters/notesMaster1.xml" Id="R877714dfe23a4e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da3e1a88094b0e" /><Relationship Type="http://schemas.openxmlformats.org/officeDocument/2006/relationships/notesMaster" Target="/ppt/notesMasters/notesMaster1.xml" Id="Rf173d046599c43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Civic Ledger reporting spine supplied for this assignment. Story Alpha and Beta 2026; desk 2026-08-22; verified 2026-08-19; FOIA batch 17. No external sources or personal data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Civic Ledger reporting spine supplied for this assignment. Story Alpha and Beta 2026; desk 2026-08-22; verified 2026-08-19; FOIA batch 17. No external sources or personal data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Civic Ledger reporting spine supplied for this assignment. Story Alpha and Beta 2026; desk 2026-08-22; verified 2026-08-19; FOIA batch 17. No external sources or personal data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Civic Ledger reporting spine supplied for this assignment. Story Alpha and Beta 2026; desk 2026-08-22; verified 2026-08-19; FOIA batch 17. No external sources or personal data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ec3a55d9e49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b6aec38dc94c7c" /><Relationship Type="http://schemas.openxmlformats.org/officeDocument/2006/relationships/slideLayout" Target="/ppt/slideLayouts/slideLayout1.xml" Id="R671f4baf4b714d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1f4baf4b714d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06dd7711f4e52" /><Relationship Type="http://schemas.openxmlformats.org/officeDocument/2006/relationships/notesSlide" Target="/ppt/notesSlides/notesSlide1.xml" Id="Re966af0f3ab34e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8ae8cf67e4dc1" /><Relationship Type="http://schemas.openxmlformats.org/officeDocument/2006/relationships/notesSlide" Target="/ppt/notesSlides/notesSlide2.xml" Id="R94ba2d9202de40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c11fd3e2147fa" /><Relationship Type="http://schemas.openxmlformats.org/officeDocument/2006/relationships/notesSlide" Target="/ppt/notesSlides/notesSlide3.xml" Id="R6b5aa5c1032548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0a61c83e641b9" /><Relationship Type="http://schemas.openxmlformats.org/officeDocument/2006/relationships/notesSlide" Target="/ppt/notesSlides/notesSlide4.xml" Id="Ra5ee09562e6c47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72AB3-AC84-4224-AD90-BC0B2BC6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CIVIC LEDGER /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6CCED-B1E1-4026-91EB-CAD3E420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Route Prism: reconcile the amendment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31678-4EDB-45EC-B1BD-95ED3DE1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Story Beta editorial pitch | Agency Beta-09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84DB1-FC33-40EB-8BA9-B3EC4F3A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28700"/>
            <a:ext cx="3143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D44AC-968C-43AE-92D2-0A9D88B5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2870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7E378-C002-4A72-AA09-99AC4916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EDITORIAL PITCH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7FCB8-4C35-4E27-9DE0-430C4EF5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Document-led reporting on what the record shows - and what it does not.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53DA7-5AA7-4CCC-9F0E-A650B7FA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Desk 2026-08-22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Verified 2026-08-19</a:t>
            </a:r>
          </a:p>
        </p:txBody>
      </p:sp>
    </p:spTree>
    <p:extLst>
      <p:ext uri="{BB962C8B-B14F-4D97-AF65-F5344CB8AC3E}">
        <p14:creationId xmlns:p14="http://schemas.microsoft.com/office/powerpoint/2010/main" val="1210135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7C7D2A-D089-4CCD-A424-7D10CFF1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691"/>
                </a:solidFill>
              </a:defRPr>
            </a:pPr>
            <a:r>
              <a:rPr sz="1050" b="1">
                <a:solidFill>
                  <a:srgbClr val="1E6691"/>
                </a:solidFill>
              </a:rPr>
              <a:t>CIVIC LEDGER / INVESTIGATIONS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D6B62-9008-4F60-9A37-6081352A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78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chronology is clear enough to ask a precise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977A6-D7DD-4F5C-A995-9D65902D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44A33-14F9-450E-AFCB-9C629739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FOIA batch 17  |  2026-08-22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B664E-ACEC-4D2C-99E8-5998E795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198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9731A-0FF9-450A-A06F-B904BE88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868EA-3804-47AB-B671-592E5CCD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49EEA-E691-4EE4-96B3-3540B5B9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7907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AA2F8-85BD-4228-B853-672D7A0E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8595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Known 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60B80-5AB3-4C49-ACCB-541F85F5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90700"/>
            <a:ext cx="300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69F84-624E-49F4-918B-E8AD5232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85950"/>
            <a:ext cx="2771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Gap to 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AC0FC-EEC7-4D44-B82C-D15B9042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790700"/>
            <a:ext cx="3705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36715-DB4B-4AF3-80AA-77BD4C88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8595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Editorial meaning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3B158-4C44-4E41-A092-FE1B0C25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333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2DA94-3535-4F7A-8F7F-0E2A7EF8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1050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Route Prism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CL-B09-2026-11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9888B-9AEC-4C2A-84C5-03F19DE4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90750"/>
            <a:ext cx="2238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2811B-D36C-4675-8D76-D028476C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24100"/>
            <a:ext cx="20097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96 units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684,000 fictional Civic Credits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Award: 2026-06-18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EC39F0-72C7-4D3E-87FE-2DEF1D6F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3000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8C0B3-7977-4ED7-A9E9-861603DE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24100"/>
            <a:ext cx="27717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amendment is dated 2026-07-02; the log shows 2026-07-05.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E6368-5CBE-43C3-B2C3-F85830B2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90750"/>
            <a:ext cx="37052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A9E14D-714B-4B41-867B-D50BA307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24100"/>
            <a:ext cx="3476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Seek the routing record before explaining the three-day difference.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787FA9-E99E-48A1-B916-2A22E08B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2333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E26CD3-A589-4D2A-A699-02E50AC9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48100"/>
            <a:ext cx="21050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FOIA batch 17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CL-SB26-FOIA-17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CAF3B-5DA0-436B-91AA-07127DB7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14750"/>
            <a:ext cx="2238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D10223-7053-4AFA-B770-37B259F8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48100"/>
            <a:ext cx="20097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Received 2026-08-15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31 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307DC9-69E4-45D7-A09E-78E827E0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14750"/>
            <a:ext cx="3000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4E7D4E-C74B-41B4-A1C5-F0B3EC22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27717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file does not independently reconcile the amendment and log dates.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13901D-765F-4BDB-971F-04E9F38A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714750"/>
            <a:ext cx="37052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6F52D2-4AE1-4974-A1D0-6A36F6C9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48100"/>
            <a:ext cx="3476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Keep the discrepancy framed as an unresolved chronology question.</a:t>
            </a:r>
          </a:p>
        </p:txBody>
      </p:sp>
    </p:spTree>
    <p:extLst>
      <p:ext uri="{BB962C8B-B14F-4D97-AF65-F5344CB8AC3E}">
        <p14:creationId xmlns:p14="http://schemas.microsoft.com/office/powerpoint/2010/main" val="952957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B6C154-7851-470B-B711-358D5A72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691"/>
                </a:solidFill>
              </a:defRPr>
            </a:pPr>
            <a:r>
              <a:rPr sz="1050" b="1">
                <a:solidFill>
                  <a:srgbClr val="1E6691"/>
                </a:solidFill>
              </a:rPr>
              <a:t>CIVIC LEDGER / INVESTIGATIONS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957ED-777C-43FF-9D77-D57DE9C6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78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Beta reporting should follow the document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7EA6C-9321-4CC3-ACC7-56887AD2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33369-2C89-427E-A0CF-3344E140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FOIA batch 17  |  2026-08-22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03F5C-7152-4CBC-9F1E-183C65C8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198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C69C0-56A3-4651-8045-9D94F530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5BE81-25BC-47DC-932E-139F196A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A67F9-8820-412F-9A93-B9E05C13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686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JUN 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D9616-8854-480E-88DE-1D940BA7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6004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Award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5B8A6-7C86-44ED-81C2-2768341E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481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Capture the documented award date and contract reference.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AA2DE-1055-473D-9CAB-99F552D0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52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9F188-9333-45AB-AAD7-8A8478CF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86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JUL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1ED31-A0E1-4523-90E3-C8E59EC0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6004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Amendment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1381E-F651-493B-9556-76E31C41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481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Request the routing and approval trail behind the dated amendment.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57E7F-0454-4CFE-8511-9670BA38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52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AB35F-388D-41A8-8DD5-425D56B8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86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JUL 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F86AC-6527-4B57-AFCD-10942719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6004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Log entry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EDC81-1703-4271-A05C-1DA0FE53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2481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Ask whether the later log date reflects filing, receipt, or correction.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C1C90D-F06D-463A-95AF-09F77607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52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2AC5CB-1B7C-4D02-8F2A-2E2CC934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686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A27899-D029-421F-BD1B-DD801CDA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004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Publication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29E96-3C15-4026-81AD-91006857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2481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Publish only the record-supported explanation, or the unresolved gap.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493D88-081A-43B3-B680-FA3C5AE3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Reporting order: preserve the distinction between documented facts, agency explanation, and unresolved gaps.</a:t>
            </a:r>
          </a:p>
        </p:txBody>
      </p:sp>
    </p:spTree>
    <p:extLst>
      <p:ext uri="{BB962C8B-B14F-4D97-AF65-F5344CB8AC3E}">
        <p14:creationId xmlns:p14="http://schemas.microsoft.com/office/powerpoint/2010/main" val="9827518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DAACB3-8DDE-492A-A116-06EC96BF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691"/>
                </a:solidFill>
              </a:defRPr>
            </a:pPr>
            <a:r>
              <a:rPr sz="1050" b="1">
                <a:solidFill>
                  <a:srgbClr val="1E6691"/>
                </a:solidFill>
              </a:rPr>
              <a:t>CIVIC LEDGER / INVESTIGATIONS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7280F-CEEF-4A1B-A651-EE0B4CE2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78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Editorial decision: a narrow chronology check is proportionate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0328E-2F71-4633-B3B2-4D5B040E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17EEB-F38A-4BC1-A723-FED1766E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FOIA batch 17  |  2026-08-22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5E240-B698-4C83-9C75-AB62BE7E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198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B7E9B-4708-4731-B182-8DA251E6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The reporting case is a narrow verification problem, not an allegation.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FA572-074D-45FD-82B9-DE2EB2B8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32766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5ECA8-A6A5-46A4-93EA-77FBD99C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B4BE3-CB30-425F-92A6-ADBE5661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8E323-ED37-4FD1-85A7-4A2905AD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6691"/>
                </a:solidFill>
              </a:defRPr>
            </a:pPr>
            <a:r>
              <a:rPr sz="1575" b="1">
                <a:solidFill>
                  <a:srgbClr val="1E6691"/>
                </a:solidFill>
              </a:rPr>
              <a:t>FOIA PAGES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D402F-FF47-4AFB-AD25-1FA04BA0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Received 2026-08-15 in record CL-SB26-FOIA-17.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63C1D-D14D-4279-B6E1-D70C784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24125"/>
            <a:ext cx="32766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ACD0B-033C-4686-B1AA-0FA840BC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24125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0207E3-1C52-4CAE-AC99-16A29C28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241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067EF-F462-4617-9BB4-479255C6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6691"/>
                </a:solidFill>
              </a:defRPr>
            </a:pPr>
            <a:r>
              <a:rPr sz="1575" b="1">
                <a:solidFill>
                  <a:srgbClr val="1E6691"/>
                </a:solidFill>
              </a:rPr>
              <a:t>DAY 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7560E-1A2C-4D6D-A49F-79249E75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433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Between the dated amendment and the recorded log entry.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BACE5-A461-4048-A14D-B4DCA94C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24125"/>
            <a:ext cx="32766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432F0-BEDA-49F9-9848-E72F2037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24125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5AD3EF-D119-439B-B778-67DD8B42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241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653F9F-489F-49DC-A209-B7AE0ADC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6691"/>
                </a:solidFill>
              </a:defRPr>
            </a:pPr>
            <a:r>
              <a:rPr sz="1575" b="1">
                <a:solidFill>
                  <a:srgbClr val="1E6691"/>
                </a:solidFill>
              </a:rPr>
              <a:t>PROVEN FINDINGS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BF47C-52D4-4289-B2EA-BA2276D2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433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The file supports questions, not a claim of wrongdoing.</a:t>
            </a:r>
          </a:p>
        </p:txBody>
      </p:sp>
    </p:spTree>
    <p:extLst>
      <p:ext uri="{BB962C8B-B14F-4D97-AF65-F5344CB8AC3E}">
        <p14:creationId xmlns:p14="http://schemas.microsoft.com/office/powerpoint/2010/main" val="465011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2026-08-23T20:42:02.0230000Z</dcterms:created>
  <dcterms:modified xsi:type="dcterms:W3CDTF">2026-08-23T20:42:02.0230000Z</dcterms:modified>
</coreProperties>
</file>