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bf4074b6fa4d50" /><Relationship Type="http://schemas.openxmlformats.org/officeDocument/2006/relationships/extended-properties" Target="/docProps/app.xml" Id="R3358671ec6a64bae" /><Relationship Type="http://schemas.openxmlformats.org/officeDocument/2006/relationships/officeDocument" Target="/ppt/presentation.xml" Id="Rabcbe070736c40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b0d7fd33c74604"/>
  </p:sldMasterIdLst>
  <p:notesMasterIdLst>
    <p:notesMasterId xmlns:r="http://schemas.openxmlformats.org/officeDocument/2006/relationships" r:id="R591dee8c735045f7"/>
  </p:notesMasterIdLst>
  <p:sldIdLst>
    <p:sldId xmlns:r="http://schemas.openxmlformats.org/officeDocument/2006/relationships" id="256" r:id="R212288ce24dd4e7e"/>
    <p:sldId xmlns:r="http://schemas.openxmlformats.org/officeDocument/2006/relationships" id="257" r:id="Rd8266e0bb78e40cc"/>
    <p:sldId xmlns:r="http://schemas.openxmlformats.org/officeDocument/2006/relationships" id="258" r:id="R5690fde274c24d4b"/>
    <p:sldId xmlns:r="http://schemas.openxmlformats.org/officeDocument/2006/relationships" id="259" r:id="Redfb532c49df40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4cc464db6b439d" /><Relationship Type="http://schemas.openxmlformats.org/officeDocument/2006/relationships/slideMaster" Target="/ppt/slideMasters/slideMaster1.xml" Id="Rcab0d7fd33c74604" /><Relationship Type="http://schemas.openxmlformats.org/officeDocument/2006/relationships/notesMaster" Target="/ppt/notesMasters/notesMaster1.xml" Id="R591dee8c735045f7" /><Relationship Type="http://schemas.openxmlformats.org/officeDocument/2006/relationships/presProps" Target="/ppt/presProps.xml" Id="R7f6076d4b5cc4391" /><Relationship Type="http://schemas.openxmlformats.org/officeDocument/2006/relationships/tableStyles" Target="/ppt/tableStyles.xml" Id="R86c54089dde446b3" /><Relationship Type="http://schemas.openxmlformats.org/officeDocument/2006/relationships/slide" Target="/ppt/slides/slide1.xml" Id="R212288ce24dd4e7e" /><Relationship Type="http://schemas.openxmlformats.org/officeDocument/2006/relationships/slide" Target="/ppt/slides/slide2.xml" Id="Rd8266e0bb78e40cc" /><Relationship Type="http://schemas.openxmlformats.org/officeDocument/2006/relationships/slide" Target="/ppt/slides/slide3.xml" Id="R5690fde274c24d4b" /><Relationship Type="http://schemas.openxmlformats.org/officeDocument/2006/relationships/slide" Target="/ppt/slides/slide4.xml" Id="Redfb532c49df40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c3056826454c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848e6769c849b3" /><Relationship Type="http://schemas.openxmlformats.org/officeDocument/2006/relationships/notesMaster" Target="/ppt/notesMasters/notesMaster1.xml" Id="R1dba2b6fcb9e43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f5f04463b74ba0" /><Relationship Type="http://schemas.openxmlformats.org/officeDocument/2006/relationships/notesMaster" Target="/ppt/notesMasters/notesMaster1.xml" Id="Rc82ed855013b41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871361f4f44b21" /><Relationship Type="http://schemas.openxmlformats.org/officeDocument/2006/relationships/notesMaster" Target="/ppt/notesMasters/notesMaster1.xml" Id="R68dccee8466a45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90b881c32f4197" /><Relationship Type="http://schemas.openxmlformats.org/officeDocument/2006/relationships/notesMaster" Target="/ppt/notesMasters/notesMaster1.xml" Id="Rf5be22fc2fb744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Civic Ledger working corpus. All claims, quantities, and references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Civic Ledger working corpus. All claims, quantities, and references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Civic Ledger working corpus. All claims, quantities, and references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Civic Ledger working corpus. All claims, quantities, and references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558de5f7247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a99da998d843b5" /><Relationship Type="http://schemas.openxmlformats.org/officeDocument/2006/relationships/slideLayout" Target="/ppt/slideLayouts/slideLayout1.xml" Id="R18682d16deed47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682d16deed47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f8cabfba846ac" /><Relationship Type="http://schemas.openxmlformats.org/officeDocument/2006/relationships/image" Target="/ppt/media/image.png" Id="Rab5e7390edec4c0d" /><Relationship Type="http://schemas.openxmlformats.org/officeDocument/2006/relationships/notesSlide" Target="/ppt/notesSlides/notesSlide1.xml" Id="Rfed1deac04014d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b692ac9a744ee" /><Relationship Type="http://schemas.openxmlformats.org/officeDocument/2006/relationships/chart" Target="/ppt/slides/charts/chart1.xml" Id="R0645235f838840e5" /><Relationship Type="http://schemas.openxmlformats.org/officeDocument/2006/relationships/notesSlide" Target="/ppt/notesSlides/notesSlide2.xml" Id="Rcc9c06a78d0144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c28b6ab2a4461" /><Relationship Type="http://schemas.openxmlformats.org/officeDocument/2006/relationships/notesSlide" Target="/ppt/notesSlides/notesSlide3.xml" Id="R7f4fb022785d4a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01e425a3f4d4c" /><Relationship Type="http://schemas.openxmlformats.org/officeDocument/2006/relationships/notesSlide" Target="/ppt/notesSlides/notesSlide4.xml" Id="R520a423e224a415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Fictional Civic Credits (thousands)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Story Alpha</c:v>
              </c:pt>
              <c:pt idx="1">
                <c:v>Story Beta</c:v>
              </c:pt>
            </c:strLit>
          </c:cat>
          <c:val>
            <c:numLit>
              <c:formatCode>General</c:formatCode>
              <c:ptCount val="2"/>
              <c:pt idx="0">
                <c:v>1248</c:v>
              </c:pt>
              <c:pt idx="1">
                <c:v>684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29F6E-2D39-47FC-B3A4-E6B1BDAD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28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CIVIC</a:t>
            </a:r>
          </a:p>
          <a:p xmlns:a="http://schemas.openxmlformats.org/drawingml/2006/main">
            <a:pPr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LEDGER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5B0AA-A317-41A2-A137-79F46D4E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Editorial standup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E1E6E-2A21-48B6-A735-EB7A643A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Story Alpha / Beta 2026</a:t>
            </a:r>
          </a:p>
          <a:p xmlns:a="http://schemas.openxmlformats.org/drawingml/2006/main">
            <a:pPr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FOIA batch 17  |  verified 2026-08-19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5e7390edec4c0d"/>
          <a:srcRect xmlns:a="http://schemas.openxmlformats.org/drawingml/2006/main" l="14149" t="0" r="141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590550"/>
            <a:ext cx="5695950" cy="5295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84180-F008-465D-BA39-EE699AF6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B9741-5C18-4C80-996B-B9EE68EB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B5563"/>
                </a:solidFill>
              </a:defRPr>
            </a:pPr>
            <a:r>
              <a:rPr sz="825" b="1">
                <a:solidFill>
                  <a:srgbClr val="4B5563"/>
                </a:solidFill>
              </a:rPr>
              <a:t>CIVIC LEDGER  /  STORY ALPHA-BETA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B8B9E-2FC3-4B9D-8CA6-7449AE8B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B5563"/>
                </a:solidFill>
              </a:defRPr>
            </a:pPr>
            <a:r>
              <a:rPr sz="825" b="1">
                <a:solidFill>
                  <a:srgbClr val="4B556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982370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88443-BE07-4B6A-839B-87378A9D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desk has two documented reference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FBFA6-224A-4F5A-BB08-58339324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Quantities are distinct, while editorial handling stays consistent.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5EA26-1D90-4ACE-9DA0-2E91A483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953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1066800" y="2228850"/>
          <a:ext xmlns:a="http://schemas.openxmlformats.org/drawingml/2006/main" cx="590550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45235f838840e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25197-FF68-4CB8-8085-14522E77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002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1,248,000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3766E-5E29-4ADF-9858-92FCAF6C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fictional Civic Credits</a:t>
            </a:r>
          </a:p>
          <a:p xmlns:a="http://schemas.openxmlformats.org/drawingml/2006/main">
            <a:pPr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Story Alpha: CL-A17-2026-04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CD09B-3D39-4B78-AD15-D64875BF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338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684,000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C4D23-37FD-4946-960D-BD33C59E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481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fictional Civic Credits</a:t>
            </a:r>
          </a:p>
          <a:p xmlns:a="http://schemas.openxmlformats.org/drawingml/2006/main">
            <a:pPr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Story Beta: CL-B09-2026-11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22C797-84A6-4855-9AC3-7B5C78B8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EB952-C669-476D-A322-F4A964E5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B5563"/>
                </a:solidFill>
              </a:defRPr>
            </a:pPr>
            <a:r>
              <a:rPr sz="825" b="1">
                <a:solidFill>
                  <a:srgbClr val="4B5563"/>
                </a:solidFill>
              </a:rPr>
              <a:t>CIVIC LEDGER  /  STORY ALPHA-BETA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EEA728-9763-449B-A43A-C2FC805C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B5563"/>
                </a:solidFill>
              </a:defRPr>
            </a:pPr>
            <a:r>
              <a:rPr sz="825" b="1">
                <a:solidFill>
                  <a:srgbClr val="4B556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488886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345D59-E916-4009-9E1C-A2237407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What is documented, and what remains open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8EB39-AED5-4346-B38E-6984B36C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60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B745A-E750-4E9B-AD2E-8142D743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9EB28-129A-4A4F-8586-B379065E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66875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A0598-9D74-4E0C-9274-D4F35827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79070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Reference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22BAF-91E7-439B-B90F-DA27DD41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66875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5EB16-2F04-44AB-94C3-F86D22C2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9070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Documented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A31BD-730E-4B21-9C6B-4CD1E0A4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66875"/>
            <a:ext cx="4267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0D967-00E8-4A3D-842E-11604758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90700"/>
            <a:ext cx="403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Open editorial 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9C64E-E416-4B78-9F67-667C925A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160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2E65D1-93B1-4BB9-BA34-2D1F7BF9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7647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Alpha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163F9-D64B-4855-A027-8BFF0609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0502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DCE8D-563C-4C4C-BBD1-1F488762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7647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CL-A17-2026-04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5879FF-A618-4B68-883F-3BA8F03E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0502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ED15FB-4108-46FF-8A3A-62844646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7647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240 kits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7B790D-09E0-485A-A477-625DE58E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05025"/>
            <a:ext cx="4267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CEFA97-68E8-4134-AE8E-04BD0D8F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76475"/>
            <a:ext cx="403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Context wording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030DF2-68A7-4D68-B56A-FE53AD93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160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938951-4A9C-4854-BE9B-D1AA08C0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289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Beta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E0790A-14E4-47A6-8D64-05279DA9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5747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F6A83E-1CEC-4E46-9F15-D4031DC3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2892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CL-B09-2026-11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470377-9123-424A-A8B1-AA7973D9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5747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C8C1FF-5E26-4CD3-AE79-0C8A12A3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2892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96 units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A019F3-96AB-4BD1-BC7D-9A6A558C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57475"/>
            <a:ext cx="4267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159A09-6911-4642-B9DC-503A5400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28925"/>
            <a:ext cx="403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Routing sequence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D78774-CEBF-439C-89FB-42C00C30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The distinction matters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6CFFCF-A1B8-4A70-A26D-13B81D36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800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A documented entry can guide verification. An open gap should stay labeled as a gap until it is resolved.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92F70F-C36D-4AE0-B489-68C7B359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38625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8D4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1CD390-0785-4CE7-9756-98FE84B4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7675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3B59"/>
                </a:solidFill>
              </a:defRPr>
            </a:pPr>
            <a:r>
              <a:rPr sz="1575" b="1">
                <a:solidFill>
                  <a:srgbClr val="183B59"/>
                </a:solidFill>
              </a:rPr>
              <a:t>Gaps are not proof</a:t>
            </a:r>
          </a:p>
          <a:p xmlns:a="http://schemas.openxmlformats.org/drawingml/2006/main">
            <a:pPr>
              <a:defRPr sz="1575" b="1">
                <a:solidFill>
                  <a:srgbClr val="183B59"/>
                </a:solidFill>
              </a:defRPr>
            </a:pPr>
            <a:r>
              <a:rPr sz="1575" b="1">
                <a:solidFill>
                  <a:srgbClr val="183B59"/>
                </a:solidFill>
              </a:rPr>
              <a:t>of wrongdoing.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1C8387-FD1D-47E2-AE3E-51294997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EB4BA0-8935-45C7-A001-8CCD581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B5563"/>
                </a:solidFill>
              </a:defRPr>
            </a:pPr>
            <a:r>
              <a:rPr sz="825" b="1">
                <a:solidFill>
                  <a:srgbClr val="4B5563"/>
                </a:solidFill>
              </a:rPr>
              <a:t>CIVIC LEDGER  /  STORY ALPHA-BETA 2026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C3C24E-225B-4CC3-BB32-1DAD21E1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B5563"/>
                </a:solidFill>
              </a:defRPr>
            </a:pPr>
            <a:r>
              <a:rPr sz="825" b="1">
                <a:solidFill>
                  <a:srgbClr val="4B556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370577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9CB439-021D-4680-A9DD-7A86EF89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Standup decision: hold the line 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29757-C971-40A6-9882-BCF8CEDB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8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D8DFF"/>
                </a:solidFill>
              </a:defRPr>
            </a:pPr>
            <a:r>
              <a:rPr sz="36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2A6FB-5DAC-4D5B-BA71-3A0BBF7C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733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Reconcile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5C87D-9965-4C5D-A5C1-D9BDEB60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Match each desk item to FOIA batch 17.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AAB15-36CD-432C-94D3-F0D496EA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4E763-3036-46B5-8563-67633F3E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68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D8DFF"/>
                </a:solidFill>
              </a:defRPr>
            </a:pPr>
            <a:r>
              <a:rPr sz="36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865A4-B2E2-41D5-8274-EACEF719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57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Label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AA47D-349F-47F8-B18E-24BC629B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7655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Keep documented facts and open questions separate.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5B120-1FA8-4AD7-97E8-E037F568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6E2CBB-D446-493E-A955-47D9A64D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68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D8DFF"/>
                </a:solidFill>
              </a:defRPr>
            </a:pPr>
            <a:r>
              <a:rPr sz="36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8FB87D-FADD-4BED-8192-4FEDD296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981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9E295-63C0-4B69-A4A2-715DB9DE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Use the deadline tracker before drafting language.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0B0A4-CD14-4229-84B1-80B482AD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48BD76-B9EB-4177-BFA6-7C46FCC2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Outcome: a clearer desk record without overstating what the materials show.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37A289-1C1F-488F-BAF6-F4A539F5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38080A-9D23-48A9-B1E9-6C60BFCA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B5563"/>
                </a:solidFill>
              </a:defRPr>
            </a:pPr>
            <a:r>
              <a:rPr sz="825" b="1">
                <a:solidFill>
                  <a:srgbClr val="4B5563"/>
                </a:solidFill>
              </a:rPr>
              <a:t>CIVIC LEDGER  /  STORY ALPHA-BETA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6FE2FF-3053-4BFC-BB11-3B5FD4DF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B5563"/>
                </a:solidFill>
              </a:defRPr>
            </a:pPr>
            <a:r>
              <a:rPr sz="825" b="1">
                <a:solidFill>
                  <a:srgbClr val="4B556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557565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2026-08-23T20:40:19.7540000Z</dcterms:created>
  <dcterms:modified xsi:type="dcterms:W3CDTF">2026-08-23T20:40:19.7540000Z</dcterms:modified>
</coreProperties>
</file>