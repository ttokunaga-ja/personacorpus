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965b71d3dc4059" /><Relationship Type="http://schemas.openxmlformats.org/officeDocument/2006/relationships/extended-properties" Target="/docProps/app.xml" Id="R383969ce75604213" /><Relationship Type="http://schemas.openxmlformats.org/officeDocument/2006/relationships/officeDocument" Target="/ppt/presentation.xml" Id="Rca9238e244d045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ab9ccf6ba34c20"/>
  </p:sldMasterIdLst>
  <p:notesMasterIdLst>
    <p:notesMasterId xmlns:r="http://schemas.openxmlformats.org/officeDocument/2006/relationships" r:id="R8b95b85389bd490c"/>
  </p:notesMasterIdLst>
  <p:sldIdLst>
    <p:sldId xmlns:r="http://schemas.openxmlformats.org/officeDocument/2006/relationships" id="256" r:id="Rbd29d9ba6c4e4867"/>
    <p:sldId xmlns:r="http://schemas.openxmlformats.org/officeDocument/2006/relationships" id="257" r:id="R230e23a2175142ee"/>
    <p:sldId xmlns:r="http://schemas.openxmlformats.org/officeDocument/2006/relationships" id="258" r:id="R07757ed2c4e148d8"/>
    <p:sldId xmlns:r="http://schemas.openxmlformats.org/officeDocument/2006/relationships" id="259" r:id="Rac81ca1cf51247aa"/>
    <p:sldId xmlns:r="http://schemas.openxmlformats.org/officeDocument/2006/relationships" id="260" r:id="Rcbf1d7c5c2554c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85f36dcd42471f" /><Relationship Type="http://schemas.openxmlformats.org/officeDocument/2006/relationships/slideMaster" Target="/ppt/slideMasters/slideMaster1.xml" Id="Rdaab9ccf6ba34c20" /><Relationship Type="http://schemas.openxmlformats.org/officeDocument/2006/relationships/notesMaster" Target="/ppt/notesMasters/notesMaster1.xml" Id="R8b95b85389bd490c" /><Relationship Type="http://schemas.openxmlformats.org/officeDocument/2006/relationships/presProps" Target="/ppt/presProps.xml" Id="Rf3cfd340f70249af" /><Relationship Type="http://schemas.openxmlformats.org/officeDocument/2006/relationships/tableStyles" Target="/ppt/tableStyles.xml" Id="R383789abdf93429f" /><Relationship Type="http://schemas.openxmlformats.org/officeDocument/2006/relationships/slide" Target="/ppt/slides/slide1.xml" Id="Rbd29d9ba6c4e4867" /><Relationship Type="http://schemas.openxmlformats.org/officeDocument/2006/relationships/slide" Target="/ppt/slides/slide2.xml" Id="R230e23a2175142ee" /><Relationship Type="http://schemas.openxmlformats.org/officeDocument/2006/relationships/slide" Target="/ppt/slides/slide3.xml" Id="R07757ed2c4e148d8" /><Relationship Type="http://schemas.openxmlformats.org/officeDocument/2006/relationships/slide" Target="/ppt/slides/slide4.xml" Id="Rac81ca1cf51247aa" /><Relationship Type="http://schemas.openxmlformats.org/officeDocument/2006/relationships/slide" Target="/ppt/slides/slide5.xml" Id="Rcbf1d7c5c255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ad1164c10a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39c42598264819" /><Relationship Type="http://schemas.openxmlformats.org/officeDocument/2006/relationships/notesMaster" Target="/ppt/notesMasters/notesMaster1.xml" Id="R57b3f09dd805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4960e17d65432b" /><Relationship Type="http://schemas.openxmlformats.org/officeDocument/2006/relationships/notesMaster" Target="/ppt/notesMasters/notesMaster1.xml" Id="Rff049af2bc7c42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c5275e6333401c" /><Relationship Type="http://schemas.openxmlformats.org/officeDocument/2006/relationships/notesMaster" Target="/ppt/notesMasters/notesMaster1.xml" Id="Ra68630827635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19b11bb2bb49ed" /><Relationship Type="http://schemas.openxmlformats.org/officeDocument/2006/relationships/notesMaster" Target="/ppt/notesMasters/notesMaster1.xml" Id="Ra840fcec35f944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9597887eef4d24" /><Relationship Type="http://schemas.openxmlformats.org/officeDocument/2006/relationships/notesMaster" Target="/ppt/notesMasters/notesMaster1.xml" Id="R9e221555a0d048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5918bced94a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632f2b9e34503" /><Relationship Type="http://schemas.openxmlformats.org/officeDocument/2006/relationships/slideLayout" Target="/ppt/slideLayouts/slideLayout1.xml" Id="R8e6d5402488248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6d5402488248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c2b41897c460a" /><Relationship Type="http://schemas.openxmlformats.org/officeDocument/2006/relationships/notesSlide" Target="/ppt/notesSlides/notesSlide1.xml" Id="R6b6f91334ae74c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941b5d4a14575" /><Relationship Type="http://schemas.openxmlformats.org/officeDocument/2006/relationships/chart" Target="/ppt/slides/charts/chart1.xml" Id="Raef39d0f4fd447e4" /><Relationship Type="http://schemas.openxmlformats.org/officeDocument/2006/relationships/notesSlide" Target="/ppt/notesSlides/notesSlide2.xml" Id="Rc6790731169c47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39ca02d4a4232" /><Relationship Type="http://schemas.openxmlformats.org/officeDocument/2006/relationships/notesSlide" Target="/ppt/notesSlides/notesSlide3.xml" Id="Rcf2d1e06d1bc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c397bdd024acc" /><Relationship Type="http://schemas.openxmlformats.org/officeDocument/2006/relationships/notesSlide" Target="/ppt/notesSlides/notesSlide4.xml" Id="R8475230ec06d4e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586ae0d764606" /><Relationship Type="http://schemas.openxmlformats.org/officeDocument/2006/relationships/notesSlide" Target="/ppt/notesSlides/notesSlide5.xml" Id="R966d19d21c98459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Assurance progress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Design</c:v>
              </c:pt>
              <c:pt idx="1">
                <c:v>Owner review</c:v>
              </c:pt>
              <c:pt idx="2">
                <c:v>Evidence complete</c:v>
              </c:pt>
            </c:strLit>
          </c:cat>
          <c:val>
            <c:numLit>
              <c:formatCode>General</c:formatCode>
              <c:ptCount val="3"/>
              <c:pt idx="0">
                <c:v>42</c:v>
              </c:pt>
              <c:pt idx="1">
                <c:v>67</c:v>
              </c:pt>
              <c:pt idx="2">
                <c:v>83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5A1D0-C7E1-455B-ACFD-1583E0BC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728BA-93EB-4ED1-A3FB-BE71EB32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RISK-031 | risk committee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4F460-C615-4870-8B6B-77D4DD69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Cobalt Harbor Systems · privacy data-flow risk</a:t>
            </a:r>
          </a:p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Decision: treatment progress is measurable and reviewable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C9E24-A65D-449B-9992-D1157EAB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390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3354B-1E61-4025-9C8A-4FA31CBC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DEFENSIVE</a:t>
            </a:r>
          </a:p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C25D7-C3C9-4ED0-BAC1-BCB32381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Evidence • ownership •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8BA0E-5EA9-4A9E-9537-65420995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801536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47B27-1696-46FF-8BC0-05F0DD44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 risk treatment: visible path to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9D6D7-5105-4695-AC7D-DA796BA4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ACD2D-5B5C-455C-8C1C-F920C3AD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2/5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191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f39d0f4fd447e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196DF-B544-4B75-AB4B-1966830E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29921-438D-4DF9-80E6-C58237CB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4698F-186B-4283-A3AC-53817EFB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RISK-031 treatment is moving from design proof toward retained owner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C1DDA-8170-44EC-8F84-65B35094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915DF-419B-4BA4-AD31-D7325EC5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7C668-92AD-4C82-B4C5-89A0A992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committee assesses governance evidence, not production data or personal records.</a:t>
            </a:r>
          </a:p>
        </p:txBody>
      </p:sp>
    </p:spTree>
    <p:extLst>
      <p:ext uri="{BB962C8B-B14F-4D97-AF65-F5344CB8AC3E}">
        <p14:creationId xmlns:p14="http://schemas.microsoft.com/office/powerpoint/2010/main" val="977527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0718BF-4864-4FFA-A24F-3F749222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RISK-031 treatment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8E199-DDCC-41D1-9274-596F5E4A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A0207-255E-4E01-9025-6DE9513B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95B72-F590-4BA1-999B-556752C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The remaining decision is a bounded confirmation of vendor-handling accountability.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0DC6A-897E-4E99-BFFA-7A48FD68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40FF6-D6BE-4ABD-8612-111964CF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/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C1920-8D1F-47ED-8C3A-AB6E4BA7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8CAB0-3988-4AD1-9473-BDA9D73C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A4FA6-CA53-43DD-9FD0-0EF97041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5ADBF-1FB6-421D-8B00-CF78445B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DD2CC-A094-4659-ACDE-6E8BBC3C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52625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0721F-0187-4B08-9F42-DE18A606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98BB6-91CD-48A6-B806-4F730304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12F3A-6D50-40DE-B431-DFE98A09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Data minimization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3D85F-5DA5-4DF2-94FE-9034F35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98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E009B-F192-4ED9-B633-E5F00093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003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Policy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4051A-C776-4588-9CE0-C08D345B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98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11C64-E587-457A-A62A-381467FB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03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Complete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57887-3EE6-4425-8F56-D195C2D4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98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50C2D-42AB-47FD-BCA0-7181F093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03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Monitor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B9D31-5044-49E2-A6C7-4FEA658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1467E-07A6-461C-BAB1-66CFDC0D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Vendor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FC5BF-3127-4A21-BB84-71BDDE7B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3847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69C92-D451-4101-9713-66FF7FFD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289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Questionnaire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C4CB5-2D76-49B7-AAF6-31FDC369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455C9-8034-4A17-8030-F9EB3D80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In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AEDA2-DFB8-4193-A787-985AE123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3BBC03-5113-42C7-BFCB-D04C5BF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28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D3D15-EA0B-40F0-A06E-A3619438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FF54B-0A2F-4BE3-B1E8-87CA575F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Retention label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7BD642-5B1F-4DB6-9F9D-D6A83ECA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12849-69B8-4BF6-A918-0BBEBA26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576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Sample record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DC5F38-3D13-43D1-957F-B31ABA13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9EBDA5-DF37-4A21-8E23-FA8B27B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Complete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D13D78-B3A5-46AA-B18B-DEE364AC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67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9C41AB-CE3D-4C78-8D8F-BD95E63E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Archive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ABBF29-3B87-4656-B0FF-215491D7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Keep the risk open until the owner can show the treatment boundary in evidence.</a:t>
            </a:r>
          </a:p>
        </p:txBody>
      </p:sp>
    </p:spTree>
    <p:extLst>
      <p:ext uri="{BB962C8B-B14F-4D97-AF65-F5344CB8AC3E}">
        <p14:creationId xmlns:p14="http://schemas.microsoft.com/office/powerpoint/2010/main" val="46349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0148A-ABB8-45EC-9E34-F2C15879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 treatment to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AA5C8-CCAF-4F47-92E3-6D83A30E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6D858-B29B-4FAB-AB21-FA5743ED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15280-1D1E-4994-B045-B6BB1EBE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61CE0-8F55-4B71-B367-841C9124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E0C93-6C19-4E3A-9DA2-BE781076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C9B0C-C71F-486D-95F9-8619A6B8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5A45C-87DF-41A7-91E2-19915334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Document trust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B8A32-4437-48FC-A26C-BA47A99E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B38A8-36D3-42EF-9746-A0F98921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82C1F-3D2B-49B2-A62E-2EC14F56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BBC4C-4828-4684-99A5-26AE4D71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Confirm accountable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4718F-6052-422E-B827-8B4E0739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21178-64D9-4112-834F-04AD8EF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CCF8F-DB3D-4606-AF0D-503CF43A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Quarterly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EE138-DC9F-4447-B322-CEC085EB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Retain review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112C5-1A61-479C-8909-7E597A2A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The sequence preserves the rationale for why retention and vendor review matter.</a:t>
            </a:r>
          </a:p>
        </p:txBody>
      </p:sp>
    </p:spTree>
    <p:extLst>
      <p:ext uri="{BB962C8B-B14F-4D97-AF65-F5344CB8AC3E}">
        <p14:creationId xmlns:p14="http://schemas.microsoft.com/office/powerpoint/2010/main" val="1490139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735FB-F236-403A-A46C-92E033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/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7D5C4-0DB7-4307-A73A-F8F93FFE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Endorse the treatment path and request a vendor-handling follow-up.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6BDEF-F49B-4088-AEB1-8DBD9559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Next: request the vendor-handling confirmation and attach it to the RISK-031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54215-9AF4-41CE-96AF-E8005199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FB4B8-9C79-4FC7-B16B-F83014F7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5 / 5</a:t>
            </a:r>
          </a:p>
        </p:txBody>
      </p:sp>
    </p:spTree>
    <p:extLst>
      <p:ext uri="{BB962C8B-B14F-4D97-AF65-F5344CB8AC3E}">
        <p14:creationId xmlns:p14="http://schemas.microsoft.com/office/powerpoint/2010/main" val="1153004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2026-08-22T17:56:00.7040000Z</dcterms:created>
  <dcterms:modified xsi:type="dcterms:W3CDTF">2026-08-22T17:56:00.7040000Z</dcterms:modified>
</coreProperties>
</file>