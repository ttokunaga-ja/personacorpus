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8515e9c53549f5" /><Relationship Type="http://schemas.openxmlformats.org/officeDocument/2006/relationships/extended-properties" Target="/docProps/app.xml" Id="Rf97e4e6f06864ac8" /><Relationship Type="http://schemas.openxmlformats.org/officeDocument/2006/relationships/officeDocument" Target="/ppt/presentation.xml" Id="R3c2a8b04b760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55d28ca2294dad"/>
  </p:sldMasterIdLst>
  <p:notesMasterIdLst>
    <p:notesMasterId xmlns:r="http://schemas.openxmlformats.org/officeDocument/2006/relationships" r:id="Rec0a003a75c84b8b"/>
  </p:notesMasterIdLst>
  <p:sldIdLst>
    <p:sldId xmlns:r="http://schemas.openxmlformats.org/officeDocument/2006/relationships" id="256" r:id="Rfd583a4251c44365"/>
    <p:sldId xmlns:r="http://schemas.openxmlformats.org/officeDocument/2006/relationships" id="257" r:id="R8bef64587e9a4cc6"/>
    <p:sldId xmlns:r="http://schemas.openxmlformats.org/officeDocument/2006/relationships" id="258" r:id="R26c73ec479dd4e07"/>
    <p:sldId xmlns:r="http://schemas.openxmlformats.org/officeDocument/2006/relationships" id="259" r:id="R7cafdcee9a0f423b"/>
    <p:sldId xmlns:r="http://schemas.openxmlformats.org/officeDocument/2006/relationships" id="260" r:id="Rdd2e3e3c2cf94a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b040dccea54741" /><Relationship Type="http://schemas.openxmlformats.org/officeDocument/2006/relationships/slideMaster" Target="/ppt/slideMasters/slideMaster1.xml" Id="Rea55d28ca2294dad" /><Relationship Type="http://schemas.openxmlformats.org/officeDocument/2006/relationships/notesMaster" Target="/ppt/notesMasters/notesMaster1.xml" Id="Rec0a003a75c84b8b" /><Relationship Type="http://schemas.openxmlformats.org/officeDocument/2006/relationships/presProps" Target="/ppt/presProps.xml" Id="R718b0334239c4e98" /><Relationship Type="http://schemas.openxmlformats.org/officeDocument/2006/relationships/tableStyles" Target="/ppt/tableStyles.xml" Id="Ra7827377b1a44a86" /><Relationship Type="http://schemas.openxmlformats.org/officeDocument/2006/relationships/slide" Target="/ppt/slides/slide1.xml" Id="Rfd583a4251c44365" /><Relationship Type="http://schemas.openxmlformats.org/officeDocument/2006/relationships/slide" Target="/ppt/slides/slide2.xml" Id="R8bef64587e9a4cc6" /><Relationship Type="http://schemas.openxmlformats.org/officeDocument/2006/relationships/slide" Target="/ppt/slides/slide3.xml" Id="R26c73ec479dd4e07" /><Relationship Type="http://schemas.openxmlformats.org/officeDocument/2006/relationships/slide" Target="/ppt/slides/slide4.xml" Id="R7cafdcee9a0f423b" /><Relationship Type="http://schemas.openxmlformats.org/officeDocument/2006/relationships/slide" Target="/ppt/slides/slide5.xml" Id="Rdd2e3e3c2cf94a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ce84fa1f6e43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c6d90d4af04d92" /><Relationship Type="http://schemas.openxmlformats.org/officeDocument/2006/relationships/notesMaster" Target="/ppt/notesMasters/notesMaster1.xml" Id="Rad56c3a630f94d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ee80a0255f48c5" /><Relationship Type="http://schemas.openxmlformats.org/officeDocument/2006/relationships/notesMaster" Target="/ppt/notesMasters/notesMaster1.xml" Id="R168682a03c5245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101c5d214b40b5" /><Relationship Type="http://schemas.openxmlformats.org/officeDocument/2006/relationships/notesMaster" Target="/ppt/notesMasters/notesMaster1.xml" Id="Rd69b91df913d4f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8e6dc9d33a44f3" /><Relationship Type="http://schemas.openxmlformats.org/officeDocument/2006/relationships/notesMaster" Target="/ppt/notesMasters/notesMaster1.xml" Id="R049d2d6f1a5c44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a618bed96745ea" /><Relationship Type="http://schemas.openxmlformats.org/officeDocument/2006/relationships/notesMaster" Target="/ppt/notesMasters/notesMaster1.xml" Id="Rf39a62a1469044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c8a67b40a64a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bc80bdc6f54f75" /><Relationship Type="http://schemas.openxmlformats.org/officeDocument/2006/relationships/slideLayout" Target="/ppt/slideLayouts/slideLayout1.xml" Id="Rd725bf25f4cf45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25bf25f4cf45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de88961c84eaa" /><Relationship Type="http://schemas.openxmlformats.org/officeDocument/2006/relationships/notesSlide" Target="/ppt/notesSlides/notesSlide1.xml" Id="R460e98adcca64d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61cd4b24f4694" /><Relationship Type="http://schemas.openxmlformats.org/officeDocument/2006/relationships/chart" Target="/ppt/slides/charts/chart1.xml" Id="R871684300f2d43d0" /><Relationship Type="http://schemas.openxmlformats.org/officeDocument/2006/relationships/notesSlide" Target="/ppt/notesSlides/notesSlide2.xml" Id="R6461cf28ebd443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48b09e8304aea" /><Relationship Type="http://schemas.openxmlformats.org/officeDocument/2006/relationships/notesSlide" Target="/ppt/notesSlides/notesSlide3.xml" Id="Rfaa215b71cc34d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a2d6140d34c5b" /><Relationship Type="http://schemas.openxmlformats.org/officeDocument/2006/relationships/notesSlide" Target="/ppt/notesSlides/notesSlide4.xml" Id="R4e65fdb3130445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25d7dc9094428" /><Relationship Type="http://schemas.openxmlformats.org/officeDocument/2006/relationships/notesSlide" Target="/ppt/notesSlides/notesSlide5.xml" Id="R35ad1fc6e4c74bb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Assurance progress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Submitted</c:v>
              </c:pt>
              <c:pt idx="1">
                <c:v>Validated</c:v>
              </c:pt>
              <c:pt idx="2">
                <c:v>Decision-ready</c:v>
              </c:pt>
            </c:strLit>
          </c:cat>
          <c:val>
            <c:numLit>
              <c:formatCode>General</c:formatCode>
              <c:ptCount val="3"/>
              <c:pt idx="0">
                <c:v>88</c:v>
              </c:pt>
              <c:pt idx="1">
                <c:v>94</c:v>
              </c:pt>
              <c:pt idx="2">
                <c:v>100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5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2193D-7753-432C-A1E7-6646527F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B6E7D-4045-4D97-A9A9-6983D5AA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Security review | evidence-led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C3D53-8EAD-42EE-A683-8404ABD9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552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Cobalt Harbor Systems · 2026-07-13</a:t>
            </a:r>
          </a:p>
          <a:p xmlns:a="http://schemas.openxmlformats.org/drawingml/2006/main">
            <a:pPr algn="l">
              <a:def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Aegis Control AC-27 · evidence set 184 · RISK-031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7A413-83EB-4AD7-9038-B851B3D4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390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06E76-6C14-4EE4-82E6-848BAC3F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DEFENSIVE</a:t>
            </a:r>
          </a:p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ASSURANCE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A623D-E175-4E31-A3FA-342B1707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Evidence • ownership •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227E1-5D94-40D2-AC5A-F4E7714A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1299485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675DE-8CF9-48EC-BA56-12EE7705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AC-27 evidence assurance: visible path to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44358-6128-4E96-80CA-5002E1D4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912D4-B21B-4C86-A5F8-B03A7969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2/5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6191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1684300f2d43d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709B1-E05C-4567-B1C8-2C65217C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607C4-600F-4B82-BAAD-C0A62D81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AE94B-2C94-43D2-8629-FDE20050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AC-27 sample ties evidence set 184 to a named control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B40C2-A00F-4FBE-9687-A45B656E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14FD4-5352-478B-84A9-81D3DC72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0BBE7-89E4-4F37-B5B2-0E3605DE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52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is limited to supplied evidence and recorded provenance.</a:t>
            </a:r>
          </a:p>
        </p:txBody>
      </p:sp>
    </p:spTree>
    <p:extLst>
      <p:ext uri="{BB962C8B-B14F-4D97-AF65-F5344CB8AC3E}">
        <p14:creationId xmlns:p14="http://schemas.microsoft.com/office/powerpoint/2010/main" val="314186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21150B-8682-4011-BB87-BA492F76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AC-27 closure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F01F1-1711-4684-84DF-007787E4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43EA7-1DF7-46BD-B432-00B4D7AA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3/5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BB9B8-927F-4206-92C5-645A7B3B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The review distinguishes validated evidence from the one privacy follow-up.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7352F-834D-4E10-A674-666BED79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F64F8-00E6-42D5-AB15-37D5FF92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/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3B5E1-4348-4D9F-AA05-BED4B55A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52625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6138F-85AD-45F7-9C0C-97DBC787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764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FEAF7-156E-4DC7-B590-BACE2C27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2A32A-CFE8-422B-8E66-B78B8F0C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E79BF-F536-4883-9C3A-C4DE4645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52625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AB505-52DD-4B19-9569-A91A1BA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2DABF-D8BA-4A78-8A84-EC9470F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DC331-69B9-4A65-9D10-8E1A336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Aegis Control AC-27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B9C8E-0DF6-4AF5-BED9-8DC584DB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982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D30CD-7A85-4245-A557-54F580A8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003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evidence set 184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CEA1F-43AF-4719-8BBF-3FF1553A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98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C7902-7949-4E5B-B6BA-EEB42051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03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Validated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AD9B6-35AB-464F-BD38-670D0A1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98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FC89C-F624-471D-ADC0-1B613D82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03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Close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D141F-DAAB-41D5-BB53-578BF189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A0A83-49D2-4A79-8274-42F433A7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289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RISK-031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AB79A-DD97-4AAC-BC6C-F088CE76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3847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B9BB3-7630-4E42-94F0-976038B7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289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privacy 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00FE9-ACF0-4B42-87FA-BDCD794F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384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12DB73-9DF2-4ACE-894A-4CC40DF4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22CDB1-69C7-4CFA-95A1-C4630492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3847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4AD0CE-D24A-43ED-8B02-963AD002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289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Owner 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E70174-442D-4CBB-86EE-662A5618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8F88D-6099-4CF1-A292-C452D3AE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Logging 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5D2715-4AC2-4AC1-ABA0-3EC6B81F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6712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5404FD-DB27-4930-B598-C22ECCC4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576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event sample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F23FFF-C8EB-48CE-9F7A-4559688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671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48A795-AE6F-4B54-BE93-610893A0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Validated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EE6074-B13C-41F6-AF6D-C7B10365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671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C0DF68-28C7-41A8-8B51-7C8D46C4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Retain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2CAF4E-590A-465A-B250-43AEC8F8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Close only when the evidence reference, reviewer outcome, and retention action agree.</a:t>
            </a:r>
          </a:p>
        </p:txBody>
      </p:sp>
    </p:spTree>
    <p:extLst>
      <p:ext uri="{BB962C8B-B14F-4D97-AF65-F5344CB8AC3E}">
        <p14:creationId xmlns:p14="http://schemas.microsoft.com/office/powerpoint/2010/main" val="10243836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42469-A377-4E50-96C2-6FB623D6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AC-27: intake to retained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7F2B5-9D2E-46E5-8263-D8B8E224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3CBE4-2D06-4D18-B6FC-536FA38D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4/5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254B8-D94A-4ED6-9AEB-3EAB9719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1D4AF-AA3C-4DBA-9A6C-87F17D68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7E889-3A60-425F-B7A3-6A675F56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DDC4B-AA6E-44AC-B5F6-DB6345BA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2026-07-13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98B61-375B-47D7-A9FB-C4C6C323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Scope and provenance confirmed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2FE34-73E5-4E32-BCB9-30CC319F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84B4F-5425-4ED6-9847-642A4AFB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E5609-7544-4E04-8A35-DBBF2F69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+5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5A141-EFDE-4B2D-B79A-69B1F572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Control owner records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E17F4-9BF1-4C7D-ABF6-C85A8617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20CFF-88E8-469C-A7DF-442D84A3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FA9B1-59EE-4E07-B167-DDF3CAE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Quarterly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C6A6C-D1E3-4B0C-9117-2815A3E3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Archive defensible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EDF5C-0877-4B43-864D-5DF0A1E7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Each handoff preserves the source reference needed for a later audit replay.</a:t>
            </a:r>
          </a:p>
        </p:txBody>
      </p:sp>
    </p:spTree>
    <p:extLst>
      <p:ext uri="{BB962C8B-B14F-4D97-AF65-F5344CB8AC3E}">
        <p14:creationId xmlns:p14="http://schemas.microsoft.com/office/powerpoint/2010/main" val="234936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61867-4A26-41DD-A26B-C794C23D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/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341FF-5524-4BD5-B8A9-A23FBB2E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Approve the evidence decision and retain the review trail.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661FA-8DE8-4D61-9FF4-E4F44D1B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Next: record the privacy owner check against RISK-031 before the quarterly archive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FBF5B-897F-4723-9CF2-5C770CF8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AF166-92CA-422E-8886-C01C36AD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5 / 5</a:t>
            </a:r>
          </a:p>
        </p:txBody>
      </p:sp>
    </p:spTree>
    <p:extLst>
      <p:ext uri="{BB962C8B-B14F-4D97-AF65-F5344CB8AC3E}">
        <p14:creationId xmlns:p14="http://schemas.microsoft.com/office/powerpoint/2010/main" val="235697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2026-08-22T17:56:00.1500000Z</dcterms:created>
  <dcterms:modified xsi:type="dcterms:W3CDTF">2026-08-22T17:56:00.1510000Z</dcterms:modified>
</coreProperties>
</file>