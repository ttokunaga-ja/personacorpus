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74cff530e349d6" /><Relationship Type="http://schemas.openxmlformats.org/officeDocument/2006/relationships/extended-properties" Target="/docProps/app.xml" Id="R5386d09d1851409c" /><Relationship Type="http://schemas.openxmlformats.org/officeDocument/2006/relationships/officeDocument" Target="/ppt/presentation.xml" Id="R6b688eee2e594e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b5a0b22b34fae"/>
  </p:sldMasterIdLst>
  <p:notesMasterIdLst>
    <p:notesMasterId xmlns:r="http://schemas.openxmlformats.org/officeDocument/2006/relationships" r:id="R8cb8329c68a94261"/>
  </p:notesMasterIdLst>
  <p:sldIdLst>
    <p:sldId xmlns:r="http://schemas.openxmlformats.org/officeDocument/2006/relationships" id="256" r:id="Rf7a9f8047ea046c1"/>
    <p:sldId xmlns:r="http://schemas.openxmlformats.org/officeDocument/2006/relationships" id="257" r:id="Rcd66331679fd42ea"/>
    <p:sldId xmlns:r="http://schemas.openxmlformats.org/officeDocument/2006/relationships" id="258" r:id="R84a6cb40ad794c43"/>
    <p:sldId xmlns:r="http://schemas.openxmlformats.org/officeDocument/2006/relationships" id="259" r:id="Rdfd98408954c4c3b"/>
    <p:sldId xmlns:r="http://schemas.openxmlformats.org/officeDocument/2006/relationships" id="260" r:id="R0a3ae95aa05b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b619e8c88646f9" /><Relationship Type="http://schemas.openxmlformats.org/officeDocument/2006/relationships/slideMaster" Target="/ppt/slideMasters/slideMaster1.xml" Id="R76fb5a0b22b34fae" /><Relationship Type="http://schemas.openxmlformats.org/officeDocument/2006/relationships/notesMaster" Target="/ppt/notesMasters/notesMaster1.xml" Id="R8cb8329c68a94261" /><Relationship Type="http://schemas.openxmlformats.org/officeDocument/2006/relationships/presProps" Target="/ppt/presProps.xml" Id="R4f2d846a2c2f429e" /><Relationship Type="http://schemas.openxmlformats.org/officeDocument/2006/relationships/tableStyles" Target="/ppt/tableStyles.xml" Id="Rde5bad6b1d1a47c6" /><Relationship Type="http://schemas.openxmlformats.org/officeDocument/2006/relationships/slide" Target="/ppt/slides/slide1.xml" Id="Rf7a9f8047ea046c1" /><Relationship Type="http://schemas.openxmlformats.org/officeDocument/2006/relationships/slide" Target="/ppt/slides/slide2.xml" Id="Rcd66331679fd42ea" /><Relationship Type="http://schemas.openxmlformats.org/officeDocument/2006/relationships/slide" Target="/ppt/slides/slide3.xml" Id="R84a6cb40ad794c43" /><Relationship Type="http://schemas.openxmlformats.org/officeDocument/2006/relationships/slide" Target="/ppt/slides/slide4.xml" Id="Rdfd98408954c4c3b" /><Relationship Type="http://schemas.openxmlformats.org/officeDocument/2006/relationships/slide" Target="/ppt/slides/slide5.xml" Id="R0a3ae95aa05b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074b8b933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9f2da961a84102" /><Relationship Type="http://schemas.openxmlformats.org/officeDocument/2006/relationships/notesMaster" Target="/ppt/notesMasters/notesMaster1.xml" Id="R5d43172c4eb9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0599bc7cf4e40" /><Relationship Type="http://schemas.openxmlformats.org/officeDocument/2006/relationships/notesMaster" Target="/ppt/notesMasters/notesMaster1.xml" Id="R4f1f489a7eb9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554b46f8042a8" /><Relationship Type="http://schemas.openxmlformats.org/officeDocument/2006/relationships/notesMaster" Target="/ppt/notesMasters/notesMaster1.xml" Id="R9883ce435460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a04e6a90bf403f" /><Relationship Type="http://schemas.openxmlformats.org/officeDocument/2006/relationships/notesMaster" Target="/ppt/notesMasters/notesMaster1.xml" Id="R836f744b838048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48b900802a48a2" /><Relationship Type="http://schemas.openxmlformats.org/officeDocument/2006/relationships/notesMaster" Target="/ppt/notesMasters/notesMaster1.xml" Id="Rf3bc86c5d0d5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e38f6bd9d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19fa27a3940d1" /><Relationship Type="http://schemas.openxmlformats.org/officeDocument/2006/relationships/slideLayout" Target="/ppt/slideLayouts/slideLayout1.xml" Id="Rd36526c2be35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526c2be35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08593462a48de" /><Relationship Type="http://schemas.openxmlformats.org/officeDocument/2006/relationships/notesSlide" Target="/ppt/notesSlides/notesSlide1.xml" Id="R029a61e3ce17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065ac4fd94878" /><Relationship Type="http://schemas.openxmlformats.org/officeDocument/2006/relationships/chart" Target="/ppt/slides/charts/chart1.xml" Id="R57711f5836cf453f" /><Relationship Type="http://schemas.openxmlformats.org/officeDocument/2006/relationships/notesSlide" Target="/ppt/notesSlides/notesSlide2.xml" Id="R0ed80ea280534a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6e66289c4add" /><Relationship Type="http://schemas.openxmlformats.org/officeDocument/2006/relationships/notesSlide" Target="/ppt/notesSlides/notesSlide3.xml" Id="Racbc6b6109fc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6bdd16d6242f7" /><Relationship Type="http://schemas.openxmlformats.org/officeDocument/2006/relationships/notesSlide" Target="/ppt/notesSlides/notesSlide4.xml" Id="Ra18320df4913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03423232d44b9" /><Relationship Type="http://schemas.openxmlformats.org/officeDocument/2006/relationships/notesSlide" Target="/ppt/notesSlides/notesSlide5.xml" Id="R30c78dab1115490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Assurance progress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Assessed</c:v>
              </c:pt>
              <c:pt idx="1">
                <c:v>Evidence accepted</c:v>
              </c:pt>
              <c:pt idx="2">
                <c:v>Follow-up scheduled</c:v>
              </c:pt>
            </c:strLit>
          </c:cat>
          <c:val>
            <c:numLit>
              <c:formatCode>General</c:formatCode>
              <c:ptCount val="3"/>
              <c:pt idx="0">
                <c:v>70</c:v>
              </c:pt>
              <c:pt idx="1">
                <c:v>85</c:v>
              </c:pt>
              <c:pt idx="2">
                <c:v>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56BD8-E8AD-4D6B-9163-9CE88D5F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101F-2757-444A-AF1F-FCC5A33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Vendor risk quarterly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6C5C-2295-4CA0-9796-0C3C6D57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Cobalt Harbor Systems · synthetic supplier assurance</a:t>
            </a:r>
          </a:p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 concise view of due diligence, evidence, and next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6EEF2-4B46-4B3C-86DD-993BE136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77F7-5E9E-47A1-98DB-C48E668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DEFENSIVE</a:t>
            </a:r>
          </a:p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4C97C-4AA5-4109-9267-374814B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Evidence • ownership •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97D71-639D-48E2-A912-DFB774F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433857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E317E-BEB1-4EBA-B0F5-4917A722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Supplier assurance posture: visible path to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329E-C6A6-49CC-99D4-54DDB5A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83DD9-8CD5-4D91-98EF-909006DD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2/5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191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711f5836cf453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8E45-EFC4-4D30-9274-BD4D781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38803-E1D9-42D0-98D3-85A06056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BED0C-7040-4F56-B691-CBF5DD06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Supplier evidence is largely accepted; BlueQuay needs a dated privacy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28F34-BF18-4914-A22A-8462D9C5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2095A-0D08-44D5-9639-CD0CB09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20F75-3079-480B-BB83-E89AC9F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Due diligence relies on synthetic questionnaire responses and no vendor-system access.</a:t>
            </a:r>
          </a:p>
        </p:txBody>
      </p:sp>
    </p:spTree>
    <p:extLst>
      <p:ext uri="{BB962C8B-B14F-4D97-AF65-F5344CB8AC3E}">
        <p14:creationId xmlns:p14="http://schemas.microsoft.com/office/powerpoint/2010/main" val="3917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5C6A00-94F8-40FE-A09C-E80C463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Supplier follow-up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D89A0-0AED-43D2-80F7-9191F74F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51398-B4A8-44A8-9672-1364FC4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93D8E-F324-4B1D-85B6-57375CDA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Acceptance and follow-up are recorded separately so the next reviewer can see why.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1351-E159-4687-9446-7C4DCFE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E711F-E82D-46A0-8463-36C95E35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/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118D9-5DE4-47A6-B43D-2D5593C9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895A-5117-4A34-9082-615033D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8B704-1565-40AA-816A-412B3B1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74073-923B-4330-9584-A85766AD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5723E-44C8-47FE-A11A-CCE0C6F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52EEC-34B6-48E9-8EC8-300AA1E5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F342E-1019-4321-B7BD-FCA79847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82603-A6DD-45C9-AABB-BF1D058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HarborLink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B1FA2-675E-4A29-BAAB-6F47837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98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F361F-281F-4D0C-9A92-0DE7E4C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03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Security questionnaire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7025B-22E4-4E3B-9104-DB81E9DD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0FB13-91C1-439A-9F65-76DFEE28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Accepted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47644-F1FA-4254-98EE-308FB25E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98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BCC7D-A9CE-47AF-9497-B97A54DC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03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Quarterly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565FC-2115-4E14-8438-C049D9D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F89D7-C542-421D-A273-D22A6C0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BlueQuay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7E596-D168-4E0D-B822-7052038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3847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382D7-2161-4739-A7A9-9F17CAD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Privacy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BFE3B-FBAC-47EE-BE87-9C862A1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F5959-C87D-4A45-894B-F8A2FF64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Follow 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31605-D267-47D3-B702-9DABF521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3860B-02C5-44E7-9971-DD4CA93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28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30 days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C21BA-3999-469F-BB87-DF4E8B9E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8274F-2C15-4107-B3D2-21FA96F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Mariner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D1610-0C45-4E39-A8AE-7695768E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B5671-9FF0-4ED7-B19A-8813DED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576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SOC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BD006F-A6E1-46DE-AEC8-134CE82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FFF3C-36D2-4342-ABB3-10299029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Accepted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009E1B-3C63-4DEF-940B-7478862D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67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C7DEB-8AF3-4AEF-8D20-61455D6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Quarterly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25CDE-9304-4D2B-96F0-29A164E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Revisit suppliers on material change or scheduled review, with the original rationale intact.</a:t>
            </a:r>
          </a:p>
        </p:txBody>
      </p:sp>
    </p:spTree>
    <p:extLst>
      <p:ext uri="{BB962C8B-B14F-4D97-AF65-F5344CB8AC3E}">
        <p14:creationId xmlns:p14="http://schemas.microsoft.com/office/powerpoint/2010/main" val="472835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E95C1-4F9E-4E13-8187-439CA8D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Due diligence to supplier revisit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435F4-1E62-4E9B-8597-00D5C933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FDE26-D71E-4327-972B-47E4BE2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3AFE4-F3CB-49BE-A4B4-04129DA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A231A-3A12-4F49-9D7C-B35C403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11B79-4F8D-46A1-8660-CF3BA56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BC3E-0CF9-48FB-A4D7-CA48252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3982-D11D-4980-8A5A-77E7C52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Ask for bounded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CC4FC-23A2-45E0-B753-C5ABEF2C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B0860-50FB-4FD7-BA99-25D87D1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2042E-B598-4FF8-A732-F21CD3AD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97507-CD6B-4271-8466-1570D2E9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Record decision rationale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01445-02A0-4788-913B-0A92F399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DBCC6-A317-4200-8585-6308F60B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59945-51F8-4498-ABF0-B0D33DB4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Quarterly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ABEC7-2399-4373-95E5-5F966CC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Track material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501F0-19F2-40A5-A61C-5FD0B08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 short cycle prevents accepted evidence from becoming an undocumented assumption.</a:t>
            </a:r>
          </a:p>
        </p:txBody>
      </p:sp>
    </p:spTree>
    <p:extLst>
      <p:ext uri="{BB962C8B-B14F-4D97-AF65-F5344CB8AC3E}">
        <p14:creationId xmlns:p14="http://schemas.microsoft.com/office/powerpoint/2010/main" val="1240751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C4D93-C05A-4403-96DA-5540BC7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5E749-8A2E-4B9F-BC54-D39845BE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follow-up ownership and keep supplier evidence reviewable.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76A3-4898-4FD0-B54B-0A48BFB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Next: assign BlueQuay's 30-day privacy response follow-up and retain the questionnaire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939C2-23A4-4AB7-A678-DA007F3B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7A388-31F1-4629-BF4A-389CD1B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5 / 5</a:t>
            </a:r>
          </a:p>
        </p:txBody>
      </p:sp>
    </p:spTree>
    <p:extLst>
      <p:ext uri="{BB962C8B-B14F-4D97-AF65-F5344CB8AC3E}">
        <p14:creationId xmlns:p14="http://schemas.microsoft.com/office/powerpoint/2010/main" val="791729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2026-08-22T17:56:00.8350000Z</dcterms:created>
  <dcterms:modified xsi:type="dcterms:W3CDTF">2026-08-22T17:56:00.8350000Z</dcterms:modified>
</coreProperties>
</file>