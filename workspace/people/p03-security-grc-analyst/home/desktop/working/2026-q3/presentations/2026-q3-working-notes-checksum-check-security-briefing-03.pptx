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488477c5934268" /><Relationship Type="http://schemas.openxmlformats.org/officeDocument/2006/relationships/extended-properties" Target="/docProps/app.xml" Id="R65e48dd0f7394060" /><Relationship Type="http://schemas.openxmlformats.org/officeDocument/2006/relationships/officeDocument" Target="/ppt/presentation.xml" Id="R921fd7388b8c4c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9a079d8e054fed"/>
  </p:sldMasterIdLst>
  <p:notesMasterIdLst>
    <p:notesMasterId xmlns:r="http://schemas.openxmlformats.org/officeDocument/2006/relationships" r:id="R1e1574e422ed42a2"/>
  </p:notesMasterIdLst>
  <p:sldIdLst>
    <p:sldId xmlns:r="http://schemas.openxmlformats.org/officeDocument/2006/relationships" id="256" r:id="Re6e826efadec4ea3"/>
    <p:sldId xmlns:r="http://schemas.openxmlformats.org/officeDocument/2006/relationships" id="257" r:id="Rac8f7d92cd694469"/>
    <p:sldId xmlns:r="http://schemas.openxmlformats.org/officeDocument/2006/relationships" id="258" r:id="Rbbb5b1e94c3e4a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99b993e1524d2c" /><Relationship Type="http://schemas.openxmlformats.org/officeDocument/2006/relationships/slideMaster" Target="/ppt/slideMasters/slideMaster1.xml" Id="R739a079d8e054fed" /><Relationship Type="http://schemas.openxmlformats.org/officeDocument/2006/relationships/notesMaster" Target="/ppt/notesMasters/notesMaster1.xml" Id="R1e1574e422ed42a2" /><Relationship Type="http://schemas.openxmlformats.org/officeDocument/2006/relationships/presProps" Target="/ppt/presProps.xml" Id="R286451f845074b9a" /><Relationship Type="http://schemas.openxmlformats.org/officeDocument/2006/relationships/tableStyles" Target="/ppt/tableStyles.xml" Id="R94fb4b1cdca0495b" /><Relationship Type="http://schemas.openxmlformats.org/officeDocument/2006/relationships/slide" Target="/ppt/slides/slide1.xml" Id="Re6e826efadec4ea3" /><Relationship Type="http://schemas.openxmlformats.org/officeDocument/2006/relationships/slide" Target="/ppt/slides/slide2.xml" Id="Rac8f7d92cd694469" /><Relationship Type="http://schemas.openxmlformats.org/officeDocument/2006/relationships/slide" Target="/ppt/slides/slide3.xml" Id="Rbbb5b1e94c3e4a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c60efffb1744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bac9b8d5624a36" /><Relationship Type="http://schemas.openxmlformats.org/officeDocument/2006/relationships/notesMaster" Target="/ppt/notesMasters/notesMaster1.xml" Id="Rc0e954b7b8dc45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0d23294bb8408d" /><Relationship Type="http://schemas.openxmlformats.org/officeDocument/2006/relationships/notesMaster" Target="/ppt/notesMasters/notesMaster1.xml" Id="R33d1de819a3447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028ceaf20a4fb2" /><Relationship Type="http://schemas.openxmlformats.org/officeDocument/2006/relationships/notesMaster" Target="/ppt/notesMasters/notesMaster1.xml" Id="Ra6a1e2a95a7447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7d14930f144e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a3c018a10e466f" /><Relationship Type="http://schemas.openxmlformats.org/officeDocument/2006/relationships/slideLayout" Target="/ppt/slideLayouts/slideLayout1.xml" Id="R245e95015dc945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5e95015dc945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fb3407ce94a18" /><Relationship Type="http://schemas.openxmlformats.org/officeDocument/2006/relationships/notesSlide" Target="/ppt/notesSlides/notesSlide1.xml" Id="Rbc9a002f212245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f9b74621a4832" /><Relationship Type="http://schemas.openxmlformats.org/officeDocument/2006/relationships/notesSlide" Target="/ppt/notesSlides/notesSlide2.xml" Id="Rad94c9b5f7be40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9f8f0af544ac2" /><Relationship Type="http://schemas.openxmlformats.org/officeDocument/2006/relationships/notesSlide" Target="/ppt/notesSlides/notesSlide3.xml" Id="Rce38618485bc41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1C9BB-F185-4E8E-B5A3-53F45E47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COBALT HARBOR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922CD-3F74-48D9-8628-2D173658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Retention disposition: AC-27 working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9B9B7-8EB1-4893-BBF9-83844A2E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5563"/>
                </a:solidFill>
              </a:defRPr>
            </a:pPr>
            <a:r>
              <a:rPr sz="1650">
                <a:solidFill>
                  <a:srgbClr val="4B5563"/>
                </a:solidFill>
              </a:rPr>
              <a:t>2026-q3 | CASE-260713-184 | Evidence set 184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150F6-CEBA-4624-88F5-A301E4A0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52500"/>
            <a:ext cx="285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E1D61-436F-4DC7-948A-271521F1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REVIEW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C2293-381F-4B9D-8471-9AE84817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19300"/>
            <a:ext cx="2000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Synthetic defensive evidence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incident conclusion.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live-system access.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Kio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25879-2C33-47F7-95A8-9AB9D843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280"/>
                </a:solidFill>
              </a:defRPr>
            </a:pPr>
            <a:r>
              <a:rPr sz="900">
                <a:solidFill>
                  <a:srgbClr val="6B7280"/>
                </a:solidFill>
              </a:rPr>
              <a:t>2026-q3-working-notes-checksum-check-security-briefing-pptx</a:t>
            </a:r>
          </a:p>
        </p:txBody>
      </p:sp>
    </p:spTree>
    <p:extLst>
      <p:ext uri="{BB962C8B-B14F-4D97-AF65-F5344CB8AC3E}">
        <p14:creationId xmlns:p14="http://schemas.microsoft.com/office/powerpoint/2010/main" val="7590966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7FF87-1349-48EB-8A35-6DCCE793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Evidence chain keeps the review accountable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E9570-1F19-4D58-8607-99588044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CE5F8-D149-45C6-AB54-02F6887C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BBE68-A4C9-471C-84C8-E83D523D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Local foundation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05669-9C74-4572-A490-A6580F3A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Relate the evidence package to the synthetic 18-month retention minimum and DEC-260713-004.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89F35-25A4-43E1-9D0D-B33B9144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7B4A5-7A8B-41E5-BEA5-DB84C52B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1EB5A-FCA7-4E2E-AE29-687E6ED8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GRC review note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E4C3C-6628-4BD5-83F7-C5E87D13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For this review, retention disposition keeps the assigned 2026-q3 label distinct from the local source period.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297D1-DBB6-4D2D-B06B-7642CD14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8F768-6DC6-49E0-9A65-AA924B06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A5EFC-10A7-46A0-8832-B12104D6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Bounded disposition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FD47E-757E-4D27-9710-8F0DCFD9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Preserve the closure decision without implying legal advice or a live retention system.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0D2B6C-0D27-491A-BFF8-55E07C01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Evidence reference: p03-full-001080</a:t>
            </a:r>
          </a:p>
        </p:txBody>
      </p:sp>
    </p:spTree>
    <p:extLst>
      <p:ext uri="{BB962C8B-B14F-4D97-AF65-F5344CB8AC3E}">
        <p14:creationId xmlns:p14="http://schemas.microsoft.com/office/powerpoint/2010/main" val="744057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E6E8F-FB1A-4E10-A05D-6C713746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Decision record for the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1C6FC-438A-45C1-95A1-EF2D3746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5563"/>
                </a:solidFill>
              </a:defRPr>
            </a:pPr>
            <a:r>
              <a:rPr sz="1650">
                <a:solidFill>
                  <a:srgbClr val="4B5563"/>
                </a:solidFill>
              </a:rPr>
              <a:t>What the reviewer should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D9FF9-C771-4774-9F90-17ACD966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EDC7E-AFF8-4034-90CA-100ACD38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574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Relate the evidence package to the synthetic 18-month retention minimum and DEC-260713-004.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F22A7-A8A4-43C5-89E3-49611C82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C307B-F429-4064-88FF-37894CB4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956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Preserve the closure decision without implying legal advice or a live retention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59B2B-204E-4E79-B912-43D080F4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3E059-5236-4E72-B79E-AE995391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338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Confirm evidence-chain linkage to CASE-260713-184 using p03-full-001080.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1C0B9-EE89-4321-82C5-78704C61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46D2A4-D1A9-452B-A458-187F3496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Keep the AC-27 trace bounded to synthetic local records and retain residual risk as Medium after compensating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F6DEB-A608-4CD1-A4CA-23AFA0D2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Aegis Assurance | AC-27 | Cobalt Harbor Systems</a:t>
            </a:r>
          </a:p>
        </p:txBody>
      </p:sp>
    </p:spTree>
    <p:extLst>
      <p:ext uri="{BB962C8B-B14F-4D97-AF65-F5344CB8AC3E}">
        <p14:creationId xmlns:p14="http://schemas.microsoft.com/office/powerpoint/2010/main" val="12453774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2026-08-24T17:18:42.2670000Z</dcterms:created>
  <dcterms:modified xsi:type="dcterms:W3CDTF">2026-08-24T17:18:42.2670000Z</dcterms:modified>
</coreProperties>
</file>