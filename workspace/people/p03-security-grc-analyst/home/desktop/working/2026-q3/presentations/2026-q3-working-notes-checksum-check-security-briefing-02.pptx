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c0240dfe7b453d" /><Relationship Type="http://schemas.openxmlformats.org/officeDocument/2006/relationships/extended-properties" Target="/docProps/app.xml" Id="Rbf3ce5e9df924e77" /><Relationship Type="http://schemas.openxmlformats.org/officeDocument/2006/relationships/officeDocument" Target="/ppt/presentation.xml" Id="R386135ef1c994d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b8c56745fe4572"/>
  </p:sldMasterIdLst>
  <p:notesMasterIdLst>
    <p:notesMasterId xmlns:r="http://schemas.openxmlformats.org/officeDocument/2006/relationships" r:id="R18cc267295864d78"/>
  </p:notesMasterIdLst>
  <p:sldIdLst>
    <p:sldId xmlns:r="http://schemas.openxmlformats.org/officeDocument/2006/relationships" id="256" r:id="Rf83f5c0320b5436d"/>
    <p:sldId xmlns:r="http://schemas.openxmlformats.org/officeDocument/2006/relationships" id="257" r:id="R92f26f5656fe48e6"/>
    <p:sldId xmlns:r="http://schemas.openxmlformats.org/officeDocument/2006/relationships" id="258" r:id="R79fd0de95e7742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eb42e56a114940" /><Relationship Type="http://schemas.openxmlformats.org/officeDocument/2006/relationships/slideMaster" Target="/ppt/slideMasters/slideMaster1.xml" Id="Rbbb8c56745fe4572" /><Relationship Type="http://schemas.openxmlformats.org/officeDocument/2006/relationships/notesMaster" Target="/ppt/notesMasters/notesMaster1.xml" Id="R18cc267295864d78" /><Relationship Type="http://schemas.openxmlformats.org/officeDocument/2006/relationships/presProps" Target="/ppt/presProps.xml" Id="R826d93ff16244502" /><Relationship Type="http://schemas.openxmlformats.org/officeDocument/2006/relationships/tableStyles" Target="/ppt/tableStyles.xml" Id="Rcf58004779a44dd8" /><Relationship Type="http://schemas.openxmlformats.org/officeDocument/2006/relationships/slide" Target="/ppt/slides/slide1.xml" Id="Rf83f5c0320b5436d" /><Relationship Type="http://schemas.openxmlformats.org/officeDocument/2006/relationships/slide" Target="/ppt/slides/slide2.xml" Id="R92f26f5656fe48e6" /><Relationship Type="http://schemas.openxmlformats.org/officeDocument/2006/relationships/slide" Target="/ppt/slides/slide3.xml" Id="R79fd0de95e7742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6e1d481e5949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d440b7fd474fac" /><Relationship Type="http://schemas.openxmlformats.org/officeDocument/2006/relationships/notesMaster" Target="/ppt/notesMasters/notesMaster1.xml" Id="R612a5d7dc74346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d2e371511245f2" /><Relationship Type="http://schemas.openxmlformats.org/officeDocument/2006/relationships/notesMaster" Target="/ppt/notesMasters/notesMaster1.xml" Id="R9db94b14d47947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6e46eb7478474c" /><Relationship Type="http://schemas.openxmlformats.org/officeDocument/2006/relationships/notesMaster" Target="/ppt/notesMasters/notesMaster1.xml" Id="Re25df31dfd1249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2f5377114240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9a230c43f0427d" /><Relationship Type="http://schemas.openxmlformats.org/officeDocument/2006/relationships/slideLayout" Target="/ppt/slideLayouts/slideLayout1.xml" Id="Ra9517ca7225c4e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517ca7225c4e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ec8796e594705" /><Relationship Type="http://schemas.openxmlformats.org/officeDocument/2006/relationships/notesSlide" Target="/ppt/notesSlides/notesSlide1.xml" Id="R48a30b36cab943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ba8d5c81b4a42" /><Relationship Type="http://schemas.openxmlformats.org/officeDocument/2006/relationships/notesSlide" Target="/ppt/notesSlides/notesSlide2.xml" Id="R923878182ee341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a14d53786b419b" /><Relationship Type="http://schemas.openxmlformats.org/officeDocument/2006/relationships/notesSlide" Target="/ppt/notesSlides/notesSlide3.xml" Id="R3369027a1f1548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271047-C13B-4FDD-ABB7-53CBE4D7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COBALT HARBOR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1EC629-5D76-44FE-BC20-1677ED72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685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Quarterly evidence frame: AC-27 working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413CC5-7319-42C5-A7B8-115B37C9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B5563"/>
                </a:solidFill>
              </a:defRPr>
            </a:pPr>
            <a:r>
              <a:rPr sz="1650">
                <a:solidFill>
                  <a:srgbClr val="4B5563"/>
                </a:solidFill>
              </a:rPr>
              <a:t>2026-q3 | CASE-260713-184 | Evidence set 184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AC880-A19A-4C34-AC8B-81065BDD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952500"/>
            <a:ext cx="285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AD0B66-12C4-4E9D-A49A-58D49712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28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4ED8"/>
                </a:solidFill>
              </a:defRPr>
            </a:pPr>
            <a:r>
              <a:rPr sz="1350" b="1">
                <a:solidFill>
                  <a:srgbClr val="1D4ED8"/>
                </a:solidFill>
              </a:rPr>
              <a:t>REVIEW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AB4948-9286-476B-B79F-266ACF84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19300"/>
            <a:ext cx="2000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Synthetic defensive evidence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No incident conclusion.</a:t>
            </a:r>
          </a:p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No live-system access.</a:t>
            </a:r>
          </a:p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No Kio claim.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F7FE38-7E7D-4CF4-B032-E23322AC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280"/>
                </a:solidFill>
              </a:defRPr>
            </a:pPr>
            <a:r>
              <a:rPr sz="900">
                <a:solidFill>
                  <a:srgbClr val="6B7280"/>
                </a:solidFill>
              </a:rPr>
              <a:t>2026-q3-working-notes-checksum-check-security-briefing-pptx</a:t>
            </a:r>
          </a:p>
        </p:txBody>
      </p:sp>
    </p:spTree>
    <p:extLst>
      <p:ext uri="{BB962C8B-B14F-4D97-AF65-F5344CB8AC3E}">
        <p14:creationId xmlns:p14="http://schemas.microsoft.com/office/powerpoint/2010/main" val="2776887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60168E-3E13-4250-9BFC-BD6F9F02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Evidence chain keeps the review accountable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1F0CE-2FEC-4EFA-874A-8C1C598C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048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26285-37C2-40C3-91F2-E003AC5D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431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7B314-A059-4001-A472-142C1DED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Local foundation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41E0F4-43A7-474F-B954-D4267C75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2381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Separate the Q3 planning window from the dated evidence record before making a retention statement.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A773B2-AE2A-4142-A97A-28FAF373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76400"/>
            <a:ext cx="3048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21D5B7-EA72-4BAE-AEC8-3DF8ED7C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431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3BD540-1304-49D9-93BE-7F8D1997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574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GRC review note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30D93B-D1BA-4847-B111-EB56AF18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57550"/>
            <a:ext cx="2381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For this review, quarterly evidence frame keeps the assigned 2026-q3 label distinct from the local source period.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CDD36A-0203-47BD-8706-D38963EF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76400"/>
            <a:ext cx="3048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C133FC-9765-46D1-9FA4-140B137D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431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837CF5-B03E-4396-BA99-75B8372A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574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Bounded disposition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133EDC-3B93-4B78-9E53-FCF2103D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57550"/>
            <a:ext cx="2381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Carry the assigned period as a review label, not as a replacement for source chronology.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D1341C-586C-46F3-BA11-10B922BA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Evidence reference: p03-full-002618</a:t>
            </a:r>
          </a:p>
        </p:txBody>
      </p:sp>
    </p:spTree>
    <p:extLst>
      <p:ext uri="{BB962C8B-B14F-4D97-AF65-F5344CB8AC3E}">
        <p14:creationId xmlns:p14="http://schemas.microsoft.com/office/powerpoint/2010/main" val="17566799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981F1E-C91A-462B-900A-673089CD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Decision record for the next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06675F-8F68-4EF8-BE49-FA8C6D46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B5563"/>
                </a:solidFill>
              </a:defRPr>
            </a:pPr>
            <a:r>
              <a:rPr sz="1650">
                <a:solidFill>
                  <a:srgbClr val="4B5563"/>
                </a:solidFill>
              </a:rPr>
              <a:t>What the reviewer should carry forward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5E9F7-E178-42A0-BD0D-2F42ED5A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65B216-53C3-437D-ADAC-585BDCFD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574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Separate the Q3 planning window from the dated evidence record before making a retention statement.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351A6-7EBA-4798-96A8-C7EDF7ED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84C564-E85B-41F4-B2EE-D2D9FE2B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956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Carry the assigned period as a review label, not as a replacement for source chronology.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7D116E-3AC9-4807-A791-0FCAAD04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95FF9D-7763-4513-AAA1-18F2F3C5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338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Confirm evidence-chain linkage to CASE-260713-184 using p03-full-002618.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F55B4B-C4A0-4CBE-AAFF-E5BC5A98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01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8D8011-9022-46C1-83FE-FE6C57B3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Keep the AC-27 trace bounded to synthetic local records and retain residual risk as Medium after compensating review.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6D3DC3-9118-4035-AFD7-1FA874FB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Aegis Assurance | AC-27 | Cobalt Harbor Systems</a:t>
            </a:r>
          </a:p>
        </p:txBody>
      </p:sp>
    </p:spTree>
    <p:extLst>
      <p:ext uri="{BB962C8B-B14F-4D97-AF65-F5344CB8AC3E}">
        <p14:creationId xmlns:p14="http://schemas.microsoft.com/office/powerpoint/2010/main" val="14827067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2026-08-24T17:18:41.8040000Z</dcterms:created>
  <dcterms:modified xsi:type="dcterms:W3CDTF">2026-08-24T17:18:41.8040000Z</dcterms:modified>
</coreProperties>
</file>