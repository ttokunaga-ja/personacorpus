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b227e63e841da" /><Relationship Type="http://schemas.openxmlformats.org/officeDocument/2006/relationships/extended-properties" Target="/docProps/app.xml" Id="R4200cb3796a8493b" /><Relationship Type="http://schemas.openxmlformats.org/officeDocument/2006/relationships/officeDocument" Target="/ppt/presentation.xml" Id="R5fa2834c4116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10b74cceb4201"/>
  </p:sldMasterIdLst>
  <p:notesMasterIdLst>
    <p:notesMasterId xmlns:r="http://schemas.openxmlformats.org/officeDocument/2006/relationships" r:id="R8ed36d8af6f74cc9"/>
  </p:notesMasterIdLst>
  <p:sldIdLst>
    <p:sldId xmlns:r="http://schemas.openxmlformats.org/officeDocument/2006/relationships" id="256" r:id="R16616ed94a2247c1"/>
    <p:sldId xmlns:r="http://schemas.openxmlformats.org/officeDocument/2006/relationships" id="257" r:id="R7e46f2c0d4874705"/>
    <p:sldId xmlns:r="http://schemas.openxmlformats.org/officeDocument/2006/relationships" id="258" r:id="Ref7084fbb346448f"/>
    <p:sldId xmlns:r="http://schemas.openxmlformats.org/officeDocument/2006/relationships" id="259" r:id="R34d35f8df94c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134b4c8964c15" /><Relationship Type="http://schemas.openxmlformats.org/officeDocument/2006/relationships/slideMaster" Target="/ppt/slideMasters/slideMaster1.xml" Id="R61010b74cceb4201" /><Relationship Type="http://schemas.openxmlformats.org/officeDocument/2006/relationships/notesMaster" Target="/ppt/notesMasters/notesMaster1.xml" Id="R8ed36d8af6f74cc9" /><Relationship Type="http://schemas.openxmlformats.org/officeDocument/2006/relationships/presProps" Target="/ppt/presProps.xml" Id="R2f22d82242f64a10" /><Relationship Type="http://schemas.openxmlformats.org/officeDocument/2006/relationships/tableStyles" Target="/ppt/tableStyles.xml" Id="Rb1802d14ddb04987" /><Relationship Type="http://schemas.openxmlformats.org/officeDocument/2006/relationships/slide" Target="/ppt/slides/slide1.xml" Id="R16616ed94a2247c1" /><Relationship Type="http://schemas.openxmlformats.org/officeDocument/2006/relationships/slide" Target="/ppt/slides/slide2.xml" Id="R7e46f2c0d4874705" /><Relationship Type="http://schemas.openxmlformats.org/officeDocument/2006/relationships/slide" Target="/ppt/slides/slide3.xml" Id="Ref7084fbb346448f" /><Relationship Type="http://schemas.openxmlformats.org/officeDocument/2006/relationships/slide" Target="/ppt/slides/slide4.xml" Id="R34d35f8df94c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758dfa53d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7971ff7b44d19" /><Relationship Type="http://schemas.openxmlformats.org/officeDocument/2006/relationships/notesMaster" Target="/ppt/notesMasters/notesMaster1.xml" Id="Ra4c84ee9379b44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4fa89344e64b0f" /><Relationship Type="http://schemas.openxmlformats.org/officeDocument/2006/relationships/notesMaster" Target="/ppt/notesMasters/notesMaster1.xml" Id="R39d2e6f5a31444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035dae37db46c9" /><Relationship Type="http://schemas.openxmlformats.org/officeDocument/2006/relationships/notesMaster" Target="/ppt/notesMasters/notesMaster1.xml" Id="R6597de7b96b6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6afeb1d94047f1" /><Relationship Type="http://schemas.openxmlformats.org/officeDocument/2006/relationships/notesMaster" Target="/ppt/notesMasters/notesMaster1.xml" Id="R3fa36a438c5d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06505a66d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87040afb54878" /><Relationship Type="http://schemas.openxmlformats.org/officeDocument/2006/relationships/slideLayout" Target="/ppt/slideLayouts/slideLayout1.xml" Id="R86fc30cbab9d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c30cbab9d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9d9a721564d9c" /><Relationship Type="http://schemas.openxmlformats.org/officeDocument/2006/relationships/notesSlide" Target="/ppt/notesSlides/notesSlide1.xml" Id="R2345487ed8b749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490544da4e86" /><Relationship Type="http://schemas.openxmlformats.org/officeDocument/2006/relationships/notesSlide" Target="/ppt/notesSlides/notesSlide2.xml" Id="R1aa178933c37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d73268efe404e" /><Relationship Type="http://schemas.openxmlformats.org/officeDocument/2006/relationships/notesSlide" Target="/ppt/notesSlides/notesSlide3.xml" Id="R9a4d36f4706d4e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b0f9b2a90436d" /><Relationship Type="http://schemas.openxmlformats.org/officeDocument/2006/relationships/notesSlide" Target="/ppt/notesSlides/notesSlide4.xml" Id="R87116ee54c73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28-1">
            <a:extLst xmlns:a="http://schemas.openxmlformats.org/drawingml/2006/main">
              <a:ext uri="{FF2B5EF4-FFF2-40B4-BE49-F238E27FC236}">
                <a16:creationId xmlns:a16="http://schemas.microsoft.com/office/drawing/2014/main" id="{C6F080EF-86AC-4462-9098-F75AF14F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28-1">
            <a:extLst xmlns:a="http://schemas.openxmlformats.org/drawingml/2006/main">
              <a:ext uri="{FF2B5EF4-FFF2-40B4-BE49-F238E27FC236}">
                <a16:creationId xmlns:a16="http://schemas.microsoft.com/office/drawing/2014/main" id="{500F3386-41CB-483F-8F42-E06EF980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p03-full-004128</a:t>
            </a:r>
          </a:p>
        </p:txBody>
      </p:sp>
      <p:sp>
        <p:nvSpPr>
          <p:cNvPr id="3" name="qa-v2-r2-title-p03-full-004128-1">
            <a:extLst xmlns:a="http://schemas.openxmlformats.org/drawingml/2006/main">
              <a:ext uri="{FF2B5EF4-FFF2-40B4-BE49-F238E27FC236}">
                <a16:creationId xmlns:a16="http://schemas.microsoft.com/office/drawing/2014/main" id="{C282E757-C7FD-49B0-96A2-97EBA99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128-1">
            <a:extLst xmlns:a="http://schemas.openxmlformats.org/drawingml/2006/main">
              <a:ext uri="{FF2B5EF4-FFF2-40B4-BE49-F238E27FC236}">
                <a16:creationId xmlns:a16="http://schemas.microsoft.com/office/drawing/2014/main" id="{C547674E-966C-4760-9C7D-D7DFC9B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evidence triage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desktop working.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p03-src-004128; p03-full-000225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533765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28-2">
            <a:extLst xmlns:a="http://schemas.openxmlformats.org/drawingml/2006/main">
              <a:ext uri="{FF2B5EF4-FFF2-40B4-BE49-F238E27FC236}">
                <a16:creationId xmlns:a16="http://schemas.microsoft.com/office/drawing/2014/main" id="{682625D2-9321-48B5-9F2E-DC580C13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28-2">
            <a:extLst xmlns:a="http://schemas.openxmlformats.org/drawingml/2006/main">
              <a:ext uri="{FF2B5EF4-FFF2-40B4-BE49-F238E27FC236}">
                <a16:creationId xmlns:a16="http://schemas.microsoft.com/office/drawing/2014/main" id="{C00962F4-C3B6-46F7-B57C-8C7CBC4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p03-full-004128</a:t>
            </a:r>
          </a:p>
        </p:txBody>
      </p:sp>
      <p:sp>
        <p:nvSpPr>
          <p:cNvPr id="3" name="qa-v2-r2-title-p03-full-004128-2">
            <a:extLst xmlns:a="http://schemas.openxmlformats.org/drawingml/2006/main">
              <a:ext uri="{FF2B5EF4-FFF2-40B4-BE49-F238E27FC236}">
                <a16:creationId xmlns:a16="http://schemas.microsoft.com/office/drawing/2014/main" id="{279A25D6-D8B8-4FCC-9851-457C073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128-2">
            <a:extLst xmlns:a="http://schemas.openxmlformats.org/drawingml/2006/main">
              <a:ext uri="{FF2B5EF4-FFF2-40B4-BE49-F238E27FC236}">
                <a16:creationId xmlns:a16="http://schemas.microsoft.com/office/drawing/2014/main" id="{7D4D09B1-C30D-4C29-9C49-202F4EE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674809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28-3">
            <a:extLst xmlns:a="http://schemas.openxmlformats.org/drawingml/2006/main">
              <a:ext uri="{FF2B5EF4-FFF2-40B4-BE49-F238E27FC236}">
                <a16:creationId xmlns:a16="http://schemas.microsoft.com/office/drawing/2014/main" id="{774B71F0-3197-434F-BF36-C4FC274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28-3">
            <a:extLst xmlns:a="http://schemas.openxmlformats.org/drawingml/2006/main">
              <a:ext uri="{FF2B5EF4-FFF2-40B4-BE49-F238E27FC236}">
                <a16:creationId xmlns:a16="http://schemas.microsoft.com/office/drawing/2014/main" id="{E7692143-BADE-4A2D-8A18-BB2C100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p03-full-004128</a:t>
            </a:r>
          </a:p>
        </p:txBody>
      </p:sp>
      <p:sp>
        <p:nvSpPr>
          <p:cNvPr id="3" name="qa-v2-r2-title-p03-full-004128-3">
            <a:extLst xmlns:a="http://schemas.openxmlformats.org/drawingml/2006/main">
              <a:ext uri="{FF2B5EF4-FFF2-40B4-BE49-F238E27FC236}">
                <a16:creationId xmlns:a16="http://schemas.microsoft.com/office/drawing/2014/main" id="{79437604-FCAF-4CA2-AF6D-044B224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128-3">
            <a:extLst xmlns:a="http://schemas.openxmlformats.org/drawingml/2006/main">
              <a:ext uri="{FF2B5EF4-FFF2-40B4-BE49-F238E27FC236}">
                <a16:creationId xmlns:a16="http://schemas.microsoft.com/office/drawing/2014/main" id="{3BD3FF3D-B5D5-47B2-96C1-08494689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restate the approval boundary;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22200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28-4">
            <a:extLst xmlns:a="http://schemas.openxmlformats.org/drawingml/2006/main">
              <a:ext uri="{FF2B5EF4-FFF2-40B4-BE49-F238E27FC236}">
                <a16:creationId xmlns:a16="http://schemas.microsoft.com/office/drawing/2014/main" id="{2BE91354-E6AA-4232-96BD-3D5C072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28-4">
            <a:extLst xmlns:a="http://schemas.openxmlformats.org/drawingml/2006/main">
              <a:ext uri="{FF2B5EF4-FFF2-40B4-BE49-F238E27FC236}">
                <a16:creationId xmlns:a16="http://schemas.microsoft.com/office/drawing/2014/main" id="{6FA77360-51B7-4690-8366-00F5943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p03-full-004128</a:t>
            </a:r>
          </a:p>
        </p:txBody>
      </p:sp>
      <p:sp>
        <p:nvSpPr>
          <p:cNvPr id="3" name="qa-v2-r2-title-p03-full-004128-4">
            <a:extLst xmlns:a="http://schemas.openxmlformats.org/drawingml/2006/main">
              <a:ext uri="{FF2B5EF4-FFF2-40B4-BE49-F238E27FC236}">
                <a16:creationId xmlns:a16="http://schemas.microsoft.com/office/drawing/2014/main" id="{136EEC38-1380-4569-A4B2-A4CF8011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128-4">
            <a:extLst xmlns:a="http://schemas.openxmlformats.org/drawingml/2006/main">
              <a:ext uri="{FF2B5EF4-FFF2-40B4-BE49-F238E27FC236}">
                <a16:creationId xmlns:a16="http://schemas.microsoft.com/office/drawing/2014/main" id="{7ECFA72C-76FC-41C1-84AD-DB23013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p03-src-004128 with p03-full-000225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22200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2026-08-25T13:16:51.5910000Z</dcterms:created>
  <dcterms:modified xsi:type="dcterms:W3CDTF">2026-08-25T13:16:51.5910000Z</dcterms:modified>
</coreProperties>
</file>