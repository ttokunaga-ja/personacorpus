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46c2690d6f4d7c" /><Relationship Type="http://schemas.openxmlformats.org/officeDocument/2006/relationships/extended-properties" Target="/docProps/app.xml" Id="Rb03b15f89e76411b" /><Relationship Type="http://schemas.openxmlformats.org/officeDocument/2006/relationships/officeDocument" Target="/ppt/presentation.xml" Id="R91392b5ce1884a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c6a96268c84c1a"/>
  </p:sldMasterIdLst>
  <p:notesMasterIdLst>
    <p:notesMasterId xmlns:r="http://schemas.openxmlformats.org/officeDocument/2006/relationships" r:id="Rde5158693585429e"/>
  </p:notesMasterIdLst>
  <p:sldIdLst>
    <p:sldId xmlns:r="http://schemas.openxmlformats.org/officeDocument/2006/relationships" id="256" r:id="R7344fa719d5d46ce"/>
    <p:sldId xmlns:r="http://schemas.openxmlformats.org/officeDocument/2006/relationships" id="257" r:id="R29c040be588440a8"/>
    <p:sldId xmlns:r="http://schemas.openxmlformats.org/officeDocument/2006/relationships" id="258" r:id="R2be278f2b02f4b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0a5aed35504773" /><Relationship Type="http://schemas.openxmlformats.org/officeDocument/2006/relationships/slideMaster" Target="/ppt/slideMasters/slideMaster1.xml" Id="R3dc6a96268c84c1a" /><Relationship Type="http://schemas.openxmlformats.org/officeDocument/2006/relationships/notesMaster" Target="/ppt/notesMasters/notesMaster1.xml" Id="Rde5158693585429e" /><Relationship Type="http://schemas.openxmlformats.org/officeDocument/2006/relationships/presProps" Target="/ppt/presProps.xml" Id="R9461b8bcaf554b23" /><Relationship Type="http://schemas.openxmlformats.org/officeDocument/2006/relationships/tableStyles" Target="/ppt/tableStyles.xml" Id="R4acac1521cbb425c" /><Relationship Type="http://schemas.openxmlformats.org/officeDocument/2006/relationships/slide" Target="/ppt/slides/slide1.xml" Id="R7344fa719d5d46ce" /><Relationship Type="http://schemas.openxmlformats.org/officeDocument/2006/relationships/slide" Target="/ppt/slides/slide2.xml" Id="R29c040be588440a8" /><Relationship Type="http://schemas.openxmlformats.org/officeDocument/2006/relationships/slide" Target="/ppt/slides/slide3.xml" Id="R2be278f2b02f4b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82185d6dd047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6ff023e2a940ab" /><Relationship Type="http://schemas.openxmlformats.org/officeDocument/2006/relationships/notesMaster" Target="/ppt/notesMasters/notesMaster1.xml" Id="R2cfd6ff29fc440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c30941ee2642e2" /><Relationship Type="http://schemas.openxmlformats.org/officeDocument/2006/relationships/notesMaster" Target="/ppt/notesMasters/notesMaster1.xml" Id="R7a90b462b8b743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74009fdbed469e" /><Relationship Type="http://schemas.openxmlformats.org/officeDocument/2006/relationships/notesMaster" Target="/ppt/notesMasters/notesMaster1.xml" Id="R93f26dca012f41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02e9c9478d45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094e711d244142" /><Relationship Type="http://schemas.openxmlformats.org/officeDocument/2006/relationships/slideLayout" Target="/ppt/slideLayouts/slideLayout1.xml" Id="R51059afd9ed042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059afd9ed042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55ed8c92b40cd" /><Relationship Type="http://schemas.openxmlformats.org/officeDocument/2006/relationships/notesSlide" Target="/ppt/notesSlides/notesSlide1.xml" Id="Rdf7089abe17144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79586b04343ff" /><Relationship Type="http://schemas.openxmlformats.org/officeDocument/2006/relationships/notesSlide" Target="/ppt/notesSlides/notesSlide2.xml" Id="R831272bcb35c43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da89b88634a19" /><Relationship Type="http://schemas.openxmlformats.org/officeDocument/2006/relationships/notesSlide" Target="/ppt/notesSlides/notesSlide3.xml" Id="R0bd02f81805a42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7CE10-B59B-4D35-BEFD-F1929A59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COBALT HARBOR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9BE3F-A605-46BE-9BAB-5C5A2FC1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685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Seven-day closure review: AC-27 working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2D2EF-B067-459A-9E38-BB5F103C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B5563"/>
                </a:solidFill>
              </a:defRPr>
            </a:pPr>
            <a:r>
              <a:rPr sz="1650">
                <a:solidFill>
                  <a:srgbClr val="4B5563"/>
                </a:solidFill>
              </a:rPr>
              <a:t>2026-q3 | CASE-260713-184 | Evidence set 184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EA51F-7F80-4C2B-80BA-19765566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52500"/>
            <a:ext cx="285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3DD03-6A25-478E-8579-6094DEBC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28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REVIEW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BC1A39-F5B8-45F2-B8F8-D18EA2EE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19300"/>
            <a:ext cx="2000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Synthetic defensive evidence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No incident conclusion.</a:t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No live-system access.</a:t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No Kio claim.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4BC65-FDC9-4853-87A9-0A3F7678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280"/>
                </a:solidFill>
              </a:defRPr>
            </a:pPr>
            <a:r>
              <a:rPr sz="900">
                <a:solidFill>
                  <a:srgbClr val="6B7280"/>
                </a:solidFill>
              </a:rPr>
              <a:t>2026-q3-working-notes-timeline-annotation-security-briefing-pptx</a:t>
            </a:r>
          </a:p>
        </p:txBody>
      </p:sp>
    </p:spTree>
    <p:extLst>
      <p:ext uri="{BB962C8B-B14F-4D97-AF65-F5344CB8AC3E}">
        <p14:creationId xmlns:p14="http://schemas.microsoft.com/office/powerpoint/2010/main" val="10107437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4F7E25-A6F1-46FA-89A6-F11E45BE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Evidence chain keeps the review accountable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EAEF5-335E-4D41-A8DA-78DB164D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04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47CA6-22DB-413D-82F3-AC30DC0F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43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3EB25-27DD-4369-8215-B43F0FF4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Local foundation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7C552-921A-420E-AF6E-0DF783B2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238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Prepare the 2026-07-20 follow-up for the 24-of-24 evidence-completeness check.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45B76-3C46-48B6-9425-60DAE69A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76400"/>
            <a:ext cx="304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922490-867D-4E59-946D-2E06CF5B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43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8137F8-C898-48D1-8460-496EE5AF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57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GRC review note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ADCF46-D335-4892-92CD-C0F3F52F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57550"/>
            <a:ext cx="238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For this review, seven-day closure review keeps the assigned 2026-q3 label distinct from the local source period.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F49E0E-68E3-4671-AD4F-00FE118B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76400"/>
            <a:ext cx="304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C51018-B831-44BA-B695-9441736E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43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819EE2-9F96-4C25-A3DC-55A87F3F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Bounded disposition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B26B83-8E25-434E-8A3F-CA989EC2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57550"/>
            <a:ext cx="238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Record closure evidence as a bounded validation step with no Kio readiness assertion.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4031FE-FE6E-4E08-A210-F43442E1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Evidence reference: p03-full-000566</a:t>
            </a:r>
          </a:p>
        </p:txBody>
      </p:sp>
    </p:spTree>
    <p:extLst>
      <p:ext uri="{BB962C8B-B14F-4D97-AF65-F5344CB8AC3E}">
        <p14:creationId xmlns:p14="http://schemas.microsoft.com/office/powerpoint/2010/main" val="20499355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9A3445-81FA-448E-AA6F-5F5CB7FC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Decision record for the next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AF177-3B84-4E5F-B5A2-82637872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B5563"/>
                </a:solidFill>
              </a:defRPr>
            </a:pPr>
            <a:r>
              <a:rPr sz="1650">
                <a:solidFill>
                  <a:srgbClr val="4B5563"/>
                </a:solidFill>
              </a:rPr>
              <a:t>What the reviewer should carry 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E827F-1D4C-412A-BF79-4270F478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D52B86-7886-4367-9990-CF17D662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574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Prepare the 2026-07-20 follow-up for the 24-of-24 evidence-completeness check.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6F0F62-A055-4C52-B908-C4F62C29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D3E61B-C65B-452F-BC7A-FA7E26C4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956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Record closure evidence as a bounded validation step with no Kio readiness assertion.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98382-5E5B-453A-A54B-F9115774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750CDC-8894-40EE-9FD4-2FE3BE37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338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Confirm evidence-chain linkage to CASE-260713-184 using p03-full-000566.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9A35F-DE62-4719-9D0E-4493E5AC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FADDC4-B93E-4703-B7C2-8B3E95E5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Keep the AC-27 trace bounded to synthetic local records and retain residual risk as Medium after compensating review.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CA6BB-F828-47AE-9E94-BB0AB04B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Aegis Assurance | AC-27 | Cobalt Harbor Systems</a:t>
            </a:r>
          </a:p>
        </p:txBody>
      </p:sp>
    </p:spTree>
    <p:extLst>
      <p:ext uri="{BB962C8B-B14F-4D97-AF65-F5344CB8AC3E}">
        <p14:creationId xmlns:p14="http://schemas.microsoft.com/office/powerpoint/2010/main" val="13417945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2026-08-24T17:18:42.5780000Z</dcterms:created>
  <dcterms:modified xsi:type="dcterms:W3CDTF">2026-08-24T17:18:42.5780000Z</dcterms:modified>
</coreProperties>
</file>