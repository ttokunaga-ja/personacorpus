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0ea16dc0224b91" /><Relationship Type="http://schemas.openxmlformats.org/officeDocument/2006/relationships/extended-properties" Target="/docProps/app.xml" Id="Rd430434e1d064b64" /><Relationship Type="http://schemas.openxmlformats.org/officeDocument/2006/relationships/officeDocument" Target="/ppt/presentation.xml" Id="Ra649c0ece39344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40a6b4ddf4945"/>
  </p:sldMasterIdLst>
  <p:notesMasterIdLst>
    <p:notesMasterId xmlns:r="http://schemas.openxmlformats.org/officeDocument/2006/relationships" r:id="R436e2a2b296b4805"/>
  </p:notesMasterIdLst>
  <p:sldIdLst>
    <p:sldId xmlns:r="http://schemas.openxmlformats.org/officeDocument/2006/relationships" id="256" r:id="Raa18ce555c044bba"/>
    <p:sldId xmlns:r="http://schemas.openxmlformats.org/officeDocument/2006/relationships" id="257" r:id="R4ddf6ed76eea4e22"/>
    <p:sldId xmlns:r="http://schemas.openxmlformats.org/officeDocument/2006/relationships" id="258" r:id="R628f77a5cf9745cf"/>
    <p:sldId xmlns:r="http://schemas.openxmlformats.org/officeDocument/2006/relationships" id="259" r:id="R1d91b06d03f944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29433419a4982" /><Relationship Type="http://schemas.openxmlformats.org/officeDocument/2006/relationships/slideMaster" Target="/ppt/slideMasters/slideMaster1.xml" Id="R42140a6b4ddf4945" /><Relationship Type="http://schemas.openxmlformats.org/officeDocument/2006/relationships/notesMaster" Target="/ppt/notesMasters/notesMaster1.xml" Id="R436e2a2b296b4805" /><Relationship Type="http://schemas.openxmlformats.org/officeDocument/2006/relationships/presProps" Target="/ppt/presProps.xml" Id="R3e41060fe4764db1" /><Relationship Type="http://schemas.openxmlformats.org/officeDocument/2006/relationships/tableStyles" Target="/ppt/tableStyles.xml" Id="Ree3fe89466a0494d" /><Relationship Type="http://schemas.openxmlformats.org/officeDocument/2006/relationships/slide" Target="/ppt/slides/slide1.xml" Id="Raa18ce555c044bba" /><Relationship Type="http://schemas.openxmlformats.org/officeDocument/2006/relationships/slide" Target="/ppt/slides/slide2.xml" Id="R4ddf6ed76eea4e22" /><Relationship Type="http://schemas.openxmlformats.org/officeDocument/2006/relationships/slide" Target="/ppt/slides/slide3.xml" Id="R628f77a5cf9745cf" /><Relationship Type="http://schemas.openxmlformats.org/officeDocument/2006/relationships/slide" Target="/ppt/slides/slide4.xml" Id="R1d91b06d03f9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6d808381f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4baf2876d4d7f" /><Relationship Type="http://schemas.openxmlformats.org/officeDocument/2006/relationships/notesMaster" Target="/ppt/notesMasters/notesMaster1.xml" Id="R1521c2d34caf44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3e5a91b8e4cf5" /><Relationship Type="http://schemas.openxmlformats.org/officeDocument/2006/relationships/notesMaster" Target="/ppt/notesMasters/notesMaster1.xml" Id="R107b859a633f44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302e7680ea4f53" /><Relationship Type="http://schemas.openxmlformats.org/officeDocument/2006/relationships/notesMaster" Target="/ppt/notesMasters/notesMaster1.xml" Id="R3d846e4a14ed41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eefa74f81469d" /><Relationship Type="http://schemas.openxmlformats.org/officeDocument/2006/relationships/notesMaster" Target="/ppt/notesMasters/notesMaster1.xml" Id="Rfc35dd8ad132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5a004747c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8aa8c59ef5489c" /><Relationship Type="http://schemas.openxmlformats.org/officeDocument/2006/relationships/slideLayout" Target="/ppt/slideLayouts/slideLayout1.xml" Id="R2d1a2281cf2947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a2281cf2947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6bd961d7a4921" /><Relationship Type="http://schemas.openxmlformats.org/officeDocument/2006/relationships/notesSlide" Target="/ppt/notesSlides/notesSlide1.xml" Id="Rfa8ae33b0b9040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4873edbc1418a" /><Relationship Type="http://schemas.openxmlformats.org/officeDocument/2006/relationships/notesSlide" Target="/ppt/notesSlides/notesSlide2.xml" Id="R44a198cd56aa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33f1e9ca46d4" /><Relationship Type="http://schemas.openxmlformats.org/officeDocument/2006/relationships/notesSlide" Target="/ppt/notesSlides/notesSlide3.xml" Id="R01ccf7b7757f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f7b1fabd646f1" /><Relationship Type="http://schemas.openxmlformats.org/officeDocument/2006/relationships/notesSlide" Target="/ppt/notesSlides/notesSlide4.xml" Id="R726ec1a51e74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74-1">
            <a:extLst xmlns:a="http://schemas.openxmlformats.org/drawingml/2006/main">
              <a:ext uri="{FF2B5EF4-FFF2-40B4-BE49-F238E27FC236}">
                <a16:creationId xmlns:a16="http://schemas.microsoft.com/office/drawing/2014/main" id="{D4FB97F7-DED6-4169-9F60-36FC896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74-1">
            <a:extLst xmlns:a="http://schemas.openxmlformats.org/drawingml/2006/main">
              <a:ext uri="{FF2B5EF4-FFF2-40B4-BE49-F238E27FC236}">
                <a16:creationId xmlns:a16="http://schemas.microsoft.com/office/drawing/2014/main" id="{9BE1EB17-4599-467E-901D-35CAED8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p03-full-004474</a:t>
            </a:r>
          </a:p>
        </p:txBody>
      </p:sp>
      <p:sp>
        <p:nvSpPr>
          <p:cNvPr id="3" name="qa-v2-r2-title-p03-full-004474-1">
            <a:extLst xmlns:a="http://schemas.openxmlformats.org/drawingml/2006/main">
              <a:ext uri="{FF2B5EF4-FFF2-40B4-BE49-F238E27FC236}">
                <a16:creationId xmlns:a16="http://schemas.microsoft.com/office/drawing/2014/main" id="{7F087FD0-96B6-4641-8E32-EC291B95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474-1">
            <a:extLst xmlns:a="http://schemas.openxmlformats.org/drawingml/2006/main">
              <a:ext uri="{FF2B5EF4-FFF2-40B4-BE49-F238E27FC236}">
                <a16:creationId xmlns:a16="http://schemas.microsoft.com/office/drawing/2014/main" id="{9E277718-4269-4C68-B569-8C1F2E45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working notes checksum check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desktop working.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p03-src-004474; p03-full-003707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401618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74-2">
            <a:extLst xmlns:a="http://schemas.openxmlformats.org/drawingml/2006/main">
              <a:ext uri="{FF2B5EF4-FFF2-40B4-BE49-F238E27FC236}">
                <a16:creationId xmlns:a16="http://schemas.microsoft.com/office/drawing/2014/main" id="{A2530E21-B4C4-4E69-B2CA-9AC0231D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74-2">
            <a:extLst xmlns:a="http://schemas.openxmlformats.org/drawingml/2006/main">
              <a:ext uri="{FF2B5EF4-FFF2-40B4-BE49-F238E27FC236}">
                <a16:creationId xmlns:a16="http://schemas.microsoft.com/office/drawing/2014/main" id="{99B10FC7-F00D-48BE-A4DD-67B0D06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p03-full-004474</a:t>
            </a:r>
          </a:p>
        </p:txBody>
      </p:sp>
      <p:sp>
        <p:nvSpPr>
          <p:cNvPr id="3" name="qa-v2-r2-title-p03-full-004474-2">
            <a:extLst xmlns:a="http://schemas.openxmlformats.org/drawingml/2006/main">
              <a:ext uri="{FF2B5EF4-FFF2-40B4-BE49-F238E27FC236}">
                <a16:creationId xmlns:a16="http://schemas.microsoft.com/office/drawing/2014/main" id="{2802A3F0-D87D-4B0D-874B-AA154D7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474-2">
            <a:extLst xmlns:a="http://schemas.openxmlformats.org/drawingml/2006/main">
              <a:ext uri="{FF2B5EF4-FFF2-40B4-BE49-F238E27FC236}">
                <a16:creationId xmlns:a16="http://schemas.microsoft.com/office/drawing/2014/main" id="{40174F03-6747-491D-BF6B-A5DE74E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630727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74-3">
            <a:extLst xmlns:a="http://schemas.openxmlformats.org/drawingml/2006/main">
              <a:ext uri="{FF2B5EF4-FFF2-40B4-BE49-F238E27FC236}">
                <a16:creationId xmlns:a16="http://schemas.microsoft.com/office/drawing/2014/main" id="{A9DD870D-F268-4BFE-8D7F-6CA08AC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74-3">
            <a:extLst xmlns:a="http://schemas.openxmlformats.org/drawingml/2006/main">
              <a:ext uri="{FF2B5EF4-FFF2-40B4-BE49-F238E27FC236}">
                <a16:creationId xmlns:a16="http://schemas.microsoft.com/office/drawing/2014/main" id="{6F5C3A19-B1C3-4A64-9D2A-6459BE1A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p03-full-004474</a:t>
            </a:r>
          </a:p>
        </p:txBody>
      </p:sp>
      <p:sp>
        <p:nvSpPr>
          <p:cNvPr id="3" name="qa-v2-r2-title-p03-full-004474-3">
            <a:extLst xmlns:a="http://schemas.openxmlformats.org/drawingml/2006/main">
              <a:ext uri="{FF2B5EF4-FFF2-40B4-BE49-F238E27FC236}">
                <a16:creationId xmlns:a16="http://schemas.microsoft.com/office/drawing/2014/main" id="{9A901DF4-A778-4D29-9F3F-9BE9673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474-3">
            <a:extLst xmlns:a="http://schemas.openxmlformats.org/drawingml/2006/main">
              <a:ext uri="{FF2B5EF4-FFF2-40B4-BE49-F238E27FC236}">
                <a16:creationId xmlns:a16="http://schemas.microsoft.com/office/drawing/2014/main" id="{4FA52975-AFD4-4142-AE0F-A0DF12E4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48477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474-4">
            <a:extLst xmlns:a="http://schemas.openxmlformats.org/drawingml/2006/main">
              <a:ext uri="{FF2B5EF4-FFF2-40B4-BE49-F238E27FC236}">
                <a16:creationId xmlns:a16="http://schemas.microsoft.com/office/drawing/2014/main" id="{F4511147-682E-4A06-B496-7027F869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474-4">
            <a:extLst xmlns:a="http://schemas.openxmlformats.org/drawingml/2006/main">
              <a:ext uri="{FF2B5EF4-FFF2-40B4-BE49-F238E27FC236}">
                <a16:creationId xmlns:a16="http://schemas.microsoft.com/office/drawing/2014/main" id="{2805B16F-EEBE-4EA0-837D-8A5B967A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p03-full-004474</a:t>
            </a:r>
          </a:p>
        </p:txBody>
      </p:sp>
      <p:sp>
        <p:nvSpPr>
          <p:cNvPr id="3" name="qa-v2-r2-title-p03-full-004474-4">
            <a:extLst xmlns:a="http://schemas.openxmlformats.org/drawingml/2006/main">
              <a:ext uri="{FF2B5EF4-FFF2-40B4-BE49-F238E27FC236}">
                <a16:creationId xmlns:a16="http://schemas.microsoft.com/office/drawing/2014/main" id="{372C9FFA-751E-426B-8E17-60C1A5D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474-4">
            <a:extLst xmlns:a="http://schemas.openxmlformats.org/drawingml/2006/main">
              <a:ext uri="{FF2B5EF4-FFF2-40B4-BE49-F238E27FC236}">
                <a16:creationId xmlns:a16="http://schemas.microsoft.com/office/drawing/2014/main" id="{F723AE25-0A78-40EF-B3E6-409E86A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p03-src-004474 with p03-full-003707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648477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2026-08-25T13:16:30.2710000Z</dcterms:created>
  <dcterms:modified xsi:type="dcterms:W3CDTF">2026-08-25T13:16:30.2710000Z</dcterms:modified>
</coreProperties>
</file>