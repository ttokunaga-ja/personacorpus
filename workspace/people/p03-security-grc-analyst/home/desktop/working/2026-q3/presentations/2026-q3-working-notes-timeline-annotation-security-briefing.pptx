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ef88e30a3542c9" /><Relationship Type="http://schemas.openxmlformats.org/officeDocument/2006/relationships/extended-properties" Target="/docProps/app.xml" Id="R3ddf7eaa753444c5" /><Relationship Type="http://schemas.openxmlformats.org/officeDocument/2006/relationships/officeDocument" Target="/ppt/presentation.xml" Id="R24073aec1023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cbd3021bf48cb"/>
  </p:sldMasterIdLst>
  <p:notesMasterIdLst>
    <p:notesMasterId xmlns:r="http://schemas.openxmlformats.org/officeDocument/2006/relationships" r:id="R5ea63dece02d4733"/>
  </p:notesMasterIdLst>
  <p:sldIdLst>
    <p:sldId xmlns:r="http://schemas.openxmlformats.org/officeDocument/2006/relationships" id="256" r:id="R5f8c34a2784244ce"/>
    <p:sldId xmlns:r="http://schemas.openxmlformats.org/officeDocument/2006/relationships" id="257" r:id="R964e25f299134f3c"/>
    <p:sldId xmlns:r="http://schemas.openxmlformats.org/officeDocument/2006/relationships" id="258" r:id="R30ed3a62a01340bb"/>
    <p:sldId xmlns:r="http://schemas.openxmlformats.org/officeDocument/2006/relationships" id="259" r:id="R102deda0d475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df3fcbd0841b9" /><Relationship Type="http://schemas.openxmlformats.org/officeDocument/2006/relationships/slideMaster" Target="/ppt/slideMasters/slideMaster1.xml" Id="Rb45cbd3021bf48cb" /><Relationship Type="http://schemas.openxmlformats.org/officeDocument/2006/relationships/notesMaster" Target="/ppt/notesMasters/notesMaster1.xml" Id="R5ea63dece02d4733" /><Relationship Type="http://schemas.openxmlformats.org/officeDocument/2006/relationships/presProps" Target="/ppt/presProps.xml" Id="R73e2d96e10a14cd2" /><Relationship Type="http://schemas.openxmlformats.org/officeDocument/2006/relationships/tableStyles" Target="/ppt/tableStyles.xml" Id="R2f34ff66eef04011" /><Relationship Type="http://schemas.openxmlformats.org/officeDocument/2006/relationships/slide" Target="/ppt/slides/slide1.xml" Id="R5f8c34a2784244ce" /><Relationship Type="http://schemas.openxmlformats.org/officeDocument/2006/relationships/slide" Target="/ppt/slides/slide2.xml" Id="R964e25f299134f3c" /><Relationship Type="http://schemas.openxmlformats.org/officeDocument/2006/relationships/slide" Target="/ppt/slides/slide3.xml" Id="R30ed3a62a01340bb" /><Relationship Type="http://schemas.openxmlformats.org/officeDocument/2006/relationships/slide" Target="/ppt/slides/slide4.xml" Id="R102deda0d475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1f69b775b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17fe96a62a43d9" /><Relationship Type="http://schemas.openxmlformats.org/officeDocument/2006/relationships/notesMaster" Target="/ppt/notesMasters/notesMaster1.xml" Id="R22f6ea594a9c4c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251ecc34c478e" /><Relationship Type="http://schemas.openxmlformats.org/officeDocument/2006/relationships/notesMaster" Target="/ppt/notesMasters/notesMaster1.xml" Id="Re44c442179f5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4363c2f1549a7" /><Relationship Type="http://schemas.openxmlformats.org/officeDocument/2006/relationships/notesMaster" Target="/ppt/notesMasters/notesMaster1.xml" Id="Rf5c354d88647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a9dd3cfe54448b" /><Relationship Type="http://schemas.openxmlformats.org/officeDocument/2006/relationships/notesMaster" Target="/ppt/notesMasters/notesMaster1.xml" Id="R8728466289f341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1ec58b1f649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890e05a06648f7" /><Relationship Type="http://schemas.openxmlformats.org/officeDocument/2006/relationships/slideLayout" Target="/ppt/slideLayouts/slideLayout1.xml" Id="R5038cc93518047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8cc93518047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deef9cec042e2" /><Relationship Type="http://schemas.openxmlformats.org/officeDocument/2006/relationships/notesSlide" Target="/ppt/notesSlides/notesSlide1.xml" Id="R16e164ec38a8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87093686a4048" /><Relationship Type="http://schemas.openxmlformats.org/officeDocument/2006/relationships/notesSlide" Target="/ppt/notesSlides/notesSlide2.xml" Id="Rbe7483dfc00b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7d86c5c534b9a" /><Relationship Type="http://schemas.openxmlformats.org/officeDocument/2006/relationships/notesSlide" Target="/ppt/notesSlides/notesSlide3.xml" Id="R0c349c5128964d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1f64939d64597" /><Relationship Type="http://schemas.openxmlformats.org/officeDocument/2006/relationships/notesSlide" Target="/ppt/notesSlides/notesSlide4.xml" Id="Rca6dd2b5d3c14c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73-1">
            <a:extLst xmlns:a="http://schemas.openxmlformats.org/drawingml/2006/main">
              <a:ext uri="{FF2B5EF4-FFF2-40B4-BE49-F238E27FC236}">
                <a16:creationId xmlns:a16="http://schemas.microsoft.com/office/drawing/2014/main" id="{6A08565B-F24E-4775-9A88-693F7BCF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73-1">
            <a:extLst xmlns:a="http://schemas.openxmlformats.org/drawingml/2006/main">
              <a:ext uri="{FF2B5EF4-FFF2-40B4-BE49-F238E27FC236}">
                <a16:creationId xmlns:a16="http://schemas.microsoft.com/office/drawing/2014/main" id="{C443FD78-3982-4736-B2A3-0AF4BAA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p03-full-002273</a:t>
            </a:r>
          </a:p>
        </p:txBody>
      </p:sp>
      <p:sp>
        <p:nvSpPr>
          <p:cNvPr id="3" name="qa-v2-r2-title-p03-full-002273-1">
            <a:extLst xmlns:a="http://schemas.openxmlformats.org/drawingml/2006/main">
              <a:ext uri="{FF2B5EF4-FFF2-40B4-BE49-F238E27FC236}">
                <a16:creationId xmlns:a16="http://schemas.microsoft.com/office/drawing/2014/main" id="{FEB32B26-D336-4C44-A65E-8749E75E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273-1">
            <a:extLst xmlns:a="http://schemas.openxmlformats.org/drawingml/2006/main">
              <a:ext uri="{FF2B5EF4-FFF2-40B4-BE49-F238E27FC236}">
                <a16:creationId xmlns:a16="http://schemas.microsoft.com/office/drawing/2014/main" id="{317BD0E7-DCD1-474C-AE71-F110B3B6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timeline annotation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desktop working.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p03-src-002273; p03-full-002066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recency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28540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73-2">
            <a:extLst xmlns:a="http://schemas.openxmlformats.org/drawingml/2006/main">
              <a:ext uri="{FF2B5EF4-FFF2-40B4-BE49-F238E27FC236}">
                <a16:creationId xmlns:a16="http://schemas.microsoft.com/office/drawing/2014/main" id="{9F9C8D0D-FC21-431F-9526-E1FA9D70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73-2">
            <a:extLst xmlns:a="http://schemas.openxmlformats.org/drawingml/2006/main">
              <a:ext uri="{FF2B5EF4-FFF2-40B4-BE49-F238E27FC236}">
                <a16:creationId xmlns:a16="http://schemas.microsoft.com/office/drawing/2014/main" id="{C95C1F56-F190-43B3-9453-69D68614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p03-full-002273</a:t>
            </a:r>
          </a:p>
        </p:txBody>
      </p:sp>
      <p:sp>
        <p:nvSpPr>
          <p:cNvPr id="3" name="qa-v2-r2-title-p03-full-002273-2">
            <a:extLst xmlns:a="http://schemas.openxmlformats.org/drawingml/2006/main">
              <a:ext uri="{FF2B5EF4-FFF2-40B4-BE49-F238E27FC236}">
                <a16:creationId xmlns:a16="http://schemas.microsoft.com/office/drawing/2014/main" id="{32D903D6-DE2F-4387-A084-B7324E4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273-2">
            <a:extLst xmlns:a="http://schemas.openxmlformats.org/drawingml/2006/main">
              <a:ext uri="{FF2B5EF4-FFF2-40B4-BE49-F238E27FC236}">
                <a16:creationId xmlns:a16="http://schemas.microsoft.com/office/drawing/2014/main" id="{16ACB77F-F795-4AE2-88AE-4CF9396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Evidence intake opens 08:30 UTC; AC-27 review closes at 16:45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UTC.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control-to-evidence fit review of the source and dependency through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363105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73-3">
            <a:extLst xmlns:a="http://schemas.openxmlformats.org/drawingml/2006/main">
              <a:ext uri="{FF2B5EF4-FFF2-40B4-BE49-F238E27FC236}">
                <a16:creationId xmlns:a16="http://schemas.microsoft.com/office/drawing/2014/main" id="{65DBD4E1-D9FA-4463-91E7-D3A8311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73-3">
            <a:extLst xmlns:a="http://schemas.openxmlformats.org/drawingml/2006/main">
              <a:ext uri="{FF2B5EF4-FFF2-40B4-BE49-F238E27FC236}">
                <a16:creationId xmlns:a16="http://schemas.microsoft.com/office/drawing/2014/main" id="{5EFD2CF2-5EDA-4C74-BF1B-4320C5B7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p03-full-002273</a:t>
            </a:r>
          </a:p>
        </p:txBody>
      </p:sp>
      <p:sp>
        <p:nvSpPr>
          <p:cNvPr id="3" name="qa-v2-r2-title-p03-full-002273-3">
            <a:extLst xmlns:a="http://schemas.openxmlformats.org/drawingml/2006/main">
              <a:ext uri="{FF2B5EF4-FFF2-40B4-BE49-F238E27FC236}">
                <a16:creationId xmlns:a16="http://schemas.microsoft.com/office/drawing/2014/main" id="{59A83E80-4589-4B86-B41D-545837D6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273-3">
            <a:extLst xmlns:a="http://schemas.openxmlformats.org/drawingml/2006/main">
              <a:ext uri="{FF2B5EF4-FFF2-40B4-BE49-F238E27FC236}">
                <a16:creationId xmlns:a16="http://schemas.microsoft.com/office/drawing/2014/main" id="{23DA3542-4024-4E30-B5B3-95E6B11E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12293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273-4">
            <a:extLst xmlns:a="http://schemas.openxmlformats.org/drawingml/2006/main">
              <a:ext uri="{FF2B5EF4-FFF2-40B4-BE49-F238E27FC236}">
                <a16:creationId xmlns:a16="http://schemas.microsoft.com/office/drawing/2014/main" id="{3A8B6A13-FEE0-44C0-9BB5-5E1078A9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273-4">
            <a:extLst xmlns:a="http://schemas.openxmlformats.org/drawingml/2006/main">
              <a:ext uri="{FF2B5EF4-FFF2-40B4-BE49-F238E27FC236}">
                <a16:creationId xmlns:a16="http://schemas.microsoft.com/office/drawing/2014/main" id="{6A56AFDE-D944-4EA8-AEED-154C1584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p03-full-002273</a:t>
            </a:r>
          </a:p>
        </p:txBody>
      </p:sp>
      <p:sp>
        <p:nvSpPr>
          <p:cNvPr id="3" name="qa-v2-r2-title-p03-full-002273-4">
            <a:extLst xmlns:a="http://schemas.openxmlformats.org/drawingml/2006/main">
              <a:ext uri="{FF2B5EF4-FFF2-40B4-BE49-F238E27FC236}">
                <a16:creationId xmlns:a16="http://schemas.microsoft.com/office/drawing/2014/main" id="{E147F6F5-3359-4ECF-B9F3-6BA79A6E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273-4">
            <a:extLst xmlns:a="http://schemas.openxmlformats.org/drawingml/2006/main">
              <a:ext uri="{FF2B5EF4-FFF2-40B4-BE49-F238E27FC236}">
                <a16:creationId xmlns:a16="http://schemas.microsoft.com/office/drawing/2014/main" id="{8939712D-EEE2-4FFE-B5E2-F9191F67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p03-src-002273 with p03-full-002066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recency.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12293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2026-08-25T13:18:16.8660000Z</dcterms:created>
  <dcterms:modified xsi:type="dcterms:W3CDTF">2026-08-25T13:18:16.8660000Z</dcterms:modified>
</coreProperties>
</file>