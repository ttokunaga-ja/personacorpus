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2f945c4f84b42" /><Relationship Type="http://schemas.openxmlformats.org/officeDocument/2006/relationships/extended-properties" Target="/docProps/app.xml" Id="R3af8b7d14f72427c" /><Relationship Type="http://schemas.openxmlformats.org/officeDocument/2006/relationships/officeDocument" Target="/ppt/presentation.xml" Id="R2978b8a9b4e2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c71504ea240c1"/>
  </p:sldMasterIdLst>
  <p:notesMasterIdLst>
    <p:notesMasterId xmlns:r="http://schemas.openxmlformats.org/officeDocument/2006/relationships" r:id="Rad3c6986d0c14a3e"/>
  </p:notesMasterIdLst>
  <p:sldIdLst>
    <p:sldId xmlns:r="http://schemas.openxmlformats.org/officeDocument/2006/relationships" id="256" r:id="R5c209de0c7ec4d04"/>
    <p:sldId xmlns:r="http://schemas.openxmlformats.org/officeDocument/2006/relationships" id="257" r:id="R8b3c44789fc44d1b"/>
    <p:sldId xmlns:r="http://schemas.openxmlformats.org/officeDocument/2006/relationships" id="258" r:id="R9e185bf060af4d16"/>
    <p:sldId xmlns:r="http://schemas.openxmlformats.org/officeDocument/2006/relationships" id="259" r:id="R15eaf22ba0ec47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e88660ae104aad" /><Relationship Type="http://schemas.openxmlformats.org/officeDocument/2006/relationships/slideMaster" Target="/ppt/slideMasters/slideMaster1.xml" Id="R2b3c71504ea240c1" /><Relationship Type="http://schemas.openxmlformats.org/officeDocument/2006/relationships/notesMaster" Target="/ppt/notesMasters/notesMaster1.xml" Id="Rad3c6986d0c14a3e" /><Relationship Type="http://schemas.openxmlformats.org/officeDocument/2006/relationships/presProps" Target="/ppt/presProps.xml" Id="R76d4fce1ae824d8c" /><Relationship Type="http://schemas.openxmlformats.org/officeDocument/2006/relationships/tableStyles" Target="/ppt/tableStyles.xml" Id="R41a5ebc189634131" /><Relationship Type="http://schemas.openxmlformats.org/officeDocument/2006/relationships/slide" Target="/ppt/slides/slide1.xml" Id="R5c209de0c7ec4d04" /><Relationship Type="http://schemas.openxmlformats.org/officeDocument/2006/relationships/slide" Target="/ppt/slides/slide2.xml" Id="R8b3c44789fc44d1b" /><Relationship Type="http://schemas.openxmlformats.org/officeDocument/2006/relationships/slide" Target="/ppt/slides/slide3.xml" Id="R9e185bf060af4d16" /><Relationship Type="http://schemas.openxmlformats.org/officeDocument/2006/relationships/slide" Target="/ppt/slides/slide4.xml" Id="R15eaf22ba0ec47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0bff36c76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cb505081c43ae" /><Relationship Type="http://schemas.openxmlformats.org/officeDocument/2006/relationships/notesMaster" Target="/ppt/notesMasters/notesMaster1.xml" Id="Rd242bba65cdd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53410404a4be0" /><Relationship Type="http://schemas.openxmlformats.org/officeDocument/2006/relationships/notesMaster" Target="/ppt/notesMasters/notesMaster1.xml" Id="Ra896f9db343f47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9765e459e44a1" /><Relationship Type="http://schemas.openxmlformats.org/officeDocument/2006/relationships/notesMaster" Target="/ppt/notesMasters/notesMaster1.xml" Id="R420a31f5665e4a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259e8ddd194690" /><Relationship Type="http://schemas.openxmlformats.org/officeDocument/2006/relationships/notesMaster" Target="/ppt/notesMasters/notesMaster1.xml" Id="R59b2a9cd665b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318c00d4d44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3b0ae4df6499d" /><Relationship Type="http://schemas.openxmlformats.org/officeDocument/2006/relationships/slideLayout" Target="/ppt/slideLayouts/slideLayout1.xml" Id="Raebb4945628e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b4945628e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55151d240448c" /><Relationship Type="http://schemas.openxmlformats.org/officeDocument/2006/relationships/notesSlide" Target="/ppt/notesSlides/notesSlide1.xml" Id="Rdf73065ecfa541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5da5ebe8f451a" /><Relationship Type="http://schemas.openxmlformats.org/officeDocument/2006/relationships/notesSlide" Target="/ppt/notesSlides/notesSlide2.xml" Id="R5e4ad6a030fe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8d6d56a140cf" /><Relationship Type="http://schemas.openxmlformats.org/officeDocument/2006/relationships/notesSlide" Target="/ppt/notesSlides/notesSlide3.xml" Id="Rd496c9890c954e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73884911648a7" /><Relationship Type="http://schemas.openxmlformats.org/officeDocument/2006/relationships/notesSlide" Target="/ppt/notesSlides/notesSlide4.xml" Id="R45ff955cc0fc4d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28-1">
            <a:extLst xmlns:a="http://schemas.openxmlformats.org/drawingml/2006/main">
              <a:ext uri="{FF2B5EF4-FFF2-40B4-BE49-F238E27FC236}">
                <a16:creationId xmlns:a16="http://schemas.microsoft.com/office/drawing/2014/main" id="{E639B7D9-1E8B-4FA0-96AC-C86F658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28-1">
            <a:extLst xmlns:a="http://schemas.openxmlformats.org/drawingml/2006/main">
              <a:ext uri="{FF2B5EF4-FFF2-40B4-BE49-F238E27FC236}">
                <a16:creationId xmlns:a16="http://schemas.microsoft.com/office/drawing/2014/main" id="{B7C4C731-F165-43BE-831B-276A51EC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p03-full-004928</a:t>
            </a:r>
          </a:p>
        </p:txBody>
      </p:sp>
      <p:sp>
        <p:nvSpPr>
          <p:cNvPr id="3" name="qa-v2-r2-title-p03-full-004928-1">
            <a:extLst xmlns:a="http://schemas.openxmlformats.org/drawingml/2006/main">
              <a:ext uri="{FF2B5EF4-FFF2-40B4-BE49-F238E27FC236}">
                <a16:creationId xmlns:a16="http://schemas.microsoft.com/office/drawing/2014/main" id="{6DC43900-DF90-4994-838F-B463CCD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928-1">
            <a:extLst xmlns:a="http://schemas.openxmlformats.org/drawingml/2006/main">
              <a:ext uri="{FF2B5EF4-FFF2-40B4-BE49-F238E27FC236}">
                <a16:creationId xmlns:a16="http://schemas.microsoft.com/office/drawing/2014/main" id="{A7D0BADB-D473-49AC-9636-9A40F9D7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evidence triage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desktop working.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p03-src-004928; p03-full-003024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890543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28-2">
            <a:extLst xmlns:a="http://schemas.openxmlformats.org/drawingml/2006/main">
              <a:ext uri="{FF2B5EF4-FFF2-40B4-BE49-F238E27FC236}">
                <a16:creationId xmlns:a16="http://schemas.microsoft.com/office/drawing/2014/main" id="{FD4E075E-F739-4DCB-944D-A52B356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28-2">
            <a:extLst xmlns:a="http://schemas.openxmlformats.org/drawingml/2006/main">
              <a:ext uri="{FF2B5EF4-FFF2-40B4-BE49-F238E27FC236}">
                <a16:creationId xmlns:a16="http://schemas.microsoft.com/office/drawing/2014/main" id="{BEE65F5D-6016-4564-AA1D-311432BB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p03-full-004928</a:t>
            </a:r>
          </a:p>
        </p:txBody>
      </p:sp>
      <p:sp>
        <p:nvSpPr>
          <p:cNvPr id="3" name="qa-v2-r2-title-p03-full-004928-2">
            <a:extLst xmlns:a="http://schemas.openxmlformats.org/drawingml/2006/main">
              <a:ext uri="{FF2B5EF4-FFF2-40B4-BE49-F238E27FC236}">
                <a16:creationId xmlns:a16="http://schemas.microsoft.com/office/drawing/2014/main" id="{ADF749D3-BED0-4AA2-8540-F53FF937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928-2">
            <a:extLst xmlns:a="http://schemas.openxmlformats.org/drawingml/2006/main">
              <a:ext uri="{FF2B5EF4-FFF2-40B4-BE49-F238E27FC236}">
                <a16:creationId xmlns:a16="http://schemas.microsoft.com/office/drawing/2014/main" id="{3306801B-89BE-4919-80DE-7B1D45E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617025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28-3">
            <a:extLst xmlns:a="http://schemas.openxmlformats.org/drawingml/2006/main">
              <a:ext uri="{FF2B5EF4-FFF2-40B4-BE49-F238E27FC236}">
                <a16:creationId xmlns:a16="http://schemas.microsoft.com/office/drawing/2014/main" id="{D1618687-7E90-470B-8400-475D14B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28-3">
            <a:extLst xmlns:a="http://schemas.openxmlformats.org/drawingml/2006/main">
              <a:ext uri="{FF2B5EF4-FFF2-40B4-BE49-F238E27FC236}">
                <a16:creationId xmlns:a16="http://schemas.microsoft.com/office/drawing/2014/main" id="{95597327-583C-45ED-8908-A2797174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p03-full-004928</a:t>
            </a:r>
          </a:p>
        </p:txBody>
      </p:sp>
      <p:sp>
        <p:nvSpPr>
          <p:cNvPr id="3" name="qa-v2-r2-title-p03-full-004928-3">
            <a:extLst xmlns:a="http://schemas.openxmlformats.org/drawingml/2006/main">
              <a:ext uri="{FF2B5EF4-FFF2-40B4-BE49-F238E27FC236}">
                <a16:creationId xmlns:a16="http://schemas.microsoft.com/office/drawing/2014/main" id="{DD071608-E427-4ABF-97C9-D3DE941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928-3">
            <a:extLst xmlns:a="http://schemas.openxmlformats.org/drawingml/2006/main">
              <a:ext uri="{FF2B5EF4-FFF2-40B4-BE49-F238E27FC236}">
                <a16:creationId xmlns:a16="http://schemas.microsoft.com/office/drawing/2014/main" id="{6293CCEA-253E-4285-B986-3248283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confirm the evidence chain;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00510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928-4">
            <a:extLst xmlns:a="http://schemas.openxmlformats.org/drawingml/2006/main">
              <a:ext uri="{FF2B5EF4-FFF2-40B4-BE49-F238E27FC236}">
                <a16:creationId xmlns:a16="http://schemas.microsoft.com/office/drawing/2014/main" id="{59B13464-47C3-4BDB-9FC3-9AB997A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928-4">
            <a:extLst xmlns:a="http://schemas.openxmlformats.org/drawingml/2006/main">
              <a:ext uri="{FF2B5EF4-FFF2-40B4-BE49-F238E27FC236}">
                <a16:creationId xmlns:a16="http://schemas.microsoft.com/office/drawing/2014/main" id="{FDD67355-DAC1-445D-B937-89EB2B13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p03-full-004928</a:t>
            </a:r>
          </a:p>
        </p:txBody>
      </p:sp>
      <p:sp>
        <p:nvSpPr>
          <p:cNvPr id="3" name="qa-v2-r2-title-p03-full-004928-4">
            <a:extLst xmlns:a="http://schemas.openxmlformats.org/drawingml/2006/main">
              <a:ext uri="{FF2B5EF4-FFF2-40B4-BE49-F238E27FC236}">
                <a16:creationId xmlns:a16="http://schemas.microsoft.com/office/drawing/2014/main" id="{10700FF5-85AE-4118-A931-C0D46FA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928-4">
            <a:extLst xmlns:a="http://schemas.openxmlformats.org/drawingml/2006/main">
              <a:ext uri="{FF2B5EF4-FFF2-40B4-BE49-F238E27FC236}">
                <a16:creationId xmlns:a16="http://schemas.microsoft.com/office/drawing/2014/main" id="{ECD8685B-4703-4BE0-A221-8016DB8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p03-src-004928 with p03-full-003024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005107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2026-08-25T13:17:34.2360000Z</dcterms:created>
  <dcterms:modified xsi:type="dcterms:W3CDTF">2026-08-25T13:17:34.2360000Z</dcterms:modified>
</coreProperties>
</file>