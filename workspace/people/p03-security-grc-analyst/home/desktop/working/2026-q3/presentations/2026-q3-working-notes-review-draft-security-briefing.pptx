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c8fb35def4515" /><Relationship Type="http://schemas.openxmlformats.org/officeDocument/2006/relationships/extended-properties" Target="/docProps/app.xml" Id="Rc752d958848c4b14" /><Relationship Type="http://schemas.openxmlformats.org/officeDocument/2006/relationships/officeDocument" Target="/ppt/presentation.xml" Id="R465ecdde5463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60fae200244ed8"/>
  </p:sldMasterIdLst>
  <p:notesMasterIdLst>
    <p:notesMasterId xmlns:r="http://schemas.openxmlformats.org/officeDocument/2006/relationships" r:id="Rc7a658a8620644a3"/>
  </p:notesMasterIdLst>
  <p:sldIdLst>
    <p:sldId xmlns:r="http://schemas.openxmlformats.org/officeDocument/2006/relationships" id="256" r:id="R072f9cd1973443be"/>
    <p:sldId xmlns:r="http://schemas.openxmlformats.org/officeDocument/2006/relationships" id="257" r:id="R6e0081c9869a4bb8"/>
    <p:sldId xmlns:r="http://schemas.openxmlformats.org/officeDocument/2006/relationships" id="258" r:id="R4d57fb755f294119"/>
    <p:sldId xmlns:r="http://schemas.openxmlformats.org/officeDocument/2006/relationships" id="259" r:id="R170aeb6dffe346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a23e475304a60" /><Relationship Type="http://schemas.openxmlformats.org/officeDocument/2006/relationships/slideMaster" Target="/ppt/slideMasters/slideMaster1.xml" Id="Rc760fae200244ed8" /><Relationship Type="http://schemas.openxmlformats.org/officeDocument/2006/relationships/notesMaster" Target="/ppt/notesMasters/notesMaster1.xml" Id="Rc7a658a8620644a3" /><Relationship Type="http://schemas.openxmlformats.org/officeDocument/2006/relationships/presProps" Target="/ppt/presProps.xml" Id="Ra5fe60fd6f3f4f06" /><Relationship Type="http://schemas.openxmlformats.org/officeDocument/2006/relationships/tableStyles" Target="/ppt/tableStyles.xml" Id="R9ad3fa87a7a04855" /><Relationship Type="http://schemas.openxmlformats.org/officeDocument/2006/relationships/slide" Target="/ppt/slides/slide1.xml" Id="R072f9cd1973443be" /><Relationship Type="http://schemas.openxmlformats.org/officeDocument/2006/relationships/slide" Target="/ppt/slides/slide2.xml" Id="R6e0081c9869a4bb8" /><Relationship Type="http://schemas.openxmlformats.org/officeDocument/2006/relationships/slide" Target="/ppt/slides/slide3.xml" Id="R4d57fb755f294119" /><Relationship Type="http://schemas.openxmlformats.org/officeDocument/2006/relationships/slide" Target="/ppt/slides/slide4.xml" Id="R170aeb6dffe346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4cb8ee71f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4b32333e284338" /><Relationship Type="http://schemas.openxmlformats.org/officeDocument/2006/relationships/notesMaster" Target="/ppt/notesMasters/notesMaster1.xml" Id="Rdaa0171f6c174c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f70a63b5084fb7" /><Relationship Type="http://schemas.openxmlformats.org/officeDocument/2006/relationships/notesMaster" Target="/ppt/notesMasters/notesMaster1.xml" Id="R53c5adf96a5b4c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d95dedc88438c" /><Relationship Type="http://schemas.openxmlformats.org/officeDocument/2006/relationships/notesMaster" Target="/ppt/notesMasters/notesMaster1.xml" Id="R4f07e02389f046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1d94ca777f470a" /><Relationship Type="http://schemas.openxmlformats.org/officeDocument/2006/relationships/notesMaster" Target="/ppt/notesMasters/notesMaster1.xml" Id="R451e1497851b48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37dde5895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de24ca5aa4995" /><Relationship Type="http://schemas.openxmlformats.org/officeDocument/2006/relationships/slideLayout" Target="/ppt/slideLayouts/slideLayout1.xml" Id="R24d6718873cc48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d6718873cc48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c314007e24ae1" /><Relationship Type="http://schemas.openxmlformats.org/officeDocument/2006/relationships/notesSlide" Target="/ppt/notesSlides/notesSlide1.xml" Id="R3d55f8c1bda34e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a0578dca64674" /><Relationship Type="http://schemas.openxmlformats.org/officeDocument/2006/relationships/notesSlide" Target="/ppt/notesSlides/notesSlide2.xml" Id="R95e6b30666ff4c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275a846704a02" /><Relationship Type="http://schemas.openxmlformats.org/officeDocument/2006/relationships/notesSlide" Target="/ppt/notesSlides/notesSlide3.xml" Id="Rd416b0a3913248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0415c994543e0" /><Relationship Type="http://schemas.openxmlformats.org/officeDocument/2006/relationships/notesSlide" Target="/ppt/notesSlides/notesSlide4.xml" Id="Rd8bcb52a97924a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75-1">
            <a:extLst xmlns:a="http://schemas.openxmlformats.org/drawingml/2006/main">
              <a:ext uri="{FF2B5EF4-FFF2-40B4-BE49-F238E27FC236}">
                <a16:creationId xmlns:a16="http://schemas.microsoft.com/office/drawing/2014/main" id="{66C67E0F-C251-4066-BA8D-BBDB2E3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75-1">
            <a:extLst xmlns:a="http://schemas.openxmlformats.org/drawingml/2006/main">
              <a:ext uri="{FF2B5EF4-FFF2-40B4-BE49-F238E27FC236}">
                <a16:creationId xmlns:a16="http://schemas.microsoft.com/office/drawing/2014/main" id="{3D90F3CE-B95C-4974-8BC4-67D2979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p03-full-000975</a:t>
            </a:r>
          </a:p>
        </p:txBody>
      </p:sp>
      <p:sp>
        <p:nvSpPr>
          <p:cNvPr id="3" name="qa-v2-r2-title-p03-full-000975-1">
            <a:extLst xmlns:a="http://schemas.openxmlformats.org/drawingml/2006/main">
              <a:ext uri="{FF2B5EF4-FFF2-40B4-BE49-F238E27FC236}">
                <a16:creationId xmlns:a16="http://schemas.microsoft.com/office/drawing/2014/main" id="{95646767-6069-448D-8A1B-CD687DA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975-1">
            <a:extLst xmlns:a="http://schemas.openxmlformats.org/drawingml/2006/main">
              <a:ext uri="{FF2B5EF4-FFF2-40B4-BE49-F238E27FC236}">
                <a16:creationId xmlns:a16="http://schemas.microsoft.com/office/drawing/2014/main" id="{8FED6E64-A96A-4B53-9FFA-C0A5D20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working notes review draft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desktop working.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p03-src-000975; p03-full-001182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dependency relevance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22617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75-2">
            <a:extLst xmlns:a="http://schemas.openxmlformats.org/drawingml/2006/main">
              <a:ext uri="{FF2B5EF4-FFF2-40B4-BE49-F238E27FC236}">
                <a16:creationId xmlns:a16="http://schemas.microsoft.com/office/drawing/2014/main" id="{3A0873FF-52B1-423E-A69C-AC5DB18C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75-2">
            <a:extLst xmlns:a="http://schemas.openxmlformats.org/drawingml/2006/main">
              <a:ext uri="{FF2B5EF4-FFF2-40B4-BE49-F238E27FC236}">
                <a16:creationId xmlns:a16="http://schemas.microsoft.com/office/drawing/2014/main" id="{42531E24-258F-430B-940C-5E32177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p03-full-000975</a:t>
            </a:r>
          </a:p>
        </p:txBody>
      </p:sp>
      <p:sp>
        <p:nvSpPr>
          <p:cNvPr id="3" name="qa-v2-r2-title-p03-full-000975-2">
            <a:extLst xmlns:a="http://schemas.openxmlformats.org/drawingml/2006/main">
              <a:ext uri="{FF2B5EF4-FFF2-40B4-BE49-F238E27FC236}">
                <a16:creationId xmlns:a16="http://schemas.microsoft.com/office/drawing/2014/main" id="{4424E468-9713-4F2E-A486-370F6C77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975-2">
            <a:extLst xmlns:a="http://schemas.openxmlformats.org/drawingml/2006/main">
              <a:ext uri="{FF2B5EF4-FFF2-40B4-BE49-F238E27FC236}">
                <a16:creationId xmlns:a16="http://schemas.microsoft.com/office/drawing/2014/main" id="{AE07995F-D9CC-4C35-987A-DB0AC62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exception-to-owner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779464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75-3">
            <a:extLst xmlns:a="http://schemas.openxmlformats.org/drawingml/2006/main">
              <a:ext uri="{FF2B5EF4-FFF2-40B4-BE49-F238E27FC236}">
                <a16:creationId xmlns:a16="http://schemas.microsoft.com/office/drawing/2014/main" id="{712D3702-8042-4DED-B714-3460FE35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75-3">
            <a:extLst xmlns:a="http://schemas.openxmlformats.org/drawingml/2006/main">
              <a:ext uri="{FF2B5EF4-FFF2-40B4-BE49-F238E27FC236}">
                <a16:creationId xmlns:a16="http://schemas.microsoft.com/office/drawing/2014/main" id="{BE48AC16-E6BB-4743-93C9-A6C27D4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p03-full-000975</a:t>
            </a:r>
          </a:p>
        </p:txBody>
      </p:sp>
      <p:sp>
        <p:nvSpPr>
          <p:cNvPr id="3" name="qa-v2-r2-title-p03-full-000975-3">
            <a:extLst xmlns:a="http://schemas.openxmlformats.org/drawingml/2006/main">
              <a:ext uri="{FF2B5EF4-FFF2-40B4-BE49-F238E27FC236}">
                <a16:creationId xmlns:a16="http://schemas.microsoft.com/office/drawing/2014/main" id="{26373B24-10DB-4012-B0BF-275B5B89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975-3">
            <a:extLst xmlns:a="http://schemas.openxmlformats.org/drawingml/2006/main">
              <a:ext uri="{FF2B5EF4-FFF2-40B4-BE49-F238E27FC236}">
                <a16:creationId xmlns:a16="http://schemas.microsoft.com/office/drawing/2014/main" id="{2130A6DD-007D-4E15-9628-00BA6FCB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2056432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975-4">
            <a:extLst xmlns:a="http://schemas.openxmlformats.org/drawingml/2006/main">
              <a:ext uri="{FF2B5EF4-FFF2-40B4-BE49-F238E27FC236}">
                <a16:creationId xmlns:a16="http://schemas.microsoft.com/office/drawing/2014/main" id="{3FB8D2DD-0A91-45E6-A552-477DBAB0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975-4">
            <a:extLst xmlns:a="http://schemas.openxmlformats.org/drawingml/2006/main">
              <a:ext uri="{FF2B5EF4-FFF2-40B4-BE49-F238E27FC236}">
                <a16:creationId xmlns:a16="http://schemas.microsoft.com/office/drawing/2014/main" id="{A3755621-9D3D-4336-8759-9E93C367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p03-full-000975</a:t>
            </a:r>
          </a:p>
        </p:txBody>
      </p:sp>
      <p:sp>
        <p:nvSpPr>
          <p:cNvPr id="3" name="qa-v2-r2-title-p03-full-000975-4">
            <a:extLst xmlns:a="http://schemas.openxmlformats.org/drawingml/2006/main">
              <a:ext uri="{FF2B5EF4-FFF2-40B4-BE49-F238E27FC236}">
                <a16:creationId xmlns:a16="http://schemas.microsoft.com/office/drawing/2014/main" id="{D8E6EC11-A92C-4DA3-9849-4FCF00A1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975-4">
            <a:extLst xmlns:a="http://schemas.openxmlformats.org/drawingml/2006/main">
              <a:ext uri="{FF2B5EF4-FFF2-40B4-BE49-F238E27FC236}">
                <a16:creationId xmlns:a16="http://schemas.microsoft.com/office/drawing/2014/main" id="{264EF103-AD1A-4D1B-89D3-636479FD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p03-src-000975 with p03-full-001182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dependency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2056432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2026-08-25T13:17:55.5460000Z</dcterms:created>
  <dcterms:modified xsi:type="dcterms:W3CDTF">2026-08-25T13:17:55.5460000Z</dcterms:modified>
</coreProperties>
</file>