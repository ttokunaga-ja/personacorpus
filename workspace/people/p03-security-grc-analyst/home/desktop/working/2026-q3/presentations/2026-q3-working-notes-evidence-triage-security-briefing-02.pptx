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cffb7cf7546cc" /><Relationship Type="http://schemas.openxmlformats.org/officeDocument/2006/relationships/extended-properties" Target="/docProps/app.xml" Id="Ra7e8c9a935044565" /><Relationship Type="http://schemas.openxmlformats.org/officeDocument/2006/relationships/officeDocument" Target="/ppt/presentation.xml" Id="R6d879ce563fa4a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2ca7b98b934eae"/>
  </p:sldMasterIdLst>
  <p:notesMasterIdLst>
    <p:notesMasterId xmlns:r="http://schemas.openxmlformats.org/officeDocument/2006/relationships" r:id="Rc42ffcef64e34858"/>
  </p:notesMasterIdLst>
  <p:sldIdLst>
    <p:sldId xmlns:r="http://schemas.openxmlformats.org/officeDocument/2006/relationships" id="256" r:id="R046f79394f7d4027"/>
    <p:sldId xmlns:r="http://schemas.openxmlformats.org/officeDocument/2006/relationships" id="257" r:id="R09e1754724f9495a"/>
    <p:sldId xmlns:r="http://schemas.openxmlformats.org/officeDocument/2006/relationships" id="258" r:id="R813ed2b87e504be5"/>
    <p:sldId xmlns:r="http://schemas.openxmlformats.org/officeDocument/2006/relationships" id="259" r:id="R2a9bf43bbc1f4e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053fbaf99d40f4" /><Relationship Type="http://schemas.openxmlformats.org/officeDocument/2006/relationships/slideMaster" Target="/ppt/slideMasters/slideMaster1.xml" Id="Re92ca7b98b934eae" /><Relationship Type="http://schemas.openxmlformats.org/officeDocument/2006/relationships/notesMaster" Target="/ppt/notesMasters/notesMaster1.xml" Id="Rc42ffcef64e34858" /><Relationship Type="http://schemas.openxmlformats.org/officeDocument/2006/relationships/presProps" Target="/ppt/presProps.xml" Id="Rb2bada6b27244c02" /><Relationship Type="http://schemas.openxmlformats.org/officeDocument/2006/relationships/tableStyles" Target="/ppt/tableStyles.xml" Id="R3fbf627502c040b8" /><Relationship Type="http://schemas.openxmlformats.org/officeDocument/2006/relationships/slide" Target="/ppt/slides/slide1.xml" Id="R046f79394f7d4027" /><Relationship Type="http://schemas.openxmlformats.org/officeDocument/2006/relationships/slide" Target="/ppt/slides/slide2.xml" Id="R09e1754724f9495a" /><Relationship Type="http://schemas.openxmlformats.org/officeDocument/2006/relationships/slide" Target="/ppt/slides/slide3.xml" Id="R813ed2b87e504be5" /><Relationship Type="http://schemas.openxmlformats.org/officeDocument/2006/relationships/slide" Target="/ppt/slides/slide4.xml" Id="R2a9bf43bbc1f4e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2c8a998d241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3068bfb68a4d07" /><Relationship Type="http://schemas.openxmlformats.org/officeDocument/2006/relationships/notesMaster" Target="/ppt/notesMasters/notesMaster1.xml" Id="R7f0942e1036941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2cd0dea631488c" /><Relationship Type="http://schemas.openxmlformats.org/officeDocument/2006/relationships/notesMaster" Target="/ppt/notesMasters/notesMaster1.xml" Id="Ra631249154d44e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4d52ec806946b3" /><Relationship Type="http://schemas.openxmlformats.org/officeDocument/2006/relationships/notesMaster" Target="/ppt/notesMasters/notesMaster1.xml" Id="R994d28828484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9561967e5741bf" /><Relationship Type="http://schemas.openxmlformats.org/officeDocument/2006/relationships/notesMaster" Target="/ppt/notesMasters/notesMaster1.xml" Id="R05d2d59c1bd143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e1d7dde964b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bd8859d0cf4d3f" /><Relationship Type="http://schemas.openxmlformats.org/officeDocument/2006/relationships/slideLayout" Target="/ppt/slideLayouts/slideLayout1.xml" Id="R584e78b10d4843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4e78b10d4843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d947ea9164ae6" /><Relationship Type="http://schemas.openxmlformats.org/officeDocument/2006/relationships/notesSlide" Target="/ppt/notesSlides/notesSlide1.xml" Id="Red4d5b517cff4d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b6dcbd7f34b6c" /><Relationship Type="http://schemas.openxmlformats.org/officeDocument/2006/relationships/notesSlide" Target="/ppt/notesSlides/notesSlide2.xml" Id="R7f236eeae49b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23015c3dc43eb" /><Relationship Type="http://schemas.openxmlformats.org/officeDocument/2006/relationships/notesSlide" Target="/ppt/notesSlides/notesSlide3.xml" Id="Rcfc6f50969f741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40de9e9f14302" /><Relationship Type="http://schemas.openxmlformats.org/officeDocument/2006/relationships/notesSlide" Target="/ppt/notesSlides/notesSlide4.xml" Id="Re340dbc069fd4a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28-1">
            <a:extLst xmlns:a="http://schemas.openxmlformats.org/drawingml/2006/main">
              <a:ext uri="{FF2B5EF4-FFF2-40B4-BE49-F238E27FC236}">
                <a16:creationId xmlns:a16="http://schemas.microsoft.com/office/drawing/2014/main" id="{72E970E2-2256-4102-AC20-227C596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28-1">
            <a:extLst xmlns:a="http://schemas.openxmlformats.org/drawingml/2006/main">
              <a:ext uri="{FF2B5EF4-FFF2-40B4-BE49-F238E27FC236}">
                <a16:creationId xmlns:a16="http://schemas.microsoft.com/office/drawing/2014/main" id="{ED0F9714-7B7A-4D6E-9AA8-E6281AB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p03-full-004228</a:t>
            </a:r>
          </a:p>
        </p:txBody>
      </p:sp>
      <p:sp>
        <p:nvSpPr>
          <p:cNvPr id="3" name="qa-v2-r2-title-p03-full-004228-1">
            <a:extLst xmlns:a="http://schemas.openxmlformats.org/drawingml/2006/main">
              <a:ext uri="{FF2B5EF4-FFF2-40B4-BE49-F238E27FC236}">
                <a16:creationId xmlns:a16="http://schemas.microsoft.com/office/drawing/2014/main" id="{F2B4EF81-F0E0-4B5B-BB31-9772776F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4228-1">
            <a:extLst xmlns:a="http://schemas.openxmlformats.org/drawingml/2006/main">
              <a:ext uri="{FF2B5EF4-FFF2-40B4-BE49-F238E27FC236}">
                <a16:creationId xmlns:a16="http://schemas.microsoft.com/office/drawing/2014/main" id="{E4DDEF9D-757E-46F1-AEFD-8560CC9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working notes evidence triage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The record treats RISK-031 on 2026-07-20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 a source reliability question focused on ownership, approval boundaries,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p03-src-004228 is the declared source; p03-full-001249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019098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28-2">
            <a:extLst xmlns:a="http://schemas.openxmlformats.org/drawingml/2006/main">
              <a:ext uri="{FF2B5EF4-FFF2-40B4-BE49-F238E27FC236}">
                <a16:creationId xmlns:a16="http://schemas.microsoft.com/office/drawing/2014/main" id="{BFD4C78E-A470-45C9-8F6F-AB1D696C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28-2">
            <a:extLst xmlns:a="http://schemas.openxmlformats.org/drawingml/2006/main">
              <a:ext uri="{FF2B5EF4-FFF2-40B4-BE49-F238E27FC236}">
                <a16:creationId xmlns:a16="http://schemas.microsoft.com/office/drawing/2014/main" id="{7ADA0775-D70C-46AD-B8DD-B6D678B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p03-full-004228</a:t>
            </a:r>
          </a:p>
        </p:txBody>
      </p:sp>
      <p:sp>
        <p:nvSpPr>
          <p:cNvPr id="3" name="qa-v2-r2-title-p03-full-004228-2">
            <a:extLst xmlns:a="http://schemas.openxmlformats.org/drawingml/2006/main">
              <a:ext uri="{FF2B5EF4-FFF2-40B4-BE49-F238E27FC236}">
                <a16:creationId xmlns:a16="http://schemas.microsoft.com/office/drawing/2014/main" id="{AED22F22-0DDD-46CB-B8A4-443B72F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4228-2">
            <a:extLst xmlns:a="http://schemas.openxmlformats.org/drawingml/2006/main">
              <a:ext uri="{FF2B5EF4-FFF2-40B4-BE49-F238E27FC236}">
                <a16:creationId xmlns:a16="http://schemas.microsoft.com/office/drawing/2014/main" id="{051FB90F-887A-4B6C-9AE4-647D60EA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assessment-to-control linkage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078948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28-3">
            <a:extLst xmlns:a="http://schemas.openxmlformats.org/drawingml/2006/main">
              <a:ext uri="{FF2B5EF4-FFF2-40B4-BE49-F238E27FC236}">
                <a16:creationId xmlns:a16="http://schemas.microsoft.com/office/drawing/2014/main" id="{9E72553F-1E29-4C59-A7B1-821EA687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28-3">
            <a:extLst xmlns:a="http://schemas.openxmlformats.org/drawingml/2006/main">
              <a:ext uri="{FF2B5EF4-FFF2-40B4-BE49-F238E27FC236}">
                <a16:creationId xmlns:a16="http://schemas.microsoft.com/office/drawing/2014/main" id="{7316C179-5F49-4E9F-8ED6-7D009A39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p03-full-004228</a:t>
            </a:r>
          </a:p>
        </p:txBody>
      </p:sp>
      <p:sp>
        <p:nvSpPr>
          <p:cNvPr id="3" name="qa-v2-r2-title-p03-full-004228-3">
            <a:extLst xmlns:a="http://schemas.openxmlformats.org/drawingml/2006/main">
              <a:ext uri="{FF2B5EF4-FFF2-40B4-BE49-F238E27FC236}">
                <a16:creationId xmlns:a16="http://schemas.microsoft.com/office/drawing/2014/main" id="{E3D5CFD4-E29E-4F54-AB5E-E5C2A35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4228-3">
            <a:extLst xmlns:a="http://schemas.openxmlformats.org/drawingml/2006/main">
              <a:ext uri="{FF2B5EF4-FFF2-40B4-BE49-F238E27FC236}">
                <a16:creationId xmlns:a16="http://schemas.microsoft.com/office/drawing/2014/main" id="{5BEE45BF-B1B3-477C-B9C0-52BC8BB5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verify the dependency meaning;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197406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28-4">
            <a:extLst xmlns:a="http://schemas.openxmlformats.org/drawingml/2006/main">
              <a:ext uri="{FF2B5EF4-FFF2-40B4-BE49-F238E27FC236}">
                <a16:creationId xmlns:a16="http://schemas.microsoft.com/office/drawing/2014/main" id="{BEB23E80-FE79-4020-9B3D-C9CF73B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28-4">
            <a:extLst xmlns:a="http://schemas.openxmlformats.org/drawingml/2006/main">
              <a:ext uri="{FF2B5EF4-FFF2-40B4-BE49-F238E27FC236}">
                <a16:creationId xmlns:a16="http://schemas.microsoft.com/office/drawing/2014/main" id="{F2A71FD2-5E6A-4994-B3CF-99D3244E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p03-full-004228</a:t>
            </a:r>
          </a:p>
        </p:txBody>
      </p:sp>
      <p:sp>
        <p:nvSpPr>
          <p:cNvPr id="3" name="qa-v2-r2-title-p03-full-004228-4">
            <a:extLst xmlns:a="http://schemas.openxmlformats.org/drawingml/2006/main">
              <a:ext uri="{FF2B5EF4-FFF2-40B4-BE49-F238E27FC236}">
                <a16:creationId xmlns:a16="http://schemas.microsoft.com/office/drawing/2014/main" id="{6B80926C-A406-459F-BEAE-57D4C1F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4228-4">
            <a:extLst xmlns:a="http://schemas.openxmlformats.org/drawingml/2006/main">
              <a:ext uri="{FF2B5EF4-FFF2-40B4-BE49-F238E27FC236}">
                <a16:creationId xmlns:a16="http://schemas.microsoft.com/office/drawing/2014/main" id="{54FE323B-0C4C-400D-95B7-9B8C48B9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p03-full-001249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source reliability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197406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2026-08-25T13:17:12.9130000Z</dcterms:created>
  <dcterms:modified xsi:type="dcterms:W3CDTF">2026-08-25T13:17:12.9130000Z</dcterms:modified>
</coreProperties>
</file>