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3a7b7d88204a43" /><Relationship Type="http://schemas.openxmlformats.org/officeDocument/2006/relationships/extended-properties" Target="/docProps/app.xml" Id="Rdca43f59eb1c402b" /><Relationship Type="http://schemas.openxmlformats.org/officeDocument/2006/relationships/officeDocument" Target="/ppt/presentation.xml" Id="Ra044856332df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ee8837385d4088"/>
  </p:sldMasterIdLst>
  <p:notesMasterIdLst>
    <p:notesMasterId xmlns:r="http://schemas.openxmlformats.org/officeDocument/2006/relationships" r:id="R1c66d014ce954cec"/>
  </p:notesMasterIdLst>
  <p:sldIdLst>
    <p:sldId xmlns:r="http://schemas.openxmlformats.org/officeDocument/2006/relationships" id="256" r:id="R800747948a4a4dcc"/>
    <p:sldId xmlns:r="http://schemas.openxmlformats.org/officeDocument/2006/relationships" id="257" r:id="R72fc845d5d0c40ea"/>
    <p:sldId xmlns:r="http://schemas.openxmlformats.org/officeDocument/2006/relationships" id="258" r:id="R6ef1216aee4c4529"/>
    <p:sldId xmlns:r="http://schemas.openxmlformats.org/officeDocument/2006/relationships" id="259" r:id="Rc7c3699e7d454a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00709f6464347" /><Relationship Type="http://schemas.openxmlformats.org/officeDocument/2006/relationships/slideMaster" Target="/ppt/slideMasters/slideMaster1.xml" Id="R1eee8837385d4088" /><Relationship Type="http://schemas.openxmlformats.org/officeDocument/2006/relationships/notesMaster" Target="/ppt/notesMasters/notesMaster1.xml" Id="R1c66d014ce954cec" /><Relationship Type="http://schemas.openxmlformats.org/officeDocument/2006/relationships/presProps" Target="/ppt/presProps.xml" Id="Rc0388f2ae5e74bcb" /><Relationship Type="http://schemas.openxmlformats.org/officeDocument/2006/relationships/tableStyles" Target="/ppt/tableStyles.xml" Id="R465b96b650d640a0" /><Relationship Type="http://schemas.openxmlformats.org/officeDocument/2006/relationships/slide" Target="/ppt/slides/slide1.xml" Id="R800747948a4a4dcc" /><Relationship Type="http://schemas.openxmlformats.org/officeDocument/2006/relationships/slide" Target="/ppt/slides/slide2.xml" Id="R72fc845d5d0c40ea" /><Relationship Type="http://schemas.openxmlformats.org/officeDocument/2006/relationships/slide" Target="/ppt/slides/slide3.xml" Id="R6ef1216aee4c4529" /><Relationship Type="http://schemas.openxmlformats.org/officeDocument/2006/relationships/slide" Target="/ppt/slides/slide4.xml" Id="Rc7c3699e7d454a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a9dcb527b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b82fee366442f" /><Relationship Type="http://schemas.openxmlformats.org/officeDocument/2006/relationships/notesMaster" Target="/ppt/notesMasters/notesMaster1.xml" Id="R45b14e70b9bf41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01deb29a2497d" /><Relationship Type="http://schemas.openxmlformats.org/officeDocument/2006/relationships/notesMaster" Target="/ppt/notesMasters/notesMaster1.xml" Id="R4d9b863ae2d146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5139f4e2e4ff8" /><Relationship Type="http://schemas.openxmlformats.org/officeDocument/2006/relationships/notesMaster" Target="/ppt/notesMasters/notesMaster1.xml" Id="R10f159298af743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d2ea97f804b32" /><Relationship Type="http://schemas.openxmlformats.org/officeDocument/2006/relationships/notesMaster" Target="/ppt/notesMasters/notesMaster1.xml" Id="R7732a8a64ad942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e8cf02d0342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4821c6a5804ff5" /><Relationship Type="http://schemas.openxmlformats.org/officeDocument/2006/relationships/slideLayout" Target="/ppt/slideLayouts/slideLayout1.xml" Id="R2a9ec70cd61949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ec70cd61949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20a87593e48ea" /><Relationship Type="http://schemas.openxmlformats.org/officeDocument/2006/relationships/notesSlide" Target="/ppt/notesSlides/notesSlide1.xml" Id="R6a3fccf90ad743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d9b4c95a046c4" /><Relationship Type="http://schemas.openxmlformats.org/officeDocument/2006/relationships/notesSlide" Target="/ppt/notesSlides/notesSlide2.xml" Id="Re18a61995c32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8f89d0bd34a0b" /><Relationship Type="http://schemas.openxmlformats.org/officeDocument/2006/relationships/notesSlide" Target="/ppt/notesSlides/notesSlide3.xml" Id="R3123612bcc6b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f385077314aa7" /><Relationship Type="http://schemas.openxmlformats.org/officeDocument/2006/relationships/notesSlide" Target="/ppt/notesSlides/notesSlide4.xml" Id="R22e848ff1cb54e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26-1">
            <a:extLst xmlns:a="http://schemas.openxmlformats.org/drawingml/2006/main">
              <a:ext uri="{FF2B5EF4-FFF2-40B4-BE49-F238E27FC236}">
                <a16:creationId xmlns:a16="http://schemas.microsoft.com/office/drawing/2014/main" id="{5B40A1FF-6C09-4B12-A43B-4AAA2915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26-1">
            <a:extLst xmlns:a="http://schemas.openxmlformats.org/drawingml/2006/main">
              <a:ext uri="{FF2B5EF4-FFF2-40B4-BE49-F238E27FC236}">
                <a16:creationId xmlns:a16="http://schemas.microsoft.com/office/drawing/2014/main" id="{D643E37C-77D6-4215-96AE-DD61A2FC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p03-full-001526</a:t>
            </a:r>
          </a:p>
        </p:txBody>
      </p:sp>
      <p:sp>
        <p:nvSpPr>
          <p:cNvPr id="3" name="qa-v2-r2-title-p03-full-001526-1">
            <a:extLst xmlns:a="http://schemas.openxmlformats.org/drawingml/2006/main">
              <a:ext uri="{FF2B5EF4-FFF2-40B4-BE49-F238E27FC236}">
                <a16:creationId xmlns:a16="http://schemas.microsoft.com/office/drawing/2014/main" id="{8BA7CCB4-E216-453E-A163-6C2878B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526-1">
            <a:extLst xmlns:a="http://schemas.openxmlformats.org/drawingml/2006/main">
              <a:ext uri="{FF2B5EF4-FFF2-40B4-BE49-F238E27FC236}">
                <a16:creationId xmlns:a16="http://schemas.microsoft.com/office/drawing/2014/main" id="{B7D66F0D-D87C-4F91-8ADC-B1B89413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p03-src-001526; p03-full-001080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573156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26-2">
            <a:extLst xmlns:a="http://schemas.openxmlformats.org/drawingml/2006/main">
              <a:ext uri="{FF2B5EF4-FFF2-40B4-BE49-F238E27FC236}">
                <a16:creationId xmlns:a16="http://schemas.microsoft.com/office/drawing/2014/main" id="{7E4526EE-9603-48C6-A84B-CEF8CC9B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26-2">
            <a:extLst xmlns:a="http://schemas.openxmlformats.org/drawingml/2006/main">
              <a:ext uri="{FF2B5EF4-FFF2-40B4-BE49-F238E27FC236}">
                <a16:creationId xmlns:a16="http://schemas.microsoft.com/office/drawing/2014/main" id="{B557A0F2-BA80-4091-9448-B4370F6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p03-full-001526</a:t>
            </a:r>
          </a:p>
        </p:txBody>
      </p:sp>
      <p:sp>
        <p:nvSpPr>
          <p:cNvPr id="3" name="qa-v2-r2-title-p03-full-001526-2">
            <a:extLst xmlns:a="http://schemas.openxmlformats.org/drawingml/2006/main">
              <a:ext uri="{FF2B5EF4-FFF2-40B4-BE49-F238E27FC236}">
                <a16:creationId xmlns:a16="http://schemas.microsoft.com/office/drawing/2014/main" id="{773178C6-1C20-43ED-8A81-ECD05EEC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526-2">
            <a:extLst xmlns:a="http://schemas.openxmlformats.org/drawingml/2006/main">
              <a:ext uri="{FF2B5EF4-FFF2-40B4-BE49-F238E27FC236}">
                <a16:creationId xmlns:a16="http://schemas.microsoft.com/office/drawing/2014/main" id="{8B80273B-DA7A-4600-922C-851F24B2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6135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26-3">
            <a:extLst xmlns:a="http://schemas.openxmlformats.org/drawingml/2006/main">
              <a:ext uri="{FF2B5EF4-FFF2-40B4-BE49-F238E27FC236}">
                <a16:creationId xmlns:a16="http://schemas.microsoft.com/office/drawing/2014/main" id="{94019BE9-1C11-4595-BE61-34F879D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26-3">
            <a:extLst xmlns:a="http://schemas.openxmlformats.org/drawingml/2006/main">
              <a:ext uri="{FF2B5EF4-FFF2-40B4-BE49-F238E27FC236}">
                <a16:creationId xmlns:a16="http://schemas.microsoft.com/office/drawing/2014/main" id="{197709A1-F76C-4CE9-B491-D09332D3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p03-full-001526</a:t>
            </a:r>
          </a:p>
        </p:txBody>
      </p:sp>
      <p:sp>
        <p:nvSpPr>
          <p:cNvPr id="3" name="qa-v2-r2-title-p03-full-001526-3">
            <a:extLst xmlns:a="http://schemas.openxmlformats.org/drawingml/2006/main">
              <a:ext uri="{FF2B5EF4-FFF2-40B4-BE49-F238E27FC236}">
                <a16:creationId xmlns:a16="http://schemas.microsoft.com/office/drawing/2014/main" id="{5A53E94D-5606-450B-B927-DA2A4E4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526-3">
            <a:extLst xmlns:a="http://schemas.openxmlformats.org/drawingml/2006/main">
              <a:ext uri="{FF2B5EF4-FFF2-40B4-BE49-F238E27FC236}">
                <a16:creationId xmlns:a16="http://schemas.microsoft.com/office/drawing/2014/main" id="{184214CF-7265-4784-9034-5111DD66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522474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26-4">
            <a:extLst xmlns:a="http://schemas.openxmlformats.org/drawingml/2006/main">
              <a:ext uri="{FF2B5EF4-FFF2-40B4-BE49-F238E27FC236}">
                <a16:creationId xmlns:a16="http://schemas.microsoft.com/office/drawing/2014/main" id="{7216781F-8F96-4431-AE25-C41D0D5C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26-4">
            <a:extLst xmlns:a="http://schemas.openxmlformats.org/drawingml/2006/main">
              <a:ext uri="{FF2B5EF4-FFF2-40B4-BE49-F238E27FC236}">
                <a16:creationId xmlns:a16="http://schemas.microsoft.com/office/drawing/2014/main" id="{861CF14F-7D72-4B9B-9E29-CBAD8263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p03-full-001526</a:t>
            </a:r>
          </a:p>
        </p:txBody>
      </p:sp>
      <p:sp>
        <p:nvSpPr>
          <p:cNvPr id="3" name="qa-v2-r2-title-p03-full-001526-4">
            <a:extLst xmlns:a="http://schemas.openxmlformats.org/drawingml/2006/main">
              <a:ext uri="{FF2B5EF4-FFF2-40B4-BE49-F238E27FC236}">
                <a16:creationId xmlns:a16="http://schemas.microsoft.com/office/drawing/2014/main" id="{616C201A-1F6F-4A7E-AE23-30061BCA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1526-4">
            <a:extLst xmlns:a="http://schemas.openxmlformats.org/drawingml/2006/main">
              <a:ext uri="{FF2B5EF4-FFF2-40B4-BE49-F238E27FC236}">
                <a16:creationId xmlns:a16="http://schemas.microsoft.com/office/drawing/2014/main" id="{57F2B21C-2AB5-46CA-9459-548FCA08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p03-src-001526 with p03-full-001080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522474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2026-08-25T13:15:26.2810000Z</dcterms:created>
  <dcterms:modified xsi:type="dcterms:W3CDTF">2026-08-25T13:15:26.2810000Z</dcterms:modified>
</coreProperties>
</file>