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858fe33b0ee4377" /><Relationship Type="http://schemas.openxmlformats.org/officeDocument/2006/relationships/extended-properties" Target="/docProps/app.xml" Id="Rb20892aaceab405c" /><Relationship Type="http://schemas.openxmlformats.org/officeDocument/2006/relationships/officeDocument" Target="/ppt/presentation.xml" Id="R2d5ca6bedc324ad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efc779b907e44fd"/>
  </p:sldMasterIdLst>
  <p:notesMasterIdLst>
    <p:notesMasterId xmlns:r="http://schemas.openxmlformats.org/officeDocument/2006/relationships" r:id="R022ef965e2064656"/>
  </p:notesMasterIdLst>
  <p:sldIdLst>
    <p:sldId xmlns:r="http://schemas.openxmlformats.org/officeDocument/2006/relationships" id="256" r:id="Rd8ada2f3ad9d4c97"/>
    <p:sldId xmlns:r="http://schemas.openxmlformats.org/officeDocument/2006/relationships" id="257" r:id="Rb8665dcbea9b474a"/>
    <p:sldId xmlns:r="http://schemas.openxmlformats.org/officeDocument/2006/relationships" id="258" r:id="R1df56dde52de493d"/>
    <p:sldId xmlns:r="http://schemas.openxmlformats.org/officeDocument/2006/relationships" id="259" r:id="R9322bd986ecb466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fe0025557a34079" /><Relationship Type="http://schemas.openxmlformats.org/officeDocument/2006/relationships/slideMaster" Target="/ppt/slideMasters/slideMaster1.xml" Id="R5efc779b907e44fd" /><Relationship Type="http://schemas.openxmlformats.org/officeDocument/2006/relationships/notesMaster" Target="/ppt/notesMasters/notesMaster1.xml" Id="R022ef965e2064656" /><Relationship Type="http://schemas.openxmlformats.org/officeDocument/2006/relationships/presProps" Target="/ppt/presProps.xml" Id="Re67b6be942f94b4c" /><Relationship Type="http://schemas.openxmlformats.org/officeDocument/2006/relationships/tableStyles" Target="/ppt/tableStyles.xml" Id="R04277654989e473f" /><Relationship Type="http://schemas.openxmlformats.org/officeDocument/2006/relationships/slide" Target="/ppt/slides/slide1.xml" Id="Rd8ada2f3ad9d4c97" /><Relationship Type="http://schemas.openxmlformats.org/officeDocument/2006/relationships/slide" Target="/ppt/slides/slide2.xml" Id="Rb8665dcbea9b474a" /><Relationship Type="http://schemas.openxmlformats.org/officeDocument/2006/relationships/slide" Target="/ppt/slides/slide3.xml" Id="R1df56dde52de493d" /><Relationship Type="http://schemas.openxmlformats.org/officeDocument/2006/relationships/slide" Target="/ppt/slides/slide4.xml" Id="R9322bd986ecb466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b0e45654595458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5bc0f79dfae40a4" /><Relationship Type="http://schemas.openxmlformats.org/officeDocument/2006/relationships/notesMaster" Target="/ppt/notesMasters/notesMaster1.xml" Id="R527767375ec146b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1bc2be131f84423" /><Relationship Type="http://schemas.openxmlformats.org/officeDocument/2006/relationships/notesMaster" Target="/ppt/notesMasters/notesMaster1.xml" Id="Rf5b4362601374a3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d015e80885440f0" /><Relationship Type="http://schemas.openxmlformats.org/officeDocument/2006/relationships/notesMaster" Target="/ppt/notesMasters/notesMaster1.xml" Id="R8e37652d1fcf413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2fb22a48b7b4dc5" /><Relationship Type="http://schemas.openxmlformats.org/officeDocument/2006/relationships/notesMaster" Target="/ppt/notesMasters/notesMaster1.xml" Id="Rcf5e670467144bf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8e8821feae4c8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362d9ab9f714021" /><Relationship Type="http://schemas.openxmlformats.org/officeDocument/2006/relationships/slideLayout" Target="/ppt/slideLayouts/slideLayout1.xml" Id="R94d514da54e24cb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4d514da54e24cb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8bf14fde2d41a6" /><Relationship Type="http://schemas.openxmlformats.org/officeDocument/2006/relationships/notesSlide" Target="/ppt/notesSlides/notesSlide1.xml" Id="Redfb857a89074cc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b2fd67cede4a5c" /><Relationship Type="http://schemas.openxmlformats.org/officeDocument/2006/relationships/notesSlide" Target="/ppt/notesSlides/notesSlide2.xml" Id="R8225f600d55c448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08191e5a814788" /><Relationship Type="http://schemas.openxmlformats.org/officeDocument/2006/relationships/notesSlide" Target="/ppt/notesSlides/notesSlide3.xml" Id="R40be52a4502d40b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8f4fe00f974f2c" /><Relationship Type="http://schemas.openxmlformats.org/officeDocument/2006/relationships/notesSlide" Target="/ppt/notesSlides/notesSlide4.xml" Id="R6ecee8525ba34fe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4574-1">
            <a:extLst xmlns:a="http://schemas.openxmlformats.org/drawingml/2006/main">
              <a:ext uri="{FF2B5EF4-FFF2-40B4-BE49-F238E27FC236}">
                <a16:creationId xmlns:a16="http://schemas.microsoft.com/office/drawing/2014/main" id="{89936E7F-55C4-47A1-A000-339DEA90D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4574-1">
            <a:extLst xmlns:a="http://schemas.openxmlformats.org/drawingml/2006/main">
              <a:ext uri="{FF2B5EF4-FFF2-40B4-BE49-F238E27FC236}">
                <a16:creationId xmlns:a16="http://schemas.microsoft.com/office/drawing/2014/main" id="{56FAAAA8-DC9B-4ECE-AAF4-D7AAB33B1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p03-full-004574</a:t>
            </a:r>
          </a:p>
        </p:txBody>
      </p:sp>
      <p:sp>
        <p:nvSpPr>
          <p:cNvPr id="3" name="qa-v2-r2-title-p03-full-004574-1">
            <a:extLst xmlns:a="http://schemas.openxmlformats.org/drawingml/2006/main">
              <a:ext uri="{FF2B5EF4-FFF2-40B4-BE49-F238E27FC236}">
                <a16:creationId xmlns:a16="http://schemas.microsoft.com/office/drawing/2014/main" id="{32FEF763-2D90-4CED-8E1B-EB2D577DF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context</a:t>
            </a:r>
          </a:p>
        </p:txBody>
      </p:sp>
      <p:sp>
        <p:nvSpPr>
          <p:cNvPr id="4" name="qa-v2-r2-body-p03-full-004574-1">
            <a:extLst xmlns:a="http://schemas.openxmlformats.org/drawingml/2006/main">
              <a:ext uri="{FF2B5EF4-FFF2-40B4-BE49-F238E27FC236}">
                <a16:creationId xmlns:a16="http://schemas.microsoft.com/office/drawing/2014/main" id="{3D286765-6E4A-4A31-A9ED-F260632DF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working notes checksum check security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briefing within desktop working. Declared review date: 2026-07-20.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assessment emphasizes dependency meaning, operational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relevance, and follow-up 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declared source is p03-src-004574; p03-full-001080 supplies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for an evidence lineage assessment.</a:t>
            </a:r>
          </a:p>
        </p:txBody>
      </p:sp>
    </p:spTree>
    <p:extLst>
      <p:ext uri="{BB962C8B-B14F-4D97-AF65-F5344CB8AC3E}">
        <p14:creationId xmlns:p14="http://schemas.microsoft.com/office/powerpoint/2010/main" val="15746024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4574-2">
            <a:extLst xmlns:a="http://schemas.openxmlformats.org/drawingml/2006/main">
              <a:ext uri="{FF2B5EF4-FFF2-40B4-BE49-F238E27FC236}">
                <a16:creationId xmlns:a16="http://schemas.microsoft.com/office/drawing/2014/main" id="{FADE856C-1D19-4A8B-A413-08972C37B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4574-2">
            <a:extLst xmlns:a="http://schemas.openxmlformats.org/drawingml/2006/main">
              <a:ext uri="{FF2B5EF4-FFF2-40B4-BE49-F238E27FC236}">
                <a16:creationId xmlns:a16="http://schemas.microsoft.com/office/drawing/2014/main" id="{A12FED67-F713-415F-B23D-644F53E88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p03-full-004574</a:t>
            </a:r>
          </a:p>
        </p:txBody>
      </p:sp>
      <p:sp>
        <p:nvSpPr>
          <p:cNvPr id="3" name="qa-v2-r2-title-p03-full-004574-2">
            <a:extLst xmlns:a="http://schemas.openxmlformats.org/drawingml/2006/main">
              <a:ext uri="{FF2B5EF4-FFF2-40B4-BE49-F238E27FC236}">
                <a16:creationId xmlns:a16="http://schemas.microsoft.com/office/drawing/2014/main" id="{BEF344B9-FF50-48A3-9573-AA9D4E1FD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Evidence and relationship</a:t>
            </a:r>
          </a:p>
        </p:txBody>
      </p:sp>
      <p:sp>
        <p:nvSpPr>
          <p:cNvPr id="4" name="qa-v2-r2-body-p03-full-004574-2">
            <a:extLst xmlns:a="http://schemas.openxmlformats.org/drawingml/2006/main">
              <a:ext uri="{FF2B5EF4-FFF2-40B4-BE49-F238E27FC236}">
                <a16:creationId xmlns:a16="http://schemas.microsoft.com/office/drawing/2014/main" id="{000BE04C-9702-419F-A00C-B33B71A16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evidence: Systems (CHS) is a fictional organization operating a managed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logistics and harbor-operations platform.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AC-27 frames the relationship, while Evidence Set 184 supports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counterexample-to-decision separation review of the source and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through dependency meaning, operational relevance, and follow-up action.</a:t>
            </a:r>
          </a:p>
        </p:txBody>
      </p:sp>
    </p:spTree>
    <p:extLst>
      <p:ext uri="{BB962C8B-B14F-4D97-AF65-F5344CB8AC3E}">
        <p14:creationId xmlns:p14="http://schemas.microsoft.com/office/powerpoint/2010/main" val="88052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4574-3">
            <a:extLst xmlns:a="http://schemas.openxmlformats.org/drawingml/2006/main">
              <a:ext uri="{FF2B5EF4-FFF2-40B4-BE49-F238E27FC236}">
                <a16:creationId xmlns:a16="http://schemas.microsoft.com/office/drawing/2014/main" id="{FCA9C44F-EFC0-4A7C-8047-EFDCA439E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4574-3">
            <a:extLst xmlns:a="http://schemas.openxmlformats.org/drawingml/2006/main">
              <a:ext uri="{FF2B5EF4-FFF2-40B4-BE49-F238E27FC236}">
                <a16:creationId xmlns:a16="http://schemas.microsoft.com/office/drawing/2014/main" id="{25869716-2D37-4334-91CD-C014D014D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p03-full-004574</a:t>
            </a:r>
          </a:p>
        </p:txBody>
      </p:sp>
      <p:sp>
        <p:nvSpPr>
          <p:cNvPr id="3" name="qa-v2-r2-title-p03-full-004574-3">
            <a:extLst xmlns:a="http://schemas.openxmlformats.org/drawingml/2006/main">
              <a:ext uri="{FF2B5EF4-FFF2-40B4-BE49-F238E27FC236}">
                <a16:creationId xmlns:a16="http://schemas.microsoft.com/office/drawing/2014/main" id="{3C970DDD-3B2D-4799-97B4-16BA0082E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test</a:t>
            </a:r>
          </a:p>
        </p:txBody>
      </p:sp>
      <p:sp>
        <p:nvSpPr>
          <p:cNvPr id="4" name="qa-v2-r2-body-p03-full-004574-3">
            <a:extLst xmlns:a="http://schemas.openxmlformats.org/drawingml/2006/main">
              <a:ext uri="{FF2B5EF4-FFF2-40B4-BE49-F238E27FC236}">
                <a16:creationId xmlns:a16="http://schemas.microsoft.com/office/drawing/2014/main" id="{9B81AA34-872E-463D-B1A6-958F7C9CB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The reviewer tests whether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corroborates the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If the record fails that test, confirm the evidence chain; do not carry the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RISK-031 treatment forward by default.</a:t>
            </a:r>
          </a:p>
        </p:txBody>
      </p:sp>
    </p:spTree>
    <p:extLst>
      <p:ext uri="{BB962C8B-B14F-4D97-AF65-F5344CB8AC3E}">
        <p14:creationId xmlns:p14="http://schemas.microsoft.com/office/powerpoint/2010/main" val="2199415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4574-4">
            <a:extLst xmlns:a="http://schemas.openxmlformats.org/drawingml/2006/main">
              <a:ext uri="{FF2B5EF4-FFF2-40B4-BE49-F238E27FC236}">
                <a16:creationId xmlns:a16="http://schemas.microsoft.com/office/drawing/2014/main" id="{B2F51E24-8803-48E8-8A59-35E4F6E10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4574-4">
            <a:extLst xmlns:a="http://schemas.openxmlformats.org/drawingml/2006/main">
              <a:ext uri="{FF2B5EF4-FFF2-40B4-BE49-F238E27FC236}">
                <a16:creationId xmlns:a16="http://schemas.microsoft.com/office/drawing/2014/main" id="{C177194E-7662-405E-9C4E-07BDB36A6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p03-full-004574</a:t>
            </a:r>
          </a:p>
        </p:txBody>
      </p:sp>
      <p:sp>
        <p:nvSpPr>
          <p:cNvPr id="3" name="qa-v2-r2-title-p03-full-004574-4">
            <a:extLst xmlns:a="http://schemas.openxmlformats.org/drawingml/2006/main">
              <a:ext uri="{FF2B5EF4-FFF2-40B4-BE49-F238E27FC236}">
                <a16:creationId xmlns:a16="http://schemas.microsoft.com/office/drawing/2014/main" id="{540F8552-2F53-4E90-B36F-15156AD9E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Boundary and next action</a:t>
            </a:r>
          </a:p>
        </p:txBody>
      </p:sp>
      <p:sp>
        <p:nvSpPr>
          <p:cNvPr id="4" name="qa-v2-r2-body-p03-full-004574-4">
            <a:extLst xmlns:a="http://schemas.openxmlformats.org/drawingml/2006/main">
              <a:ext uri="{FF2B5EF4-FFF2-40B4-BE49-F238E27FC236}">
                <a16:creationId xmlns:a16="http://schemas.microsoft.com/office/drawing/2014/main" id="{C61D13F4-1510-475E-9067-8CA1CB719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At the next checkpoint, compare p03-src-004574 with p03-full-001080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document the change in evidence lineage.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closure note must distinguish evidence that supports the decision from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similar-looking but unrelated record.</a:t>
            </a:r>
          </a:p>
        </p:txBody>
      </p:sp>
    </p:spTree>
    <p:extLst>
      <p:ext uri="{BB962C8B-B14F-4D97-AF65-F5344CB8AC3E}">
        <p14:creationId xmlns:p14="http://schemas.microsoft.com/office/powerpoint/2010/main" val="2199415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2026-08-25T13:15:47.6030000Z</dcterms:created>
  <dcterms:modified xsi:type="dcterms:W3CDTF">2026-08-25T13:15:47.6030000Z</dcterms:modified>
</coreProperties>
</file>