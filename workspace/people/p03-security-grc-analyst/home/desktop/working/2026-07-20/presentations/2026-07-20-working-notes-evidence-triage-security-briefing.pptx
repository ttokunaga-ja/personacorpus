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22e6082fd34e2e" /><Relationship Type="http://schemas.openxmlformats.org/officeDocument/2006/relationships/extended-properties" Target="/docProps/app.xml" Id="R2fceba795ead4c40" /><Relationship Type="http://schemas.openxmlformats.org/officeDocument/2006/relationships/officeDocument" Target="/ppt/presentation.xml" Id="R195279e295574e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6a675012db4684"/>
  </p:sldMasterIdLst>
  <p:notesMasterIdLst>
    <p:notesMasterId xmlns:r="http://schemas.openxmlformats.org/officeDocument/2006/relationships" r:id="R4ce11b50ff154ab4"/>
  </p:notesMasterIdLst>
  <p:sldIdLst>
    <p:sldId xmlns:r="http://schemas.openxmlformats.org/officeDocument/2006/relationships" id="256" r:id="R8a9c8e3790c743f5"/>
    <p:sldId xmlns:r="http://schemas.openxmlformats.org/officeDocument/2006/relationships" id="257" r:id="Rac0b97d2ca094d9f"/>
    <p:sldId xmlns:r="http://schemas.openxmlformats.org/officeDocument/2006/relationships" id="258" r:id="R362996f8f425433a"/>
    <p:sldId xmlns:r="http://schemas.openxmlformats.org/officeDocument/2006/relationships" id="259" r:id="R5f57e8dcec1c4b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b8f0d03e8e49dd" /><Relationship Type="http://schemas.openxmlformats.org/officeDocument/2006/relationships/slideMaster" Target="/ppt/slideMasters/slideMaster1.xml" Id="Re76a675012db4684" /><Relationship Type="http://schemas.openxmlformats.org/officeDocument/2006/relationships/notesMaster" Target="/ppt/notesMasters/notesMaster1.xml" Id="R4ce11b50ff154ab4" /><Relationship Type="http://schemas.openxmlformats.org/officeDocument/2006/relationships/presProps" Target="/ppt/presProps.xml" Id="R3ebe5484ebd74ee7" /><Relationship Type="http://schemas.openxmlformats.org/officeDocument/2006/relationships/tableStyles" Target="/ppt/tableStyles.xml" Id="R65c4b31c43794c4e" /><Relationship Type="http://schemas.openxmlformats.org/officeDocument/2006/relationships/slide" Target="/ppt/slides/slide1.xml" Id="R8a9c8e3790c743f5" /><Relationship Type="http://schemas.openxmlformats.org/officeDocument/2006/relationships/slide" Target="/ppt/slides/slide2.xml" Id="Rac0b97d2ca094d9f" /><Relationship Type="http://schemas.openxmlformats.org/officeDocument/2006/relationships/slide" Target="/ppt/slides/slide3.xml" Id="R362996f8f425433a" /><Relationship Type="http://schemas.openxmlformats.org/officeDocument/2006/relationships/slide" Target="/ppt/slides/slide4.xml" Id="R5f57e8dcec1c4b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b2b1f24b5240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1ef3f6d77b46b6" /><Relationship Type="http://schemas.openxmlformats.org/officeDocument/2006/relationships/notesMaster" Target="/ppt/notesMasters/notesMaster1.xml" Id="R8323b4eb1cd24f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78cfa21c794c55" /><Relationship Type="http://schemas.openxmlformats.org/officeDocument/2006/relationships/notesMaster" Target="/ppt/notesMasters/notesMaster1.xml" Id="Rc20b7d3a71cc4b6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96daa3492947d3" /><Relationship Type="http://schemas.openxmlformats.org/officeDocument/2006/relationships/notesMaster" Target="/ppt/notesMasters/notesMaster1.xml" Id="R447646b97a2a452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079144f86241a7" /><Relationship Type="http://schemas.openxmlformats.org/officeDocument/2006/relationships/notesMaster" Target="/ppt/notesMasters/notesMaster1.xml" Id="R74b46de14d2a40e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12be165acd45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7da88649de4333" /><Relationship Type="http://schemas.openxmlformats.org/officeDocument/2006/relationships/slideLayout" Target="/ppt/slideLayouts/slideLayout1.xml" Id="Rf3e0273b53df45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e0273b53df45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07a8fe9423414e" /><Relationship Type="http://schemas.openxmlformats.org/officeDocument/2006/relationships/notesSlide" Target="/ppt/notesSlides/notesSlide1.xml" Id="Rde429bc426af49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c72cb97ee74e41" /><Relationship Type="http://schemas.openxmlformats.org/officeDocument/2006/relationships/notesSlide" Target="/ppt/notesSlides/notesSlide2.xml" Id="R0ed59bbc47f543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82e61edb545c3" /><Relationship Type="http://schemas.openxmlformats.org/officeDocument/2006/relationships/notesSlide" Target="/ppt/notesSlides/notesSlide3.xml" Id="Rae2e011a04af40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2148b9d7b4fef" /><Relationship Type="http://schemas.openxmlformats.org/officeDocument/2006/relationships/notesSlide" Target="/ppt/notesSlides/notesSlide4.xml" Id="Rf63878a04fba4d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028-1">
            <a:extLst xmlns:a="http://schemas.openxmlformats.org/drawingml/2006/main">
              <a:ext uri="{FF2B5EF4-FFF2-40B4-BE49-F238E27FC236}">
                <a16:creationId xmlns:a16="http://schemas.microsoft.com/office/drawing/2014/main" id="{6FA10810-EDA1-4BE1-87F3-D08ED120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028-1">
            <a:extLst xmlns:a="http://schemas.openxmlformats.org/drawingml/2006/main">
              <a:ext uri="{FF2B5EF4-FFF2-40B4-BE49-F238E27FC236}">
                <a16:creationId xmlns:a16="http://schemas.microsoft.com/office/drawing/2014/main" id="{2959BE02-FA02-447C-9BFD-0CBD1F39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p03-full-005028</a:t>
            </a:r>
          </a:p>
        </p:txBody>
      </p:sp>
      <p:sp>
        <p:nvSpPr>
          <p:cNvPr id="3" name="qa-v2-r2-title-p03-full-005028-1">
            <a:extLst xmlns:a="http://schemas.openxmlformats.org/drawingml/2006/main">
              <a:ext uri="{FF2B5EF4-FFF2-40B4-BE49-F238E27FC236}">
                <a16:creationId xmlns:a16="http://schemas.microsoft.com/office/drawing/2014/main" id="{E396E84F-4ADD-404D-9B85-50412E8E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5028-1">
            <a:extLst xmlns:a="http://schemas.openxmlformats.org/drawingml/2006/main">
              <a:ext uri="{FF2B5EF4-FFF2-40B4-BE49-F238E27FC236}">
                <a16:creationId xmlns:a16="http://schemas.microsoft.com/office/drawing/2014/main" id="{EB888CBA-3448-4F17-98CF-BE7992E9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working notes evidence triage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desktop working. Declared review date: 2026-07-20.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p03-src-005028; p03-full-000225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an approval boundary assessment.</a:t>
            </a:r>
          </a:p>
        </p:txBody>
      </p:sp>
    </p:spTree>
    <p:extLst>
      <p:ext uri="{BB962C8B-B14F-4D97-AF65-F5344CB8AC3E}">
        <p14:creationId xmlns:p14="http://schemas.microsoft.com/office/powerpoint/2010/main" val="4390466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028-2">
            <a:extLst xmlns:a="http://schemas.openxmlformats.org/drawingml/2006/main">
              <a:ext uri="{FF2B5EF4-FFF2-40B4-BE49-F238E27FC236}">
                <a16:creationId xmlns:a16="http://schemas.microsoft.com/office/drawing/2014/main" id="{77416C34-CC5C-4325-970E-EC55E192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028-2">
            <a:extLst xmlns:a="http://schemas.openxmlformats.org/drawingml/2006/main">
              <a:ext uri="{FF2B5EF4-FFF2-40B4-BE49-F238E27FC236}">
                <a16:creationId xmlns:a16="http://schemas.microsoft.com/office/drawing/2014/main" id="{C0E9D9DF-F3E4-456D-8072-92EEE2295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p03-full-005028</a:t>
            </a:r>
          </a:p>
        </p:txBody>
      </p:sp>
      <p:sp>
        <p:nvSpPr>
          <p:cNvPr id="3" name="qa-v2-r2-title-p03-full-005028-2">
            <a:extLst xmlns:a="http://schemas.openxmlformats.org/drawingml/2006/main">
              <a:ext uri="{FF2B5EF4-FFF2-40B4-BE49-F238E27FC236}">
                <a16:creationId xmlns:a16="http://schemas.microsoft.com/office/drawing/2014/main" id="{215DB341-EC3A-4AA2-A22C-7114D84BB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5028-2">
            <a:extLst xmlns:a="http://schemas.openxmlformats.org/drawingml/2006/main">
              <a:ext uri="{FF2B5EF4-FFF2-40B4-BE49-F238E27FC236}">
                <a16:creationId xmlns:a16="http://schemas.microsoft.com/office/drawing/2014/main" id="{9125E85C-99F3-4F86-BBF4-FFD4BB06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Systems (CHS) is a fictional organization operating a managed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logistics and harbor-operations platform.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subject-to-record alignment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377164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028-3">
            <a:extLst xmlns:a="http://schemas.openxmlformats.org/drawingml/2006/main">
              <a:ext uri="{FF2B5EF4-FFF2-40B4-BE49-F238E27FC236}">
                <a16:creationId xmlns:a16="http://schemas.microsoft.com/office/drawing/2014/main" id="{69E6E259-910D-4540-99F0-1B60B3D1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028-3">
            <a:extLst xmlns:a="http://schemas.openxmlformats.org/drawingml/2006/main">
              <a:ext uri="{FF2B5EF4-FFF2-40B4-BE49-F238E27FC236}">
                <a16:creationId xmlns:a16="http://schemas.microsoft.com/office/drawing/2014/main" id="{1073DF94-512C-4047-AC7C-8EFB9291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p03-full-005028</a:t>
            </a:r>
          </a:p>
        </p:txBody>
      </p:sp>
      <p:sp>
        <p:nvSpPr>
          <p:cNvPr id="3" name="qa-v2-r2-title-p03-full-005028-3">
            <a:extLst xmlns:a="http://schemas.openxmlformats.org/drawingml/2006/main">
              <a:ext uri="{FF2B5EF4-FFF2-40B4-BE49-F238E27FC236}">
                <a16:creationId xmlns:a16="http://schemas.microsoft.com/office/drawing/2014/main" id="{AEFA9E8E-61B0-422B-96BE-E47197BA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5028-3">
            <a:extLst xmlns:a="http://schemas.openxmlformats.org/drawingml/2006/main">
              <a:ext uri="{FF2B5EF4-FFF2-40B4-BE49-F238E27FC236}">
                <a16:creationId xmlns:a16="http://schemas.microsoft.com/office/drawing/2014/main" id="{E593E8DD-7329-4C42-AC4D-4020F523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test the source relationship;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0459861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5028-4">
            <a:extLst xmlns:a="http://schemas.openxmlformats.org/drawingml/2006/main">
              <a:ext uri="{FF2B5EF4-FFF2-40B4-BE49-F238E27FC236}">
                <a16:creationId xmlns:a16="http://schemas.microsoft.com/office/drawing/2014/main" id="{B1727796-1E3F-4351-AE2D-10ED35C1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5028-4">
            <a:extLst xmlns:a="http://schemas.openxmlformats.org/drawingml/2006/main">
              <a:ext uri="{FF2B5EF4-FFF2-40B4-BE49-F238E27FC236}">
                <a16:creationId xmlns:a16="http://schemas.microsoft.com/office/drawing/2014/main" id="{F603EE24-D03C-4647-A976-18213E11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p03-full-005028</a:t>
            </a:r>
          </a:p>
        </p:txBody>
      </p:sp>
      <p:sp>
        <p:nvSpPr>
          <p:cNvPr id="3" name="qa-v2-r2-title-p03-full-005028-4">
            <a:extLst xmlns:a="http://schemas.openxmlformats.org/drawingml/2006/main">
              <a:ext uri="{FF2B5EF4-FFF2-40B4-BE49-F238E27FC236}">
                <a16:creationId xmlns:a16="http://schemas.microsoft.com/office/drawing/2014/main" id="{30A13F28-45D4-4184-AB0E-CFA3DF94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5028-4">
            <a:extLst xmlns:a="http://schemas.openxmlformats.org/drawingml/2006/main">
              <a:ext uri="{FF2B5EF4-FFF2-40B4-BE49-F238E27FC236}">
                <a16:creationId xmlns:a16="http://schemas.microsoft.com/office/drawing/2014/main" id="{A076235E-76AE-4351-9E69-8390B9BA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p03-src-005028 with p03-full-000225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approval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045986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2026-08-25T13:16:08.9280000Z</dcterms:created>
  <dcterms:modified xsi:type="dcterms:W3CDTF">2026-08-25T13:16:08.9280000Z</dcterms:modified>
</coreProperties>
</file>