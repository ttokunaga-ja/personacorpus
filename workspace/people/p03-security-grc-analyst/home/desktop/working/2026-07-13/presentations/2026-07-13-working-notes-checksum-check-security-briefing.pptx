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8f5fd262d540d3" /><Relationship Type="http://schemas.openxmlformats.org/officeDocument/2006/relationships/extended-properties" Target="/docProps/app.xml" Id="R9ae514340e8444f9" /><Relationship Type="http://schemas.openxmlformats.org/officeDocument/2006/relationships/officeDocument" Target="/ppt/presentation.xml" Id="Ra5045ae70c4c47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bf1c58f69247e4"/>
  </p:sldMasterIdLst>
  <p:notesMasterIdLst>
    <p:notesMasterId xmlns:r="http://schemas.openxmlformats.org/officeDocument/2006/relationships" r:id="R85437c45c1224960"/>
  </p:notesMasterIdLst>
  <p:sldIdLst>
    <p:sldId xmlns:r="http://schemas.openxmlformats.org/officeDocument/2006/relationships" id="256" r:id="Rdab1bcacbb9c402c"/>
    <p:sldId xmlns:r="http://schemas.openxmlformats.org/officeDocument/2006/relationships" id="257" r:id="Rc7ba27fa84d543ce"/>
    <p:sldId xmlns:r="http://schemas.openxmlformats.org/officeDocument/2006/relationships" id="258" r:id="R86beda71d87848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69f279aa1c4bae" /><Relationship Type="http://schemas.openxmlformats.org/officeDocument/2006/relationships/slideMaster" Target="/ppt/slideMasters/slideMaster1.xml" Id="R77bf1c58f69247e4" /><Relationship Type="http://schemas.openxmlformats.org/officeDocument/2006/relationships/notesMaster" Target="/ppt/notesMasters/notesMaster1.xml" Id="R85437c45c1224960" /><Relationship Type="http://schemas.openxmlformats.org/officeDocument/2006/relationships/presProps" Target="/ppt/presProps.xml" Id="Re56c6f47a9a34f0a" /><Relationship Type="http://schemas.openxmlformats.org/officeDocument/2006/relationships/tableStyles" Target="/ppt/tableStyles.xml" Id="Rb57da6a06bbb4a7c" /><Relationship Type="http://schemas.openxmlformats.org/officeDocument/2006/relationships/slide" Target="/ppt/slides/slide1.xml" Id="Rdab1bcacbb9c402c" /><Relationship Type="http://schemas.openxmlformats.org/officeDocument/2006/relationships/slide" Target="/ppt/slides/slide2.xml" Id="Rc7ba27fa84d543ce" /><Relationship Type="http://schemas.openxmlformats.org/officeDocument/2006/relationships/slide" Target="/ppt/slides/slide3.xml" Id="R86beda71d87848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177efdb1b542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4715452f2547b1" /><Relationship Type="http://schemas.openxmlformats.org/officeDocument/2006/relationships/notesMaster" Target="/ppt/notesMasters/notesMaster1.xml" Id="Re98c72e5cd0049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0f7aba403f423a" /><Relationship Type="http://schemas.openxmlformats.org/officeDocument/2006/relationships/notesMaster" Target="/ppt/notesMasters/notesMaster1.xml" Id="Rfb4d375442954d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cb63b9beb14a8e" /><Relationship Type="http://schemas.openxmlformats.org/officeDocument/2006/relationships/notesMaster" Target="/ppt/notesMasters/notesMaster1.xml" Id="Ra88a522551434a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010e30597e45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2ffabc8ed0416d" /><Relationship Type="http://schemas.openxmlformats.org/officeDocument/2006/relationships/slideLayout" Target="/ppt/slideLayouts/slideLayout1.xml" Id="Rf827931d79d44b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27931d79d44b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24931822d42c0" /><Relationship Type="http://schemas.openxmlformats.org/officeDocument/2006/relationships/notesSlide" Target="/ppt/notesSlides/notesSlide1.xml" Id="Rc15e03a43df749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5517886904103" /><Relationship Type="http://schemas.openxmlformats.org/officeDocument/2006/relationships/notesSlide" Target="/ppt/notesSlides/notesSlide2.xml" Id="R459125f9ca7240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baa64f5f04f57" /><Relationship Type="http://schemas.openxmlformats.org/officeDocument/2006/relationships/notesSlide" Target="/ppt/notesSlides/notesSlide3.xml" Id="R07385c81114242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5ECE3-A410-4011-9D52-6EF30E2F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COBALT HARBOR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6AE48-A290-4F0B-BEA3-04393EE7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Checksum provenance: AC-27 working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0B88B-541F-4272-85C7-F5D08360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</a:defRPr>
            </a:pPr>
            <a:r>
              <a:rPr sz="1650">
                <a:solidFill>
                  <a:srgbClr val="4B5563"/>
                </a:solidFill>
              </a:rPr>
              <a:t>2026-07-13 | CASE-260713-184 | Evidence set 184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ED96F-8356-441E-8CAF-7A5B1896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52500"/>
            <a:ext cx="285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3DFD7-4AA2-4CEA-BC6C-1801B763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REVIEW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8B1DF-871A-4D35-BA20-F2DF7FFF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2000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Synthetic defensive evidence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incident conclusion.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live-system access.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Kio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6702B-E9A1-484A-8002-BAB4A1FF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280"/>
                </a:solidFill>
              </a:defRPr>
            </a:pPr>
            <a:r>
              <a:rPr sz="900">
                <a:solidFill>
                  <a:srgbClr val="6B7280"/>
                </a:solidFill>
              </a:rPr>
              <a:t>2026-07-13-working-notes-checksum-check-security-briefing-pptx</a:t>
            </a:r>
          </a:p>
        </p:txBody>
      </p:sp>
    </p:spTree>
    <p:extLst>
      <p:ext uri="{BB962C8B-B14F-4D97-AF65-F5344CB8AC3E}">
        <p14:creationId xmlns:p14="http://schemas.microsoft.com/office/powerpoint/2010/main" val="7516498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6940B-4FBC-4C43-99AF-F10E21E5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Evidence chain keeps the review accountable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400A4-9243-4F7D-B408-9D977DC6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E3771-9317-4468-A2A0-E7D7C0C9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E18E3-FE93-4138-BB57-080C40D6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Local foundation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A4A8A-6796-4E73-8EFA-0225CC3F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Compare the local manifest reference with EV-184-19 and retain the reviewer-visible digest trail.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26D8D-B4BA-4FDE-AE6F-75715306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FE703-5627-4D0E-898D-53EA3055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3B235-EDDC-40DF-90F4-C5B02530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GRC review note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BD7D2-428A-49F2-A451-34A7CB44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For this review, checksum provenance keeps the assigned 2026-07-13 label distinct from the local source period.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B5101-9C73-4BCA-96C8-C2436A34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C0F71-35CD-4EE2-8143-663773A2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137DD-9E55-4D6B-B238-9CF78AFA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Bounded disposition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4F80B9-F571-4D80-932F-4A209A04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Escalate only a documentation gap; do not characterize a checksum variance as system compromise.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9B555-DF55-4A39-845B-A491C84C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Evidence reference: p03-full-003707</a:t>
            </a:r>
          </a:p>
        </p:txBody>
      </p:sp>
    </p:spTree>
    <p:extLst>
      <p:ext uri="{BB962C8B-B14F-4D97-AF65-F5344CB8AC3E}">
        <p14:creationId xmlns:p14="http://schemas.microsoft.com/office/powerpoint/2010/main" val="33975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54BEC-BC96-4120-88AC-7A2DB3BC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Decision record for the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D5E77-AFB6-496B-A867-8636AE0B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</a:defRPr>
            </a:pPr>
            <a:r>
              <a:rPr sz="1650">
                <a:solidFill>
                  <a:srgbClr val="4B5563"/>
                </a:solidFill>
              </a:rPr>
              <a:t>What the reviewer should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48A12-0BE8-4593-93E8-C3CD1A50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856D6-5992-4E09-83FA-7098EDA7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574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Compare the local manifest reference with EV-184-19 and retain the reviewer-visible digest trail.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D78FF-DAC7-4ACD-9E97-54F7C134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4F888-6255-4F64-A31B-C06835F7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956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Escalate only a documentation gap; do not characterize a checksum variance as system compromise.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066F0-CFAF-4922-BD22-EBF49DC1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4DCD0-9F45-46D9-84EF-6892CDA8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338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Confirm evidence-chain linkage to CASE-260713-184 using p03-full-003707.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029C5-FF38-4C40-9B47-07CDA80E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C4F41-C673-4F94-8903-5D7F66A0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Keep the AC-27 trace bounded to synthetic local records and retain residual risk as Medium after compensating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220FC-D217-4D33-85EC-90EB0010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Aegis Assurance | AC-27 | Cobalt Harbor Systems</a:t>
            </a:r>
          </a:p>
        </p:txBody>
      </p:sp>
    </p:spTree>
    <p:extLst>
      <p:ext uri="{BB962C8B-B14F-4D97-AF65-F5344CB8AC3E}">
        <p14:creationId xmlns:p14="http://schemas.microsoft.com/office/powerpoint/2010/main" val="1836829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2026-08-24T17:18:40.8510000Z</dcterms:created>
  <dcterms:modified xsi:type="dcterms:W3CDTF">2026-08-24T17:18:40.8520000Z</dcterms:modified>
</coreProperties>
</file>