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49b4fe0f50471f" /><Relationship Type="http://schemas.openxmlformats.org/officeDocument/2006/relationships/extended-properties" Target="/docProps/app.xml" Id="R3939dd3b354d43f3" /><Relationship Type="http://schemas.openxmlformats.org/officeDocument/2006/relationships/officeDocument" Target="/ppt/presentation.xml" Id="Rb3c5aed4d96842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e4ac05763d4e91"/>
  </p:sldMasterIdLst>
  <p:notesMasterIdLst>
    <p:notesMasterId xmlns:r="http://schemas.openxmlformats.org/officeDocument/2006/relationships" r:id="R4750da28bf7046cf"/>
  </p:notesMasterIdLst>
  <p:sldIdLst>
    <p:sldId xmlns:r="http://schemas.openxmlformats.org/officeDocument/2006/relationships" id="256" r:id="R69f349cc333a4854"/>
    <p:sldId xmlns:r="http://schemas.openxmlformats.org/officeDocument/2006/relationships" id="257" r:id="Rb8130d49852e4bd1"/>
    <p:sldId xmlns:r="http://schemas.openxmlformats.org/officeDocument/2006/relationships" id="258" r:id="R928f89a06f814fcb"/>
    <p:sldId xmlns:r="http://schemas.openxmlformats.org/officeDocument/2006/relationships" id="259" r:id="R4f3c2f97e57b4e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efc72c013b4e6a" /><Relationship Type="http://schemas.openxmlformats.org/officeDocument/2006/relationships/slideMaster" Target="/ppt/slideMasters/slideMaster1.xml" Id="R13e4ac05763d4e91" /><Relationship Type="http://schemas.openxmlformats.org/officeDocument/2006/relationships/notesMaster" Target="/ppt/notesMasters/notesMaster1.xml" Id="R4750da28bf7046cf" /><Relationship Type="http://schemas.openxmlformats.org/officeDocument/2006/relationships/presProps" Target="/ppt/presProps.xml" Id="R2ae277637d5841c5" /><Relationship Type="http://schemas.openxmlformats.org/officeDocument/2006/relationships/tableStyles" Target="/ppt/tableStyles.xml" Id="Ra64ab11244e64888" /><Relationship Type="http://schemas.openxmlformats.org/officeDocument/2006/relationships/slide" Target="/ppt/slides/slide1.xml" Id="R69f349cc333a4854" /><Relationship Type="http://schemas.openxmlformats.org/officeDocument/2006/relationships/slide" Target="/ppt/slides/slide2.xml" Id="Rb8130d49852e4bd1" /><Relationship Type="http://schemas.openxmlformats.org/officeDocument/2006/relationships/slide" Target="/ppt/slides/slide3.xml" Id="R928f89a06f814fcb" /><Relationship Type="http://schemas.openxmlformats.org/officeDocument/2006/relationships/slide" Target="/ppt/slides/slide4.xml" Id="R4f3c2f97e57b4e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c4d7cde63343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b3a2a908214331" /><Relationship Type="http://schemas.openxmlformats.org/officeDocument/2006/relationships/notesMaster" Target="/ppt/notesMasters/notesMaster1.xml" Id="R0721129be2ca41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baf443b39d4334" /><Relationship Type="http://schemas.openxmlformats.org/officeDocument/2006/relationships/notesMaster" Target="/ppt/notesMasters/notesMaster1.xml" Id="R97264ec7e10742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f468bd308f44d5" /><Relationship Type="http://schemas.openxmlformats.org/officeDocument/2006/relationships/notesMaster" Target="/ppt/notesMasters/notesMaster1.xml" Id="Rb3468cf5387d48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4dc229633a40fc" /><Relationship Type="http://schemas.openxmlformats.org/officeDocument/2006/relationships/notesMaster" Target="/ppt/notesMasters/notesMaster1.xml" Id="R344cb2d3bee649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0637a713e42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062d5d4b4e4fcd" /><Relationship Type="http://schemas.openxmlformats.org/officeDocument/2006/relationships/slideLayout" Target="/ppt/slideLayouts/slideLayout1.xml" Id="Rfff9b9f589064b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f9b9f589064b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d923306094c18" /><Relationship Type="http://schemas.openxmlformats.org/officeDocument/2006/relationships/notesSlide" Target="/ppt/notesSlides/notesSlide1.xml" Id="Rab7db6119eda4f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c2085b43744f9" /><Relationship Type="http://schemas.openxmlformats.org/officeDocument/2006/relationships/notesSlide" Target="/ppt/notesSlides/notesSlide2.xml" Id="R0758b0d5c15f4e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77ed11be24a1c" /><Relationship Type="http://schemas.openxmlformats.org/officeDocument/2006/relationships/notesSlide" Target="/ppt/notesSlides/notesSlide3.xml" Id="R76e20fa3b2ab45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9c37b4e6f453a" /><Relationship Type="http://schemas.openxmlformats.org/officeDocument/2006/relationships/notesSlide" Target="/ppt/notesSlides/notesSlide4.xml" Id="R5c9f722dbdc843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728-1">
            <a:extLst xmlns:a="http://schemas.openxmlformats.org/drawingml/2006/main">
              <a:ext uri="{FF2B5EF4-FFF2-40B4-BE49-F238E27FC236}">
                <a16:creationId xmlns:a16="http://schemas.microsoft.com/office/drawing/2014/main" id="{3D1AB151-CD83-4D8C-BFBD-20B5D3A5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728-1">
            <a:extLst xmlns:a="http://schemas.openxmlformats.org/drawingml/2006/main">
              <a:ext uri="{FF2B5EF4-FFF2-40B4-BE49-F238E27FC236}">
                <a16:creationId xmlns:a16="http://schemas.microsoft.com/office/drawing/2014/main" id="{F36D49FD-90A7-4366-B38F-8CAFF189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p03-full-004728</a:t>
            </a:r>
          </a:p>
        </p:txBody>
      </p:sp>
      <p:sp>
        <p:nvSpPr>
          <p:cNvPr id="3" name="qa-v2-r2-title-p03-full-004728-1">
            <a:extLst xmlns:a="http://schemas.openxmlformats.org/drawingml/2006/main">
              <a:ext uri="{FF2B5EF4-FFF2-40B4-BE49-F238E27FC236}">
                <a16:creationId xmlns:a16="http://schemas.microsoft.com/office/drawing/2014/main" id="{7C9AAE64-9F0E-47D8-B90B-E88E14BD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4728-1">
            <a:extLst xmlns:a="http://schemas.openxmlformats.org/drawingml/2006/main">
              <a:ext uri="{FF2B5EF4-FFF2-40B4-BE49-F238E27FC236}">
                <a16:creationId xmlns:a16="http://schemas.microsoft.com/office/drawing/2014/main" id="{293A2C10-3226-433C-82A8-62E60585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working notes evidence triage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desktop working. Declared review date: 2026-07-13.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p03-src-004728; p03-full-000225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evidence lineage assessment.</a:t>
            </a:r>
          </a:p>
        </p:txBody>
      </p:sp>
    </p:spTree>
    <p:extLst>
      <p:ext uri="{BB962C8B-B14F-4D97-AF65-F5344CB8AC3E}">
        <p14:creationId xmlns:p14="http://schemas.microsoft.com/office/powerpoint/2010/main" val="267282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728-2">
            <a:extLst xmlns:a="http://schemas.openxmlformats.org/drawingml/2006/main">
              <a:ext uri="{FF2B5EF4-FFF2-40B4-BE49-F238E27FC236}">
                <a16:creationId xmlns:a16="http://schemas.microsoft.com/office/drawing/2014/main" id="{73EA2A45-1158-439E-9034-8661FA0B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728-2">
            <a:extLst xmlns:a="http://schemas.openxmlformats.org/drawingml/2006/main">
              <a:ext uri="{FF2B5EF4-FFF2-40B4-BE49-F238E27FC236}">
                <a16:creationId xmlns:a16="http://schemas.microsoft.com/office/drawing/2014/main" id="{99E7F0B2-E530-48A6-B635-FA2045B6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p03-full-004728</a:t>
            </a:r>
          </a:p>
        </p:txBody>
      </p:sp>
      <p:sp>
        <p:nvSpPr>
          <p:cNvPr id="3" name="qa-v2-r2-title-p03-full-004728-2">
            <a:extLst xmlns:a="http://schemas.openxmlformats.org/drawingml/2006/main">
              <a:ext uri="{FF2B5EF4-FFF2-40B4-BE49-F238E27FC236}">
                <a16:creationId xmlns:a16="http://schemas.microsoft.com/office/drawing/2014/main" id="{B0929301-0377-4F7D-B13E-36114C7D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4728-2">
            <a:extLst xmlns:a="http://schemas.openxmlformats.org/drawingml/2006/main">
              <a:ext uri="{FF2B5EF4-FFF2-40B4-BE49-F238E27FC236}">
                <a16:creationId xmlns:a16="http://schemas.microsoft.com/office/drawing/2014/main" id="{BF97EE29-5AA1-4A39-A82D-D43D4C0A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Systems (CHS) is a fictional organization operating a managed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logistics and harbor-operations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evidence-to-conclusion sufficiency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1970659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728-3">
            <a:extLst xmlns:a="http://schemas.openxmlformats.org/drawingml/2006/main">
              <a:ext uri="{FF2B5EF4-FFF2-40B4-BE49-F238E27FC236}">
                <a16:creationId xmlns:a16="http://schemas.microsoft.com/office/drawing/2014/main" id="{F423A940-35EA-436B-B833-46E7E026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728-3">
            <a:extLst xmlns:a="http://schemas.openxmlformats.org/drawingml/2006/main">
              <a:ext uri="{FF2B5EF4-FFF2-40B4-BE49-F238E27FC236}">
                <a16:creationId xmlns:a16="http://schemas.microsoft.com/office/drawing/2014/main" id="{A4474D69-D428-4B00-84D3-109DD058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p03-full-004728</a:t>
            </a:r>
          </a:p>
        </p:txBody>
      </p:sp>
      <p:sp>
        <p:nvSpPr>
          <p:cNvPr id="3" name="qa-v2-r2-title-p03-full-004728-3">
            <a:extLst xmlns:a="http://schemas.openxmlformats.org/drawingml/2006/main">
              <a:ext uri="{FF2B5EF4-FFF2-40B4-BE49-F238E27FC236}">
                <a16:creationId xmlns:a16="http://schemas.microsoft.com/office/drawing/2014/main" id="{9F439D54-1F8E-44CE-9535-103598CB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4728-3">
            <a:extLst xmlns:a="http://schemas.openxmlformats.org/drawingml/2006/main">
              <a:ext uri="{FF2B5EF4-FFF2-40B4-BE49-F238E27FC236}">
                <a16:creationId xmlns:a16="http://schemas.microsoft.com/office/drawing/2014/main" id="{7CADBEFD-E4DC-4090-B8EE-A31F6511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reassess the control response;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6181843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728-4">
            <a:extLst xmlns:a="http://schemas.openxmlformats.org/drawingml/2006/main">
              <a:ext uri="{FF2B5EF4-FFF2-40B4-BE49-F238E27FC236}">
                <a16:creationId xmlns:a16="http://schemas.microsoft.com/office/drawing/2014/main" id="{DC6F6C32-F373-4BCA-9863-7D490549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728-4">
            <a:extLst xmlns:a="http://schemas.openxmlformats.org/drawingml/2006/main">
              <a:ext uri="{FF2B5EF4-FFF2-40B4-BE49-F238E27FC236}">
                <a16:creationId xmlns:a16="http://schemas.microsoft.com/office/drawing/2014/main" id="{AEC83716-EA4E-4C1B-8D54-BBAEA4A2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p03-full-004728</a:t>
            </a:r>
          </a:p>
        </p:txBody>
      </p:sp>
      <p:sp>
        <p:nvSpPr>
          <p:cNvPr id="3" name="qa-v2-r2-title-p03-full-004728-4">
            <a:extLst xmlns:a="http://schemas.openxmlformats.org/drawingml/2006/main">
              <a:ext uri="{FF2B5EF4-FFF2-40B4-BE49-F238E27FC236}">
                <a16:creationId xmlns:a16="http://schemas.microsoft.com/office/drawing/2014/main" id="{6ED1995E-2337-4697-9DB8-0AFF9EC5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4728-4">
            <a:extLst xmlns:a="http://schemas.openxmlformats.org/drawingml/2006/main">
              <a:ext uri="{FF2B5EF4-FFF2-40B4-BE49-F238E27FC236}">
                <a16:creationId xmlns:a16="http://schemas.microsoft.com/office/drawing/2014/main" id="{CB3DE734-F3F3-40EB-B667-14B0B381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p03-src-004728 with p03-full-000225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evidence lineage.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618184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2026-08-25T13:12:35.5200000Z</dcterms:created>
  <dcterms:modified xsi:type="dcterms:W3CDTF">2026-08-25T13:12:35.5200000Z</dcterms:modified>
</coreProperties>
</file>