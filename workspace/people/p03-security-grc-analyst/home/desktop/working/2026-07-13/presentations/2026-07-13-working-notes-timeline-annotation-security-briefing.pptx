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ca131e1e842ba" /><Relationship Type="http://schemas.openxmlformats.org/officeDocument/2006/relationships/extended-properties" Target="/docProps/app.xml" Id="R05daf2a0e6874707" /><Relationship Type="http://schemas.openxmlformats.org/officeDocument/2006/relationships/officeDocument" Target="/ppt/presentation.xml" Id="Rad1150b6eae84c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5f5d86ad2485b"/>
  </p:sldMasterIdLst>
  <p:notesMasterIdLst>
    <p:notesMasterId xmlns:r="http://schemas.openxmlformats.org/officeDocument/2006/relationships" r:id="R87a0fc96497946b5"/>
  </p:notesMasterIdLst>
  <p:sldIdLst>
    <p:sldId xmlns:r="http://schemas.openxmlformats.org/officeDocument/2006/relationships" id="256" r:id="R6cc4e041e88f4a4f"/>
    <p:sldId xmlns:r="http://schemas.openxmlformats.org/officeDocument/2006/relationships" id="257" r:id="R2fccbab192c94134"/>
    <p:sldId xmlns:r="http://schemas.openxmlformats.org/officeDocument/2006/relationships" id="258" r:id="R5c32215c0b4041ca"/>
    <p:sldId xmlns:r="http://schemas.openxmlformats.org/officeDocument/2006/relationships" id="259" r:id="Rf1b32988ede1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d389dc9a243ff" /><Relationship Type="http://schemas.openxmlformats.org/officeDocument/2006/relationships/slideMaster" Target="/ppt/slideMasters/slideMaster1.xml" Id="R6205f5d86ad2485b" /><Relationship Type="http://schemas.openxmlformats.org/officeDocument/2006/relationships/notesMaster" Target="/ppt/notesMasters/notesMaster1.xml" Id="R87a0fc96497946b5" /><Relationship Type="http://schemas.openxmlformats.org/officeDocument/2006/relationships/presProps" Target="/ppt/presProps.xml" Id="Rb202f753d309491b" /><Relationship Type="http://schemas.openxmlformats.org/officeDocument/2006/relationships/tableStyles" Target="/ppt/tableStyles.xml" Id="R7f6039417b7c47b3" /><Relationship Type="http://schemas.openxmlformats.org/officeDocument/2006/relationships/slide" Target="/ppt/slides/slide1.xml" Id="R6cc4e041e88f4a4f" /><Relationship Type="http://schemas.openxmlformats.org/officeDocument/2006/relationships/slide" Target="/ppt/slides/slide2.xml" Id="R2fccbab192c94134" /><Relationship Type="http://schemas.openxmlformats.org/officeDocument/2006/relationships/slide" Target="/ppt/slides/slide3.xml" Id="R5c32215c0b4041ca" /><Relationship Type="http://schemas.openxmlformats.org/officeDocument/2006/relationships/slide" Target="/ppt/slides/slide4.xml" Id="Rf1b32988ede1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dacbfddff42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e309501c54aff" /><Relationship Type="http://schemas.openxmlformats.org/officeDocument/2006/relationships/notesMaster" Target="/ppt/notesMasters/notesMaster1.xml" Id="R5ecfc9638512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77da78f9444f5" /><Relationship Type="http://schemas.openxmlformats.org/officeDocument/2006/relationships/notesMaster" Target="/ppt/notesMasters/notesMaster1.xml" Id="Rb057c3cf5351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15e04afd464b23" /><Relationship Type="http://schemas.openxmlformats.org/officeDocument/2006/relationships/notesMaster" Target="/ppt/notesMasters/notesMaster1.xml" Id="Readb31f3ce8249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d2fee1667a4f89" /><Relationship Type="http://schemas.openxmlformats.org/officeDocument/2006/relationships/notesMaster" Target="/ppt/notesMasters/notesMaster1.xml" Id="Rff1e37c60d3a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78966f9aa40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8b3b9a4bd441c" /><Relationship Type="http://schemas.openxmlformats.org/officeDocument/2006/relationships/slideLayout" Target="/ppt/slideLayouts/slideLayout1.xml" Id="R7362e8f6e28e41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2e8f6e28e41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4b5436db6423d" /><Relationship Type="http://schemas.openxmlformats.org/officeDocument/2006/relationships/notesSlide" Target="/ppt/notesSlides/notesSlide1.xml" Id="Rc340dcf62bac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fdfbbe3c04af9" /><Relationship Type="http://schemas.openxmlformats.org/officeDocument/2006/relationships/notesSlide" Target="/ppt/notesSlides/notesSlide2.xml" Id="Rbb684fdfe79a40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bf2dcfaf24ddc" /><Relationship Type="http://schemas.openxmlformats.org/officeDocument/2006/relationships/notesSlide" Target="/ppt/notesSlides/notesSlide3.xml" Id="R9eb7076b83a14d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3413310b141ab" /><Relationship Type="http://schemas.openxmlformats.org/officeDocument/2006/relationships/notesSlide" Target="/ppt/notesSlides/notesSlide4.xml" Id="R9d37596ddb4540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73-1">
            <a:extLst xmlns:a="http://schemas.openxmlformats.org/drawingml/2006/main">
              <a:ext uri="{FF2B5EF4-FFF2-40B4-BE49-F238E27FC236}">
                <a16:creationId xmlns:a16="http://schemas.microsoft.com/office/drawing/2014/main" id="{C4C36CE1-55CC-42BA-BB32-8A2CF35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73-1">
            <a:extLst xmlns:a="http://schemas.openxmlformats.org/drawingml/2006/main">
              <a:ext uri="{FF2B5EF4-FFF2-40B4-BE49-F238E27FC236}">
                <a16:creationId xmlns:a16="http://schemas.microsoft.com/office/drawing/2014/main" id="{B5F15E03-76D8-4121-8460-DFB1F12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p03-full-000773</a:t>
            </a:r>
          </a:p>
        </p:txBody>
      </p:sp>
      <p:sp>
        <p:nvSpPr>
          <p:cNvPr id="3" name="qa-v2-r2-title-p03-full-000773-1">
            <a:extLst xmlns:a="http://schemas.openxmlformats.org/drawingml/2006/main">
              <a:ext uri="{FF2B5EF4-FFF2-40B4-BE49-F238E27FC236}">
                <a16:creationId xmlns:a16="http://schemas.microsoft.com/office/drawing/2014/main" id="{29C0B143-BD7A-4F0A-A93C-70B7D0F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773-1">
            <a:extLst xmlns:a="http://schemas.openxmlformats.org/drawingml/2006/main">
              <a:ext uri="{FF2B5EF4-FFF2-40B4-BE49-F238E27FC236}">
                <a16:creationId xmlns:a16="http://schemas.microsoft.com/office/drawing/2014/main" id="{5F9FEC4D-4ABB-4F3A-9CB5-5F38F71D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timeline annotation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p03-src-000773; p03-full-002066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048479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73-2">
            <a:extLst xmlns:a="http://schemas.openxmlformats.org/drawingml/2006/main">
              <a:ext uri="{FF2B5EF4-FFF2-40B4-BE49-F238E27FC236}">
                <a16:creationId xmlns:a16="http://schemas.microsoft.com/office/drawing/2014/main" id="{6F47D850-302A-484A-AC37-260531F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73-2">
            <a:extLst xmlns:a="http://schemas.openxmlformats.org/drawingml/2006/main">
              <a:ext uri="{FF2B5EF4-FFF2-40B4-BE49-F238E27FC236}">
                <a16:creationId xmlns:a16="http://schemas.microsoft.com/office/drawing/2014/main" id="{8B25F6F2-D9F7-4F09-A423-957E8185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p03-full-000773</a:t>
            </a:r>
          </a:p>
        </p:txBody>
      </p:sp>
      <p:sp>
        <p:nvSpPr>
          <p:cNvPr id="3" name="qa-v2-r2-title-p03-full-000773-2">
            <a:extLst xmlns:a="http://schemas.openxmlformats.org/drawingml/2006/main">
              <a:ext uri="{FF2B5EF4-FFF2-40B4-BE49-F238E27FC236}">
                <a16:creationId xmlns:a16="http://schemas.microsoft.com/office/drawing/2014/main" id="{E4F1F684-EDB0-4534-A92E-9F6720C3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773-2">
            <a:extLst xmlns:a="http://schemas.openxmlformats.org/drawingml/2006/main">
              <a:ext uri="{FF2B5EF4-FFF2-40B4-BE49-F238E27FC236}">
                <a16:creationId xmlns:a16="http://schemas.microsoft.com/office/drawing/2014/main" id="{08D08638-F652-496E-964C-21971B8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Evidence intake opens 08:30 UTC; AC-27 review closes at 16:45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UTC.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source-to-dependency corroboration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844790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73-3">
            <a:extLst xmlns:a="http://schemas.openxmlformats.org/drawingml/2006/main">
              <a:ext uri="{FF2B5EF4-FFF2-40B4-BE49-F238E27FC236}">
                <a16:creationId xmlns:a16="http://schemas.microsoft.com/office/drawing/2014/main" id="{307CD38C-E918-43DB-ABFF-6D6179BC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73-3">
            <a:extLst xmlns:a="http://schemas.openxmlformats.org/drawingml/2006/main">
              <a:ext uri="{FF2B5EF4-FFF2-40B4-BE49-F238E27FC236}">
                <a16:creationId xmlns:a16="http://schemas.microsoft.com/office/drawing/2014/main" id="{F5FC012D-B07F-42B4-8E39-AC0A845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p03-full-000773</a:t>
            </a:r>
          </a:p>
        </p:txBody>
      </p:sp>
      <p:sp>
        <p:nvSpPr>
          <p:cNvPr id="3" name="qa-v2-r2-title-p03-full-000773-3">
            <a:extLst xmlns:a="http://schemas.openxmlformats.org/drawingml/2006/main">
              <a:ext uri="{FF2B5EF4-FFF2-40B4-BE49-F238E27FC236}">
                <a16:creationId xmlns:a16="http://schemas.microsoft.com/office/drawing/2014/main" id="{41AD48AC-285E-4AF5-8B1F-06E1B78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773-3">
            <a:extLst xmlns:a="http://schemas.openxmlformats.org/drawingml/2006/main">
              <a:ext uri="{FF2B5EF4-FFF2-40B4-BE49-F238E27FC236}">
                <a16:creationId xmlns:a16="http://schemas.microsoft.com/office/drawing/2014/main" id="{917227BC-0F31-4F72-93B1-631EEB1B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13109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73-4">
            <a:extLst xmlns:a="http://schemas.openxmlformats.org/drawingml/2006/main">
              <a:ext uri="{FF2B5EF4-FFF2-40B4-BE49-F238E27FC236}">
                <a16:creationId xmlns:a16="http://schemas.microsoft.com/office/drawing/2014/main" id="{156D0EE4-6785-4326-BBF4-AA4CDD52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73-4">
            <a:extLst xmlns:a="http://schemas.openxmlformats.org/drawingml/2006/main">
              <a:ext uri="{FF2B5EF4-FFF2-40B4-BE49-F238E27FC236}">
                <a16:creationId xmlns:a16="http://schemas.microsoft.com/office/drawing/2014/main" id="{740CB02E-8B88-402D-A52B-EFCDABC2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p03-full-000773</a:t>
            </a:r>
          </a:p>
        </p:txBody>
      </p:sp>
      <p:sp>
        <p:nvSpPr>
          <p:cNvPr id="3" name="qa-v2-r2-title-p03-full-000773-4">
            <a:extLst xmlns:a="http://schemas.openxmlformats.org/drawingml/2006/main">
              <a:ext uri="{FF2B5EF4-FFF2-40B4-BE49-F238E27FC236}">
                <a16:creationId xmlns:a16="http://schemas.microsoft.com/office/drawing/2014/main" id="{F296AF82-CCE2-49CC-A406-4443F3BB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773-4">
            <a:extLst xmlns:a="http://schemas.openxmlformats.org/drawingml/2006/main">
              <a:ext uri="{FF2B5EF4-FFF2-40B4-BE49-F238E27FC236}">
                <a16:creationId xmlns:a16="http://schemas.microsoft.com/office/drawing/2014/main" id="{1756C5F9-5D58-45C9-AAB3-8E3C296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p03-src-000773 with p03-full-002066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13109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2026-08-25T13:12:56.9090000Z</dcterms:created>
  <dcterms:modified xsi:type="dcterms:W3CDTF">2026-08-25T13:12:56.9090000Z</dcterms:modified>
</coreProperties>
</file>