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d2ee5030084937" /><Relationship Type="http://schemas.openxmlformats.org/officeDocument/2006/relationships/extended-properties" Target="/docProps/app.xml" Id="Re64e203503564f2c" /><Relationship Type="http://schemas.openxmlformats.org/officeDocument/2006/relationships/officeDocument" Target="/ppt/presentation.xml" Id="Rd2bb1ae775344d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9b704180bc4d79"/>
  </p:sldMasterIdLst>
  <p:notesMasterIdLst>
    <p:notesMasterId xmlns:r="http://schemas.openxmlformats.org/officeDocument/2006/relationships" r:id="Rfada4b34b1794507"/>
  </p:notesMasterIdLst>
  <p:sldIdLst>
    <p:sldId xmlns:r="http://schemas.openxmlformats.org/officeDocument/2006/relationships" id="256" r:id="R3f1fc11f983c424a"/>
    <p:sldId xmlns:r="http://schemas.openxmlformats.org/officeDocument/2006/relationships" id="257" r:id="Rbe383c9779bd47d4"/>
    <p:sldId xmlns:r="http://schemas.openxmlformats.org/officeDocument/2006/relationships" id="258" r:id="R1e37d7d812594b01"/>
    <p:sldId xmlns:r="http://schemas.openxmlformats.org/officeDocument/2006/relationships" id="259" r:id="R08772082087344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04b1599f93488a" /><Relationship Type="http://schemas.openxmlformats.org/officeDocument/2006/relationships/slideMaster" Target="/ppt/slideMasters/slideMaster1.xml" Id="R3b9b704180bc4d79" /><Relationship Type="http://schemas.openxmlformats.org/officeDocument/2006/relationships/notesMaster" Target="/ppt/notesMasters/notesMaster1.xml" Id="Rfada4b34b1794507" /><Relationship Type="http://schemas.openxmlformats.org/officeDocument/2006/relationships/presProps" Target="/ppt/presProps.xml" Id="R87e06c724a8a4b9b" /><Relationship Type="http://schemas.openxmlformats.org/officeDocument/2006/relationships/tableStyles" Target="/ppt/tableStyles.xml" Id="R0909935c087048f0" /><Relationship Type="http://schemas.openxmlformats.org/officeDocument/2006/relationships/slide" Target="/ppt/slides/slide1.xml" Id="R3f1fc11f983c424a" /><Relationship Type="http://schemas.openxmlformats.org/officeDocument/2006/relationships/slide" Target="/ppt/slides/slide2.xml" Id="Rbe383c9779bd47d4" /><Relationship Type="http://schemas.openxmlformats.org/officeDocument/2006/relationships/slide" Target="/ppt/slides/slide3.xml" Id="R1e37d7d812594b01" /><Relationship Type="http://schemas.openxmlformats.org/officeDocument/2006/relationships/slide" Target="/ppt/slides/slide4.xml" Id="R08772082087344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fb3b108b0646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a4ce8c5e5e4c61" /><Relationship Type="http://schemas.openxmlformats.org/officeDocument/2006/relationships/notesMaster" Target="/ppt/notesMasters/notesMaster1.xml" Id="R55b7c718010c47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b643b0f25c46fc" /><Relationship Type="http://schemas.openxmlformats.org/officeDocument/2006/relationships/notesMaster" Target="/ppt/notesMasters/notesMaster1.xml" Id="Racba4078fa904d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cac426120d4dd2" /><Relationship Type="http://schemas.openxmlformats.org/officeDocument/2006/relationships/notesMaster" Target="/ppt/notesMasters/notesMaster1.xml" Id="Re10412a74c8c45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751f53b38e45e9" /><Relationship Type="http://schemas.openxmlformats.org/officeDocument/2006/relationships/notesMaster" Target="/ppt/notesMasters/notesMaster1.xml" Id="R16b8f73afa8047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bcad07b0342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1f2e9356064bfb" /><Relationship Type="http://schemas.openxmlformats.org/officeDocument/2006/relationships/slideLayout" Target="/ppt/slideLayouts/slideLayout1.xml" Id="R87cb9d8fc92c45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cb9d8fc92c45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7b85c013241b9" /><Relationship Type="http://schemas.openxmlformats.org/officeDocument/2006/relationships/notesSlide" Target="/ppt/notesSlides/notesSlide1.xml" Id="R37e11c073dc44d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d8aae1b1d4d16" /><Relationship Type="http://schemas.openxmlformats.org/officeDocument/2006/relationships/notesSlide" Target="/ppt/notesSlides/notesSlide2.xml" Id="Rc3c3f3b5f34540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3c408d2e741e4" /><Relationship Type="http://schemas.openxmlformats.org/officeDocument/2006/relationships/notesSlide" Target="/ppt/notesSlides/notesSlide3.xml" Id="R712206be026644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61b1f3c7b4347" /><Relationship Type="http://schemas.openxmlformats.org/officeDocument/2006/relationships/notesSlide" Target="/ppt/notesSlides/notesSlide4.xml" Id="R2efe3b0c030341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528-1">
            <a:extLst xmlns:a="http://schemas.openxmlformats.org/drawingml/2006/main">
              <a:ext uri="{FF2B5EF4-FFF2-40B4-BE49-F238E27FC236}">
                <a16:creationId xmlns:a16="http://schemas.microsoft.com/office/drawing/2014/main" id="{FC0C8E3B-7111-4F77-B611-BF253C50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528-1">
            <a:extLst xmlns:a="http://schemas.openxmlformats.org/drawingml/2006/main">
              <a:ext uri="{FF2B5EF4-FFF2-40B4-BE49-F238E27FC236}">
                <a16:creationId xmlns:a16="http://schemas.microsoft.com/office/drawing/2014/main" id="{34D7CA52-0B22-45B0-9D6F-E87F076C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p03-full-000528</a:t>
            </a:r>
          </a:p>
        </p:txBody>
      </p:sp>
      <p:sp>
        <p:nvSpPr>
          <p:cNvPr id="3" name="qa-v2-r2-title-p03-full-000528-1">
            <a:extLst xmlns:a="http://schemas.openxmlformats.org/drawingml/2006/main">
              <a:ext uri="{FF2B5EF4-FFF2-40B4-BE49-F238E27FC236}">
                <a16:creationId xmlns:a16="http://schemas.microsoft.com/office/drawing/2014/main" id="{BE7704E0-A933-42C7-BB9C-98A44A67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0528-1">
            <a:extLst xmlns:a="http://schemas.openxmlformats.org/drawingml/2006/main">
              <a:ext uri="{FF2B5EF4-FFF2-40B4-BE49-F238E27FC236}">
                <a16:creationId xmlns:a16="http://schemas.microsoft.com/office/drawing/2014/main" id="{E9E3AE8B-EE95-456D-A7D6-74EBA13C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working notes evidence triage security briefing within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desktop working. The record treats RISK-031 on 2026-07-13 as a control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scope question focused on source reliability, provenance, and corroboration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p03-src-000528 is the declared source; p03-full-000225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191603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528-2">
            <a:extLst xmlns:a="http://schemas.openxmlformats.org/drawingml/2006/main">
              <a:ext uri="{FF2B5EF4-FFF2-40B4-BE49-F238E27FC236}">
                <a16:creationId xmlns:a16="http://schemas.microsoft.com/office/drawing/2014/main" id="{5A86BD5B-8A09-4742-A7EC-06949571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528-2">
            <a:extLst xmlns:a="http://schemas.openxmlformats.org/drawingml/2006/main">
              <a:ext uri="{FF2B5EF4-FFF2-40B4-BE49-F238E27FC236}">
                <a16:creationId xmlns:a16="http://schemas.microsoft.com/office/drawing/2014/main" id="{A6C78A72-C423-4DFC-B9B3-71AD7AEB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p03-full-000528</a:t>
            </a:r>
          </a:p>
        </p:txBody>
      </p:sp>
      <p:sp>
        <p:nvSpPr>
          <p:cNvPr id="3" name="qa-v2-r2-title-p03-full-000528-2">
            <a:extLst xmlns:a="http://schemas.openxmlformats.org/drawingml/2006/main">
              <a:ext uri="{FF2B5EF4-FFF2-40B4-BE49-F238E27FC236}">
                <a16:creationId xmlns:a16="http://schemas.microsoft.com/office/drawing/2014/main" id="{45F3AC47-8F25-42C4-AC8D-C4DF7157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0528-2">
            <a:extLst xmlns:a="http://schemas.openxmlformats.org/drawingml/2006/main">
              <a:ext uri="{FF2B5EF4-FFF2-40B4-BE49-F238E27FC236}">
                <a16:creationId xmlns:a16="http://schemas.microsoft.com/office/drawing/2014/main" id="{E8A9F68A-EE97-457F-898A-4C9F7537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dependency-to-action relevance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source reliability, provenance, and corroboration quality, rather than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856002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528-3">
            <a:extLst xmlns:a="http://schemas.openxmlformats.org/drawingml/2006/main">
              <a:ext uri="{FF2B5EF4-FFF2-40B4-BE49-F238E27FC236}">
                <a16:creationId xmlns:a16="http://schemas.microsoft.com/office/drawing/2014/main" id="{BA973DFC-3D4E-4C4B-B61A-12BC0815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528-3">
            <a:extLst xmlns:a="http://schemas.openxmlformats.org/drawingml/2006/main">
              <a:ext uri="{FF2B5EF4-FFF2-40B4-BE49-F238E27FC236}">
                <a16:creationId xmlns:a16="http://schemas.microsoft.com/office/drawing/2014/main" id="{6C5745C1-0AAE-46A5-9855-CDC6527C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p03-full-000528</a:t>
            </a:r>
          </a:p>
        </p:txBody>
      </p:sp>
      <p:sp>
        <p:nvSpPr>
          <p:cNvPr id="3" name="qa-v2-r2-title-p03-full-000528-3">
            <a:extLst xmlns:a="http://schemas.openxmlformats.org/drawingml/2006/main">
              <a:ext uri="{FF2B5EF4-FFF2-40B4-BE49-F238E27FC236}">
                <a16:creationId xmlns:a16="http://schemas.microsoft.com/office/drawing/2014/main" id="{21EA05BE-08FB-4876-ADE4-A663F1C6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0528-3">
            <a:extLst xmlns:a="http://schemas.openxmlformats.org/drawingml/2006/main">
              <a:ext uri="{FF2B5EF4-FFF2-40B4-BE49-F238E27FC236}">
                <a16:creationId xmlns:a16="http://schemas.microsoft.com/office/drawing/2014/main" id="{10630EF3-C318-4FFA-8513-42A36D99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defer closure pending evidence;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2106090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528-4">
            <a:extLst xmlns:a="http://schemas.openxmlformats.org/drawingml/2006/main">
              <a:ext uri="{FF2B5EF4-FFF2-40B4-BE49-F238E27FC236}">
                <a16:creationId xmlns:a16="http://schemas.microsoft.com/office/drawing/2014/main" id="{16531C6D-C49D-429D-81CE-352B212F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528-4">
            <a:extLst xmlns:a="http://schemas.openxmlformats.org/drawingml/2006/main">
              <a:ext uri="{FF2B5EF4-FFF2-40B4-BE49-F238E27FC236}">
                <a16:creationId xmlns:a16="http://schemas.microsoft.com/office/drawing/2014/main" id="{0C54FB01-9FF9-4D91-967D-57BEF5E0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p03-full-000528</a:t>
            </a:r>
          </a:p>
        </p:txBody>
      </p:sp>
      <p:sp>
        <p:nvSpPr>
          <p:cNvPr id="3" name="qa-v2-r2-title-p03-full-000528-4">
            <a:extLst xmlns:a="http://schemas.openxmlformats.org/drawingml/2006/main">
              <a:ext uri="{FF2B5EF4-FFF2-40B4-BE49-F238E27FC236}">
                <a16:creationId xmlns:a16="http://schemas.microsoft.com/office/drawing/2014/main" id="{BC7490CC-829C-4BAD-9DD0-49A75AE4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0528-4">
            <a:extLst xmlns:a="http://schemas.openxmlformats.org/drawingml/2006/main">
              <a:ext uri="{FF2B5EF4-FFF2-40B4-BE49-F238E27FC236}">
                <a16:creationId xmlns:a16="http://schemas.microsoft.com/office/drawing/2014/main" id="{5F5C1447-1B48-43E0-BF69-EA9EA3C5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p03-full-000225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control scope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2106090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2026-08-25T13:12:14.0330000Z</dcterms:created>
  <dcterms:modified xsi:type="dcterms:W3CDTF">2026-08-25T13:12:14.0330000Z</dcterms:modified>
</coreProperties>
</file>