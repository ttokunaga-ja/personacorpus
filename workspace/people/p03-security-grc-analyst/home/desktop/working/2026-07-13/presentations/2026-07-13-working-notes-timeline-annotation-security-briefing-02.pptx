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1a905d7ad74a21" /><Relationship Type="http://schemas.openxmlformats.org/officeDocument/2006/relationships/extended-properties" Target="/docProps/app.xml" Id="R6d5aa8b630b94ede" /><Relationship Type="http://schemas.openxmlformats.org/officeDocument/2006/relationships/officeDocument" Target="/ppt/presentation.xml" Id="Rdb638f48ad3f46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c11b511d54895"/>
  </p:sldMasterIdLst>
  <p:notesMasterIdLst>
    <p:notesMasterId xmlns:r="http://schemas.openxmlformats.org/officeDocument/2006/relationships" r:id="Rc359c141402b4114"/>
  </p:notesMasterIdLst>
  <p:sldIdLst>
    <p:sldId xmlns:r="http://schemas.openxmlformats.org/officeDocument/2006/relationships" id="256" r:id="Rb3566f51f5444bbd"/>
    <p:sldId xmlns:r="http://schemas.openxmlformats.org/officeDocument/2006/relationships" id="257" r:id="Rddc033ed4107486b"/>
    <p:sldId xmlns:r="http://schemas.openxmlformats.org/officeDocument/2006/relationships" id="258" r:id="R359247060f7449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9c082e8e343b6" /><Relationship Type="http://schemas.openxmlformats.org/officeDocument/2006/relationships/slideMaster" Target="/ppt/slideMasters/slideMaster1.xml" Id="R580c11b511d54895" /><Relationship Type="http://schemas.openxmlformats.org/officeDocument/2006/relationships/notesMaster" Target="/ppt/notesMasters/notesMaster1.xml" Id="Rc359c141402b4114" /><Relationship Type="http://schemas.openxmlformats.org/officeDocument/2006/relationships/presProps" Target="/ppt/presProps.xml" Id="R74c39b3422ed410e" /><Relationship Type="http://schemas.openxmlformats.org/officeDocument/2006/relationships/tableStyles" Target="/ppt/tableStyles.xml" Id="R03fdcaa4c3844326" /><Relationship Type="http://schemas.openxmlformats.org/officeDocument/2006/relationships/slide" Target="/ppt/slides/slide1.xml" Id="Rb3566f51f5444bbd" /><Relationship Type="http://schemas.openxmlformats.org/officeDocument/2006/relationships/slide" Target="/ppt/slides/slide2.xml" Id="Rddc033ed4107486b" /><Relationship Type="http://schemas.openxmlformats.org/officeDocument/2006/relationships/slide" Target="/ppt/slides/slide3.xml" Id="R359247060f7449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86f4e4469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3ac428a124916" /><Relationship Type="http://schemas.openxmlformats.org/officeDocument/2006/relationships/notesMaster" Target="/ppt/notesMasters/notesMaster1.xml" Id="Rb4e7449c4dac45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5d12886aa4dd2" /><Relationship Type="http://schemas.openxmlformats.org/officeDocument/2006/relationships/notesMaster" Target="/ppt/notesMasters/notesMaster1.xml" Id="R87da0c56e6004c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506668dcc04766" /><Relationship Type="http://schemas.openxmlformats.org/officeDocument/2006/relationships/notesMaster" Target="/ppt/notesMasters/notesMaster1.xml" Id="Rb05fffdb0fe8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6887e76ff4f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1fa60c87c47bd" /><Relationship Type="http://schemas.openxmlformats.org/officeDocument/2006/relationships/slideLayout" Target="/ppt/slideLayouts/slideLayout1.xml" Id="Rd46743f5b2e7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6743f5b2e7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2fa833c6f4275" /><Relationship Type="http://schemas.openxmlformats.org/officeDocument/2006/relationships/notesSlide" Target="/ppt/notesSlides/notesSlide1.xml" Id="R11a7f7f13e5a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619bba11e40ae" /><Relationship Type="http://schemas.openxmlformats.org/officeDocument/2006/relationships/notesSlide" Target="/ppt/notesSlides/notesSlide2.xml" Id="R2feafdeb108c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8fc1a01f04046" /><Relationship Type="http://schemas.openxmlformats.org/officeDocument/2006/relationships/notesSlide" Target="/ppt/notesSlides/notesSlide3.xml" Id="R175f0a027c754e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8BB59-32C1-43E7-A4AD-490D9E1C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E15E9-77A0-47BB-B491-6143880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Timeline annotation: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44E49-D94C-4321-9514-DF528AC2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2026-07-13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8545B-A200-4AE8-A3A7-1122CAB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0098A-3440-43F4-AD0D-31BC60F8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326D0-7521-45DF-A9CC-DF52A807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EB5DB-41ED-45C7-9203-F06F438B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2026-07-13-working-notes-timeline-annotation-security-briefing-pptx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876672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45829-A576-4FFC-B8E1-4E780A4F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D035B-16DB-4E78-8C21-D3944A5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3EC1D-09CD-4E1A-83A0-FAA2A12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84BC8-FF83-40EA-A15F-70ABC223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5FC73-F5E0-4294-9CC6-18E6AC12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Anchor the working note to the 08:30 intake, 10:20 exception flag, and 16:45 review close.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143CF-B4BD-47E1-BC95-58168103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A3E41-9A46-4589-9EFB-DDE77EA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E222D-2E8F-4980-A018-B6DCBF3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7A2A-F0B0-422F-B607-8C5D325E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timeline annotation keeps the assigned 2026-07-13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04A98-1503-42E9-B080-1880E1A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AE477-8D5F-4B4A-B14F-2604C358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BFBB-FE2A-4160-9E6B-45C98C3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5D67F-FF7E-486C-825C-13CD6B2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Use the timeline to explain sequence, not to infer an unrecorded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ACBBE-7A3D-43DD-8ED1-18C2CD8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p03-full-003366</a:t>
            </a:r>
          </a:p>
        </p:txBody>
      </p:sp>
    </p:spTree>
    <p:extLst>
      <p:ext uri="{BB962C8B-B14F-4D97-AF65-F5344CB8AC3E}">
        <p14:creationId xmlns:p14="http://schemas.microsoft.com/office/powerpoint/2010/main" val="1085817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64053-58BD-4625-93AE-C0AFAC92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DBC00-5C23-402D-9268-057EA82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8017D-D9F0-4FFB-91FA-5C29E55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1400B-87F0-42BF-9D25-44DE5BF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Anchor the working note to the 08:30 intake, 10:20 exception flag, and 16:45 review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AC1BF-3615-4AF1-940D-C82C686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75948-A725-4D91-A561-0E2BBA2B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Use the timeline to explain sequence, not to infer an unrecorded event.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792F-CFEF-4AE6-8AC6-D6ACD0D9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C48F7-142E-4229-9E5F-3D37723E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p03-full-003366.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A4A24-BEE7-4B04-84E2-E42BC281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E0CE-D2C8-4C10-B852-14B7A7BE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301AB-378C-4DE1-ADE5-7EDECA2A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201143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2026-08-24T17:18:42.4320000Z</dcterms:created>
  <dcterms:modified xsi:type="dcterms:W3CDTF">2026-08-24T17:18:42.4320000Z</dcterms:modified>
</coreProperties>
</file>