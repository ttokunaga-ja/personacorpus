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56b48039494d91" /><Relationship Type="http://schemas.openxmlformats.org/officeDocument/2006/relationships/extended-properties" Target="/docProps/app.xml" Id="Rab5234091e7f4708" /><Relationship Type="http://schemas.openxmlformats.org/officeDocument/2006/relationships/officeDocument" Target="/ppt/presentation.xml" Id="R5452f7b0a28444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eb8d5407fd4204"/>
  </p:sldMasterIdLst>
  <p:notesMasterIdLst>
    <p:notesMasterId xmlns:r="http://schemas.openxmlformats.org/officeDocument/2006/relationships" r:id="R1815d015e3384f55"/>
  </p:notesMasterIdLst>
  <p:sldIdLst>
    <p:sldId xmlns:r="http://schemas.openxmlformats.org/officeDocument/2006/relationships" id="256" r:id="R2db0ec8afa1b4e2d"/>
    <p:sldId xmlns:r="http://schemas.openxmlformats.org/officeDocument/2006/relationships" id="257" r:id="R90518b0a849b476e"/>
    <p:sldId xmlns:r="http://schemas.openxmlformats.org/officeDocument/2006/relationships" id="258" r:id="Re9f7d727014046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a8545c4fe743e9" /><Relationship Type="http://schemas.openxmlformats.org/officeDocument/2006/relationships/slideMaster" Target="/ppt/slideMasters/slideMaster1.xml" Id="R57eb8d5407fd4204" /><Relationship Type="http://schemas.openxmlformats.org/officeDocument/2006/relationships/notesMaster" Target="/ppt/notesMasters/notesMaster1.xml" Id="R1815d015e3384f55" /><Relationship Type="http://schemas.openxmlformats.org/officeDocument/2006/relationships/presProps" Target="/ppt/presProps.xml" Id="R678b8a416db544a4" /><Relationship Type="http://schemas.openxmlformats.org/officeDocument/2006/relationships/tableStyles" Target="/ppt/tableStyles.xml" Id="Ra36762f5467d438b" /><Relationship Type="http://schemas.openxmlformats.org/officeDocument/2006/relationships/slide" Target="/ppt/slides/slide1.xml" Id="R2db0ec8afa1b4e2d" /><Relationship Type="http://schemas.openxmlformats.org/officeDocument/2006/relationships/slide" Target="/ppt/slides/slide2.xml" Id="R90518b0a849b476e" /><Relationship Type="http://schemas.openxmlformats.org/officeDocument/2006/relationships/slide" Target="/ppt/slides/slide3.xml" Id="Re9f7d727014046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d7c5db46794c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b0b1233db2409e" /><Relationship Type="http://schemas.openxmlformats.org/officeDocument/2006/relationships/notesMaster" Target="/ppt/notesMasters/notesMaster1.xml" Id="Rc9b1bae90000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646f5fe0c54e71" /><Relationship Type="http://schemas.openxmlformats.org/officeDocument/2006/relationships/notesMaster" Target="/ppt/notesMasters/notesMaster1.xml" Id="R74e479198c4840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3dc3832be74874" /><Relationship Type="http://schemas.openxmlformats.org/officeDocument/2006/relationships/notesMaster" Target="/ppt/notesMasters/notesMaster1.xml" Id="Rd3614d46bfe149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6837f6551a42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10fc4321f940cd" /><Relationship Type="http://schemas.openxmlformats.org/officeDocument/2006/relationships/slideLayout" Target="/ppt/slideLayouts/slideLayout1.xml" Id="Rbc5b36da398247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c5b36da398247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6d9a3a34044e96" /><Relationship Type="http://schemas.openxmlformats.org/officeDocument/2006/relationships/notesSlide" Target="/ppt/notesSlides/notesSlide1.xml" Id="R6aa576764df045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8c7401811410d" /><Relationship Type="http://schemas.openxmlformats.org/officeDocument/2006/relationships/notesSlide" Target="/ppt/notesSlides/notesSlide2.xml" Id="Rd17bd87ddd2947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f0cefec42467e" /><Relationship Type="http://schemas.openxmlformats.org/officeDocument/2006/relationships/notesSlide" Target="/ppt/notesSlides/notesSlide3.xml" Id="Re5f42268720049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E4CBF-8756-41C1-9C1A-CE9DAF2C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COBALT HARBOR SYSTEMS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C1873-AD67-43F8-AD24-760A5682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685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Action-owner follow-through: AC-27 working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0C291-FB32-436A-8991-7ECF3CE2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2026-07-15 | CASE-260713-184 | Evidence set 184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B1C4A-4BEA-4773-AB03-714885CC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52500"/>
            <a:ext cx="2857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840E3E-92A7-423C-B341-326E06F8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4ED8"/>
                </a:solidFill>
              </a:defRPr>
            </a:pPr>
            <a:r>
              <a:rPr sz="1350" b="1">
                <a:solidFill>
                  <a:srgbClr val="1D4ED8"/>
                </a:solidFill>
              </a:rPr>
              <a:t>REVIEW BOUNDARY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3EDF2-D45A-4DCB-AF4A-E8918FA6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19300"/>
            <a:ext cx="200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Synthetic defensive evidence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incident conclusion.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live-system access.</a:t>
            </a:r>
          </a:p>
          <a:p xmlns:a="http://schemas.openxmlformats.org/drawingml/2006/main">
            <a:pPr>
              <a:defRPr sz="1650">
                <a:solidFill>
                  <a:srgbClr val="1F2937"/>
                </a:solidFill>
              </a:defRPr>
            </a:pPr>
            <a:r>
              <a:rPr sz="1650">
                <a:solidFill>
                  <a:srgbClr val="1F2937"/>
                </a:solidFill>
              </a:rPr>
              <a:t>No Kio claim.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7B1F72-8D03-4424-BDF0-127D8652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B7280"/>
                </a:solidFill>
              </a:defRPr>
            </a:pPr>
            <a:r>
              <a:rPr sz="900">
                <a:solidFill>
                  <a:srgbClr val="6B7280"/>
                </a:solidFill>
              </a:rPr>
              <a:t>2026-07-15-working-notes-checksum-check-security-briefing-pptx</a:t>
            </a:r>
          </a:p>
        </p:txBody>
      </p:sp>
    </p:spTree>
    <p:extLst>
      <p:ext uri="{BB962C8B-B14F-4D97-AF65-F5344CB8AC3E}">
        <p14:creationId xmlns:p14="http://schemas.microsoft.com/office/powerpoint/2010/main" val="5990295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7DAF43-8B1E-4A9A-A483-CF1432DF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Evidence chain keeps the review accountable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BED90-B695-4018-B57A-9B11923BE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2B4D8-01DD-4A53-9A3A-E4035DB4E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4D8FD-DC70-442D-B488-B3EB34A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Local foundation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C073B-5E08-4686-A638-020564D5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Trace ACT-260713-011 to the reviewer-completion register and its recorded completion on 2026-07-15.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CD5C7-BCEA-4F1E-82CD-B6592815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D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971D6-D419-4A36-91CD-8ACFD07D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073D79-D10B-411B-A3FE-B7BB862E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GRC review note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0038B-D28A-4089-A36C-FCC388BF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For this review, action-owner follow-through keeps the assigned 2026-07-15 label distinct from the local source period.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6B014-C13E-4A92-A9A0-7F1B00B5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048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9A67B-E0CB-49D3-8302-A55A3BE2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4310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30FD0-4542-41AC-88C6-24F8A64C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Bounded disposition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2E499-38D3-46B5-8837-B797F3E5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57550"/>
            <a:ext cx="2381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Use the action identifier to make the next owner check specific and auditable.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4D3A91-7F01-46A0-830D-78D0E35F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B5563"/>
                </a:solidFill>
              </a:defRPr>
            </a:pPr>
            <a:r>
              <a:rPr sz="1200">
                <a:solidFill>
                  <a:srgbClr val="4B5563"/>
                </a:solidFill>
              </a:rPr>
              <a:t>Evidence reference: p03-full-002618</a:t>
            </a:r>
          </a:p>
        </p:txBody>
      </p:sp>
    </p:spTree>
    <p:extLst>
      <p:ext uri="{BB962C8B-B14F-4D97-AF65-F5344CB8AC3E}">
        <p14:creationId xmlns:p14="http://schemas.microsoft.com/office/powerpoint/2010/main" val="7224137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9A5EF6-7ACB-468D-9BD0-857908E2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827"/>
                </a:solidFill>
              </a:defRPr>
            </a:pPr>
            <a:r>
              <a:rPr sz="3000" b="1">
                <a:solidFill>
                  <a:srgbClr val="111827"/>
                </a:solidFill>
              </a:rPr>
              <a:t>Decision record for the next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D0497-9B30-461C-B9FC-B0CE121F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B5563"/>
                </a:solidFill>
              </a:defRPr>
            </a:pPr>
            <a:r>
              <a:rPr sz="1650">
                <a:solidFill>
                  <a:srgbClr val="4B5563"/>
                </a:solidFill>
              </a:rPr>
              <a:t>What the reviewer should carry forward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8B81E-B035-4E80-9396-90E31C45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4A760-D4E2-4184-A7FB-EAAF4191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Trace ACT-260713-011 to the reviewer-completion register and its recorded completion on 2026-07-15.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178158-690A-4EA0-90D0-AF2D2E5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B4D8B-E9B5-43A0-BDA1-7453FA10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8956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Use the action identifier to make the next owner check specific and auditable.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A16138-90BB-44CF-8299-E6C9FC102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41A863-B035-453E-9A2F-9E03FE7BB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338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Confirm evidence-chain linkage to CASE-260713-184 using p03-full-002618.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E0D32-BD66-488F-AB56-72743F08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21651-A82D-4D36-BDD1-45E8D8B3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72000"/>
            <a:ext cx="8096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11827"/>
                </a:solidFill>
              </a:defRPr>
            </a:pPr>
            <a:r>
              <a:rPr sz="1425">
                <a:solidFill>
                  <a:srgbClr val="111827"/>
                </a:solidFill>
              </a:rPr>
              <a:t>Keep the AC-27 trace bounded to synthetic local records and retain residual risk as Medium after compensating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8A949-A63A-4465-932E-A4EC173B8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B7280"/>
                </a:solidFill>
              </a:defRPr>
            </a:pPr>
            <a:r>
              <a:rPr sz="1050">
                <a:solidFill>
                  <a:srgbClr val="6B7280"/>
                </a:solidFill>
              </a:rPr>
              <a:t>Aegis Assurance | AC-27 | Cobalt Harbor Systems</a:t>
            </a:r>
          </a:p>
        </p:txBody>
      </p:sp>
    </p:spTree>
    <p:extLst>
      <p:ext uri="{BB962C8B-B14F-4D97-AF65-F5344CB8AC3E}">
        <p14:creationId xmlns:p14="http://schemas.microsoft.com/office/powerpoint/2010/main" val="14483478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2026-08-24T17:18:41.9630000Z</dcterms:created>
  <dcterms:modified xsi:type="dcterms:W3CDTF">2026-08-24T17:18:41.9630000Z</dcterms:modified>
</coreProperties>
</file>