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5141309a594b80" /><Relationship Type="http://schemas.openxmlformats.org/officeDocument/2006/relationships/extended-properties" Target="/docProps/app.xml" Id="R534b28a6602744ca" /><Relationship Type="http://schemas.openxmlformats.org/officeDocument/2006/relationships/officeDocument" Target="/ppt/presentation.xml" Id="Rc027c516cce1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86c5674f04006"/>
  </p:sldMasterIdLst>
  <p:notesMasterIdLst>
    <p:notesMasterId xmlns:r="http://schemas.openxmlformats.org/officeDocument/2006/relationships" r:id="Re954883bae624780"/>
  </p:notesMasterIdLst>
  <p:sldIdLst>
    <p:sldId xmlns:r="http://schemas.openxmlformats.org/officeDocument/2006/relationships" id="256" r:id="R7b3e1f8befeb4ab2"/>
    <p:sldId xmlns:r="http://schemas.openxmlformats.org/officeDocument/2006/relationships" id="257" r:id="Rcaa6cb140f2344ba"/>
    <p:sldId xmlns:r="http://schemas.openxmlformats.org/officeDocument/2006/relationships" id="258" r:id="R1dbf0ebd4f8d42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59737bb6d94353" /><Relationship Type="http://schemas.openxmlformats.org/officeDocument/2006/relationships/slideMaster" Target="/ppt/slideMasters/slideMaster1.xml" Id="R00686c5674f04006" /><Relationship Type="http://schemas.openxmlformats.org/officeDocument/2006/relationships/notesMaster" Target="/ppt/notesMasters/notesMaster1.xml" Id="Re954883bae624780" /><Relationship Type="http://schemas.openxmlformats.org/officeDocument/2006/relationships/presProps" Target="/ppt/presProps.xml" Id="R530d3e84bd0343ee" /><Relationship Type="http://schemas.openxmlformats.org/officeDocument/2006/relationships/tableStyles" Target="/ppt/tableStyles.xml" Id="R5b37a03b53c1499e" /><Relationship Type="http://schemas.openxmlformats.org/officeDocument/2006/relationships/slide" Target="/ppt/slides/slide1.xml" Id="R7b3e1f8befeb4ab2" /><Relationship Type="http://schemas.openxmlformats.org/officeDocument/2006/relationships/slide" Target="/ppt/slides/slide2.xml" Id="Rcaa6cb140f2344ba" /><Relationship Type="http://schemas.openxmlformats.org/officeDocument/2006/relationships/slide" Target="/ppt/slides/slide3.xml" Id="R1dbf0ebd4f8d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4590b9ed6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ed7db8680459c" /><Relationship Type="http://schemas.openxmlformats.org/officeDocument/2006/relationships/notesMaster" Target="/ppt/notesMasters/notesMaster1.xml" Id="R7ac8b74c75f446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f695f3ecb4c40" /><Relationship Type="http://schemas.openxmlformats.org/officeDocument/2006/relationships/notesMaster" Target="/ppt/notesMasters/notesMaster1.xml" Id="R1c831e355a864d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fe8adbdd2a47d0" /><Relationship Type="http://schemas.openxmlformats.org/officeDocument/2006/relationships/notesMaster" Target="/ppt/notesMasters/notesMaster1.xml" Id="Rfe9767c5f36a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0c5ed1f2e48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4e32aece5442f" /><Relationship Type="http://schemas.openxmlformats.org/officeDocument/2006/relationships/slideLayout" Target="/ppt/slideLayouts/slideLayout1.xml" Id="R5b7b6a33a980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7b6a33a980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688e2c28145dc" /><Relationship Type="http://schemas.openxmlformats.org/officeDocument/2006/relationships/notesSlide" Target="/ppt/notesSlides/notesSlide1.xml" Id="R7c0aba046ba9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717d9d734a2e" /><Relationship Type="http://schemas.openxmlformats.org/officeDocument/2006/relationships/notesSlide" Target="/ppt/notesSlides/notesSlide2.xml" Id="R4cbd516d6e9a4e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b4bc11bd44b8" /><Relationship Type="http://schemas.openxmlformats.org/officeDocument/2006/relationships/notesSlide" Target="/ppt/notesSlides/notesSlide3.xml" Id="R0afb5df98ba94e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FD661-DE5D-44E5-B121-F5668A1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EAE8C-A8FD-4C1D-AA24-5E0D79D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Reviewer acknowledgement: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E9492-DCB6-423B-B2F4-508A9EA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2026-07-15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0F776-BB62-4EA2-92B1-17DD871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2DFEC-CC10-4854-93EC-5150AFF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65317-46BC-4F09-A219-B7D6D70E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1AC38-1817-4C05-8FA6-8C387E87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2026-07-15-working-notes-checksum-check-security-briefing-pptx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13023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2E565-40BA-4936-9E1F-9A16D284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6A874-16AE-4F33-8FD9-C0E26690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62AF9-3719-43CF-ADAA-A2DD92E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3EBAD-1E3B-4B63-8505-0C882DE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31E33-CF59-4693-8E92-19F2AFF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Use the 2026-07-15 acknowledgement as the accountable handoff point for the completion register.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7233D-2B87-4839-809B-C9C80F8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75C16-3639-45AB-A243-BEF2898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110E-809A-4C86-974D-557D52FC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81F87-E05B-4DD4-B2AB-D7F4AD2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reviewer acknowledgement keeps the assigned 2026-07-15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CB75B-1962-4CB1-ADDF-70478FA7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905A9-A4C9-4707-BF34-555E6544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D48CC-1A95-4257-B065-84C61FB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500CF-B4A4-4157-907B-1CCEB05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Record the control-owner acknowledgement separately from the original evidence creation period.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19CFD-1A54-4A38-9E24-87DEF4C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p03-full-002618</a:t>
            </a:r>
          </a:p>
        </p:txBody>
      </p:sp>
    </p:spTree>
    <p:extLst>
      <p:ext uri="{BB962C8B-B14F-4D97-AF65-F5344CB8AC3E}">
        <p14:creationId xmlns:p14="http://schemas.microsoft.com/office/powerpoint/2010/main" val="1595395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D2B7D-272A-46B2-AAAF-3653F066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D3A78-67AA-4C0D-8F74-F037963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FB82E-72AD-474A-B4D9-2F359E3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0C518-0A8D-47B9-A5D2-130CDBB1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Use the 2026-07-15 acknowledgement as the accountable handoff point for the completion register.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5AAA1-C6E8-473D-BBB7-D0616DC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B4087-3DB7-4724-A64B-AD5F527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Record the control-owner acknowledgement separately from the original evidence creation period.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EB1F6-8BE5-4A2A-B543-A97930D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500C1-886D-4872-98BA-7A3F0AFE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p03-full-002618.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434EA-5804-40F4-816F-94DBF28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A7B92-4BD5-409D-B440-E08F8B73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515F3-36A5-4FFE-954E-CAA8705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165207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2026-08-24T17:18:41.4260000Z</dcterms:created>
  <dcterms:modified xsi:type="dcterms:W3CDTF">2026-08-24T17:18:41.4260000Z</dcterms:modified>
</coreProperties>
</file>