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ef6bee1ba4bc5" /><Relationship Type="http://schemas.openxmlformats.org/officeDocument/2006/relationships/extended-properties" Target="/docProps/app.xml" Id="R6e794f398618499f" /><Relationship Type="http://schemas.openxmlformats.org/officeDocument/2006/relationships/officeDocument" Target="/ppt/presentation.xml" Id="Ra7900af9e8394f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a266691b4e49d7"/>
  </p:sldMasterIdLst>
  <p:notesMasterIdLst>
    <p:notesMasterId xmlns:r="http://schemas.openxmlformats.org/officeDocument/2006/relationships" r:id="Rd591c4684e7247f1"/>
  </p:notesMasterIdLst>
  <p:sldIdLst>
    <p:sldId xmlns:r="http://schemas.openxmlformats.org/officeDocument/2006/relationships" id="256" r:id="R0f861da5b77c440d"/>
    <p:sldId xmlns:r="http://schemas.openxmlformats.org/officeDocument/2006/relationships" id="257" r:id="R408b369d28344edb"/>
    <p:sldId xmlns:r="http://schemas.openxmlformats.org/officeDocument/2006/relationships" id="258" r:id="R1bb39d40862d47e7"/>
    <p:sldId xmlns:r="http://schemas.openxmlformats.org/officeDocument/2006/relationships" id="259" r:id="Rf98515663756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9d3a9a8e34065" /><Relationship Type="http://schemas.openxmlformats.org/officeDocument/2006/relationships/slideMaster" Target="/ppt/slideMasters/slideMaster1.xml" Id="R4ea266691b4e49d7" /><Relationship Type="http://schemas.openxmlformats.org/officeDocument/2006/relationships/notesMaster" Target="/ppt/notesMasters/notesMaster1.xml" Id="Rd591c4684e7247f1" /><Relationship Type="http://schemas.openxmlformats.org/officeDocument/2006/relationships/presProps" Target="/ppt/presProps.xml" Id="R155f1ce9c2024d2c" /><Relationship Type="http://schemas.openxmlformats.org/officeDocument/2006/relationships/tableStyles" Target="/ppt/tableStyles.xml" Id="Rd4f7960a48ec445e" /><Relationship Type="http://schemas.openxmlformats.org/officeDocument/2006/relationships/slide" Target="/ppt/slides/slide1.xml" Id="R0f861da5b77c440d" /><Relationship Type="http://schemas.openxmlformats.org/officeDocument/2006/relationships/slide" Target="/ppt/slides/slide2.xml" Id="R408b369d28344edb" /><Relationship Type="http://schemas.openxmlformats.org/officeDocument/2006/relationships/slide" Target="/ppt/slides/slide3.xml" Id="R1bb39d40862d47e7" /><Relationship Type="http://schemas.openxmlformats.org/officeDocument/2006/relationships/slide" Target="/ppt/slides/slide4.xml" Id="Rf98515663756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213302e30f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2d887be4e4141" /><Relationship Type="http://schemas.openxmlformats.org/officeDocument/2006/relationships/notesMaster" Target="/ppt/notesMasters/notesMaster1.xml" Id="R0278a4d55e3148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6451b594c64907" /><Relationship Type="http://schemas.openxmlformats.org/officeDocument/2006/relationships/notesMaster" Target="/ppt/notesMasters/notesMaster1.xml" Id="R8e91b6e53f8149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ea8575858d4e5c" /><Relationship Type="http://schemas.openxmlformats.org/officeDocument/2006/relationships/notesMaster" Target="/ppt/notesMasters/notesMaster1.xml" Id="Rbe88120c24ea45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da31070ff44775" /><Relationship Type="http://schemas.openxmlformats.org/officeDocument/2006/relationships/notesMaster" Target="/ppt/notesMasters/notesMaster1.xml" Id="Rf9de9e58d92e4c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576f4abbd4f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1222403a154ec1" /><Relationship Type="http://schemas.openxmlformats.org/officeDocument/2006/relationships/slideLayout" Target="/ppt/slideLayouts/slideLayout1.xml" Id="Re40e1b29587b45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0e1b29587b45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b2aa7307442d7" /><Relationship Type="http://schemas.openxmlformats.org/officeDocument/2006/relationships/notesSlide" Target="/ppt/notesSlides/notesSlide1.xml" Id="R1136e6764cad42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2604a77b24d9f" /><Relationship Type="http://schemas.openxmlformats.org/officeDocument/2006/relationships/notesSlide" Target="/ppt/notesSlides/notesSlide2.xml" Id="R555d3ac05bcd4f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d6fcb5e6d40b0" /><Relationship Type="http://schemas.openxmlformats.org/officeDocument/2006/relationships/notesSlide" Target="/ppt/notesSlides/notesSlide3.xml" Id="Rcce83186f3dc4e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7cd2646ff4442" /><Relationship Type="http://schemas.openxmlformats.org/officeDocument/2006/relationships/notesSlide" Target="/ppt/notesSlides/notesSlide4.xml" Id="R36ef015e3d00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74-1">
            <a:extLst xmlns:a="http://schemas.openxmlformats.org/drawingml/2006/main">
              <a:ext uri="{FF2B5EF4-FFF2-40B4-BE49-F238E27FC236}">
                <a16:creationId xmlns:a16="http://schemas.microsoft.com/office/drawing/2014/main" id="{40D203BF-A6C0-4A8C-8537-C0CE61AE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74-1">
            <a:extLst xmlns:a="http://schemas.openxmlformats.org/drawingml/2006/main">
              <a:ext uri="{FF2B5EF4-FFF2-40B4-BE49-F238E27FC236}">
                <a16:creationId xmlns:a16="http://schemas.microsoft.com/office/drawing/2014/main" id="{22E21674-8F20-4267-98DC-08AB632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p03-full-005374</a:t>
            </a:r>
          </a:p>
        </p:txBody>
      </p:sp>
      <p:sp>
        <p:nvSpPr>
          <p:cNvPr id="3" name="qa-v2-r2-title-p03-full-005374-1">
            <a:extLst xmlns:a="http://schemas.openxmlformats.org/drawingml/2006/main">
              <a:ext uri="{FF2B5EF4-FFF2-40B4-BE49-F238E27FC236}">
                <a16:creationId xmlns:a16="http://schemas.microsoft.com/office/drawing/2014/main" id="{E4E87D0C-D9A3-4AD4-9CA2-071CCECA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374-1">
            <a:extLst xmlns:a="http://schemas.openxmlformats.org/drawingml/2006/main">
              <a:ext uri="{FF2B5EF4-FFF2-40B4-BE49-F238E27FC236}">
                <a16:creationId xmlns:a16="http://schemas.microsoft.com/office/drawing/2014/main" id="{A068C951-6297-44B9-978E-33F9F81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checksum check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2026-07-15.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p03-src-005374; p03-full-003707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control scope assessment.</a:t>
            </a:r>
          </a:p>
        </p:txBody>
      </p:sp>
    </p:spTree>
    <p:extLst>
      <p:ext uri="{BB962C8B-B14F-4D97-AF65-F5344CB8AC3E}">
        <p14:creationId xmlns:p14="http://schemas.microsoft.com/office/powerpoint/2010/main" val="1300807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74-2">
            <a:extLst xmlns:a="http://schemas.openxmlformats.org/drawingml/2006/main">
              <a:ext uri="{FF2B5EF4-FFF2-40B4-BE49-F238E27FC236}">
                <a16:creationId xmlns:a16="http://schemas.microsoft.com/office/drawing/2014/main" id="{78450C7C-2D44-4A4D-93D1-AE72CE16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74-2">
            <a:extLst xmlns:a="http://schemas.openxmlformats.org/drawingml/2006/main">
              <a:ext uri="{FF2B5EF4-FFF2-40B4-BE49-F238E27FC236}">
                <a16:creationId xmlns:a16="http://schemas.microsoft.com/office/drawing/2014/main" id="{8C070983-6DC5-4777-97F3-9EACE8F7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p03-full-005374</a:t>
            </a:r>
          </a:p>
        </p:txBody>
      </p:sp>
      <p:sp>
        <p:nvSpPr>
          <p:cNvPr id="3" name="qa-v2-r2-title-p03-full-005374-2">
            <a:extLst xmlns:a="http://schemas.openxmlformats.org/drawingml/2006/main">
              <a:ext uri="{FF2B5EF4-FFF2-40B4-BE49-F238E27FC236}">
                <a16:creationId xmlns:a16="http://schemas.microsoft.com/office/drawing/2014/main" id="{D5197776-A469-4E55-8A24-9BD5FFA3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374-2">
            <a:extLst xmlns:a="http://schemas.openxmlformats.org/drawingml/2006/main">
              <a:ext uri="{FF2B5EF4-FFF2-40B4-BE49-F238E27FC236}">
                <a16:creationId xmlns:a16="http://schemas.microsoft.com/office/drawing/2014/main" id="{8F9B892B-D233-431A-894B-3BFC29E0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review-to-closure continuity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1010306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74-3">
            <a:extLst xmlns:a="http://schemas.openxmlformats.org/drawingml/2006/main">
              <a:ext uri="{FF2B5EF4-FFF2-40B4-BE49-F238E27FC236}">
                <a16:creationId xmlns:a16="http://schemas.microsoft.com/office/drawing/2014/main" id="{6E6E3B9F-8D64-4BA4-8F7B-0A67F356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74-3">
            <a:extLst xmlns:a="http://schemas.openxmlformats.org/drawingml/2006/main">
              <a:ext uri="{FF2B5EF4-FFF2-40B4-BE49-F238E27FC236}">
                <a16:creationId xmlns:a16="http://schemas.microsoft.com/office/drawing/2014/main" id="{3F7A809C-84EA-4979-9DE5-BC13CA1C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p03-full-005374</a:t>
            </a:r>
          </a:p>
        </p:txBody>
      </p:sp>
      <p:sp>
        <p:nvSpPr>
          <p:cNvPr id="3" name="qa-v2-r2-title-p03-full-005374-3">
            <a:extLst xmlns:a="http://schemas.openxmlformats.org/drawingml/2006/main">
              <a:ext uri="{FF2B5EF4-FFF2-40B4-BE49-F238E27FC236}">
                <a16:creationId xmlns:a16="http://schemas.microsoft.com/office/drawing/2014/main" id="{C610A6CC-F311-4C80-AC73-C910A674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374-3">
            <a:extLst xmlns:a="http://schemas.openxmlformats.org/drawingml/2006/main">
              <a:ext uri="{FF2B5EF4-FFF2-40B4-BE49-F238E27FC236}">
                <a16:creationId xmlns:a16="http://schemas.microsoft.com/office/drawing/2014/main" id="{1A9EA89A-66C9-4ECD-9C65-3E7017C5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903973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374-4">
            <a:extLst xmlns:a="http://schemas.openxmlformats.org/drawingml/2006/main">
              <a:ext uri="{FF2B5EF4-FFF2-40B4-BE49-F238E27FC236}">
                <a16:creationId xmlns:a16="http://schemas.microsoft.com/office/drawing/2014/main" id="{B6AA475F-66D0-4430-AB2A-6FA718CB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374-4">
            <a:extLst xmlns:a="http://schemas.openxmlformats.org/drawingml/2006/main">
              <a:ext uri="{FF2B5EF4-FFF2-40B4-BE49-F238E27FC236}">
                <a16:creationId xmlns:a16="http://schemas.microsoft.com/office/drawing/2014/main" id="{2C5E256E-958D-420D-819F-54445B5C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p03-full-005374</a:t>
            </a:r>
          </a:p>
        </p:txBody>
      </p:sp>
      <p:sp>
        <p:nvSpPr>
          <p:cNvPr id="3" name="qa-v2-r2-title-p03-full-005374-4">
            <a:extLst xmlns:a="http://schemas.openxmlformats.org/drawingml/2006/main">
              <a:ext uri="{FF2B5EF4-FFF2-40B4-BE49-F238E27FC236}">
                <a16:creationId xmlns:a16="http://schemas.microsoft.com/office/drawing/2014/main" id="{CA06F206-0B91-4EB8-845E-35002A1A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374-4">
            <a:extLst xmlns:a="http://schemas.openxmlformats.org/drawingml/2006/main">
              <a:ext uri="{FF2B5EF4-FFF2-40B4-BE49-F238E27FC236}">
                <a16:creationId xmlns:a16="http://schemas.microsoft.com/office/drawing/2014/main" id="{29304F68-05AB-4169-9456-23B3E01F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p03-src-005374 with p03-full-003707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control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903973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2026-08-25T13:14:43.6320000Z</dcterms:created>
  <dcterms:modified xsi:type="dcterms:W3CDTF">2026-08-25T13:14:43.6320000Z</dcterms:modified>
</coreProperties>
</file>