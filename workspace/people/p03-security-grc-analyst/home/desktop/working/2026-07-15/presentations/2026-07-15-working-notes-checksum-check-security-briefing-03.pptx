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87f12ed2b4fe2" /><Relationship Type="http://schemas.openxmlformats.org/officeDocument/2006/relationships/extended-properties" Target="/docProps/app.xml" Id="R22e4b0bacb804221" /><Relationship Type="http://schemas.openxmlformats.org/officeDocument/2006/relationships/officeDocument" Target="/ppt/presentation.xml" Id="R319cb12b575f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d78ed9a414377"/>
  </p:sldMasterIdLst>
  <p:notesMasterIdLst>
    <p:notesMasterId xmlns:r="http://schemas.openxmlformats.org/officeDocument/2006/relationships" r:id="R8b0c849c4f054bdb"/>
  </p:notesMasterIdLst>
  <p:sldIdLst>
    <p:sldId xmlns:r="http://schemas.openxmlformats.org/officeDocument/2006/relationships" id="256" r:id="Rf730c9bb357442cf"/>
    <p:sldId xmlns:r="http://schemas.openxmlformats.org/officeDocument/2006/relationships" id="257" r:id="R541de15eca7b4066"/>
    <p:sldId xmlns:r="http://schemas.openxmlformats.org/officeDocument/2006/relationships" id="258" r:id="Rf97036e654c64f36"/>
    <p:sldId xmlns:r="http://schemas.openxmlformats.org/officeDocument/2006/relationships" id="259" r:id="Rc15ea996429144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b0adcb251346d0" /><Relationship Type="http://schemas.openxmlformats.org/officeDocument/2006/relationships/slideMaster" Target="/ppt/slideMasters/slideMaster1.xml" Id="R0e7d78ed9a414377" /><Relationship Type="http://schemas.openxmlformats.org/officeDocument/2006/relationships/notesMaster" Target="/ppt/notesMasters/notesMaster1.xml" Id="R8b0c849c4f054bdb" /><Relationship Type="http://schemas.openxmlformats.org/officeDocument/2006/relationships/presProps" Target="/ppt/presProps.xml" Id="Rf618a4b5f1e24b32" /><Relationship Type="http://schemas.openxmlformats.org/officeDocument/2006/relationships/tableStyles" Target="/ppt/tableStyles.xml" Id="R816ac8c46630487a" /><Relationship Type="http://schemas.openxmlformats.org/officeDocument/2006/relationships/slide" Target="/ppt/slides/slide1.xml" Id="Rf730c9bb357442cf" /><Relationship Type="http://schemas.openxmlformats.org/officeDocument/2006/relationships/slide" Target="/ppt/slides/slide2.xml" Id="R541de15eca7b4066" /><Relationship Type="http://schemas.openxmlformats.org/officeDocument/2006/relationships/slide" Target="/ppt/slides/slide3.xml" Id="Rf97036e654c64f36" /><Relationship Type="http://schemas.openxmlformats.org/officeDocument/2006/relationships/slide" Target="/ppt/slides/slide4.xml" Id="Rc15ea996429144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a15f35571e41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c97c928304e56" /><Relationship Type="http://schemas.openxmlformats.org/officeDocument/2006/relationships/notesMaster" Target="/ppt/notesMasters/notesMaster1.xml" Id="R72fe76257a2348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88a6eb673e47dc" /><Relationship Type="http://schemas.openxmlformats.org/officeDocument/2006/relationships/notesMaster" Target="/ppt/notesMasters/notesMaster1.xml" Id="Rea5109cbb88344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890cd79cfd479f" /><Relationship Type="http://schemas.openxmlformats.org/officeDocument/2006/relationships/notesMaster" Target="/ppt/notesMasters/notesMaster1.xml" Id="Rb0d9a77a0c3540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d5be20c9be45c1" /><Relationship Type="http://schemas.openxmlformats.org/officeDocument/2006/relationships/notesMaster" Target="/ppt/notesMasters/notesMaster1.xml" Id="R30c8251d7aff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240122a5a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0dfd24ab9f4b38" /><Relationship Type="http://schemas.openxmlformats.org/officeDocument/2006/relationships/slideLayout" Target="/ppt/slideLayouts/slideLayout1.xml" Id="Rbd4004f0ed6c46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004f0ed6c46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d4a4f92ff4ca1" /><Relationship Type="http://schemas.openxmlformats.org/officeDocument/2006/relationships/notesSlide" Target="/ppt/notesSlides/notesSlide1.xml" Id="R174452ac96564b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8dfae671a4283" /><Relationship Type="http://schemas.openxmlformats.org/officeDocument/2006/relationships/notesSlide" Target="/ppt/notesSlides/notesSlide2.xml" Id="Rd469905971a94c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0c9203a4a4fff" /><Relationship Type="http://schemas.openxmlformats.org/officeDocument/2006/relationships/notesSlide" Target="/ppt/notesSlides/notesSlide3.xml" Id="Rae429bec3a854a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8563b7fa14737" /><Relationship Type="http://schemas.openxmlformats.org/officeDocument/2006/relationships/notesSlide" Target="/ppt/notesSlides/notesSlide4.xml" Id="R3a86823781944f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74-1">
            <a:extLst xmlns:a="http://schemas.openxmlformats.org/drawingml/2006/main">
              <a:ext uri="{FF2B5EF4-FFF2-40B4-BE49-F238E27FC236}">
                <a16:creationId xmlns:a16="http://schemas.microsoft.com/office/drawing/2014/main" id="{0F3F5AAA-3417-4D0C-B783-8EFFC78B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74-1">
            <a:extLst xmlns:a="http://schemas.openxmlformats.org/drawingml/2006/main">
              <a:ext uri="{FF2B5EF4-FFF2-40B4-BE49-F238E27FC236}">
                <a16:creationId xmlns:a16="http://schemas.microsoft.com/office/drawing/2014/main" id="{1B858B91-17F2-4311-A351-C6FC584E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p03-full-005474</a:t>
            </a:r>
          </a:p>
        </p:txBody>
      </p:sp>
      <p:sp>
        <p:nvSpPr>
          <p:cNvPr id="3" name="qa-v2-r2-title-p03-full-005474-1">
            <a:extLst xmlns:a="http://schemas.openxmlformats.org/drawingml/2006/main">
              <a:ext uri="{FF2B5EF4-FFF2-40B4-BE49-F238E27FC236}">
                <a16:creationId xmlns:a16="http://schemas.microsoft.com/office/drawing/2014/main" id="{8F9D725C-8E1F-4A79-9DAE-A898A870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5474-1">
            <a:extLst xmlns:a="http://schemas.openxmlformats.org/drawingml/2006/main">
              <a:ext uri="{FF2B5EF4-FFF2-40B4-BE49-F238E27FC236}">
                <a16:creationId xmlns:a16="http://schemas.microsoft.com/office/drawing/2014/main" id="{88FBF3A3-CCE3-4FBB-904C-F71D550F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desktop working. The record treats RISK-031 on 2026-07-15 as an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boundary question focused on source reliability, provenance, and corroboration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p03-src-005474 is the declared source; p03-full-001080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952717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74-2">
            <a:extLst xmlns:a="http://schemas.openxmlformats.org/drawingml/2006/main">
              <a:ext uri="{FF2B5EF4-FFF2-40B4-BE49-F238E27FC236}">
                <a16:creationId xmlns:a16="http://schemas.microsoft.com/office/drawing/2014/main" id="{7233E8E8-8EFC-4397-857F-950DCE0C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74-2">
            <a:extLst xmlns:a="http://schemas.openxmlformats.org/drawingml/2006/main">
              <a:ext uri="{FF2B5EF4-FFF2-40B4-BE49-F238E27FC236}">
                <a16:creationId xmlns:a16="http://schemas.microsoft.com/office/drawing/2014/main" id="{75374E34-718A-4E24-B625-743C1AD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p03-full-005474</a:t>
            </a:r>
          </a:p>
        </p:txBody>
      </p:sp>
      <p:sp>
        <p:nvSpPr>
          <p:cNvPr id="3" name="qa-v2-r2-title-p03-full-005474-2">
            <a:extLst xmlns:a="http://schemas.openxmlformats.org/drawingml/2006/main">
              <a:ext uri="{FF2B5EF4-FFF2-40B4-BE49-F238E27FC236}">
                <a16:creationId xmlns:a16="http://schemas.microsoft.com/office/drawing/2014/main" id="{0A30F99F-9D2E-4F76-ADB4-3B519C6B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5474-2">
            <a:extLst xmlns:a="http://schemas.openxmlformats.org/drawingml/2006/main">
              <a:ext uri="{FF2B5EF4-FFF2-40B4-BE49-F238E27FC236}">
                <a16:creationId xmlns:a16="http://schemas.microsoft.com/office/drawing/2014/main" id="{4B0DD261-2023-48D6-94C7-451B071B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claim-to-rationale support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reliability, provenance, and corroboration quality, rather than treat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020717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74-3">
            <a:extLst xmlns:a="http://schemas.openxmlformats.org/drawingml/2006/main">
              <a:ext uri="{FF2B5EF4-FFF2-40B4-BE49-F238E27FC236}">
                <a16:creationId xmlns:a16="http://schemas.microsoft.com/office/drawing/2014/main" id="{03A96CCF-C51B-436B-8134-D5D480C8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74-3">
            <a:extLst xmlns:a="http://schemas.openxmlformats.org/drawingml/2006/main">
              <a:ext uri="{FF2B5EF4-FFF2-40B4-BE49-F238E27FC236}">
                <a16:creationId xmlns:a16="http://schemas.microsoft.com/office/drawing/2014/main" id="{EF8638B6-A5B4-4E98-BD73-85F32140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p03-full-005474</a:t>
            </a:r>
          </a:p>
        </p:txBody>
      </p:sp>
      <p:sp>
        <p:nvSpPr>
          <p:cNvPr id="3" name="qa-v2-r2-title-p03-full-005474-3">
            <a:extLst xmlns:a="http://schemas.openxmlformats.org/drawingml/2006/main">
              <a:ext uri="{FF2B5EF4-FFF2-40B4-BE49-F238E27FC236}">
                <a16:creationId xmlns:a16="http://schemas.microsoft.com/office/drawing/2014/main" id="{BC7BF426-0AF0-4514-9328-02AEAE19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5474-3">
            <a:extLst xmlns:a="http://schemas.openxmlformats.org/drawingml/2006/main">
              <a:ext uri="{FF2B5EF4-FFF2-40B4-BE49-F238E27FC236}">
                <a16:creationId xmlns:a16="http://schemas.microsoft.com/office/drawing/2014/main" id="{A1DA4B1A-2890-4791-B294-CD7637D8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preserve the review question;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56476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474-4">
            <a:extLst xmlns:a="http://schemas.openxmlformats.org/drawingml/2006/main">
              <a:ext uri="{FF2B5EF4-FFF2-40B4-BE49-F238E27FC236}">
                <a16:creationId xmlns:a16="http://schemas.microsoft.com/office/drawing/2014/main" id="{6EFC4D19-2132-495F-82A3-043B9EC5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474-4">
            <a:extLst xmlns:a="http://schemas.openxmlformats.org/drawingml/2006/main">
              <a:ext uri="{FF2B5EF4-FFF2-40B4-BE49-F238E27FC236}">
                <a16:creationId xmlns:a16="http://schemas.microsoft.com/office/drawing/2014/main" id="{3DF9E292-BE62-41B1-AC4B-2ECC555F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p03-full-005474</a:t>
            </a:r>
          </a:p>
        </p:txBody>
      </p:sp>
      <p:sp>
        <p:nvSpPr>
          <p:cNvPr id="3" name="qa-v2-r2-title-p03-full-005474-4">
            <a:extLst xmlns:a="http://schemas.openxmlformats.org/drawingml/2006/main">
              <a:ext uri="{FF2B5EF4-FFF2-40B4-BE49-F238E27FC236}">
                <a16:creationId xmlns:a16="http://schemas.microsoft.com/office/drawing/2014/main" id="{D486D96C-AD0F-4201-B059-350E7E03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5474-4">
            <a:extLst xmlns:a="http://schemas.openxmlformats.org/drawingml/2006/main">
              <a:ext uri="{FF2B5EF4-FFF2-40B4-BE49-F238E27FC236}">
                <a16:creationId xmlns:a16="http://schemas.microsoft.com/office/drawing/2014/main" id="{828AB180-0ACE-4550-B9DD-E4372EEF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p03-full-001080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approval boundary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56476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2026-08-25T13:15:04.9450000Z</dcterms:created>
  <dcterms:modified xsi:type="dcterms:W3CDTF">2026-08-25T13:15:04.9450000Z</dcterms:modified>
</coreProperties>
</file>