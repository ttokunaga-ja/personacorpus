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4a250a60bc425a" /><Relationship Type="http://schemas.openxmlformats.org/officeDocument/2006/relationships/extended-properties" Target="/docProps/app.xml" Id="Rf4ddda28136b4d7c" /><Relationship Type="http://schemas.openxmlformats.org/officeDocument/2006/relationships/officeDocument" Target="/ppt/presentation.xml" Id="R642601f9c5b949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c85c1c4e5f4a5b"/>
  </p:sldMasterIdLst>
  <p:notesMasterIdLst>
    <p:notesMasterId xmlns:r="http://schemas.openxmlformats.org/officeDocument/2006/relationships" r:id="R0eb95dcd2fe14320"/>
  </p:notesMasterIdLst>
  <p:sldIdLst>
    <p:sldId xmlns:r="http://schemas.openxmlformats.org/officeDocument/2006/relationships" id="256" r:id="R519284d76d2d4623"/>
    <p:sldId xmlns:r="http://schemas.openxmlformats.org/officeDocument/2006/relationships" id="257" r:id="R50f877210a17418b"/>
    <p:sldId xmlns:r="http://schemas.openxmlformats.org/officeDocument/2006/relationships" id="258" r:id="R3bcade70246546d9"/>
    <p:sldId xmlns:r="http://schemas.openxmlformats.org/officeDocument/2006/relationships" id="259" r:id="R97496d849b4142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2e3c8332654048" /><Relationship Type="http://schemas.openxmlformats.org/officeDocument/2006/relationships/slideMaster" Target="/ppt/slideMasters/slideMaster1.xml" Id="R01c85c1c4e5f4a5b" /><Relationship Type="http://schemas.openxmlformats.org/officeDocument/2006/relationships/notesMaster" Target="/ppt/notesMasters/notesMaster1.xml" Id="R0eb95dcd2fe14320" /><Relationship Type="http://schemas.openxmlformats.org/officeDocument/2006/relationships/presProps" Target="/ppt/presProps.xml" Id="R6ee10c832c9d4d71" /><Relationship Type="http://schemas.openxmlformats.org/officeDocument/2006/relationships/tableStyles" Target="/ppt/tableStyles.xml" Id="Re1951d53e1e64a78" /><Relationship Type="http://schemas.openxmlformats.org/officeDocument/2006/relationships/slide" Target="/ppt/slides/slide1.xml" Id="R519284d76d2d4623" /><Relationship Type="http://schemas.openxmlformats.org/officeDocument/2006/relationships/slide" Target="/ppt/slides/slide2.xml" Id="R50f877210a17418b" /><Relationship Type="http://schemas.openxmlformats.org/officeDocument/2006/relationships/slide" Target="/ppt/slides/slide3.xml" Id="R3bcade70246546d9" /><Relationship Type="http://schemas.openxmlformats.org/officeDocument/2006/relationships/slide" Target="/ppt/slides/slide4.xml" Id="R97496d849b4142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ae16fc9867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a62cee51b4159" /><Relationship Type="http://schemas.openxmlformats.org/officeDocument/2006/relationships/notesMaster" Target="/ppt/notesMasters/notesMaster1.xml" Id="R79f9e194442d48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ea2d7ac9534a57" /><Relationship Type="http://schemas.openxmlformats.org/officeDocument/2006/relationships/notesMaster" Target="/ppt/notesMasters/notesMaster1.xml" Id="Rab91c3c37dba4b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1eb64954624171" /><Relationship Type="http://schemas.openxmlformats.org/officeDocument/2006/relationships/notesMaster" Target="/ppt/notesMasters/notesMaster1.xml" Id="Ra8d210e6baa444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cdfa5c1e69452d" /><Relationship Type="http://schemas.openxmlformats.org/officeDocument/2006/relationships/notesMaster" Target="/ppt/notesMasters/notesMaster1.xml" Id="R142e4d8cca7147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d28fd540d45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5df26274eb4f1e" /><Relationship Type="http://schemas.openxmlformats.org/officeDocument/2006/relationships/slideLayout" Target="/ppt/slideLayouts/slideLayout1.xml" Id="R33acb86c23c34b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acb86c23c34b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4ffed3d9241e8" /><Relationship Type="http://schemas.openxmlformats.org/officeDocument/2006/relationships/notesSlide" Target="/ppt/notesSlides/notesSlide1.xml" Id="R12afdf20cf474e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6819b743c4a63" /><Relationship Type="http://schemas.openxmlformats.org/officeDocument/2006/relationships/notesSlide" Target="/ppt/notesSlides/notesSlide2.xml" Id="Rd5a36fecf8b14c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a8277ba854d06" /><Relationship Type="http://schemas.openxmlformats.org/officeDocument/2006/relationships/notesSlide" Target="/ppt/notesSlides/notesSlide3.xml" Id="Rde1064d3293a48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cdef0db1049d3" /><Relationship Type="http://schemas.openxmlformats.org/officeDocument/2006/relationships/notesSlide" Target="/ppt/notesSlides/notesSlide4.xml" Id="R7006a4508de846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774-1">
            <a:extLst xmlns:a="http://schemas.openxmlformats.org/drawingml/2006/main">
              <a:ext uri="{FF2B5EF4-FFF2-40B4-BE49-F238E27FC236}">
                <a16:creationId xmlns:a16="http://schemas.microsoft.com/office/drawing/2014/main" id="{5D6E9EEC-14C9-4ABE-B456-350FD8EF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774-1">
            <a:extLst xmlns:a="http://schemas.openxmlformats.org/drawingml/2006/main">
              <a:ext uri="{FF2B5EF4-FFF2-40B4-BE49-F238E27FC236}">
                <a16:creationId xmlns:a16="http://schemas.microsoft.com/office/drawing/2014/main" id="{3B603896-9E95-4806-ADD3-A6A79E3D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p03-full-004774</a:t>
            </a:r>
          </a:p>
        </p:txBody>
      </p:sp>
      <p:sp>
        <p:nvSpPr>
          <p:cNvPr id="3" name="qa-v2-r2-title-p03-full-004774-1">
            <a:extLst xmlns:a="http://schemas.openxmlformats.org/drawingml/2006/main">
              <a:ext uri="{FF2B5EF4-FFF2-40B4-BE49-F238E27FC236}">
                <a16:creationId xmlns:a16="http://schemas.microsoft.com/office/drawing/2014/main" id="{830F03A1-7A2C-4288-9263-F0A59F93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774-1">
            <a:extLst xmlns:a="http://schemas.openxmlformats.org/drawingml/2006/main">
              <a:ext uri="{FF2B5EF4-FFF2-40B4-BE49-F238E27FC236}">
                <a16:creationId xmlns:a16="http://schemas.microsoft.com/office/drawing/2014/main" id="{67462EA5-D8BE-4A0F-8A59-8689968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checksum check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desktop working.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p03-src-004774; p03-full-003707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record completeness assessment.</a:t>
            </a:r>
          </a:p>
        </p:txBody>
      </p:sp>
    </p:spTree>
    <p:extLst>
      <p:ext uri="{BB962C8B-B14F-4D97-AF65-F5344CB8AC3E}">
        <p14:creationId xmlns:p14="http://schemas.microsoft.com/office/powerpoint/2010/main" val="1681724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774-2">
            <a:extLst xmlns:a="http://schemas.openxmlformats.org/drawingml/2006/main">
              <a:ext uri="{FF2B5EF4-FFF2-40B4-BE49-F238E27FC236}">
                <a16:creationId xmlns:a16="http://schemas.microsoft.com/office/drawing/2014/main" id="{66A12E2B-2E23-411B-AE8B-3669BD6C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774-2">
            <a:extLst xmlns:a="http://schemas.openxmlformats.org/drawingml/2006/main">
              <a:ext uri="{FF2B5EF4-FFF2-40B4-BE49-F238E27FC236}">
                <a16:creationId xmlns:a16="http://schemas.microsoft.com/office/drawing/2014/main" id="{830DBEEE-FC9C-4624-87A0-5E3EC53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p03-full-004774</a:t>
            </a:r>
          </a:p>
        </p:txBody>
      </p:sp>
      <p:sp>
        <p:nvSpPr>
          <p:cNvPr id="3" name="qa-v2-r2-title-p03-full-004774-2">
            <a:extLst xmlns:a="http://schemas.openxmlformats.org/drawingml/2006/main">
              <a:ext uri="{FF2B5EF4-FFF2-40B4-BE49-F238E27FC236}">
                <a16:creationId xmlns:a16="http://schemas.microsoft.com/office/drawing/2014/main" id="{5C823309-3B29-4E87-8B55-CA488ED0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774-2">
            <a:extLst xmlns:a="http://schemas.openxmlformats.org/drawingml/2006/main">
              <a:ext uri="{FF2B5EF4-FFF2-40B4-BE49-F238E27FC236}">
                <a16:creationId xmlns:a16="http://schemas.microsoft.com/office/drawing/2014/main" id="{533862D6-A224-4091-BA9F-B9931DF7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subject-to-record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898231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774-3">
            <a:extLst xmlns:a="http://schemas.openxmlformats.org/drawingml/2006/main">
              <a:ext uri="{FF2B5EF4-FFF2-40B4-BE49-F238E27FC236}">
                <a16:creationId xmlns:a16="http://schemas.microsoft.com/office/drawing/2014/main" id="{901FE4B5-6327-48CE-A329-E4F48321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774-3">
            <a:extLst xmlns:a="http://schemas.openxmlformats.org/drawingml/2006/main">
              <a:ext uri="{FF2B5EF4-FFF2-40B4-BE49-F238E27FC236}">
                <a16:creationId xmlns:a16="http://schemas.microsoft.com/office/drawing/2014/main" id="{4B8B95DD-C2A6-4BFC-91D8-78AF9662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p03-full-004774</a:t>
            </a:r>
          </a:p>
        </p:txBody>
      </p:sp>
      <p:sp>
        <p:nvSpPr>
          <p:cNvPr id="3" name="qa-v2-r2-title-p03-full-004774-3">
            <a:extLst xmlns:a="http://schemas.openxmlformats.org/drawingml/2006/main">
              <a:ext uri="{FF2B5EF4-FFF2-40B4-BE49-F238E27FC236}">
                <a16:creationId xmlns:a16="http://schemas.microsoft.com/office/drawing/2014/main" id="{4CFE0D73-88CD-4E4B-85D7-463AC0DE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774-3">
            <a:extLst xmlns:a="http://schemas.openxmlformats.org/drawingml/2006/main">
              <a:ext uri="{FF2B5EF4-FFF2-40B4-BE49-F238E27FC236}">
                <a16:creationId xmlns:a16="http://schemas.microsoft.com/office/drawing/2014/main" id="{70AB411D-30B7-4916-89FC-4D8620AE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verify the dependency meaning;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854786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774-4">
            <a:extLst xmlns:a="http://schemas.openxmlformats.org/drawingml/2006/main">
              <a:ext uri="{FF2B5EF4-FFF2-40B4-BE49-F238E27FC236}">
                <a16:creationId xmlns:a16="http://schemas.microsoft.com/office/drawing/2014/main" id="{3B1EF9B9-EDA2-42DB-856C-406FD736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774-4">
            <a:extLst xmlns:a="http://schemas.openxmlformats.org/drawingml/2006/main">
              <a:ext uri="{FF2B5EF4-FFF2-40B4-BE49-F238E27FC236}">
                <a16:creationId xmlns:a16="http://schemas.microsoft.com/office/drawing/2014/main" id="{67CFB67E-37F8-4A28-BE6B-EBB72158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p03-full-004774</a:t>
            </a:r>
          </a:p>
        </p:txBody>
      </p:sp>
      <p:sp>
        <p:nvSpPr>
          <p:cNvPr id="3" name="qa-v2-r2-title-p03-full-004774-4">
            <a:extLst xmlns:a="http://schemas.openxmlformats.org/drawingml/2006/main">
              <a:ext uri="{FF2B5EF4-FFF2-40B4-BE49-F238E27FC236}">
                <a16:creationId xmlns:a16="http://schemas.microsoft.com/office/drawing/2014/main" id="{BB24D3B8-5EC0-48CF-8715-2E2A070C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774-4">
            <a:extLst xmlns:a="http://schemas.openxmlformats.org/drawingml/2006/main">
              <a:ext uri="{FF2B5EF4-FFF2-40B4-BE49-F238E27FC236}">
                <a16:creationId xmlns:a16="http://schemas.microsoft.com/office/drawing/2014/main" id="{86F77E18-B704-4DB1-A204-A00AFBC6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p03-src-004774 with p03-full-003707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record completeness.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854786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2026-08-25T13:14:22.3030000Z</dcterms:created>
  <dcterms:modified xsi:type="dcterms:W3CDTF">2026-08-25T13:14:22.3030000Z</dcterms:modified>
</coreProperties>
</file>