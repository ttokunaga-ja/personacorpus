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d07961b5f14df0" /><Relationship Type="http://schemas.openxmlformats.org/officeDocument/2006/relationships/extended-properties" Target="/docProps/app.xml" Id="R1aa0ca9165f84a42" /><Relationship Type="http://schemas.openxmlformats.org/officeDocument/2006/relationships/officeDocument" Target="/ppt/presentation.xml" Id="Rca7dabf2a377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6f833db3b4dab"/>
  </p:sldMasterIdLst>
  <p:notesMasterIdLst>
    <p:notesMasterId xmlns:r="http://schemas.openxmlformats.org/officeDocument/2006/relationships" r:id="R186efffbc3e84c24"/>
  </p:notesMasterIdLst>
  <p:sldIdLst>
    <p:sldId xmlns:r="http://schemas.openxmlformats.org/officeDocument/2006/relationships" id="256" r:id="R27e0e9debd7d4678"/>
    <p:sldId xmlns:r="http://schemas.openxmlformats.org/officeDocument/2006/relationships" id="257" r:id="R3c213c86a73f44f5"/>
    <p:sldId xmlns:r="http://schemas.openxmlformats.org/officeDocument/2006/relationships" id="258" r:id="R81283d88481e4255"/>
    <p:sldId xmlns:r="http://schemas.openxmlformats.org/officeDocument/2006/relationships" id="259" r:id="Reafff9f09a7c4c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01bcf0e24a4e49" /><Relationship Type="http://schemas.openxmlformats.org/officeDocument/2006/relationships/slideMaster" Target="/ppt/slideMasters/slideMaster1.xml" Id="R95e6f833db3b4dab" /><Relationship Type="http://schemas.openxmlformats.org/officeDocument/2006/relationships/notesMaster" Target="/ppt/notesMasters/notesMaster1.xml" Id="R186efffbc3e84c24" /><Relationship Type="http://schemas.openxmlformats.org/officeDocument/2006/relationships/presProps" Target="/ppt/presProps.xml" Id="Rb9fa394815384544" /><Relationship Type="http://schemas.openxmlformats.org/officeDocument/2006/relationships/tableStyles" Target="/ppt/tableStyles.xml" Id="Rd5e89b20b883463d" /><Relationship Type="http://schemas.openxmlformats.org/officeDocument/2006/relationships/slide" Target="/ppt/slides/slide1.xml" Id="R27e0e9debd7d4678" /><Relationship Type="http://schemas.openxmlformats.org/officeDocument/2006/relationships/slide" Target="/ppt/slides/slide2.xml" Id="R3c213c86a73f44f5" /><Relationship Type="http://schemas.openxmlformats.org/officeDocument/2006/relationships/slide" Target="/ppt/slides/slide3.xml" Id="R81283d88481e4255" /><Relationship Type="http://schemas.openxmlformats.org/officeDocument/2006/relationships/slide" Target="/ppt/slides/slide4.xml" Id="Reafff9f09a7c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27a0b1a1047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0a76a8dca84501" /><Relationship Type="http://schemas.openxmlformats.org/officeDocument/2006/relationships/notesMaster" Target="/ppt/notesMasters/notesMaster1.xml" Id="R50780a9c736446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eef2ca91404974" /><Relationship Type="http://schemas.openxmlformats.org/officeDocument/2006/relationships/notesMaster" Target="/ppt/notesMasters/notesMaster1.xml" Id="R31dd6348ee0442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85ca02bfbd4f56" /><Relationship Type="http://schemas.openxmlformats.org/officeDocument/2006/relationships/notesMaster" Target="/ppt/notesMasters/notesMaster1.xml" Id="R63f4402e258f4f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19b8b1337742df" /><Relationship Type="http://schemas.openxmlformats.org/officeDocument/2006/relationships/notesMaster" Target="/ppt/notesMasters/notesMaster1.xml" Id="R11d1ecc7d35a45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086837c4a5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0a3157d054d0c" /><Relationship Type="http://schemas.openxmlformats.org/officeDocument/2006/relationships/slideLayout" Target="/ppt/slideLayouts/slideLayout1.xml" Id="Rf0a5ee5b906d4a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5ee5b906d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154ce09924e36" /><Relationship Type="http://schemas.openxmlformats.org/officeDocument/2006/relationships/notesSlide" Target="/ppt/notesSlides/notesSlide1.xml" Id="R81f4f651ead247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94d0bd7b24d35" /><Relationship Type="http://schemas.openxmlformats.org/officeDocument/2006/relationships/notesSlide" Target="/ppt/notesSlides/notesSlide2.xml" Id="Rcdcee852e03945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228301aaf4ac9" /><Relationship Type="http://schemas.openxmlformats.org/officeDocument/2006/relationships/notesSlide" Target="/ppt/notesSlides/notesSlide3.xml" Id="Ree0eeb7f4de043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e0735c917470c" /><Relationship Type="http://schemas.openxmlformats.org/officeDocument/2006/relationships/notesSlide" Target="/ppt/notesSlides/notesSlide4.xml" Id="Rda76c0a323e746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74-1">
            <a:extLst xmlns:a="http://schemas.openxmlformats.org/drawingml/2006/main">
              <a:ext uri="{FF2B5EF4-FFF2-40B4-BE49-F238E27FC236}">
                <a16:creationId xmlns:a16="http://schemas.microsoft.com/office/drawing/2014/main" id="{A82C738F-A0B5-4313-8E6D-3C61A6EE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74-1">
            <a:extLst xmlns:a="http://schemas.openxmlformats.org/drawingml/2006/main">
              <a:ext uri="{FF2B5EF4-FFF2-40B4-BE49-F238E27FC236}">
                <a16:creationId xmlns:a16="http://schemas.microsoft.com/office/drawing/2014/main" id="{15C72222-B9EE-4436-B286-28E6472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p03-full-005574</a:t>
            </a:r>
          </a:p>
        </p:txBody>
      </p:sp>
      <p:sp>
        <p:nvSpPr>
          <p:cNvPr id="3" name="qa-v2-r2-title-p03-full-005574-1">
            <a:extLst xmlns:a="http://schemas.openxmlformats.org/drawingml/2006/main">
              <a:ext uri="{FF2B5EF4-FFF2-40B4-BE49-F238E27FC236}">
                <a16:creationId xmlns:a16="http://schemas.microsoft.com/office/drawing/2014/main" id="{0706C342-8664-4B2D-B6AE-0CF776EE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5574-1">
            <a:extLst xmlns:a="http://schemas.openxmlformats.org/drawingml/2006/main">
              <a:ext uri="{FF2B5EF4-FFF2-40B4-BE49-F238E27FC236}">
                <a16:creationId xmlns:a16="http://schemas.microsoft.com/office/drawing/2014/main" id="{C479FA11-85E8-487D-8C7E-C6591ED0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checksum check security briefing within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desktop working. The record treats RISK-031 on 2026-07-14 as a control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applicability question focused on source reliability, provenance,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p03-src-005574 is the declared source; p03-full-002618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404024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74-2">
            <a:extLst xmlns:a="http://schemas.openxmlformats.org/drawingml/2006/main">
              <a:ext uri="{FF2B5EF4-FFF2-40B4-BE49-F238E27FC236}">
                <a16:creationId xmlns:a16="http://schemas.microsoft.com/office/drawing/2014/main" id="{BB139FAD-8208-4BFD-A5B6-67DDF51C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74-2">
            <a:extLst xmlns:a="http://schemas.openxmlformats.org/drawingml/2006/main">
              <a:ext uri="{FF2B5EF4-FFF2-40B4-BE49-F238E27FC236}">
                <a16:creationId xmlns:a16="http://schemas.microsoft.com/office/drawing/2014/main" id="{61BE82B0-1E59-4A4E-9CB7-18336552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p03-full-005574</a:t>
            </a:r>
          </a:p>
        </p:txBody>
      </p:sp>
      <p:sp>
        <p:nvSpPr>
          <p:cNvPr id="3" name="qa-v2-r2-title-p03-full-005574-2">
            <a:extLst xmlns:a="http://schemas.openxmlformats.org/drawingml/2006/main">
              <a:ext uri="{FF2B5EF4-FFF2-40B4-BE49-F238E27FC236}">
                <a16:creationId xmlns:a16="http://schemas.microsoft.com/office/drawing/2014/main" id="{302108AE-D0FC-4AA3-9559-FE6540D1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5574-2">
            <a:extLst xmlns:a="http://schemas.openxmlformats.org/drawingml/2006/main">
              <a:ext uri="{FF2B5EF4-FFF2-40B4-BE49-F238E27FC236}">
                <a16:creationId xmlns:a16="http://schemas.microsoft.com/office/drawing/2014/main" id="{4E9D114E-8D7A-4801-A8DB-5DBEDF15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subject-to-record alignment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2056331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74-3">
            <a:extLst xmlns:a="http://schemas.openxmlformats.org/drawingml/2006/main">
              <a:ext uri="{FF2B5EF4-FFF2-40B4-BE49-F238E27FC236}">
                <a16:creationId xmlns:a16="http://schemas.microsoft.com/office/drawing/2014/main" id="{5400C8B5-68DB-40D4-8838-020752B7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74-3">
            <a:extLst xmlns:a="http://schemas.openxmlformats.org/drawingml/2006/main">
              <a:ext uri="{FF2B5EF4-FFF2-40B4-BE49-F238E27FC236}">
                <a16:creationId xmlns:a16="http://schemas.microsoft.com/office/drawing/2014/main" id="{AEEDA55E-5D22-4CD0-A212-C612D66A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p03-full-005574</a:t>
            </a:r>
          </a:p>
        </p:txBody>
      </p:sp>
      <p:sp>
        <p:nvSpPr>
          <p:cNvPr id="3" name="qa-v2-r2-title-p03-full-005574-3">
            <a:extLst xmlns:a="http://schemas.openxmlformats.org/drawingml/2006/main">
              <a:ext uri="{FF2B5EF4-FFF2-40B4-BE49-F238E27FC236}">
                <a16:creationId xmlns:a16="http://schemas.microsoft.com/office/drawing/2014/main" id="{65A84A84-46DE-4E26-B991-48229835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5574-3">
            <a:extLst xmlns:a="http://schemas.openxmlformats.org/drawingml/2006/main">
              <a:ext uri="{FF2B5EF4-FFF2-40B4-BE49-F238E27FC236}">
                <a16:creationId xmlns:a16="http://schemas.microsoft.com/office/drawing/2014/main" id="{0F63BD5E-1F2A-4D90-891B-11AC9690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reassess the control response;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133131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574-4">
            <a:extLst xmlns:a="http://schemas.openxmlformats.org/drawingml/2006/main">
              <a:ext uri="{FF2B5EF4-FFF2-40B4-BE49-F238E27FC236}">
                <a16:creationId xmlns:a16="http://schemas.microsoft.com/office/drawing/2014/main" id="{74797D61-5507-4C2C-87F8-CD97F2E9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574-4">
            <a:extLst xmlns:a="http://schemas.openxmlformats.org/drawingml/2006/main">
              <a:ext uri="{FF2B5EF4-FFF2-40B4-BE49-F238E27FC236}">
                <a16:creationId xmlns:a16="http://schemas.microsoft.com/office/drawing/2014/main" id="{19B04416-EF06-465F-87BA-C2CAB55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p03-full-005574</a:t>
            </a:r>
          </a:p>
        </p:txBody>
      </p:sp>
      <p:sp>
        <p:nvSpPr>
          <p:cNvPr id="3" name="qa-v2-r2-title-p03-full-005574-4">
            <a:extLst xmlns:a="http://schemas.openxmlformats.org/drawingml/2006/main">
              <a:ext uri="{FF2B5EF4-FFF2-40B4-BE49-F238E27FC236}">
                <a16:creationId xmlns:a16="http://schemas.microsoft.com/office/drawing/2014/main" id="{A19EA0FB-31C2-4CE3-8B11-7F408DA1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5574-4">
            <a:extLst xmlns:a="http://schemas.openxmlformats.org/drawingml/2006/main">
              <a:ext uri="{FF2B5EF4-FFF2-40B4-BE49-F238E27FC236}">
                <a16:creationId xmlns:a16="http://schemas.microsoft.com/office/drawing/2014/main" id="{3964A002-4BD3-400F-A934-26ED2E88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p03-full-002618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control applicability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133131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2026-08-25T13:13:39.6250000Z</dcterms:created>
  <dcterms:modified xsi:type="dcterms:W3CDTF">2026-08-25T13:13:39.6250000Z</dcterms:modified>
</coreProperties>
</file>