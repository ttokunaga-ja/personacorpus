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80e07f7af744a5" /><Relationship Type="http://schemas.openxmlformats.org/officeDocument/2006/relationships/extended-properties" Target="/docProps/app.xml" Id="R6115bda04f6649f3" /><Relationship Type="http://schemas.openxmlformats.org/officeDocument/2006/relationships/officeDocument" Target="/ppt/presentation.xml" Id="R2f2ec601879c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7fb72b4c24c0b"/>
  </p:sldMasterIdLst>
  <p:notesMasterIdLst>
    <p:notesMasterId xmlns:r="http://schemas.openxmlformats.org/officeDocument/2006/relationships" r:id="R9cb4542f83a64c2d"/>
  </p:notesMasterIdLst>
  <p:sldIdLst>
    <p:sldId xmlns:r="http://schemas.openxmlformats.org/officeDocument/2006/relationships" id="256" r:id="Rb94f4483f1af4aae"/>
    <p:sldId xmlns:r="http://schemas.openxmlformats.org/officeDocument/2006/relationships" id="257" r:id="Rbb4f87d0952341f6"/>
    <p:sldId xmlns:r="http://schemas.openxmlformats.org/officeDocument/2006/relationships" id="258" r:id="R397f2049213f44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c8738c0e65405d" /><Relationship Type="http://schemas.openxmlformats.org/officeDocument/2006/relationships/slideMaster" Target="/ppt/slideMasters/slideMaster1.xml" Id="R7b77fb72b4c24c0b" /><Relationship Type="http://schemas.openxmlformats.org/officeDocument/2006/relationships/notesMaster" Target="/ppt/notesMasters/notesMaster1.xml" Id="R9cb4542f83a64c2d" /><Relationship Type="http://schemas.openxmlformats.org/officeDocument/2006/relationships/presProps" Target="/ppt/presProps.xml" Id="R6ebbeab4a40649b0" /><Relationship Type="http://schemas.openxmlformats.org/officeDocument/2006/relationships/tableStyles" Target="/ppt/tableStyles.xml" Id="Re82b9c8df8a94cbd" /><Relationship Type="http://schemas.openxmlformats.org/officeDocument/2006/relationships/slide" Target="/ppt/slides/slide1.xml" Id="Rb94f4483f1af4aae" /><Relationship Type="http://schemas.openxmlformats.org/officeDocument/2006/relationships/slide" Target="/ppt/slides/slide2.xml" Id="Rbb4f87d0952341f6" /><Relationship Type="http://schemas.openxmlformats.org/officeDocument/2006/relationships/slide" Target="/ppt/slides/slide3.xml" Id="R397f2049213f44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26a497b6b44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020ba3b9e24b7a" /><Relationship Type="http://schemas.openxmlformats.org/officeDocument/2006/relationships/notesMaster" Target="/ppt/notesMasters/notesMaster1.xml" Id="R674047ed45c144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9ffd4ec66d4eab" /><Relationship Type="http://schemas.openxmlformats.org/officeDocument/2006/relationships/notesMaster" Target="/ppt/notesMasters/notesMaster1.xml" Id="Rb2dc60e2a21c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30593a57404ec6" /><Relationship Type="http://schemas.openxmlformats.org/officeDocument/2006/relationships/notesMaster" Target="/ppt/notesMasters/notesMaster1.xml" Id="R6559db630290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938cf17334d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7cb5f11bd64855" /><Relationship Type="http://schemas.openxmlformats.org/officeDocument/2006/relationships/slideLayout" Target="/ppt/slideLayouts/slideLayout1.xml" Id="R5637bf830c81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7bf830c81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cc7752da14363" /><Relationship Type="http://schemas.openxmlformats.org/officeDocument/2006/relationships/notesSlide" Target="/ppt/notesSlides/notesSlide1.xml" Id="Rc48f0532c4bd4f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7e365b444fee" /><Relationship Type="http://schemas.openxmlformats.org/officeDocument/2006/relationships/notesSlide" Target="/ppt/notesSlides/notesSlide2.xml" Id="R11786e36c61048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48b3ccf6146a4" /><Relationship Type="http://schemas.openxmlformats.org/officeDocument/2006/relationships/notesSlide" Target="/ppt/notesSlides/notesSlide3.xml" Id="Rc052658189cf46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27881-5583-4738-8176-79EDA9EA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C53E3-198E-4E61-A06A-B967EA99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Exception linkage: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0DEA-4D34-4315-8474-D9B941E9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2026-07-14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43F43-8055-48D8-A237-7961FC7D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1FEB9-01AC-407E-B6C4-975A5CA0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4B74C-8217-49C7-93E0-E7E05579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F96D8-6FA5-4326-993E-82600EC2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2026-07-14-working-notes-checksum-check-security-briefing-pptx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72522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C9BE1-85D8-4078-BEA9-F26D090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7CF60-72B9-4B3D-BD86-47956976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C7CCB-2EB9-4C59-9562-59A4FE0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A0F88-EC0F-4DB0-BFD7-33FE9556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4F7F2-04F0-43DC-B491-1CA4A6A0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Link EXC-260713-006 to the compensating-review record and its one-day closure window.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AE38D-FA18-4D7F-9258-A5E1982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D0E97-B824-4922-B0CA-CAB64343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A7CA6-7CAC-4F0D-AAAD-830E944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AFC63-FC10-4887-9838-3319B7E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exception linkage keeps the assigned 2026-07-14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0319F-1488-4245-A871-98C342EC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07627-1C1A-4291-82D6-BE9BCD9D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1EA0B-324F-41C9-9B33-6F04701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EE240-B277-43E1-9D7A-71AF4D2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Confirm preparer and reviewer separation before retaining the disposition.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92D70-A770-4043-B42F-470D8079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p03-full-003707</a:t>
            </a:r>
          </a:p>
        </p:txBody>
      </p:sp>
    </p:spTree>
    <p:extLst>
      <p:ext uri="{BB962C8B-B14F-4D97-AF65-F5344CB8AC3E}">
        <p14:creationId xmlns:p14="http://schemas.microsoft.com/office/powerpoint/2010/main" val="361236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25090-2D84-4708-BCCF-EAC4053A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D62A7-9E92-4516-9B02-D979970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18F41-E95D-428B-938D-96573105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536ED-67CE-46A8-B9D1-4B97D8C1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Link EXC-260713-006 to the compensating-review record and its one-day closure window.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8961D-71FA-45EC-B89E-386419C3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DA2F5-F1CF-42EE-97F1-74E063E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preparer and reviewer separation before retaining the disposition.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02614-5368-4E56-9D4C-087A1D85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C630C-C4A7-4074-9F4A-8C90D470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p03-full-003707.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C61A5-9212-4772-A6EF-59BC4AD7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7C1B8-488A-40A6-9F55-151304FF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ED544-9AC6-44CE-A7F8-3CFD10BF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483943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2026-08-24T17:18:41.6060000Z</dcterms:created>
  <dcterms:modified xsi:type="dcterms:W3CDTF">2026-08-24T17:18:41.6060000Z</dcterms:modified>
</coreProperties>
</file>