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80257dc8a94677" /><Relationship Type="http://schemas.openxmlformats.org/officeDocument/2006/relationships/extended-properties" Target="/docProps/app.xml" Id="R1426317073d9439e" /><Relationship Type="http://schemas.openxmlformats.org/officeDocument/2006/relationships/officeDocument" Target="/ppt/presentation.xml" Id="R31b8bfce5dd94c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6622796d644f1e"/>
  </p:sldMasterIdLst>
  <p:notesMasterIdLst>
    <p:notesMasterId xmlns:r="http://schemas.openxmlformats.org/officeDocument/2006/relationships" r:id="R1751e2da6e2345ce"/>
  </p:notesMasterIdLst>
  <p:sldIdLst>
    <p:sldId xmlns:r="http://schemas.openxmlformats.org/officeDocument/2006/relationships" id="256" r:id="R0ff44ee5b9924c8d"/>
    <p:sldId xmlns:r="http://schemas.openxmlformats.org/officeDocument/2006/relationships" id="257" r:id="Rdcf2013f3cae478e"/>
    <p:sldId xmlns:r="http://schemas.openxmlformats.org/officeDocument/2006/relationships" id="258" r:id="Rf061605dd96a4fc2"/>
    <p:sldId xmlns:r="http://schemas.openxmlformats.org/officeDocument/2006/relationships" id="259" r:id="Rabd57a20281e47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05d1f3eeeb4f53" /><Relationship Type="http://schemas.openxmlformats.org/officeDocument/2006/relationships/slideMaster" Target="/ppt/slideMasters/slideMaster1.xml" Id="R5e6622796d644f1e" /><Relationship Type="http://schemas.openxmlformats.org/officeDocument/2006/relationships/notesMaster" Target="/ppt/notesMasters/notesMaster1.xml" Id="R1751e2da6e2345ce" /><Relationship Type="http://schemas.openxmlformats.org/officeDocument/2006/relationships/presProps" Target="/ppt/presProps.xml" Id="R9ba124d9fcb947a3" /><Relationship Type="http://schemas.openxmlformats.org/officeDocument/2006/relationships/tableStyles" Target="/ppt/tableStyles.xml" Id="R85ea97fb9dda46c1" /><Relationship Type="http://schemas.openxmlformats.org/officeDocument/2006/relationships/slide" Target="/ppt/slides/slide1.xml" Id="R0ff44ee5b9924c8d" /><Relationship Type="http://schemas.openxmlformats.org/officeDocument/2006/relationships/slide" Target="/ppt/slides/slide2.xml" Id="Rdcf2013f3cae478e" /><Relationship Type="http://schemas.openxmlformats.org/officeDocument/2006/relationships/slide" Target="/ppt/slides/slide3.xml" Id="Rf061605dd96a4fc2" /><Relationship Type="http://schemas.openxmlformats.org/officeDocument/2006/relationships/slide" Target="/ppt/slides/slide4.xml" Id="Rabd57a20281e47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cb877aaa344d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9429af034248ab" /><Relationship Type="http://schemas.openxmlformats.org/officeDocument/2006/relationships/notesMaster" Target="/ppt/notesMasters/notesMaster1.xml" Id="Rf5b41c08754441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ca67c72ee0406c" /><Relationship Type="http://schemas.openxmlformats.org/officeDocument/2006/relationships/notesMaster" Target="/ppt/notesMasters/notesMaster1.xml" Id="R196978fd0d5842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b2c041587948e6" /><Relationship Type="http://schemas.openxmlformats.org/officeDocument/2006/relationships/notesMaster" Target="/ppt/notesMasters/notesMaster1.xml" Id="R83368385e39d4c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e6abd5ac2a4357" /><Relationship Type="http://schemas.openxmlformats.org/officeDocument/2006/relationships/notesMaster" Target="/ppt/notesMasters/notesMaster1.xml" Id="R4f03e4f2e7f942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5219a98ddf40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0eb888b55242a9" /><Relationship Type="http://schemas.openxmlformats.org/officeDocument/2006/relationships/slideLayout" Target="/ppt/slideLayouts/slideLayout1.xml" Id="R42c394f8b80448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c394f8b80448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1516ca5ff49f4" /><Relationship Type="http://schemas.openxmlformats.org/officeDocument/2006/relationships/notesSlide" Target="/ppt/notesSlides/notesSlide1.xml" Id="R9b5b92fcd82546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c9d846f054ef9" /><Relationship Type="http://schemas.openxmlformats.org/officeDocument/2006/relationships/notesSlide" Target="/ppt/notesSlides/notesSlide2.xml" Id="R8106f7d3c56547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5d55ce103467e" /><Relationship Type="http://schemas.openxmlformats.org/officeDocument/2006/relationships/notesSlide" Target="/ppt/notesSlides/notesSlide3.xml" Id="R3eade97f3d274a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fe90d0e7f42ca" /><Relationship Type="http://schemas.openxmlformats.org/officeDocument/2006/relationships/notesSlide" Target="/ppt/notesSlides/notesSlide4.xml" Id="Ra244d9ac95f542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827-1">
            <a:extLst xmlns:a="http://schemas.openxmlformats.org/drawingml/2006/main">
              <a:ext uri="{FF2B5EF4-FFF2-40B4-BE49-F238E27FC236}">
                <a16:creationId xmlns:a16="http://schemas.microsoft.com/office/drawing/2014/main" id="{486390F4-0CAD-46DC-A2A5-DF16BD3F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827-1">
            <a:extLst xmlns:a="http://schemas.openxmlformats.org/drawingml/2006/main">
              <a:ext uri="{FF2B5EF4-FFF2-40B4-BE49-F238E27FC236}">
                <a16:creationId xmlns:a16="http://schemas.microsoft.com/office/drawing/2014/main" id="{828C8070-0AB6-4936-9377-8654009D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p03-full-001827</a:t>
            </a:r>
          </a:p>
        </p:txBody>
      </p:sp>
      <p:sp>
        <p:nvSpPr>
          <p:cNvPr id="3" name="qa-v2-r2-title-p03-full-001827-1">
            <a:extLst xmlns:a="http://schemas.openxmlformats.org/drawingml/2006/main">
              <a:ext uri="{FF2B5EF4-FFF2-40B4-BE49-F238E27FC236}">
                <a16:creationId xmlns:a16="http://schemas.microsoft.com/office/drawing/2014/main" id="{5E4B4F53-D3F1-48FE-86C3-F3CD0D66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1827-1">
            <a:extLst xmlns:a="http://schemas.openxmlformats.org/drawingml/2006/main">
              <a:ext uri="{FF2B5EF4-FFF2-40B4-BE49-F238E27FC236}">
                <a16:creationId xmlns:a16="http://schemas.microsoft.com/office/drawing/2014/main" id="{FAC849E9-4B35-40A5-8352-14A0433E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working notes review draft security briefing within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desktop working. The record treats RISK-031 on 2026-07-14 as a control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applicability question focused on ownership, approval boundaries,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p03-src-001827 is the declared source; p03-full-001182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2116243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827-2">
            <a:extLst xmlns:a="http://schemas.openxmlformats.org/drawingml/2006/main">
              <a:ext uri="{FF2B5EF4-FFF2-40B4-BE49-F238E27FC236}">
                <a16:creationId xmlns:a16="http://schemas.microsoft.com/office/drawing/2014/main" id="{3572D49C-4D09-4483-917D-6CA9078B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827-2">
            <a:extLst xmlns:a="http://schemas.openxmlformats.org/drawingml/2006/main">
              <a:ext uri="{FF2B5EF4-FFF2-40B4-BE49-F238E27FC236}">
                <a16:creationId xmlns:a16="http://schemas.microsoft.com/office/drawing/2014/main" id="{29362223-11EE-4C82-9D91-FAAB8D70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p03-full-001827</a:t>
            </a:r>
          </a:p>
        </p:txBody>
      </p:sp>
      <p:sp>
        <p:nvSpPr>
          <p:cNvPr id="3" name="qa-v2-r2-title-p03-full-001827-2">
            <a:extLst xmlns:a="http://schemas.openxmlformats.org/drawingml/2006/main">
              <a:ext uri="{FF2B5EF4-FFF2-40B4-BE49-F238E27FC236}">
                <a16:creationId xmlns:a16="http://schemas.microsoft.com/office/drawing/2014/main" id="{33533DE2-BE9C-49E6-8370-73636111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1827-2">
            <a:extLst xmlns:a="http://schemas.openxmlformats.org/drawingml/2006/main">
              <a:ext uri="{FF2B5EF4-FFF2-40B4-BE49-F238E27FC236}">
                <a16:creationId xmlns:a16="http://schemas.microsoft.com/office/drawing/2014/main" id="{E4694D54-C7F6-424D-BD39-FFD18608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 Systems (CHS) is a fictional organization operating a managed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logistics and harbor-operations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claim-to-rationale support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2507933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827-3">
            <a:extLst xmlns:a="http://schemas.openxmlformats.org/drawingml/2006/main">
              <a:ext uri="{FF2B5EF4-FFF2-40B4-BE49-F238E27FC236}">
                <a16:creationId xmlns:a16="http://schemas.microsoft.com/office/drawing/2014/main" id="{9C764605-D044-4168-9744-57A3867D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827-3">
            <a:extLst xmlns:a="http://schemas.openxmlformats.org/drawingml/2006/main">
              <a:ext uri="{FF2B5EF4-FFF2-40B4-BE49-F238E27FC236}">
                <a16:creationId xmlns:a16="http://schemas.microsoft.com/office/drawing/2014/main" id="{CCE1FC90-C087-4C4C-A467-8A3798A7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p03-full-001827</a:t>
            </a:r>
          </a:p>
        </p:txBody>
      </p:sp>
      <p:sp>
        <p:nvSpPr>
          <p:cNvPr id="3" name="qa-v2-r2-title-p03-full-001827-3">
            <a:extLst xmlns:a="http://schemas.openxmlformats.org/drawingml/2006/main">
              <a:ext uri="{FF2B5EF4-FFF2-40B4-BE49-F238E27FC236}">
                <a16:creationId xmlns:a16="http://schemas.microsoft.com/office/drawing/2014/main" id="{9D0016D0-1090-4C6F-80E9-22F05E41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1827-3">
            <a:extLst xmlns:a="http://schemas.openxmlformats.org/drawingml/2006/main">
              <a:ext uri="{FF2B5EF4-FFF2-40B4-BE49-F238E27FC236}">
                <a16:creationId xmlns:a16="http://schemas.microsoft.com/office/drawing/2014/main" id="{612297D2-58F3-48AF-8B3C-578C2414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verify the dependency meaning;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824829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827-4">
            <a:extLst xmlns:a="http://schemas.openxmlformats.org/drawingml/2006/main">
              <a:ext uri="{FF2B5EF4-FFF2-40B4-BE49-F238E27FC236}">
                <a16:creationId xmlns:a16="http://schemas.microsoft.com/office/drawing/2014/main" id="{B358AE6F-16AB-43B0-80F3-D0938C86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827-4">
            <a:extLst xmlns:a="http://schemas.openxmlformats.org/drawingml/2006/main">
              <a:ext uri="{FF2B5EF4-FFF2-40B4-BE49-F238E27FC236}">
                <a16:creationId xmlns:a16="http://schemas.microsoft.com/office/drawing/2014/main" id="{81F88C93-1200-47E0-A184-108F10EA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p03-full-001827</a:t>
            </a:r>
          </a:p>
        </p:txBody>
      </p:sp>
      <p:sp>
        <p:nvSpPr>
          <p:cNvPr id="3" name="qa-v2-r2-title-p03-full-001827-4">
            <a:extLst xmlns:a="http://schemas.openxmlformats.org/drawingml/2006/main">
              <a:ext uri="{FF2B5EF4-FFF2-40B4-BE49-F238E27FC236}">
                <a16:creationId xmlns:a16="http://schemas.microsoft.com/office/drawing/2014/main" id="{195F4DF0-A0B0-4073-BAA6-EABF4100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1827-4">
            <a:extLst xmlns:a="http://schemas.openxmlformats.org/drawingml/2006/main">
              <a:ext uri="{FF2B5EF4-FFF2-40B4-BE49-F238E27FC236}">
                <a16:creationId xmlns:a16="http://schemas.microsoft.com/office/drawing/2014/main" id="{866A2F4E-7087-401E-967D-AC578C4B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p03-full-001182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control applicability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824829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2026-08-25T13:14:00.9790000Z</dcterms:created>
  <dcterms:modified xsi:type="dcterms:W3CDTF">2026-08-25T13:14:00.9790000Z</dcterms:modified>
</coreProperties>
</file>