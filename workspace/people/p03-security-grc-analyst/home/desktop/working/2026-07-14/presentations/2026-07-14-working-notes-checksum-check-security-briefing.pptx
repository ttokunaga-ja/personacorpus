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47516039294e58" /><Relationship Type="http://schemas.openxmlformats.org/officeDocument/2006/relationships/extended-properties" Target="/docProps/app.xml" Id="R45b8d66a97254657" /><Relationship Type="http://schemas.openxmlformats.org/officeDocument/2006/relationships/officeDocument" Target="/ppt/presentation.xml" Id="Rb0abd3b4fded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5d35daaa4b412e"/>
  </p:sldMasterIdLst>
  <p:notesMasterIdLst>
    <p:notesMasterId xmlns:r="http://schemas.openxmlformats.org/officeDocument/2006/relationships" r:id="R2c4edaf926a14713"/>
  </p:notesMasterIdLst>
  <p:sldIdLst>
    <p:sldId xmlns:r="http://schemas.openxmlformats.org/officeDocument/2006/relationships" id="256" r:id="R410a19265bb54949"/>
    <p:sldId xmlns:r="http://schemas.openxmlformats.org/officeDocument/2006/relationships" id="257" r:id="R2205cb509b584911"/>
    <p:sldId xmlns:r="http://schemas.openxmlformats.org/officeDocument/2006/relationships" id="258" r:id="R51966db971ce4a83"/>
    <p:sldId xmlns:r="http://schemas.openxmlformats.org/officeDocument/2006/relationships" id="259" r:id="R44981066d5ff4d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444a2597745f1" /><Relationship Type="http://schemas.openxmlformats.org/officeDocument/2006/relationships/slideMaster" Target="/ppt/slideMasters/slideMaster1.xml" Id="R615d35daaa4b412e" /><Relationship Type="http://schemas.openxmlformats.org/officeDocument/2006/relationships/notesMaster" Target="/ppt/notesMasters/notesMaster1.xml" Id="R2c4edaf926a14713" /><Relationship Type="http://schemas.openxmlformats.org/officeDocument/2006/relationships/presProps" Target="/ppt/presProps.xml" Id="R883d725d44454d78" /><Relationship Type="http://schemas.openxmlformats.org/officeDocument/2006/relationships/tableStyles" Target="/ppt/tableStyles.xml" Id="Re627b2ba6449420d" /><Relationship Type="http://schemas.openxmlformats.org/officeDocument/2006/relationships/slide" Target="/ppt/slides/slide1.xml" Id="R410a19265bb54949" /><Relationship Type="http://schemas.openxmlformats.org/officeDocument/2006/relationships/slide" Target="/ppt/slides/slide2.xml" Id="R2205cb509b584911" /><Relationship Type="http://schemas.openxmlformats.org/officeDocument/2006/relationships/slide" Target="/ppt/slides/slide3.xml" Id="R51966db971ce4a83" /><Relationship Type="http://schemas.openxmlformats.org/officeDocument/2006/relationships/slide" Target="/ppt/slides/slide4.xml" Id="R44981066d5ff4d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038bf5262c43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13156d4cb4427a" /><Relationship Type="http://schemas.openxmlformats.org/officeDocument/2006/relationships/notesMaster" Target="/ppt/notesMasters/notesMaster1.xml" Id="Ree81ce0285b140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faf2a35aa64399" /><Relationship Type="http://schemas.openxmlformats.org/officeDocument/2006/relationships/notesMaster" Target="/ppt/notesMasters/notesMaster1.xml" Id="Rea5e55abc0dd4f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4a944ccef4c7d" /><Relationship Type="http://schemas.openxmlformats.org/officeDocument/2006/relationships/notesMaster" Target="/ppt/notesMasters/notesMaster1.xml" Id="R0e38e97f843149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77038f45b4b35" /><Relationship Type="http://schemas.openxmlformats.org/officeDocument/2006/relationships/notesMaster" Target="/ppt/notesMasters/notesMaster1.xml" Id="Re0d347b10012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c8426ba9f4f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5a83e0713d4f12" /><Relationship Type="http://schemas.openxmlformats.org/officeDocument/2006/relationships/slideLayout" Target="/ppt/slideLayouts/slideLayout1.xml" Id="R2455251d632d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5251d632d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e34a3e95945ce" /><Relationship Type="http://schemas.openxmlformats.org/officeDocument/2006/relationships/notesSlide" Target="/ppt/notesSlides/notesSlide1.xml" Id="Rbefc96abeca243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c60f4d64c4b68" /><Relationship Type="http://schemas.openxmlformats.org/officeDocument/2006/relationships/notesSlide" Target="/ppt/notesSlides/notesSlide2.xml" Id="Ra28bb06acc994a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47cd2a9b14d0d" /><Relationship Type="http://schemas.openxmlformats.org/officeDocument/2006/relationships/notesSlide" Target="/ppt/notesSlides/notesSlide3.xml" Id="R7637978a6a1d44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73d37d8914466" /><Relationship Type="http://schemas.openxmlformats.org/officeDocument/2006/relationships/notesSlide" Target="/ppt/notesSlides/notesSlide4.xml" Id="Rbd218d52dd4f44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74-1">
            <a:extLst xmlns:a="http://schemas.openxmlformats.org/drawingml/2006/main">
              <a:ext uri="{FF2B5EF4-FFF2-40B4-BE49-F238E27FC236}">
                <a16:creationId xmlns:a16="http://schemas.microsoft.com/office/drawing/2014/main" id="{4992E864-969F-4120-B027-41013182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74-1">
            <a:extLst xmlns:a="http://schemas.openxmlformats.org/drawingml/2006/main">
              <a:ext uri="{FF2B5EF4-FFF2-40B4-BE49-F238E27FC236}">
                <a16:creationId xmlns:a16="http://schemas.microsoft.com/office/drawing/2014/main" id="{D9A79E96-50BE-41EC-B2DD-0597A683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p03-full-004174</a:t>
            </a:r>
          </a:p>
        </p:txBody>
      </p:sp>
      <p:sp>
        <p:nvSpPr>
          <p:cNvPr id="3" name="qa-v2-r2-title-p03-full-004174-1">
            <a:extLst xmlns:a="http://schemas.openxmlformats.org/drawingml/2006/main">
              <a:ext uri="{FF2B5EF4-FFF2-40B4-BE49-F238E27FC236}">
                <a16:creationId xmlns:a16="http://schemas.microsoft.com/office/drawing/2014/main" id="{8540094B-4CE2-4649-95F9-C57EAD38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174-1">
            <a:extLst xmlns:a="http://schemas.openxmlformats.org/drawingml/2006/main">
              <a:ext uri="{FF2B5EF4-FFF2-40B4-BE49-F238E27FC236}">
                <a16:creationId xmlns:a16="http://schemas.microsoft.com/office/drawing/2014/main" id="{CEE97775-3F03-406D-A4F1-7A5C963B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checksum check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p03-src-004174; p03-full-003707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1440801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74-2">
            <a:extLst xmlns:a="http://schemas.openxmlformats.org/drawingml/2006/main">
              <a:ext uri="{FF2B5EF4-FFF2-40B4-BE49-F238E27FC236}">
                <a16:creationId xmlns:a16="http://schemas.microsoft.com/office/drawing/2014/main" id="{67C4D984-2804-402C-81EF-E3DDE52B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74-2">
            <a:extLst xmlns:a="http://schemas.openxmlformats.org/drawingml/2006/main">
              <a:ext uri="{FF2B5EF4-FFF2-40B4-BE49-F238E27FC236}">
                <a16:creationId xmlns:a16="http://schemas.microsoft.com/office/drawing/2014/main" id="{7D304B5F-7DB8-407F-B12C-C3A52DDF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p03-full-004174</a:t>
            </a:r>
          </a:p>
        </p:txBody>
      </p:sp>
      <p:sp>
        <p:nvSpPr>
          <p:cNvPr id="3" name="qa-v2-r2-title-p03-full-004174-2">
            <a:extLst xmlns:a="http://schemas.openxmlformats.org/drawingml/2006/main">
              <a:ext uri="{FF2B5EF4-FFF2-40B4-BE49-F238E27FC236}">
                <a16:creationId xmlns:a16="http://schemas.microsoft.com/office/drawing/2014/main" id="{9F3183EB-0DD7-41F5-9074-ECE1743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174-2">
            <a:extLst xmlns:a="http://schemas.openxmlformats.org/drawingml/2006/main">
              <a:ext uri="{FF2B5EF4-FFF2-40B4-BE49-F238E27FC236}">
                <a16:creationId xmlns:a16="http://schemas.microsoft.com/office/drawing/2014/main" id="{ECBAA4CE-A23B-4986-A327-028E223B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chronology, recency,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2147137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74-3">
            <a:extLst xmlns:a="http://schemas.openxmlformats.org/drawingml/2006/main">
              <a:ext uri="{FF2B5EF4-FFF2-40B4-BE49-F238E27FC236}">
                <a16:creationId xmlns:a16="http://schemas.microsoft.com/office/drawing/2014/main" id="{3553F459-33B5-41D0-B9A7-0059C486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74-3">
            <a:extLst xmlns:a="http://schemas.openxmlformats.org/drawingml/2006/main">
              <a:ext uri="{FF2B5EF4-FFF2-40B4-BE49-F238E27FC236}">
                <a16:creationId xmlns:a16="http://schemas.microsoft.com/office/drawing/2014/main" id="{67C2A2CD-6D99-48B9-957F-69B43134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p03-full-004174</a:t>
            </a:r>
          </a:p>
        </p:txBody>
      </p:sp>
      <p:sp>
        <p:nvSpPr>
          <p:cNvPr id="3" name="qa-v2-r2-title-p03-full-004174-3">
            <a:extLst xmlns:a="http://schemas.openxmlformats.org/drawingml/2006/main">
              <a:ext uri="{FF2B5EF4-FFF2-40B4-BE49-F238E27FC236}">
                <a16:creationId xmlns:a16="http://schemas.microsoft.com/office/drawing/2014/main" id="{4FB0B8CA-2F0B-4D1C-ABA1-1D175AF8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174-3">
            <a:extLst xmlns:a="http://schemas.openxmlformats.org/drawingml/2006/main">
              <a:ext uri="{FF2B5EF4-FFF2-40B4-BE49-F238E27FC236}">
                <a16:creationId xmlns:a16="http://schemas.microsoft.com/office/drawing/2014/main" id="{90525B65-ED01-4368-8A0A-CC093EBC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833795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174-4">
            <a:extLst xmlns:a="http://schemas.openxmlformats.org/drawingml/2006/main">
              <a:ext uri="{FF2B5EF4-FFF2-40B4-BE49-F238E27FC236}">
                <a16:creationId xmlns:a16="http://schemas.microsoft.com/office/drawing/2014/main" id="{A881252E-EDE9-4953-9C65-EE07048B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174-4">
            <a:extLst xmlns:a="http://schemas.openxmlformats.org/drawingml/2006/main">
              <a:ext uri="{FF2B5EF4-FFF2-40B4-BE49-F238E27FC236}">
                <a16:creationId xmlns:a16="http://schemas.microsoft.com/office/drawing/2014/main" id="{0AF26B6E-3EA7-4666-80A9-FDFBDAFA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p03-full-004174</a:t>
            </a:r>
          </a:p>
        </p:txBody>
      </p:sp>
      <p:sp>
        <p:nvSpPr>
          <p:cNvPr id="3" name="qa-v2-r2-title-p03-full-004174-4">
            <a:extLst xmlns:a="http://schemas.openxmlformats.org/drawingml/2006/main">
              <a:ext uri="{FF2B5EF4-FFF2-40B4-BE49-F238E27FC236}">
                <a16:creationId xmlns:a16="http://schemas.microsoft.com/office/drawing/2014/main" id="{6918E705-0D95-4262-896D-C2ED37BF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174-4">
            <a:extLst xmlns:a="http://schemas.openxmlformats.org/drawingml/2006/main">
              <a:ext uri="{FF2B5EF4-FFF2-40B4-BE49-F238E27FC236}">
                <a16:creationId xmlns:a16="http://schemas.microsoft.com/office/drawing/2014/main" id="{08EC2ADD-7DFC-4DA0-B412-67E68EC0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p03-src-004174 with p03-full-003707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833795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2026-08-25T13:13:18.2590000Z</dcterms:created>
  <dcterms:modified xsi:type="dcterms:W3CDTF">2026-08-25T13:13:18.2590000Z</dcterms:modified>
</coreProperties>
</file>