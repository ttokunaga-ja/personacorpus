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a8ae6b277403d" /><Relationship Type="http://schemas.openxmlformats.org/officeDocument/2006/relationships/extended-properties" Target="/docProps/app.xml" Id="R493e0817a7f24bd6" /><Relationship Type="http://schemas.openxmlformats.org/officeDocument/2006/relationships/officeDocument" Target="/ppt/presentation.xml" Id="R39adc534244a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4f26614ca14054"/>
  </p:sldMasterIdLst>
  <p:notesMasterIdLst>
    <p:notesMasterId xmlns:r="http://schemas.openxmlformats.org/officeDocument/2006/relationships" r:id="R30aeaa39636447d6"/>
  </p:notesMasterIdLst>
  <p:sldIdLst>
    <p:sldId xmlns:r="http://schemas.openxmlformats.org/officeDocument/2006/relationships" id="256" r:id="R7c61ef6410524413"/>
    <p:sldId xmlns:r="http://schemas.openxmlformats.org/officeDocument/2006/relationships" id="257" r:id="R5933abb2dc54434e"/>
    <p:sldId xmlns:r="http://schemas.openxmlformats.org/officeDocument/2006/relationships" id="258" r:id="R677d968bbd9841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86c1860ba4125" /><Relationship Type="http://schemas.openxmlformats.org/officeDocument/2006/relationships/slideMaster" Target="/ppt/slideMasters/slideMaster1.xml" Id="R1f4f26614ca14054" /><Relationship Type="http://schemas.openxmlformats.org/officeDocument/2006/relationships/notesMaster" Target="/ppt/notesMasters/notesMaster1.xml" Id="R30aeaa39636447d6" /><Relationship Type="http://schemas.openxmlformats.org/officeDocument/2006/relationships/presProps" Target="/ppt/presProps.xml" Id="Rcaa0dc1df32c438e" /><Relationship Type="http://schemas.openxmlformats.org/officeDocument/2006/relationships/tableStyles" Target="/ppt/tableStyles.xml" Id="R67206412eade45c9" /><Relationship Type="http://schemas.openxmlformats.org/officeDocument/2006/relationships/slide" Target="/ppt/slides/slide1.xml" Id="R7c61ef6410524413" /><Relationship Type="http://schemas.openxmlformats.org/officeDocument/2006/relationships/slide" Target="/ppt/slides/slide2.xml" Id="R5933abb2dc54434e" /><Relationship Type="http://schemas.openxmlformats.org/officeDocument/2006/relationships/slide" Target="/ppt/slides/slide3.xml" Id="R677d968bbd9841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99bf7d802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d1d5e7c09741db" /><Relationship Type="http://schemas.openxmlformats.org/officeDocument/2006/relationships/notesMaster" Target="/ppt/notesMasters/notesMaster1.xml" Id="Re477e5a4b1f743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b0be7f73fb4595" /><Relationship Type="http://schemas.openxmlformats.org/officeDocument/2006/relationships/notesMaster" Target="/ppt/notesMasters/notesMaster1.xml" Id="R34a1f58d72af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32819beec04e4d" /><Relationship Type="http://schemas.openxmlformats.org/officeDocument/2006/relationships/notesMaster" Target="/ppt/notesMasters/notesMaster1.xml" Id="R67749ee0498f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f2b4e5328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ae77afa1e84fdd" /><Relationship Type="http://schemas.openxmlformats.org/officeDocument/2006/relationships/slideLayout" Target="/ppt/slideLayouts/slideLayout1.xml" Id="R7126fcfdee1e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26fcfdee1e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800fbadfb4a88" /><Relationship Type="http://schemas.openxmlformats.org/officeDocument/2006/relationships/notesSlide" Target="/ppt/notesSlides/notesSlide1.xml" Id="Raa64887a7d41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eb1ab873f4174" /><Relationship Type="http://schemas.openxmlformats.org/officeDocument/2006/relationships/notesSlide" Target="/ppt/notesSlides/notesSlide2.xml" Id="R6f12df859d3c40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31ae2897e4ee9" /><Relationship Type="http://schemas.openxmlformats.org/officeDocument/2006/relationships/notesSlide" Target="/ppt/notesSlides/notesSlide3.xml" Id="Rb34cd8becfd743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4C9B2-8A03-4539-9E85-9C419E3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B3EA5-8646-4274-8EEA-3C68461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Residual-risk reasoning: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E7A45-4EF9-447A-8377-88B43C07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2026-07-14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F5B7-091A-4770-BF79-D579B969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62682-AAD8-4C1C-BD0C-B1625727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58C90-AD3B-4511-8AA6-B8C8769E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2D62F-A05F-481C-9839-3B91642D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2026-07-14-working-notes-checksum-check-security-briefing-pptx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445669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2DEC0-AFE6-489A-9328-31CA3587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4C9E7-122B-4C44-851C-78CB44B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8ADAD-4FF6-49B0-B0FF-5B66E751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496C8-A85E-4434-8F44-CC4EC1A7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46DB9-3F4B-437F-B0A5-423257D3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State that compensating review reduces RISK-031 to Medium without erasing the original attestation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17A40-C42F-42E6-A99E-AD3D3DA5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2DD49-85F9-40C5-B3CF-538FC079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3B7AF-2058-4A92-AA18-03BBF69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7C1E1-725E-49AD-96DC-580580A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residual-risk reasoning keeps the assigned 2026-07-14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C5A08-F7B9-4872-A36E-17CBD37F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0CFEB-91B0-4A84-8840-22D6BB82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FDACC-F8E7-4336-9C29-2764428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D0BEB-5D0C-455D-9226-133F5F4F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Keep risk treatment language distinct from incident severity or operational impact.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ABD0C-30A5-44D7-A744-4B79E181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p03-full-001080</a:t>
            </a:r>
          </a:p>
        </p:txBody>
      </p:sp>
    </p:spTree>
    <p:extLst>
      <p:ext uri="{BB962C8B-B14F-4D97-AF65-F5344CB8AC3E}">
        <p14:creationId xmlns:p14="http://schemas.microsoft.com/office/powerpoint/2010/main" val="1882994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9D80E-281D-47B8-BE82-0342FBA8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B789F-DB09-4550-B369-D175C25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6AF66-31D1-43B7-8EB7-FE4833A0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8D169-71F5-441D-9D36-A8F0E308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State that compensating review reduces RISK-031 to Medium without erasing the original attestation gap.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3D801-FD0E-4533-AD96-36681CB3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FC9EA-AEC8-4DE6-A23C-A8C6DC37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risk treatment language distinct from incident severity or operational impact.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71317-9A7C-47C3-9460-4D1572B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73AA8-32AF-4CEE-A64F-328AF1C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p03-full-001080.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E8CD6-0C14-452B-9486-915ECB77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DA75C-5C62-4152-A29E-3297D93B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60105-5E80-4F45-BAB0-F28CDDB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627631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2026-08-24T17:18:42.1100000Z</dcterms:created>
  <dcterms:modified xsi:type="dcterms:W3CDTF">2026-08-24T17:18:42.1100000Z</dcterms:modified>
</coreProperties>
</file>