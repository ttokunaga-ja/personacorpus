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29e8a1f1484e92" /><Relationship Type="http://schemas.openxmlformats.org/officeDocument/2006/relationships/extended-properties" Target="/docProps/app.xml" Id="R13df178b08574864" /><Relationship Type="http://schemas.openxmlformats.org/officeDocument/2006/relationships/officeDocument" Target="/ppt/presentation.xml" Id="R41e29aa714e9446b" /></Relationships>
</file>

<file path=ppt/presentation.xml><?xml version="1.0" encoding="utf-8"?>
<p:presentation xmlns:p="http://schemas.openxmlformats.org/presentationml/2006/main">
  <p:sldMasterIdLst>
    <p:sldMasterId xmlns:r="http://schemas.openxmlformats.org/officeDocument/2006/relationships" id="2147483648" r:id="R420b2414f5a44f72"/>
  </p:sldMasterIdLst>
  <p:notesMasterIdLst>
    <p:notesMasterId xmlns:r="http://schemas.openxmlformats.org/officeDocument/2006/relationships" r:id="R73247b9707a64f03"/>
  </p:notesMasterIdLst>
  <p:sldIdLst>
    <p:sldId xmlns:r="http://schemas.openxmlformats.org/officeDocument/2006/relationships" id="256" r:id="R6620fe70100042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7b84d1b0fa4e86" /><Relationship Type="http://schemas.openxmlformats.org/officeDocument/2006/relationships/slideMaster" Target="/ppt/slideMasters/slideMaster1.xml" Id="R420b2414f5a44f72" /><Relationship Type="http://schemas.openxmlformats.org/officeDocument/2006/relationships/notesMaster" Target="/ppt/notesMasters/notesMaster1.xml" Id="R73247b9707a64f03" /><Relationship Type="http://schemas.openxmlformats.org/officeDocument/2006/relationships/presProps" Target="/ppt/presProps.xml" Id="R0978ecd026bf45b4" /><Relationship Type="http://schemas.openxmlformats.org/officeDocument/2006/relationships/tableStyles" Target="/ppt/tableStyles.xml" Id="Redf90d365df046a6" /><Relationship Type="http://schemas.openxmlformats.org/officeDocument/2006/relationships/slide" Target="/ppt/slides/slide1.xml" Id="R6620fe70100042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e95518a87940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9dcf7ba6df423a" /><Relationship Type="http://schemas.openxmlformats.org/officeDocument/2006/relationships/notesMaster" Target="/ppt/notesMasters/notesMaster1.xml" Id="R882af4c3a81e4c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947d99d06648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d86df0564045a8" /><Relationship Type="http://schemas.openxmlformats.org/officeDocument/2006/relationships/slideLayout" Target="/ppt/slideLayouts/slideLayout1.xml" Id="Rd74292dea2d947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4292dea2d947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9784bad7d54f20" /><Relationship Type="http://schemas.openxmlformats.org/officeDocument/2006/relationships/notesSlide" Target="/ppt/notesSlides/notesSlide1.xml" Id="R7f343935628548e4" /></Relationships>
</file>

<file path=ppt/slides/slide1.xml><?xml version="1.0" encoding="utf-8"?>
<p:sld xmlns:p="http://schemas.openxmlformats.org/presentationml/2006/main">
  <p:cSld>
    <p:bg>
      <p:bgPr>
        <a:solidFill xmlns:a="http://schemas.openxmlformats.org/drawingml/2006/main">
          <a:srgbClr val="F6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90E764-A8DA-4E1B-AF5E-4ADF03F7CE01}"/>
              </a:ext>
            </a:extLst>
          </p:cNvPr>
          <p:cNvSpPr>
            <a:spLocks xmlns:a="http://schemas.openxmlformats.org/drawingml/2006/main" noGrp="1"/>
          </p:cNvSpPr>
          <p:nvPr/>
        </p:nvSpPr>
        <p:spPr>
          <a:xfrm xmlns:a="http://schemas.openxmlformats.org/drawingml/2006/main">
            <a:off x="685800" y="6096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100" b="1">
                <a:solidFill>
                  <a:srgbClr val="12395B"/>
                </a:solidFill>
              </a:defRPr>
            </a:pPr>
            <a:r>
              <a:rPr sz="2100" b="1">
                <a:solidFill>
                  <a:srgbClr val="12395B"/>
                </a:solidFill>
              </a:rPr>
              <a:t>Aegis Control AC-27 | intake evidence briefing</a:t>
            </a:r>
          </a:p>
        </p:txBody>
      </p:sp>
      <p:sp>
        <p:nvSpPr>
          <p:cNvPr id="2" name="">
            <a:extLst xmlns:a="http://schemas.openxmlformats.org/drawingml/2006/main">
              <a:ext uri="{FF2B5EF4-FFF2-40B4-BE49-F238E27FC236}">
                <a16:creationId xmlns:a16="http://schemas.microsoft.com/office/drawing/2014/main" id="{B79834F9-F873-4559-9DFD-28D5F8092D18}"/>
              </a:ext>
            </a:extLst>
          </p:cNvPr>
          <p:cNvSpPr>
            <a:spLocks xmlns:a="http://schemas.openxmlformats.org/drawingml/2006/main" noGrp="1"/>
          </p:cNvSpPr>
          <p:nvPr/>
        </p:nvSpPr>
        <p:spPr>
          <a:xfrm xmlns:a="http://schemas.openxmlformats.org/drawingml/2006/main">
            <a:off x="685800" y="104775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0">
                <a:solidFill>
                  <a:srgbClr val="42566A"/>
                </a:solidFill>
              </a:defRPr>
            </a:pPr>
            <a:r>
              <a:rPr sz="1200" b="0">
                <a:solidFill>
                  <a:srgbClr val="42566A"/>
                </a:solidFill>
              </a:rPr>
              <a:t>Assigned review period: 2026-07-15. Synthetic defensive GRC evidence; no Kio readiness claim.</a:t>
            </a:r>
          </a:p>
        </p:txBody>
      </p:sp>
      <p:sp>
        <p:nvSpPr>
          <p:cNvPr id="3" name="">
            <a:extLst xmlns:a="http://schemas.openxmlformats.org/drawingml/2006/main">
              <a:ext uri="{FF2B5EF4-FFF2-40B4-BE49-F238E27FC236}">
                <a16:creationId xmlns:a16="http://schemas.microsoft.com/office/drawing/2014/main" id="{4BE84A72-AA9D-43D4-B745-0A1419D57F92}"/>
              </a:ext>
            </a:extLst>
          </p:cNvPr>
          <p:cNvSpPr>
            <a:spLocks xmlns:a="http://schemas.openxmlformats.org/drawingml/2006/main" noGrp="1"/>
          </p:cNvSpPr>
          <p:nvPr/>
        </p:nvSpPr>
        <p:spPr>
          <a:xfrm xmlns:a="http://schemas.openxmlformats.org/drawingml/2006/main">
            <a:off x="685800" y="1666875"/>
            <a:ext cx="10820400" cy="247650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B7CADD"/>
            </a:solidFill>
            <a:prstDash val="solid"/>
          </a:ln>
        </p:spPr>
      </p:sp>
      <p:sp>
        <p:nvSpPr>
          <p:cNvPr id="4" name="">
            <a:extLst xmlns:a="http://schemas.openxmlformats.org/drawingml/2006/main">
              <a:ext uri="{FF2B5EF4-FFF2-40B4-BE49-F238E27FC236}">
                <a16:creationId xmlns:a16="http://schemas.microsoft.com/office/drawing/2014/main" id="{40AB4FA2-F9DF-4FF0-95AA-F6AE794F28FB}"/>
              </a:ext>
            </a:extLst>
          </p:cNvPr>
          <p:cNvSpPr>
            <a:spLocks xmlns:a="http://schemas.openxmlformats.org/drawingml/2006/main" noGrp="1"/>
          </p:cNvSpPr>
          <p:nvPr/>
        </p:nvSpPr>
        <p:spPr>
          <a:xfrm xmlns:a="http://schemas.openxmlformats.org/drawingml/2006/main">
            <a:off x="990600" y="19526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1">
                <a:solidFill>
                  <a:srgbClr val="12395B"/>
                </a:solidFill>
              </a:defRPr>
            </a:pPr>
            <a:r>
              <a:rPr sz="1425" b="1">
                <a:solidFill>
                  <a:srgbClr val="12395B"/>
                </a:solidFill>
              </a:rPr>
              <a:t>Source record reviewed</a:t>
            </a:r>
          </a:p>
        </p:txBody>
      </p:sp>
      <p:sp>
        <p:nvSpPr>
          <p:cNvPr id="5" name="">
            <a:extLst xmlns:a="http://schemas.openxmlformats.org/drawingml/2006/main">
              <a:ext uri="{FF2B5EF4-FFF2-40B4-BE49-F238E27FC236}">
                <a16:creationId xmlns:a16="http://schemas.microsoft.com/office/drawing/2014/main" id="{BC40529C-FD53-46F3-A149-5DD1E2D4ECC6}"/>
              </a:ext>
            </a:extLst>
          </p:cNvPr>
          <p:cNvSpPr>
            <a:spLocks xmlns:a="http://schemas.openxmlformats.org/drawingml/2006/main" noGrp="1"/>
          </p:cNvSpPr>
          <p:nvPr/>
        </p:nvSpPr>
        <p:spPr>
          <a:xfrm xmlns:a="http://schemas.openxmlformats.org/drawingml/2006/main">
            <a:off x="990600" y="2333625"/>
            <a:ext cx="9906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b="0">
                <a:solidFill>
                  <a:srgbClr val="273849"/>
                </a:solidFill>
              </a:defRPr>
            </a:pPr>
            <a:r>
              <a:rPr sz="1275" b="0">
                <a:solidFill>
                  <a:srgbClr val="273849"/>
                </a:solidFill>
              </a:rPr>
              <a:t>record id: INB-015 | review date: 2026-07-20 | control: AC-27 | audit request: AR-260713-027 | case: CASE-260713-184 | evidence set: 184</a:t>
            </a:r>
          </a:p>
        </p:txBody>
      </p:sp>
      <p:sp>
        <p:nvSpPr>
          <p:cNvPr id="6" name="">
            <a:extLst xmlns:a="http://schemas.openxmlformats.org/drawingml/2006/main">
              <a:ext uri="{FF2B5EF4-FFF2-40B4-BE49-F238E27FC236}">
                <a16:creationId xmlns:a16="http://schemas.microsoft.com/office/drawing/2014/main" id="{407ABB97-3CBC-45EE-899A-F65FA39604D0}"/>
              </a:ext>
            </a:extLst>
          </p:cNvPr>
          <p:cNvSpPr>
            <a:spLocks xmlns:a="http://schemas.openxmlformats.org/drawingml/2006/main" noGrp="1"/>
          </p:cNvSpPr>
          <p:nvPr/>
        </p:nvSpPr>
        <p:spPr>
          <a:xfrm xmlns:a="http://schemas.openxmlformats.org/drawingml/2006/main">
            <a:off x="990600" y="3476625"/>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b="1">
                <a:solidFill>
                  <a:srgbClr val="42566A"/>
                </a:solidFill>
              </a:defRPr>
            </a:pPr>
            <a:r>
              <a:rPr sz="1125" b="1">
                <a:solidFill>
                  <a:srgbClr val="42566A"/>
                </a:solidFill>
              </a:rPr>
              <a:t>Direct dependency: p03-full-001178 | source period: 2026-07-20</a:t>
            </a:r>
          </a:p>
        </p:txBody>
      </p:sp>
      <p:sp>
        <p:nvSpPr>
          <p:cNvPr id="7" name="">
            <a:extLst xmlns:a="http://schemas.openxmlformats.org/drawingml/2006/main">
              <a:ext uri="{FF2B5EF4-FFF2-40B4-BE49-F238E27FC236}">
                <a16:creationId xmlns:a16="http://schemas.microsoft.com/office/drawing/2014/main" id="{85E2174D-6012-4C09-A1D4-EEEBCA615C9A}"/>
              </a:ext>
            </a:extLst>
          </p:cNvPr>
          <p:cNvSpPr>
            <a:spLocks xmlns:a="http://schemas.openxmlformats.org/drawingml/2006/main" noGrp="1"/>
          </p:cNvSpPr>
          <p:nvPr/>
        </p:nvSpPr>
        <p:spPr>
          <a:xfrm xmlns:a="http://schemas.openxmlformats.org/drawingml/2006/main">
            <a:off x="685800" y="459105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2395B"/>
                </a:solidFill>
              </a:defRPr>
            </a:pPr>
            <a:r>
              <a:rPr sz="1575" b="1">
                <a:solidFill>
                  <a:srgbClr val="12395B"/>
                </a:solidFill>
              </a:rPr>
              <a:t>Assessment</a:t>
            </a:r>
          </a:p>
        </p:txBody>
      </p:sp>
      <p:sp>
        <p:nvSpPr>
          <p:cNvPr id="8" name="">
            <a:extLst xmlns:a="http://schemas.openxmlformats.org/drawingml/2006/main">
              <a:ext uri="{FF2B5EF4-FFF2-40B4-BE49-F238E27FC236}">
                <a16:creationId xmlns:a16="http://schemas.microsoft.com/office/drawing/2014/main" id="{3B75700B-EBCC-42A0-9C06-B1A16A910AF6}"/>
              </a:ext>
            </a:extLst>
          </p:cNvPr>
          <p:cNvSpPr>
            <a:spLocks xmlns:a="http://schemas.openxmlformats.org/drawingml/2006/main" noGrp="1"/>
          </p:cNvSpPr>
          <p:nvPr/>
        </p:nvSpPr>
        <p:spPr>
          <a:xfrm xmlns:a="http://schemas.openxmlformats.org/drawingml/2006/main">
            <a:off x="685800" y="5000625"/>
            <a:ext cx="1047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425" b="0">
                <a:solidFill>
                  <a:srgbClr val="273849"/>
                </a:solidFill>
              </a:defRPr>
            </a:pPr>
            <a:r>
              <a:rPr sz="1425" b="0">
                <a:solidFill>
                  <a:srgbClr val="273849"/>
                </a:solidFill>
              </a:rPr>
              <a:t>The intake package can remain in the controlled review queue when its request, attachment, and disposition are retained as one evidence slice. Confirm the source period separately before closure, preserve only minimum review fields, and route exceptions to the GRC owner.</a:t>
            </a:r>
          </a:p>
        </p:txBody>
      </p:sp>
      <p:sp>
        <p:nvSpPr>
          <p:cNvPr id="9" name="">
            <a:extLst xmlns:a="http://schemas.openxmlformats.org/drawingml/2006/main">
              <a:ext uri="{FF2B5EF4-FFF2-40B4-BE49-F238E27FC236}">
                <a16:creationId xmlns:a16="http://schemas.microsoft.com/office/drawing/2014/main" id="{CC54B432-69A0-4053-B8CD-FE9B45EA5ED0}"/>
              </a:ext>
            </a:extLst>
          </p:cNvPr>
          <p:cNvSpPr>
            <a:spLocks xmlns:a="http://schemas.openxmlformats.org/drawingml/2006/main" noGrp="1"/>
          </p:cNvSpPr>
          <p:nvPr/>
        </p:nvSpPr>
        <p:spPr>
          <a:xfrm xmlns:a="http://schemas.openxmlformats.org/drawingml/2006/main">
            <a:off x="685800" y="6305550"/>
            <a:ext cx="952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0">
                <a:solidFill>
                  <a:srgbClr val="6A7B8C"/>
                </a:solidFill>
              </a:defRPr>
            </a:pPr>
            <a:r>
              <a:rPr sz="975" b="0">
                <a:solidFill>
                  <a:srgbClr val="6A7B8C"/>
                </a:solidFill>
              </a:rPr>
              <a:t>Cobalt Harbor Systems - Aegis Control AC-27 - Artifact p03-full-002326</a:t>
            </a:r>
          </a:p>
        </p:txBody>
      </p:sp>
    </p:spTree>
    <p:extLst>
      <p:ext uri="{BB962C8B-B14F-4D97-AF65-F5344CB8AC3E}">
        <p14:creationId xmlns:p14="http://schemas.microsoft.com/office/powerpoint/2010/main" val="240423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2026-08-24T13:01:57.3900000Z</dcterms:created>
  <dcterms:modified xsi:type="dcterms:W3CDTF">2026-08-24T13:01:57.3900000Z</dcterms:modified>
</coreProperties>
</file>