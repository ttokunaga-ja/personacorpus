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20d957feb49e9" /><Relationship Type="http://schemas.openxmlformats.org/officeDocument/2006/relationships/extended-properties" Target="/docProps/app.xml" Id="Ra6c7a8447cdd47cb" /><Relationship Type="http://schemas.openxmlformats.org/officeDocument/2006/relationships/officeDocument" Target="/ppt/presentation.xml" Id="R0098feebf2ca45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e6c9e71cd41f6"/>
  </p:sldMasterIdLst>
  <p:notesMasterIdLst>
    <p:notesMasterId xmlns:r="http://schemas.openxmlformats.org/officeDocument/2006/relationships" r:id="R1290f509f7744077"/>
  </p:notesMasterIdLst>
  <p:sldIdLst>
    <p:sldId xmlns:r="http://schemas.openxmlformats.org/officeDocument/2006/relationships" id="256" r:id="R23c213d1758a4763"/>
    <p:sldId xmlns:r="http://schemas.openxmlformats.org/officeDocument/2006/relationships" id="257" r:id="R99b6e8d6996e4506"/>
    <p:sldId xmlns:r="http://schemas.openxmlformats.org/officeDocument/2006/relationships" id="258" r:id="R0090a3aacb634fa8"/>
    <p:sldId xmlns:r="http://schemas.openxmlformats.org/officeDocument/2006/relationships" id="259" r:id="Rd8078e81e4714f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d89cc10ddf4ffb" /><Relationship Type="http://schemas.openxmlformats.org/officeDocument/2006/relationships/slideMaster" Target="/ppt/slideMasters/slideMaster1.xml" Id="R55be6c9e71cd41f6" /><Relationship Type="http://schemas.openxmlformats.org/officeDocument/2006/relationships/notesMaster" Target="/ppt/notesMasters/notesMaster1.xml" Id="R1290f509f7744077" /><Relationship Type="http://schemas.openxmlformats.org/officeDocument/2006/relationships/presProps" Target="/ppt/presProps.xml" Id="Rd4c8dc78ef4e453c" /><Relationship Type="http://schemas.openxmlformats.org/officeDocument/2006/relationships/tableStyles" Target="/ppt/tableStyles.xml" Id="R100cd19e7b014f2c" /><Relationship Type="http://schemas.openxmlformats.org/officeDocument/2006/relationships/slide" Target="/ppt/slides/slide1.xml" Id="R23c213d1758a4763" /><Relationship Type="http://schemas.openxmlformats.org/officeDocument/2006/relationships/slide" Target="/ppt/slides/slide2.xml" Id="R99b6e8d6996e4506" /><Relationship Type="http://schemas.openxmlformats.org/officeDocument/2006/relationships/slide" Target="/ppt/slides/slide3.xml" Id="R0090a3aacb634fa8" /><Relationship Type="http://schemas.openxmlformats.org/officeDocument/2006/relationships/slide" Target="/ppt/slides/slide4.xml" Id="Rd8078e81e471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d9809c10544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24f7d4aec4c5d" /><Relationship Type="http://schemas.openxmlformats.org/officeDocument/2006/relationships/notesMaster" Target="/ppt/notesMasters/notesMaster1.xml" Id="R78c64c586fd0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5972d544a74ec9" /><Relationship Type="http://schemas.openxmlformats.org/officeDocument/2006/relationships/notesMaster" Target="/ppt/notesMasters/notesMaster1.xml" Id="R25ecb42062a3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1b157e51d4551" /><Relationship Type="http://schemas.openxmlformats.org/officeDocument/2006/relationships/notesMaster" Target="/ppt/notesMasters/notesMaster1.xml" Id="R51120f991ca341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1a858a38f24114" /><Relationship Type="http://schemas.openxmlformats.org/officeDocument/2006/relationships/notesMaster" Target="/ppt/notesMasters/notesMaster1.xml" Id="Rc531884aa1c3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archive/closed/foundation/data/2026-07-20-closed-record-case-closure-evidence-metrics-csv-s003036.csv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archive/closed/foundation/data/2026-07-20-closed-record-case-closure-evidence-metrics-csv-s003036.csv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archive/closed/foundation/data/2026-07-20-closed-record-case-closure-evidence-metrics-csv-s003036.csv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archive/closed/foundation/data/2026-07-20-closed-record-case-closure-evidence-metrics-csv-s003036.csv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7cf76fb2a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2e31650c714815" /><Relationship Type="http://schemas.openxmlformats.org/officeDocument/2006/relationships/slideLayout" Target="/ppt/slideLayouts/slideLayout1.xml" Id="R6b1d53b45dd94b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d53b45dd94b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d68d700a849ed" /><Relationship Type="http://schemas.openxmlformats.org/officeDocument/2006/relationships/notesSlide" Target="/ppt/notesSlides/notesSlide1.xml" Id="R51cc43345e17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497b75cef4c56" /><Relationship Type="http://schemas.openxmlformats.org/officeDocument/2006/relationships/notesSlide" Target="/ppt/notesSlides/notesSlide2.xml" Id="R6b9f40c28f08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8a18aea7049a6" /><Relationship Type="http://schemas.openxmlformats.org/officeDocument/2006/relationships/notesSlide" Target="/ppt/notesSlides/notesSlide3.xml" Id="R4811c5256d1b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72b3f29944e0a" /><Relationship Type="http://schemas.openxmlformats.org/officeDocument/2006/relationships/notesSlide" Target="/ppt/notesSlides/notesSlide4.xml" Id="Rd81987a29eb644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EB090-E44A-4343-B56F-03B522D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44ED6-1208-4766-811D-FC2FBFA0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archive: Evidence archive completeness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D9F75-73F7-4294-A119-52003CA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2026-07-20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2026-07-20-closed-record-case-closure-evidence-metrics-csv-s003036.csv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CCB5B-07B4-4106-9BCB-733C41B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p03-full-008775</a:t>
            </a:r>
          </a:p>
        </p:txBody>
      </p:sp>
    </p:spTree>
    <p:extLst>
      <p:ext uri="{BB962C8B-B14F-4D97-AF65-F5344CB8AC3E}">
        <p14:creationId xmlns:p14="http://schemas.microsoft.com/office/powerpoint/2010/main" val="402420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C1D16-341F-4E2C-B45D-FE912E12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07566-78FB-46BB-AB81-12D2E2C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9603C-44DE-477D-B4B7-76A75E1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p03-full-003036.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9389B-8926-43B4-A09B-880896C3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p03-full-008775</a:t>
            </a:r>
          </a:p>
        </p:txBody>
      </p:sp>
    </p:spTree>
    <p:extLst>
      <p:ext uri="{BB962C8B-B14F-4D97-AF65-F5344CB8AC3E}">
        <p14:creationId xmlns:p14="http://schemas.microsoft.com/office/powerpoint/2010/main" val="927578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E5408-F76E-4133-ACE9-3780F11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21AA8-A446-448F-A64F-DBD4476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AF6EC-EC5A-4E5F-876F-8C1B6BC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archive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244AD-4111-419B-91D6-22D99CE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p03-full-008775</a:t>
            </a:r>
          </a:p>
        </p:txBody>
      </p:sp>
    </p:spTree>
    <p:extLst>
      <p:ext uri="{BB962C8B-B14F-4D97-AF65-F5344CB8AC3E}">
        <p14:creationId xmlns:p14="http://schemas.microsoft.com/office/powerpoint/2010/main" val="1286317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51A1B-1CD6-421C-AE17-F366FC17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4D5AA-F90F-47FF-9CCE-5CAEA49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6C114-3908-42ED-89AA-DA4CE10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archive completeness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68B8B-A298-44A4-B948-77CF0D0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p03-full-008775</a:t>
            </a:r>
          </a:p>
        </p:txBody>
      </p:sp>
    </p:spTree>
    <p:extLst>
      <p:ext uri="{BB962C8B-B14F-4D97-AF65-F5344CB8AC3E}">
        <p14:creationId xmlns:p14="http://schemas.microsoft.com/office/powerpoint/2010/main" val="1080842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2026-08-24T09:17:27.1550000Z</dcterms:created>
  <dcterms:modified xsi:type="dcterms:W3CDTF">2026-08-24T09:17:27.1560000Z</dcterms:modified>
</coreProperties>
</file>