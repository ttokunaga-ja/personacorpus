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6a71cd5cbc460e" /><Relationship Type="http://schemas.openxmlformats.org/officeDocument/2006/relationships/extended-properties" Target="/docProps/app.xml" Id="Re624f3fad6cf45b2" /><Relationship Type="http://schemas.openxmlformats.org/officeDocument/2006/relationships/officeDocument" Target="/ppt/presentation.xml" Id="R5379dcab4ddb49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93da4be17f498e"/>
  </p:sldMasterIdLst>
  <p:notesMasterIdLst>
    <p:notesMasterId xmlns:r="http://schemas.openxmlformats.org/officeDocument/2006/relationships" r:id="Rad338cdead3c46ea"/>
  </p:notesMasterIdLst>
  <p:sldIdLst>
    <p:sldId xmlns:r="http://schemas.openxmlformats.org/officeDocument/2006/relationships" id="256" r:id="R129d6cff631d418c"/>
    <p:sldId xmlns:r="http://schemas.openxmlformats.org/officeDocument/2006/relationships" id="257" r:id="R3bf227caee3a45b2"/>
    <p:sldId xmlns:r="http://schemas.openxmlformats.org/officeDocument/2006/relationships" id="258" r:id="R98c413ebd29c42b3"/>
    <p:sldId xmlns:r="http://schemas.openxmlformats.org/officeDocument/2006/relationships" id="259" r:id="Ra9f03ef3fa614e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debc624bd44c39" /><Relationship Type="http://schemas.openxmlformats.org/officeDocument/2006/relationships/slideMaster" Target="/ppt/slideMasters/slideMaster1.xml" Id="Rd593da4be17f498e" /><Relationship Type="http://schemas.openxmlformats.org/officeDocument/2006/relationships/notesMaster" Target="/ppt/notesMasters/notesMaster1.xml" Id="Rad338cdead3c46ea" /><Relationship Type="http://schemas.openxmlformats.org/officeDocument/2006/relationships/presProps" Target="/ppt/presProps.xml" Id="R733ae95d6940419f" /><Relationship Type="http://schemas.openxmlformats.org/officeDocument/2006/relationships/tableStyles" Target="/ppt/tableStyles.xml" Id="R246a0ef76bf94066" /><Relationship Type="http://schemas.openxmlformats.org/officeDocument/2006/relationships/slide" Target="/ppt/slides/slide1.xml" Id="R129d6cff631d418c" /><Relationship Type="http://schemas.openxmlformats.org/officeDocument/2006/relationships/slide" Target="/ppt/slides/slide2.xml" Id="R3bf227caee3a45b2" /><Relationship Type="http://schemas.openxmlformats.org/officeDocument/2006/relationships/slide" Target="/ppt/slides/slide3.xml" Id="R98c413ebd29c42b3" /><Relationship Type="http://schemas.openxmlformats.org/officeDocument/2006/relationships/slide" Target="/ppt/slides/slide4.xml" Id="Ra9f03ef3fa614e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0853ced4494f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284a46a06e49cd" /><Relationship Type="http://schemas.openxmlformats.org/officeDocument/2006/relationships/notesMaster" Target="/ppt/notesMasters/notesMaster1.xml" Id="R91f5518c123243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0fc0d16ce74a82" /><Relationship Type="http://schemas.openxmlformats.org/officeDocument/2006/relationships/notesMaster" Target="/ppt/notesMasters/notesMaster1.xml" Id="R2712624c300342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80f5159e3f4d8b" /><Relationship Type="http://schemas.openxmlformats.org/officeDocument/2006/relationships/notesMaster" Target="/ppt/notesMasters/notesMaster1.xml" Id="R4356b7ad0e9c41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f75bf43d774225" /><Relationship Type="http://schemas.openxmlformats.org/officeDocument/2006/relationships/notesMaster" Target="/ppt/notesMasters/notesMaster1.xml" Id="R60e62f8ca9ae40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archive/closed/foundation/data/2026-07-14-closed-record-final-disposition-evidence-metrics-tsv-s007818.tsv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archive/closed/foundation/data/2026-07-14-closed-record-final-disposition-evidence-metrics-tsv-s007818.tsv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archive/closed/foundation/data/2026-07-14-closed-record-final-disposition-evidence-metrics-tsv-s007818.tsv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archive/closed/foundation/data/2026-07-14-closed-record-final-disposition-evidence-metrics-tsv-s007818.tsv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b6cdcb9224c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2ff1e1ac4a4e07" /><Relationship Type="http://schemas.openxmlformats.org/officeDocument/2006/relationships/slideLayout" Target="/ppt/slideLayouts/slideLayout1.xml" Id="R6d079c38bfc249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079c38bfc249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93712952445d2" /><Relationship Type="http://schemas.openxmlformats.org/officeDocument/2006/relationships/notesSlide" Target="/ppt/notesSlides/notesSlide1.xml" Id="R8cb59db728e548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b8c0f79ef402f" /><Relationship Type="http://schemas.openxmlformats.org/officeDocument/2006/relationships/notesSlide" Target="/ppt/notesSlides/notesSlide2.xml" Id="Rbd80dd7e760a40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20c05b2804097" /><Relationship Type="http://schemas.openxmlformats.org/officeDocument/2006/relationships/notesSlide" Target="/ppt/notesSlides/notesSlide3.xml" Id="R19f11cd6adbd4a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2b072ed6d45c8" /><Relationship Type="http://schemas.openxmlformats.org/officeDocument/2006/relationships/notesSlide" Target="/ppt/notesSlides/notesSlide4.xml" Id="Rfb38d33c6b264e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D125A-7D5C-480E-8978-847C68C7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7ED62-CFF6-446E-8765-59AECC36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Final disposition: Follow-up closure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2088B-80BD-4C21-A473-F92285A1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Closed-record security briefing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Review window: 2026-07-20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Foundation: 2026-07-14-closed-record-final-disposition-evidence-metrics-tsv-s007818.tsv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Scope: CASE-260713-184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4C724-30D7-45A6-8613-56604EA0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1/4 · p03-full-008074</a:t>
            </a:r>
          </a:p>
        </p:txBody>
      </p:sp>
    </p:spTree>
    <p:extLst>
      <p:ext uri="{BB962C8B-B14F-4D97-AF65-F5344CB8AC3E}">
        <p14:creationId xmlns:p14="http://schemas.microsoft.com/office/powerpoint/2010/main" val="1080279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AE15D-7783-445E-894A-F3043ED4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63A28-504E-4C93-A98B-87770EF3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Evidence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A5C96-8329-41E5-940A-74734B6A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 extract confirms review_population = 48; timely_attestation = 47 of 48; final_completion = 48 of 48 (100.0%).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completeness is 24 of 24 required synthetic items.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Source record is p03-full-007818.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8B8CB-17BA-49B5-9773-B2A13877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2/4 · p03-full-008074</a:t>
            </a:r>
          </a:p>
        </p:txBody>
      </p:sp>
    </p:spTree>
    <p:extLst>
      <p:ext uri="{BB962C8B-B14F-4D97-AF65-F5344CB8AC3E}">
        <p14:creationId xmlns:p14="http://schemas.microsoft.com/office/powerpoint/2010/main" val="4180416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CB4EC-4FED-472B-8B0E-EE50305E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77671-C645-4C39-B06E-BEF5C4EA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Disposition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1A533-E574-450D-993B-8CBC1F5D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EXC-260713-006 records the delayed attestation and compensating review.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RISK-031 remains residual Medium; no historical record is rewritten.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Final disposition is retained under the synthetic 18-month schedule.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7D5CD-95B0-4D68-AF0D-95AF93DC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3/4 · p03-full-008074</a:t>
            </a:r>
          </a:p>
        </p:txBody>
      </p:sp>
    </p:spTree>
    <p:extLst>
      <p:ext uri="{BB962C8B-B14F-4D97-AF65-F5344CB8AC3E}">
        <p14:creationId xmlns:p14="http://schemas.microsoft.com/office/powerpoint/2010/main" val="1356964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EE745-F68E-4297-B89E-0ECC95F6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CC47C-0E01-43C7-9838-94424E7A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Archive and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91D74-F37B-4C6F-9C3C-B4B3493A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Follow-up closure confirmation verifies EV-184-19 checksum linkage and Aegis Control AC-27 separation of preparer and reviewer roles.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Next action: preserve the closure package for the 2026-07-20 follow-up record.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Kio indexing, history, search, or performance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A97DA-4D0A-446C-A784-9434B328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4/4 · p03-full-008074</a:t>
            </a:r>
          </a:p>
        </p:txBody>
      </p:sp>
    </p:spTree>
    <p:extLst>
      <p:ext uri="{BB962C8B-B14F-4D97-AF65-F5344CB8AC3E}">
        <p14:creationId xmlns:p14="http://schemas.microsoft.com/office/powerpoint/2010/main" val="1229163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2026-08-24T09:17:26.7940000Z</dcterms:created>
  <dcterms:modified xsi:type="dcterms:W3CDTF">2026-08-24T09:17:26.7940000Z</dcterms:modified>
</coreProperties>
</file>