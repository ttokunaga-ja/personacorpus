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4f6f98578a4f76" /><Relationship Type="http://schemas.openxmlformats.org/officeDocument/2006/relationships/extended-properties" Target="/docProps/app.xml" Id="Rf345712ea5214d9a" /><Relationship Type="http://schemas.openxmlformats.org/officeDocument/2006/relationships/officeDocument" Target="/ppt/presentation.xml" Id="Re99f33f79d5840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6eac7d5bba4879"/>
  </p:sldMasterIdLst>
  <p:notesMasterIdLst>
    <p:notesMasterId xmlns:r="http://schemas.openxmlformats.org/officeDocument/2006/relationships" r:id="Re04db89bb3524fdb"/>
  </p:notesMasterIdLst>
  <p:sldIdLst>
    <p:sldId xmlns:r="http://schemas.openxmlformats.org/officeDocument/2006/relationships" id="256" r:id="R7c95e16622b64bed"/>
    <p:sldId xmlns:r="http://schemas.openxmlformats.org/officeDocument/2006/relationships" id="257" r:id="Rc863bf84bf144d6a"/>
    <p:sldId xmlns:r="http://schemas.openxmlformats.org/officeDocument/2006/relationships" id="258" r:id="Ref3f52bdd04b46ab"/>
    <p:sldId xmlns:r="http://schemas.openxmlformats.org/officeDocument/2006/relationships" id="259" r:id="Rf58ac444465747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75b09856034e53" /><Relationship Type="http://schemas.openxmlformats.org/officeDocument/2006/relationships/slideMaster" Target="/ppt/slideMasters/slideMaster1.xml" Id="Rb46eac7d5bba4879" /><Relationship Type="http://schemas.openxmlformats.org/officeDocument/2006/relationships/notesMaster" Target="/ppt/notesMasters/notesMaster1.xml" Id="Re04db89bb3524fdb" /><Relationship Type="http://schemas.openxmlformats.org/officeDocument/2006/relationships/presProps" Target="/ppt/presProps.xml" Id="Rdfba20f90126489e" /><Relationship Type="http://schemas.openxmlformats.org/officeDocument/2006/relationships/tableStyles" Target="/ppt/tableStyles.xml" Id="R2170b6f60168455e" /><Relationship Type="http://schemas.openxmlformats.org/officeDocument/2006/relationships/slide" Target="/ppt/slides/slide1.xml" Id="R7c95e16622b64bed" /><Relationship Type="http://schemas.openxmlformats.org/officeDocument/2006/relationships/slide" Target="/ppt/slides/slide2.xml" Id="Rc863bf84bf144d6a" /><Relationship Type="http://schemas.openxmlformats.org/officeDocument/2006/relationships/slide" Target="/ppt/slides/slide3.xml" Id="Ref3f52bdd04b46ab" /><Relationship Type="http://schemas.openxmlformats.org/officeDocument/2006/relationships/slide" Target="/ppt/slides/slide4.xml" Id="Rf58ac444465747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4ab7db9f7c42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f746e797f14176" /><Relationship Type="http://schemas.openxmlformats.org/officeDocument/2006/relationships/notesMaster" Target="/ppt/notesMasters/notesMaster1.xml" Id="R7199921f58c64e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5a2aa77f264501" /><Relationship Type="http://schemas.openxmlformats.org/officeDocument/2006/relationships/notesMaster" Target="/ppt/notesMasters/notesMaster1.xml" Id="R72bfb314b85d4a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c7d55ee70a4e56" /><Relationship Type="http://schemas.openxmlformats.org/officeDocument/2006/relationships/notesMaster" Target="/ppt/notesMasters/notesMaster1.xml" Id="R779fee378b244c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816677ffd64cd0" /><Relationship Type="http://schemas.openxmlformats.org/officeDocument/2006/relationships/notesMaster" Target="/ppt/notesMasters/notesMaster1.xml" Id="Re3ab82e02e3249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archive/closed/foundation/data/2026-07-14-closed-record-final-disposition-evidence-metrics-tsv-s007818.tsv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archive/closed/foundation/data/2026-07-14-closed-record-final-disposition-evidence-metrics-tsv-s007818.tsv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archive/closed/foundation/data/2026-07-14-closed-record-final-disposition-evidence-metrics-tsv-s007818.tsv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archive/closed/foundation/data/2026-07-14-closed-record-final-disposition-evidence-metrics-tsv-s007818.tsv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182b40fbf40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bf6ca416b43a4" /><Relationship Type="http://schemas.openxmlformats.org/officeDocument/2006/relationships/slideLayout" Target="/ppt/slideLayouts/slideLayout1.xml" Id="R5229d78b555145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9d78b555145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6949272194792" /><Relationship Type="http://schemas.openxmlformats.org/officeDocument/2006/relationships/notesSlide" Target="/ppt/notesSlides/notesSlide1.xml" Id="R39233253b0534c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3e1afef974c96" /><Relationship Type="http://schemas.openxmlformats.org/officeDocument/2006/relationships/notesSlide" Target="/ppt/notesSlides/notesSlide2.xml" Id="R8950f95660b847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7f0178a304409" /><Relationship Type="http://schemas.openxmlformats.org/officeDocument/2006/relationships/notesSlide" Target="/ppt/notesSlides/notesSlide3.xml" Id="R65059400bf324a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a31cdb04d4c16" /><Relationship Type="http://schemas.openxmlformats.org/officeDocument/2006/relationships/notesSlide" Target="/ppt/notesSlides/notesSlide4.xml" Id="Rdfed7d1d20a343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5706B-7E76-44F4-AB6D-36A8D0E3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CB97C-3F76-4F1E-BF2D-A88F27B6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Final disposition: Residual-risk closure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CAD94-6C4A-4EC2-B5C0-4C1FD3C8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Closed-record security briefing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Review window: 2026-07-14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Foundation: 2026-07-14-closed-record-final-disposition-evidence-metrics-tsv-s007818.tsv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Scope: CASE-260713-184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E3D91-4439-44B6-8AC8-D5DC15D3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1/4 · p03-full-008374</a:t>
            </a:r>
          </a:p>
        </p:txBody>
      </p:sp>
    </p:spTree>
    <p:extLst>
      <p:ext uri="{BB962C8B-B14F-4D97-AF65-F5344CB8AC3E}">
        <p14:creationId xmlns:p14="http://schemas.microsoft.com/office/powerpoint/2010/main" val="1300727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8DFF1-8245-4174-9BF1-1DD07478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01839-6042-4665-A7A9-C8003290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3F999-04B1-4194-A58A-289E905A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 extract confirms review_population = 48; timely_attestation = 47 of 48; final_completion = 48 of 48 (100.0%).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completeness is 24 of 24 required synthetic items.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 record is p03-full-007818.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76D16-491B-445A-B713-939914C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2/4 · p03-full-008374</a:t>
            </a:r>
          </a:p>
        </p:txBody>
      </p:sp>
    </p:spTree>
    <p:extLst>
      <p:ext uri="{BB962C8B-B14F-4D97-AF65-F5344CB8AC3E}">
        <p14:creationId xmlns:p14="http://schemas.microsoft.com/office/powerpoint/2010/main" val="1656151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A9D8A-FE5B-4716-B135-65F3B29B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82F2E-FB2F-4F8D-9F12-6F3410A5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Disposition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61B3B-F1A9-4B27-8637-8C51884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EXC-260713-006 records the delayed attestation and compensating review.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RISK-031 remains residual Medium; no historical record is rewritten.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Final disposition is retained under the synthetic 18-month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F0CDF-F6E7-466C-B96E-0DF3ABF5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3/4 · p03-full-008374</a:t>
            </a:r>
          </a:p>
        </p:txBody>
      </p:sp>
    </p:spTree>
    <p:extLst>
      <p:ext uri="{BB962C8B-B14F-4D97-AF65-F5344CB8AC3E}">
        <p14:creationId xmlns:p14="http://schemas.microsoft.com/office/powerpoint/2010/main" val="239129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95767-25A3-4B34-8C7D-AAAA90FB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213E-77DC-413A-9EC0-684853E4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Archive and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C745C-1CA2-4730-954D-778A192D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Residual-risk closure review verifies EV-184-19 checksum linkage and Aegis Control AC-27 separation of preparer and reviewer roles.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 action: preserve the closure package for the 2026-07-20 follow-up record.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Kio indexing, history, search, or performance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CFE55-6FAA-41A8-9523-F71C0909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4/4 · p03-full-008374</a:t>
            </a:r>
          </a:p>
        </p:txBody>
      </p:sp>
    </p:spTree>
    <p:extLst>
      <p:ext uri="{BB962C8B-B14F-4D97-AF65-F5344CB8AC3E}">
        <p14:creationId xmlns:p14="http://schemas.microsoft.com/office/powerpoint/2010/main" val="1135119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2026-08-24T09:17:27.0300000Z</dcterms:created>
  <dcterms:modified xsi:type="dcterms:W3CDTF">2026-08-24T09:17:27.0300000Z</dcterms:modified>
</coreProperties>
</file>