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56d2bc5344461" /><Relationship Type="http://schemas.openxmlformats.org/officeDocument/2006/relationships/extended-properties" Target="/docProps/app.xml" Id="Rd00d5bec09474ead" /><Relationship Type="http://schemas.openxmlformats.org/officeDocument/2006/relationships/officeDocument" Target="/ppt/presentation.xml" Id="R311095e54ca3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3b96d57844d78"/>
  </p:sldMasterIdLst>
  <p:notesMasterIdLst>
    <p:notesMasterId xmlns:r="http://schemas.openxmlformats.org/officeDocument/2006/relationships" r:id="R065797775ce9436a"/>
  </p:notesMasterIdLst>
  <p:sldIdLst>
    <p:sldId xmlns:r="http://schemas.openxmlformats.org/officeDocument/2006/relationships" id="256" r:id="Rbe16b1547a854fb4"/>
    <p:sldId xmlns:r="http://schemas.openxmlformats.org/officeDocument/2006/relationships" id="257" r:id="R7f7411a6921049e5"/>
    <p:sldId xmlns:r="http://schemas.openxmlformats.org/officeDocument/2006/relationships" id="258" r:id="Ra0ac12c8df9f4ea4"/>
    <p:sldId xmlns:r="http://schemas.openxmlformats.org/officeDocument/2006/relationships" id="259" r:id="R5e687eef043441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44702351b84fea" /><Relationship Type="http://schemas.openxmlformats.org/officeDocument/2006/relationships/slideMaster" Target="/ppt/slideMasters/slideMaster1.xml" Id="Rdfc3b96d57844d78" /><Relationship Type="http://schemas.openxmlformats.org/officeDocument/2006/relationships/notesMaster" Target="/ppt/notesMasters/notesMaster1.xml" Id="R065797775ce9436a" /><Relationship Type="http://schemas.openxmlformats.org/officeDocument/2006/relationships/presProps" Target="/ppt/presProps.xml" Id="R4f8322c39ecc47b7" /><Relationship Type="http://schemas.openxmlformats.org/officeDocument/2006/relationships/tableStyles" Target="/ppt/tableStyles.xml" Id="R8ded79e7001e46d0" /><Relationship Type="http://schemas.openxmlformats.org/officeDocument/2006/relationships/slide" Target="/ppt/slides/slide1.xml" Id="Rbe16b1547a854fb4" /><Relationship Type="http://schemas.openxmlformats.org/officeDocument/2006/relationships/slide" Target="/ppt/slides/slide2.xml" Id="R7f7411a6921049e5" /><Relationship Type="http://schemas.openxmlformats.org/officeDocument/2006/relationships/slide" Target="/ppt/slides/slide3.xml" Id="Ra0ac12c8df9f4ea4" /><Relationship Type="http://schemas.openxmlformats.org/officeDocument/2006/relationships/slide" Target="/ppt/slides/slide4.xml" Id="R5e687eef043441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2eb0cfcff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b115e0f024fb8" /><Relationship Type="http://schemas.openxmlformats.org/officeDocument/2006/relationships/notesMaster" Target="/ppt/notesMasters/notesMaster1.xml" Id="R3a242ef6005742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d0cf062f434a31" /><Relationship Type="http://schemas.openxmlformats.org/officeDocument/2006/relationships/notesMaster" Target="/ppt/notesMasters/notesMaster1.xml" Id="R8da1053a85cd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499ab5e894ac5" /><Relationship Type="http://schemas.openxmlformats.org/officeDocument/2006/relationships/notesMaster" Target="/ppt/notesMasters/notesMaster1.xml" Id="R57ba969c2ca2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e7a597dacf4163" /><Relationship Type="http://schemas.openxmlformats.org/officeDocument/2006/relationships/notesMaster" Target="/ppt/notesMasters/notesMaster1.xml" Id="Rc4fee364f913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591111490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d9e0f6c8d4c15" /><Relationship Type="http://schemas.openxmlformats.org/officeDocument/2006/relationships/slideLayout" Target="/ppt/slideLayouts/slideLayout1.xml" Id="Rfbd4d8daf1524b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d4d8daf1524b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9c816d3f14581" /><Relationship Type="http://schemas.openxmlformats.org/officeDocument/2006/relationships/notesSlide" Target="/ppt/notesSlides/notesSlide1.xml" Id="R958f91570127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acb0b172c45e7" /><Relationship Type="http://schemas.openxmlformats.org/officeDocument/2006/relationships/notesSlide" Target="/ppt/notesSlides/notesSlide2.xml" Id="Rf21639bffa13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4580fac234f73" /><Relationship Type="http://schemas.openxmlformats.org/officeDocument/2006/relationships/notesSlide" Target="/ppt/notesSlides/notesSlide3.xml" Id="R7a44d81e0dcf44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9e64af284c09" /><Relationship Type="http://schemas.openxmlformats.org/officeDocument/2006/relationships/notesSlide" Target="/ppt/notesSlides/notesSlide4.xml" Id="R9ebcb2eb09e44b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1115-9A8D-4D60-8D21-9BAFCB4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BF8B2-BA5D-439E-89FE-A8E13474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archive: Evidence archive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9779-E195-4E74-BCFF-E86438D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2026-07-15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2026-07-13-closed-record-final-disposition-evidence-metrics-tsv-s007318.tsv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F561B-4964-4AA0-BD54-DA1E45C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p03-full-000475</a:t>
            </a:r>
          </a:p>
        </p:txBody>
      </p:sp>
    </p:spTree>
    <p:extLst>
      <p:ext uri="{BB962C8B-B14F-4D97-AF65-F5344CB8AC3E}">
        <p14:creationId xmlns:p14="http://schemas.microsoft.com/office/powerpoint/2010/main" val="822390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25DB4-316A-4985-B9B2-83BDA4E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E1048-F2A3-49B0-98AA-04DEA2DA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032E2-FCFF-4482-BEED-5B06CC3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p03-full-007318.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798AA-9C65-4261-8952-B1F79800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p03-full-000475</a:t>
            </a:r>
          </a:p>
        </p:txBody>
      </p:sp>
    </p:spTree>
    <p:extLst>
      <p:ext uri="{BB962C8B-B14F-4D97-AF65-F5344CB8AC3E}">
        <p14:creationId xmlns:p14="http://schemas.microsoft.com/office/powerpoint/2010/main" val="1180037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200E-A4C2-4036-A2B5-7E809E6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51799-59FA-4D33-9F53-37F2591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CCBD5-128A-4468-8CDB-4690063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archive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244B8-4205-4F6B-A29B-8B56582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p03-full-000475</a:t>
            </a:r>
          </a:p>
        </p:txBody>
      </p:sp>
    </p:spTree>
    <p:extLst>
      <p:ext uri="{BB962C8B-B14F-4D97-AF65-F5344CB8AC3E}">
        <p14:creationId xmlns:p14="http://schemas.microsoft.com/office/powerpoint/2010/main" val="1479667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06B75-9D82-46B3-A135-8915DDF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5CFC6-F79C-400B-8287-2A2C711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8C2D3-2B27-4CC5-B25F-F5BEBEA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archive integrity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0764-90D9-4258-BD22-12A5EDAD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p03-full-000475</a:t>
            </a:r>
          </a:p>
        </p:txBody>
      </p:sp>
    </p:spTree>
    <p:extLst>
      <p:ext uri="{BB962C8B-B14F-4D97-AF65-F5344CB8AC3E}">
        <p14:creationId xmlns:p14="http://schemas.microsoft.com/office/powerpoint/2010/main" val="262227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2026-08-24T09:17:25.3730000Z</dcterms:created>
  <dcterms:modified xsi:type="dcterms:W3CDTF">2026-08-24T09:17:25.3730000Z</dcterms:modified>
</coreProperties>
</file>