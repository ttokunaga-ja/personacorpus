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c49f4097674b9c" /><Relationship Type="http://schemas.openxmlformats.org/officeDocument/2006/relationships/extended-properties" Target="/docProps/app.xml" Id="Rffd5c183ff7c4bf4" /><Relationship Type="http://schemas.openxmlformats.org/officeDocument/2006/relationships/officeDocument" Target="/ppt/presentation.xml" Id="R04c27d6b5bd947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da4acc1f6343ce"/>
  </p:sldMasterIdLst>
  <p:notesMasterIdLst>
    <p:notesMasterId xmlns:r="http://schemas.openxmlformats.org/officeDocument/2006/relationships" r:id="R0949137c7f2342d5"/>
  </p:notesMasterIdLst>
  <p:sldIdLst>
    <p:sldId xmlns:r="http://schemas.openxmlformats.org/officeDocument/2006/relationships" id="256" r:id="Rafa2db8c493b4701"/>
    <p:sldId xmlns:r="http://schemas.openxmlformats.org/officeDocument/2006/relationships" id="257" r:id="Rdb753efdb86d4273"/>
    <p:sldId xmlns:r="http://schemas.openxmlformats.org/officeDocument/2006/relationships" id="258" r:id="R765efce48b334e19"/>
    <p:sldId xmlns:r="http://schemas.openxmlformats.org/officeDocument/2006/relationships" id="259" r:id="Rcd5c6acbe6a744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5cce6e58ac4341" /><Relationship Type="http://schemas.openxmlformats.org/officeDocument/2006/relationships/slideMaster" Target="/ppt/slideMasters/slideMaster1.xml" Id="R21da4acc1f6343ce" /><Relationship Type="http://schemas.openxmlformats.org/officeDocument/2006/relationships/notesMaster" Target="/ppt/notesMasters/notesMaster1.xml" Id="R0949137c7f2342d5" /><Relationship Type="http://schemas.openxmlformats.org/officeDocument/2006/relationships/presProps" Target="/ppt/presProps.xml" Id="R47b03290ab474701" /><Relationship Type="http://schemas.openxmlformats.org/officeDocument/2006/relationships/tableStyles" Target="/ppt/tableStyles.xml" Id="R53749031cb9f4e99" /><Relationship Type="http://schemas.openxmlformats.org/officeDocument/2006/relationships/slide" Target="/ppt/slides/slide1.xml" Id="Rafa2db8c493b4701" /><Relationship Type="http://schemas.openxmlformats.org/officeDocument/2006/relationships/slide" Target="/ppt/slides/slide2.xml" Id="Rdb753efdb86d4273" /><Relationship Type="http://schemas.openxmlformats.org/officeDocument/2006/relationships/slide" Target="/ppt/slides/slide3.xml" Id="R765efce48b334e19" /><Relationship Type="http://schemas.openxmlformats.org/officeDocument/2006/relationships/slide" Target="/ppt/slides/slide4.xml" Id="Rcd5c6acbe6a744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e595730fa448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fd1db4ba164587" /><Relationship Type="http://schemas.openxmlformats.org/officeDocument/2006/relationships/notesMaster" Target="/ppt/notesMasters/notesMaster1.xml" Id="R08059f8781f041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e465183de4d26" /><Relationship Type="http://schemas.openxmlformats.org/officeDocument/2006/relationships/notesMaster" Target="/ppt/notesMasters/notesMaster1.xml" Id="R3451c69e8bd445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650f4bf77841ae" /><Relationship Type="http://schemas.openxmlformats.org/officeDocument/2006/relationships/notesMaster" Target="/ppt/notesMasters/notesMaster1.xml" Id="R7e2bf20ed56849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ff3568b2c34847" /><Relationship Type="http://schemas.openxmlformats.org/officeDocument/2006/relationships/notesMaster" Target="/ppt/notesMasters/notesMaster1.xml" Id="R7201887c6ecb48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d836ece914e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4c8112a1e647eb" /><Relationship Type="http://schemas.openxmlformats.org/officeDocument/2006/relationships/slideLayout" Target="/ppt/slideLayouts/slideLayout1.xml" Id="R7bb98c889f7d42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b98c889f7d42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48e5db3ef473f" /><Relationship Type="http://schemas.openxmlformats.org/officeDocument/2006/relationships/notesSlide" Target="/ppt/notesSlides/notesSlide1.xml" Id="R0d920f63d31c4f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9ea4fc8284ee0" /><Relationship Type="http://schemas.openxmlformats.org/officeDocument/2006/relationships/notesSlide" Target="/ppt/notesSlides/notesSlide2.xml" Id="R1011c897904b4d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e8f88fd204efd" /><Relationship Type="http://schemas.openxmlformats.org/officeDocument/2006/relationships/notesSlide" Target="/ppt/notesSlides/notesSlide3.xml" Id="R82adf6cce06941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760187f704957" /><Relationship Type="http://schemas.openxmlformats.org/officeDocument/2006/relationships/notesSlide" Target="/ppt/notesSlides/notesSlide4.xml" Id="R4313be1c5b9f4e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64C29-BA9A-4899-BCF7-990042C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4A710-A852-4CA6-963D-A997A811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Final disposition: Exception disposition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5279E-AF9D-4976-AE5F-98B6AD7D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Closed-record security briefing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Review window: 2026-07-15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Foundation: 2026-07-14-closed-record-case-closure-evidence-metrics-csv-s002952.csv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Scope: CASE-260713-184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40F5B-4A8D-44F6-963C-F0C7E8EF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1/4 · p03-full-003974</a:t>
            </a:r>
          </a:p>
        </p:txBody>
      </p:sp>
    </p:spTree>
    <p:extLst>
      <p:ext uri="{BB962C8B-B14F-4D97-AF65-F5344CB8AC3E}">
        <p14:creationId xmlns:p14="http://schemas.microsoft.com/office/powerpoint/2010/main" val="1235924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28542-7EC1-4969-B4D6-758D7D23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EA076-93D6-4E85-A83B-D7223CF0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22E47-3652-4422-8E1C-BC283791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 extract confirms review_population = 48; timely_attestation = 47 of 48; final_completion = 48 of 48 (100.0%).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completeness is 24 of 24 required synthetic items.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 record is p03-full-002952.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1F08-5845-4DE2-94CD-C402D319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2/4 · p03-full-003974</a:t>
            </a:r>
          </a:p>
        </p:txBody>
      </p:sp>
    </p:spTree>
    <p:extLst>
      <p:ext uri="{BB962C8B-B14F-4D97-AF65-F5344CB8AC3E}">
        <p14:creationId xmlns:p14="http://schemas.microsoft.com/office/powerpoint/2010/main" val="1022050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6D9B5-4E78-46AC-B74F-B98EB4BE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2AD00-2B6C-4624-BCCA-69BF4CAC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Disposition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9B183-1A05-4C68-B17B-46148E93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EXC-260713-006 records the delayed attestation and compensating review.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RISK-031 remains residual Medium; no historical record is rewritten.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Final disposition is retained under the synthetic 18-month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38F7F-F03A-47F0-8142-B48DE3CD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3/4 · p03-full-003974</a:t>
            </a:r>
          </a:p>
        </p:txBody>
      </p:sp>
    </p:spTree>
    <p:extLst>
      <p:ext uri="{BB962C8B-B14F-4D97-AF65-F5344CB8AC3E}">
        <p14:creationId xmlns:p14="http://schemas.microsoft.com/office/powerpoint/2010/main" val="1650869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E1D19-EFF1-438D-AC79-38032372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BC927-F1C4-4F90-B205-0FE0057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Archive and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B04AD-E405-44C6-9E8C-4A46481E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Exception disposition review verifies EV-184-19 checksum linkage and Aegis Control AC-27 separation of preparer and reviewer roles.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 action: preserve the closure package for the 2026-07-20 follow-up record.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Kio indexing, history, search, or performance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FA21D-6B8C-40D5-ADC9-B2742230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4/4 · p03-full-003974</a:t>
            </a:r>
          </a:p>
        </p:txBody>
      </p:sp>
    </p:spTree>
    <p:extLst>
      <p:ext uri="{BB962C8B-B14F-4D97-AF65-F5344CB8AC3E}">
        <p14:creationId xmlns:p14="http://schemas.microsoft.com/office/powerpoint/2010/main" val="315860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2026-08-24T09:17:26.3180000Z</dcterms:created>
  <dcterms:modified xsi:type="dcterms:W3CDTF">2026-08-24T09:17:26.3180000Z</dcterms:modified>
</coreProperties>
</file>