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3b601016744e7e" /><Relationship Type="http://schemas.openxmlformats.org/officeDocument/2006/relationships/extended-properties" Target="/docProps/app.xml" Id="Rb0d6f9530e604b96" /><Relationship Type="http://schemas.openxmlformats.org/officeDocument/2006/relationships/officeDocument" Target="/ppt/presentation.xml" Id="R7fff589bdfea44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0df0cff76a4376"/>
  </p:sldMasterIdLst>
  <p:notesMasterIdLst>
    <p:notesMasterId xmlns:r="http://schemas.openxmlformats.org/officeDocument/2006/relationships" r:id="Ref55e9ca57864811"/>
  </p:notesMasterIdLst>
  <p:sldIdLst>
    <p:sldId xmlns:r="http://schemas.openxmlformats.org/officeDocument/2006/relationships" id="256" r:id="R83fdb85fdee04791"/>
    <p:sldId xmlns:r="http://schemas.openxmlformats.org/officeDocument/2006/relationships" id="257" r:id="R4a2eb902e7bc4b39"/>
    <p:sldId xmlns:r="http://schemas.openxmlformats.org/officeDocument/2006/relationships" id="258" r:id="R919096a837f7474e"/>
    <p:sldId xmlns:r="http://schemas.openxmlformats.org/officeDocument/2006/relationships" id="259" r:id="R45386256a2504d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9393cb551b4073" /><Relationship Type="http://schemas.openxmlformats.org/officeDocument/2006/relationships/slideMaster" Target="/ppt/slideMasters/slideMaster1.xml" Id="R030df0cff76a4376" /><Relationship Type="http://schemas.openxmlformats.org/officeDocument/2006/relationships/notesMaster" Target="/ppt/notesMasters/notesMaster1.xml" Id="Ref55e9ca57864811" /><Relationship Type="http://schemas.openxmlformats.org/officeDocument/2006/relationships/presProps" Target="/ppt/presProps.xml" Id="R1869b86979684ce4" /><Relationship Type="http://schemas.openxmlformats.org/officeDocument/2006/relationships/tableStyles" Target="/ppt/tableStyles.xml" Id="Reb319c2331304c07" /><Relationship Type="http://schemas.openxmlformats.org/officeDocument/2006/relationships/slide" Target="/ppt/slides/slide1.xml" Id="R83fdb85fdee04791" /><Relationship Type="http://schemas.openxmlformats.org/officeDocument/2006/relationships/slide" Target="/ppt/slides/slide2.xml" Id="R4a2eb902e7bc4b39" /><Relationship Type="http://schemas.openxmlformats.org/officeDocument/2006/relationships/slide" Target="/ppt/slides/slide3.xml" Id="R919096a837f7474e" /><Relationship Type="http://schemas.openxmlformats.org/officeDocument/2006/relationships/slide" Target="/ppt/slides/slide4.xml" Id="R45386256a250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37baf45d30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e8d6a18c94e17" /><Relationship Type="http://schemas.openxmlformats.org/officeDocument/2006/relationships/notesMaster" Target="/ppt/notesMasters/notesMaster1.xml" Id="Rbe68a2b7f4a445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d65e6132c4e4b" /><Relationship Type="http://schemas.openxmlformats.org/officeDocument/2006/relationships/notesMaster" Target="/ppt/notesMasters/notesMaster1.xml" Id="R2e0d51816c7f47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c379999d2d458e" /><Relationship Type="http://schemas.openxmlformats.org/officeDocument/2006/relationships/notesMaster" Target="/ppt/notesMasters/notesMaster1.xml" Id="Rd696275a07aa47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a4fcaa44574c35" /><Relationship Type="http://schemas.openxmlformats.org/officeDocument/2006/relationships/notesMaster" Target="/ppt/notesMasters/notesMaster1.xml" Id="R784178f1cc9d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foundation: archive/closed/foundation/data/2026-07-14-closed-record-case-closure-evidence-metrics-csv-s002952.csv</a:t>
            </a:r>
          </a:p>
          <a:p xmlns:a="http://schemas.openxmlformats.org/drawingml/2006/main">
            <a:r>
              <a:t>Content spine: CASE-260713-184, AC-27, RISK-031.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e4ecde0d9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7261cc73f4125" /><Relationship Type="http://schemas.openxmlformats.org/officeDocument/2006/relationships/slideLayout" Target="/ppt/slideLayouts/slideLayout1.xml" Id="R2b2a187c87a24f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a187c87a24f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931654ddb4463" /><Relationship Type="http://schemas.openxmlformats.org/officeDocument/2006/relationships/notesSlide" Target="/ppt/notesSlides/notesSlide1.xml" Id="R24acc6d3fe5847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0e441b1e44fa0" /><Relationship Type="http://schemas.openxmlformats.org/officeDocument/2006/relationships/notesSlide" Target="/ppt/notesSlides/notesSlide2.xml" Id="Rc49d8bc78348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287e08c734272" /><Relationship Type="http://schemas.openxmlformats.org/officeDocument/2006/relationships/notesSlide" Target="/ppt/notesSlides/notesSlide3.xml" Id="R4c8d9468067b44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69895a3141fb" /><Relationship Type="http://schemas.openxmlformats.org/officeDocument/2006/relationships/notesSlide" Target="/ppt/notesSlides/notesSlide4.xml" Id="Rd63b3b1acbc941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6CB30-17EE-4835-A296-4464A0A2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0FDE7-6FE1-4E28-9914-6AA2487E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Final disposition: Retention authorization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9C1EA-2AC9-40EA-83AA-919E73DA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Closed-record security briefing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window: 2026-07-15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Foundation: 2026-07-14-closed-record-case-closure-evidence-metrics-csv-s002952.csv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Scope: CASE-260713-184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C2F9E-A314-4186-AB26-454876B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1/4 · p03-full-008174</a:t>
            </a:r>
          </a:p>
        </p:txBody>
      </p:sp>
    </p:spTree>
    <p:extLst>
      <p:ext uri="{BB962C8B-B14F-4D97-AF65-F5344CB8AC3E}">
        <p14:creationId xmlns:p14="http://schemas.microsoft.com/office/powerpoint/2010/main" val="817765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17F19-3D7F-45BD-9CA2-130AC801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78FA1-6ADD-411C-B4EB-6B99909A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3A9E3-CF3F-494D-81AD-1C903BF6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Foundation extract confirms review_population = 48; timely_attestation = 47 of 48; final_completion = 48 of 48 (100.0%).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Evidence completeness is 24 of 24 required synthetic items.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 record is p03-full-002952.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B765B-3964-4EBA-A87B-A90E04AE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2/4 · p03-full-008174</a:t>
            </a:r>
          </a:p>
        </p:txBody>
      </p:sp>
    </p:spTree>
    <p:extLst>
      <p:ext uri="{BB962C8B-B14F-4D97-AF65-F5344CB8AC3E}">
        <p14:creationId xmlns:p14="http://schemas.microsoft.com/office/powerpoint/2010/main" val="1818172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B5FBE-D78D-4725-A242-F721D152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C823A-71B8-4872-9485-E34E996B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Disposition rationale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CA2E3-BF5E-492D-A044-205F2B31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EXC-260713-006 records the delayed attestation and compensating review.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RISK-031 remains residual Medium; no historical record is rewritten.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Final disposition is retained under the synthetic 18-month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0ABA5-9D67-46A1-B523-638927B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3/4 · p03-full-008174</a:t>
            </a:r>
          </a:p>
        </p:txBody>
      </p:sp>
    </p:spTree>
    <p:extLst>
      <p:ext uri="{BB962C8B-B14F-4D97-AF65-F5344CB8AC3E}">
        <p14:creationId xmlns:p14="http://schemas.microsoft.com/office/powerpoint/2010/main" val="1039632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D355E-CD63-49AE-BB12-4E87BC08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7A"/>
                </a:solidFill>
                <a:latin typeface="Arial"/>
                <a:ea typeface="Arial"/>
                <a:cs typeface="Arial"/>
              </a:rPr>
              <a:t>COBALT HARBOR SYSTEMS | CLOSED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6E15B-321B-4C45-B4D7-7C70A62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Archive and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69289-6EB7-48DD-99A0-E7E1865C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Retention authorization check verifies EV-184-19 checksum linkage and Aegis Control AC-27 separation of preparer and reviewer roles.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Next action: preserve the closure package for the 2026-07-20 follow-up record.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No Kio indexing, history, search, or performance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4A318-E6FC-4C0D-9D04-1C30E027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4/4 · p03-full-008174</a:t>
            </a:r>
          </a:p>
        </p:txBody>
      </p:sp>
    </p:spTree>
    <p:extLst>
      <p:ext uri="{BB962C8B-B14F-4D97-AF65-F5344CB8AC3E}">
        <p14:creationId xmlns:p14="http://schemas.microsoft.com/office/powerpoint/2010/main" val="1371010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2026-08-24T09:17:26.9030000Z</dcterms:created>
  <dcterms:modified xsi:type="dcterms:W3CDTF">2026-08-24T09:17:26.9030000Z</dcterms:modified>
</coreProperties>
</file>