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7c000d88e74da7" /><Relationship Type="http://schemas.openxmlformats.org/officeDocument/2006/relationships/extended-properties" Target="/docProps/app.xml" Id="Ref3fb4c238194e86" /><Relationship Type="http://schemas.openxmlformats.org/officeDocument/2006/relationships/officeDocument" Target="/ppt/presentation.xml" Id="Rc5203ed257a142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25ef47eee4a41"/>
  </p:sldMasterIdLst>
  <p:notesMasterIdLst>
    <p:notesMasterId xmlns:r="http://schemas.openxmlformats.org/officeDocument/2006/relationships" r:id="R947574b047fe4673"/>
  </p:notesMasterIdLst>
  <p:sldIdLst>
    <p:sldId xmlns:r="http://schemas.openxmlformats.org/officeDocument/2006/relationships" id="256" r:id="R6c98ff3b24644632"/>
    <p:sldId xmlns:r="http://schemas.openxmlformats.org/officeDocument/2006/relationships" id="257" r:id="R6d30da9596964c41"/>
    <p:sldId xmlns:r="http://schemas.openxmlformats.org/officeDocument/2006/relationships" id="258" r:id="R07b256251a9b48bd"/>
    <p:sldId xmlns:r="http://schemas.openxmlformats.org/officeDocument/2006/relationships" id="259" r:id="Ra3df9a30574247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482a3ea31444c3" /><Relationship Type="http://schemas.openxmlformats.org/officeDocument/2006/relationships/slideMaster" Target="/ppt/slideMasters/slideMaster1.xml" Id="Rff825ef47eee4a41" /><Relationship Type="http://schemas.openxmlformats.org/officeDocument/2006/relationships/notesMaster" Target="/ppt/notesMasters/notesMaster1.xml" Id="R947574b047fe4673" /><Relationship Type="http://schemas.openxmlformats.org/officeDocument/2006/relationships/presProps" Target="/ppt/presProps.xml" Id="R999b00a39c674d61" /><Relationship Type="http://schemas.openxmlformats.org/officeDocument/2006/relationships/tableStyles" Target="/ppt/tableStyles.xml" Id="Rbef86874a28a4b16" /><Relationship Type="http://schemas.openxmlformats.org/officeDocument/2006/relationships/slide" Target="/ppt/slides/slide1.xml" Id="R6c98ff3b24644632" /><Relationship Type="http://schemas.openxmlformats.org/officeDocument/2006/relationships/slide" Target="/ppt/slides/slide2.xml" Id="R6d30da9596964c41" /><Relationship Type="http://schemas.openxmlformats.org/officeDocument/2006/relationships/slide" Target="/ppt/slides/slide3.xml" Id="R07b256251a9b48bd" /><Relationship Type="http://schemas.openxmlformats.org/officeDocument/2006/relationships/slide" Target="/ppt/slides/slide4.xml" Id="Ra3df9a305742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07237ec8541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ce96d15f24862" /><Relationship Type="http://schemas.openxmlformats.org/officeDocument/2006/relationships/notesMaster" Target="/ppt/notesMasters/notesMaster1.xml" Id="R725639dd75e4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8d71f5a12e476a" /><Relationship Type="http://schemas.openxmlformats.org/officeDocument/2006/relationships/notesMaster" Target="/ppt/notesMasters/notesMaster1.xml" Id="R190575d632a3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1339fe1ce4ab9" /><Relationship Type="http://schemas.openxmlformats.org/officeDocument/2006/relationships/notesMaster" Target="/ppt/notesMasters/notesMaster1.xml" Id="R60afa3da9d954f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1069348104d70" /><Relationship Type="http://schemas.openxmlformats.org/officeDocument/2006/relationships/notesMaster" Target="/ppt/notesMasters/notesMaster1.xml" Id="Rf44ba3c884e0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a48131fa5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94b30fd234917" /><Relationship Type="http://schemas.openxmlformats.org/officeDocument/2006/relationships/slideLayout" Target="/ppt/slideLayouts/slideLayout1.xml" Id="Re9e2454f004e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2454f004e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6f949f74c429c" /><Relationship Type="http://schemas.openxmlformats.org/officeDocument/2006/relationships/notesSlide" Target="/ppt/notesSlides/notesSlide1.xml" Id="Rb580ad68736542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99661c68649c6" /><Relationship Type="http://schemas.openxmlformats.org/officeDocument/2006/relationships/notesSlide" Target="/ppt/notesSlides/notesSlide2.xml" Id="R902995f53dee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58783656d443f" /><Relationship Type="http://schemas.openxmlformats.org/officeDocument/2006/relationships/notesSlide" Target="/ppt/notesSlides/notesSlide3.xml" Id="R563a19fe0f9944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3ec89cc374c60" /><Relationship Type="http://schemas.openxmlformats.org/officeDocument/2006/relationships/notesSlide" Target="/ppt/notesSlides/notesSlide4.xml" Id="Rda80d70ed183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DF47-7AF4-4C60-BD50-572EC16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02410-4F2D-42BB-93E9-5621B168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Final disposition: Control-owner acknowledgement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49FB6-F926-47F7-9A8F-6D2802F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2026-07-15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2026-07-14-closed-record-case-closure-evidence-metrics-csv-s002952.csv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EF578-C9E6-4676-B1E6-FED9770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p03-full-007574</a:t>
            </a:r>
          </a:p>
        </p:txBody>
      </p:sp>
    </p:spTree>
    <p:extLst>
      <p:ext uri="{BB962C8B-B14F-4D97-AF65-F5344CB8AC3E}">
        <p14:creationId xmlns:p14="http://schemas.microsoft.com/office/powerpoint/2010/main" val="94048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B8FA5-9104-428E-AEF9-688D2EB5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62B8-BB74-4D10-90D3-9A55907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C7388-E9B3-4629-9F87-BB69ACDF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p03-full-002952.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9A036-20EF-436E-B3DC-57611EFB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p03-full-007574</a:t>
            </a:r>
          </a:p>
        </p:txBody>
      </p:sp>
    </p:spTree>
    <p:extLst>
      <p:ext uri="{BB962C8B-B14F-4D97-AF65-F5344CB8AC3E}">
        <p14:creationId xmlns:p14="http://schemas.microsoft.com/office/powerpoint/2010/main" val="51866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CE6C9-77E3-43A8-89D9-5EEFF64B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58B47-5457-4BE3-837A-09FAA657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B223F-7E38-4990-AF61-EC0A367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Final disposition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6B77-106E-45DC-810B-07073CC9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p03-full-007574</a:t>
            </a:r>
          </a:p>
        </p:txBody>
      </p:sp>
    </p:spTree>
    <p:extLst>
      <p:ext uri="{BB962C8B-B14F-4D97-AF65-F5344CB8AC3E}">
        <p14:creationId xmlns:p14="http://schemas.microsoft.com/office/powerpoint/2010/main" val="2077673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D5755-E037-4A18-A96D-852383DD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9275-0A33-4F5B-8764-ECBFF017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278CE-E035-47B0-8A3D-13A61D2D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Control-owner acknowledgement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6DE9D-6151-4AE9-8A66-9E38A869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p03-full-007574</a:t>
            </a:r>
          </a:p>
        </p:txBody>
      </p:sp>
    </p:spTree>
    <p:extLst>
      <p:ext uri="{BB962C8B-B14F-4D97-AF65-F5344CB8AC3E}">
        <p14:creationId xmlns:p14="http://schemas.microsoft.com/office/powerpoint/2010/main" val="1395061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2026-08-24T09:17:26.5850000Z</dcterms:created>
  <dcterms:modified xsi:type="dcterms:W3CDTF">2026-08-24T09:17:26.5850000Z</dcterms:modified>
</coreProperties>
</file>