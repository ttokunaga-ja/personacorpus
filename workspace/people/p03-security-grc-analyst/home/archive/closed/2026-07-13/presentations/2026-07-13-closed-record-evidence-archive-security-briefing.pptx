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8b9ee2afd1477f" /><Relationship Type="http://schemas.openxmlformats.org/officeDocument/2006/relationships/extended-properties" Target="/docProps/app.xml" Id="R690ea87aec734960" /><Relationship Type="http://schemas.openxmlformats.org/officeDocument/2006/relationships/officeDocument" Target="/ppt/presentation.xml" Id="R05890e092c5e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187f181314bde"/>
  </p:sldMasterIdLst>
  <p:notesMasterIdLst>
    <p:notesMasterId xmlns:r="http://schemas.openxmlformats.org/officeDocument/2006/relationships" r:id="R59bed6e592d14c83"/>
  </p:notesMasterIdLst>
  <p:sldIdLst>
    <p:sldId xmlns:r="http://schemas.openxmlformats.org/officeDocument/2006/relationships" id="256" r:id="R83c32f6708494ab1"/>
    <p:sldId xmlns:r="http://schemas.openxmlformats.org/officeDocument/2006/relationships" id="257" r:id="R5cc3818b67334a06"/>
    <p:sldId xmlns:r="http://schemas.openxmlformats.org/officeDocument/2006/relationships" id="258" r:id="R2daadf95040d44bc"/>
    <p:sldId xmlns:r="http://schemas.openxmlformats.org/officeDocument/2006/relationships" id="259" r:id="R3f527d20901745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50f52a94004887" /><Relationship Type="http://schemas.openxmlformats.org/officeDocument/2006/relationships/slideMaster" Target="/ppt/slideMasters/slideMaster1.xml" Id="R303187f181314bde" /><Relationship Type="http://schemas.openxmlformats.org/officeDocument/2006/relationships/notesMaster" Target="/ppt/notesMasters/notesMaster1.xml" Id="R59bed6e592d14c83" /><Relationship Type="http://schemas.openxmlformats.org/officeDocument/2006/relationships/presProps" Target="/ppt/presProps.xml" Id="Rc8b48991ca2f46f9" /><Relationship Type="http://schemas.openxmlformats.org/officeDocument/2006/relationships/tableStyles" Target="/ppt/tableStyles.xml" Id="R1b8b378a8bf44f12" /><Relationship Type="http://schemas.openxmlformats.org/officeDocument/2006/relationships/slide" Target="/ppt/slides/slide1.xml" Id="R83c32f6708494ab1" /><Relationship Type="http://schemas.openxmlformats.org/officeDocument/2006/relationships/slide" Target="/ppt/slides/slide2.xml" Id="R5cc3818b67334a06" /><Relationship Type="http://schemas.openxmlformats.org/officeDocument/2006/relationships/slide" Target="/ppt/slides/slide3.xml" Id="R2daadf95040d44bc" /><Relationship Type="http://schemas.openxmlformats.org/officeDocument/2006/relationships/slide" Target="/ppt/slides/slide4.xml" Id="R3f527d20901745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f56a35e3df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5bfdce5ee3435e" /><Relationship Type="http://schemas.openxmlformats.org/officeDocument/2006/relationships/notesMaster" Target="/ppt/notesMasters/notesMaster1.xml" Id="R0d8f36b3f96e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f90ca120c740fa" /><Relationship Type="http://schemas.openxmlformats.org/officeDocument/2006/relationships/notesMaster" Target="/ppt/notesMasters/notesMaster1.xml" Id="R570bdfb87ecb4e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2297c149348f0" /><Relationship Type="http://schemas.openxmlformats.org/officeDocument/2006/relationships/notesMaster" Target="/ppt/notesMasters/notesMaster1.xml" Id="R6e67beb477464b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91f1badfd848c2" /><Relationship Type="http://schemas.openxmlformats.org/officeDocument/2006/relationships/notesMaster" Target="/ppt/notesMasters/notesMaster1.xml" Id="R4a687fbddc6b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archive/closed/foundation/data/2026-07-13-closed-record-final-disposition-evidence-metrics-tsv-s007318.tsv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87e1863bc44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01d2409438493c" /><Relationship Type="http://schemas.openxmlformats.org/officeDocument/2006/relationships/slideLayout" Target="/ppt/slideLayouts/slideLayout1.xml" Id="R2f3bfd5ee86b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bfd5ee86b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34e9a41804a52" /><Relationship Type="http://schemas.openxmlformats.org/officeDocument/2006/relationships/notesSlide" Target="/ppt/notesSlides/notesSlide1.xml" Id="R22976ec94d2b4d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5177e6e774916" /><Relationship Type="http://schemas.openxmlformats.org/officeDocument/2006/relationships/notesSlide" Target="/ppt/notesSlides/notesSlide2.xml" Id="R77ab18df8a45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f72416c164974" /><Relationship Type="http://schemas.openxmlformats.org/officeDocument/2006/relationships/notesSlide" Target="/ppt/notesSlides/notesSlide3.xml" Id="R39d21918355042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ac865bc934c44" /><Relationship Type="http://schemas.openxmlformats.org/officeDocument/2006/relationships/notesSlide" Target="/ppt/notesSlides/notesSlide4.xml" Id="R40da48ead7a447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4BD84-A850-4776-BC6C-9FD12D58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522B3-7D87-4CAB-8EA9-24C50AB9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archive: Archive intake traceability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EDDA0-468D-48C9-BD52-C6942AF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2026-07-13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2026-07-13-closed-record-final-disposition-evidence-metrics-tsv-s007318.tsv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12574-368C-4010-A898-769F805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p03-full-001927</a:t>
            </a:r>
          </a:p>
        </p:txBody>
      </p:sp>
    </p:spTree>
    <p:extLst>
      <p:ext uri="{BB962C8B-B14F-4D97-AF65-F5344CB8AC3E}">
        <p14:creationId xmlns:p14="http://schemas.microsoft.com/office/powerpoint/2010/main" val="218604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7B6CD-2548-4D8D-B819-D645364A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79A87-8123-46F5-8598-AED54D1A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A7E36-9297-45BC-9E6A-CF24D25C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p03-full-007318.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94972-9A98-48EF-AC44-B71D028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p03-full-001927</a:t>
            </a:r>
          </a:p>
        </p:txBody>
      </p:sp>
    </p:spTree>
    <p:extLst>
      <p:ext uri="{BB962C8B-B14F-4D97-AF65-F5344CB8AC3E}">
        <p14:creationId xmlns:p14="http://schemas.microsoft.com/office/powerpoint/2010/main" val="844470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382E3-8D3F-4AF8-9558-001908A6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31919-6D95-4B73-A5E2-514FD83B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1ABB1-DEA7-40AA-99E3-F7FE6C13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archive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DEA65-EDAD-48ED-A71C-178BC25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p03-full-001927</a:t>
            </a:r>
          </a:p>
        </p:txBody>
      </p:sp>
    </p:spTree>
    <p:extLst>
      <p:ext uri="{BB962C8B-B14F-4D97-AF65-F5344CB8AC3E}">
        <p14:creationId xmlns:p14="http://schemas.microsoft.com/office/powerpoint/2010/main" val="180998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ED7C5-713D-4D74-80E8-32F71877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C2750-27FF-416F-84F9-950ED29A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D5A19-4A61-4A16-95BA-6F6D54C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Archive intake traceability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23B21-D362-416D-8866-869118EF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p03-full-001927</a:t>
            </a:r>
          </a:p>
        </p:txBody>
      </p:sp>
    </p:spTree>
    <p:extLst>
      <p:ext uri="{BB962C8B-B14F-4D97-AF65-F5344CB8AC3E}">
        <p14:creationId xmlns:p14="http://schemas.microsoft.com/office/powerpoint/2010/main" val="440899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2026-08-24T09:17:26.0590000Z</dcterms:created>
  <dcterms:modified xsi:type="dcterms:W3CDTF">2026-08-24T09:17:26.0590000Z</dcterms:modified>
</coreProperties>
</file>