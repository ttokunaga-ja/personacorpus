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02b96fbcd44c88" /><Relationship Type="http://schemas.openxmlformats.org/officeDocument/2006/relationships/extended-properties" Target="/docProps/app.xml" Id="R1e4ab124cf03481c" /><Relationship Type="http://schemas.openxmlformats.org/officeDocument/2006/relationships/officeDocument" Target="/ppt/presentation.xml" Id="R478401799ea643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5d8c2efbde4f01"/>
  </p:sldMasterIdLst>
  <p:notesMasterIdLst>
    <p:notesMasterId xmlns:r="http://schemas.openxmlformats.org/officeDocument/2006/relationships" r:id="R9c1ae06ef98847a8"/>
  </p:notesMasterIdLst>
  <p:sldIdLst>
    <p:sldId xmlns:r="http://schemas.openxmlformats.org/officeDocument/2006/relationships" id="256" r:id="R1abedea4b05d4312"/>
    <p:sldId xmlns:r="http://schemas.openxmlformats.org/officeDocument/2006/relationships" id="257" r:id="R5c8b669f5714442b"/>
    <p:sldId xmlns:r="http://schemas.openxmlformats.org/officeDocument/2006/relationships" id="258" r:id="R84281343ecfc434b"/>
    <p:sldId xmlns:r="http://schemas.openxmlformats.org/officeDocument/2006/relationships" id="259" r:id="R8e9e5c31a8414c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ef30dd20e14d85" /><Relationship Type="http://schemas.openxmlformats.org/officeDocument/2006/relationships/slideMaster" Target="/ppt/slideMasters/slideMaster1.xml" Id="Rf65d8c2efbde4f01" /><Relationship Type="http://schemas.openxmlformats.org/officeDocument/2006/relationships/notesMaster" Target="/ppt/notesMasters/notesMaster1.xml" Id="R9c1ae06ef98847a8" /><Relationship Type="http://schemas.openxmlformats.org/officeDocument/2006/relationships/presProps" Target="/ppt/presProps.xml" Id="R3a84a6f95a384737" /><Relationship Type="http://schemas.openxmlformats.org/officeDocument/2006/relationships/tableStyles" Target="/ppt/tableStyles.xml" Id="Rbe9a6c420f664191" /><Relationship Type="http://schemas.openxmlformats.org/officeDocument/2006/relationships/slide" Target="/ppt/slides/slide1.xml" Id="R1abedea4b05d4312" /><Relationship Type="http://schemas.openxmlformats.org/officeDocument/2006/relationships/slide" Target="/ppt/slides/slide2.xml" Id="R5c8b669f5714442b" /><Relationship Type="http://schemas.openxmlformats.org/officeDocument/2006/relationships/slide" Target="/ppt/slides/slide3.xml" Id="R84281343ecfc434b" /><Relationship Type="http://schemas.openxmlformats.org/officeDocument/2006/relationships/slide" Target="/ppt/slides/slide4.xml" Id="R8e9e5c31a8414c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438af4906e47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21ce536dd94a99" /><Relationship Type="http://schemas.openxmlformats.org/officeDocument/2006/relationships/notesMaster" Target="/ppt/notesMasters/notesMaster1.xml" Id="R067515a334034e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3e51cc42314fa3" /><Relationship Type="http://schemas.openxmlformats.org/officeDocument/2006/relationships/notesMaster" Target="/ppt/notesMasters/notesMaster1.xml" Id="R8d08453037c54b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7c836ca8a04f9f" /><Relationship Type="http://schemas.openxmlformats.org/officeDocument/2006/relationships/notesMaster" Target="/ppt/notesMasters/notesMaster1.xml" Id="R664075a4b24e4e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3fffc115ab40f8" /><Relationship Type="http://schemas.openxmlformats.org/officeDocument/2006/relationships/notesMaster" Target="/ppt/notesMasters/notesMaster1.xml" Id="R0ed294676e9a4e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0c43661cd4e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90c73606524a63" /><Relationship Type="http://schemas.openxmlformats.org/officeDocument/2006/relationships/slideLayout" Target="/ppt/slideLayouts/slideLayout1.xml" Id="Raaf1b19f1f1e45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f1b19f1f1e45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e97cbe3c24501" /><Relationship Type="http://schemas.openxmlformats.org/officeDocument/2006/relationships/notesSlide" Target="/ppt/notesSlides/notesSlide1.xml" Id="R63481622bbe74b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09cccc47f42d6" /><Relationship Type="http://schemas.openxmlformats.org/officeDocument/2006/relationships/notesSlide" Target="/ppt/notesSlides/notesSlide2.xml" Id="Ra03acdca21f34c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125c0cfa94af3" /><Relationship Type="http://schemas.openxmlformats.org/officeDocument/2006/relationships/notesSlide" Target="/ppt/notesSlides/notesSlide3.xml" Id="R21728b625fcb4f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3b1ab9557462a" /><Relationship Type="http://schemas.openxmlformats.org/officeDocument/2006/relationships/notesSlide" Target="/ppt/notesSlides/notesSlide4.xml" Id="R63d6d563b3bf49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226-1">
            <a:extLst xmlns:a="http://schemas.openxmlformats.org/drawingml/2006/main">
              <a:ext uri="{FF2B5EF4-FFF2-40B4-BE49-F238E27FC236}">
                <a16:creationId xmlns:a16="http://schemas.microsoft.com/office/drawing/2014/main" id="{F4F7AFD5-5CDD-4AC8-87F9-BB671529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226-1">
            <a:extLst xmlns:a="http://schemas.openxmlformats.org/drawingml/2006/main">
              <a:ext uri="{FF2B5EF4-FFF2-40B4-BE49-F238E27FC236}">
                <a16:creationId xmlns:a16="http://schemas.microsoft.com/office/drawing/2014/main" id="{814087DB-B49A-4383-8712-CA86456A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p03-full-001226</a:t>
            </a:r>
          </a:p>
        </p:txBody>
      </p:sp>
      <p:sp>
        <p:nvSpPr>
          <p:cNvPr id="3" name="qa-v2-r2-title-p03-full-001226-1">
            <a:extLst xmlns:a="http://schemas.openxmlformats.org/drawingml/2006/main">
              <a:ext uri="{FF2B5EF4-FFF2-40B4-BE49-F238E27FC236}">
                <a16:creationId xmlns:a16="http://schemas.microsoft.com/office/drawing/2014/main" id="{E88D1EF6-116E-4506-9F19-8E880ABC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1226-1">
            <a:extLst xmlns:a="http://schemas.openxmlformats.org/drawingml/2006/main">
              <a:ext uri="{FF2B5EF4-FFF2-40B4-BE49-F238E27FC236}">
                <a16:creationId xmlns:a16="http://schemas.microsoft.com/office/drawing/2014/main" id="{FB88659C-E8BB-40C7-8118-848E152A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personal grc review calendar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cloud my files. Declared review date: 2026-07-13.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p03-src-001226; p03-full-000596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exception rationale assessment.</a:t>
            </a:r>
          </a:p>
        </p:txBody>
      </p:sp>
    </p:spTree>
    <p:extLst>
      <p:ext uri="{BB962C8B-B14F-4D97-AF65-F5344CB8AC3E}">
        <p14:creationId xmlns:p14="http://schemas.microsoft.com/office/powerpoint/2010/main" val="3693802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226-2">
            <a:extLst xmlns:a="http://schemas.openxmlformats.org/drawingml/2006/main">
              <a:ext uri="{FF2B5EF4-FFF2-40B4-BE49-F238E27FC236}">
                <a16:creationId xmlns:a16="http://schemas.microsoft.com/office/drawing/2014/main" id="{6460936E-1C67-40A5-96A2-C7555842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226-2">
            <a:extLst xmlns:a="http://schemas.openxmlformats.org/drawingml/2006/main">
              <a:ext uri="{FF2B5EF4-FFF2-40B4-BE49-F238E27FC236}">
                <a16:creationId xmlns:a16="http://schemas.microsoft.com/office/drawing/2014/main" id="{FE287E78-F718-4323-90CF-FF3BE4FE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p03-full-001226</a:t>
            </a:r>
          </a:p>
        </p:txBody>
      </p:sp>
      <p:sp>
        <p:nvSpPr>
          <p:cNvPr id="3" name="qa-v2-r2-title-p03-full-001226-2">
            <a:extLst xmlns:a="http://schemas.openxmlformats.org/drawingml/2006/main">
              <a:ext uri="{FF2B5EF4-FFF2-40B4-BE49-F238E27FC236}">
                <a16:creationId xmlns:a16="http://schemas.microsoft.com/office/drawing/2014/main" id="{47FC15E8-42C1-4D9C-BB32-B9E5B2B0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1226-2">
            <a:extLst xmlns:a="http://schemas.openxmlformats.org/drawingml/2006/main">
              <a:ext uri="{FF2B5EF4-FFF2-40B4-BE49-F238E27FC236}">
                <a16:creationId xmlns:a16="http://schemas.microsoft.com/office/drawing/2014/main" id="{A84FFE08-90C5-4B19-975B-B586A44C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Does the 2026-07-13 residual-risk statement remain defensible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after final completion reaches 48/48?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record-to-decision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57327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226-3">
            <a:extLst xmlns:a="http://schemas.openxmlformats.org/drawingml/2006/main">
              <a:ext uri="{FF2B5EF4-FFF2-40B4-BE49-F238E27FC236}">
                <a16:creationId xmlns:a16="http://schemas.microsoft.com/office/drawing/2014/main" id="{9CD415D5-011B-4B20-9DC6-F7C6AE73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226-3">
            <a:extLst xmlns:a="http://schemas.openxmlformats.org/drawingml/2006/main">
              <a:ext uri="{FF2B5EF4-FFF2-40B4-BE49-F238E27FC236}">
                <a16:creationId xmlns:a16="http://schemas.microsoft.com/office/drawing/2014/main" id="{6BFC2A5C-944B-422B-BA90-2A0251AC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p03-full-001226</a:t>
            </a:r>
          </a:p>
        </p:txBody>
      </p:sp>
      <p:sp>
        <p:nvSpPr>
          <p:cNvPr id="3" name="qa-v2-r2-title-p03-full-001226-3">
            <a:extLst xmlns:a="http://schemas.openxmlformats.org/drawingml/2006/main">
              <a:ext uri="{FF2B5EF4-FFF2-40B4-BE49-F238E27FC236}">
                <a16:creationId xmlns:a16="http://schemas.microsoft.com/office/drawing/2014/main" id="{C1BEEB6F-752F-44AE-BE5E-CC4B0BA7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1226-3">
            <a:extLst xmlns:a="http://schemas.openxmlformats.org/drawingml/2006/main">
              <a:ext uri="{FF2B5EF4-FFF2-40B4-BE49-F238E27FC236}">
                <a16:creationId xmlns:a16="http://schemas.microsoft.com/office/drawing/2014/main" id="{0792F255-BCD7-47CD-B34E-28CD1562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verify the dependency meaning;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4096578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226-4">
            <a:extLst xmlns:a="http://schemas.openxmlformats.org/drawingml/2006/main">
              <a:ext uri="{FF2B5EF4-FFF2-40B4-BE49-F238E27FC236}">
                <a16:creationId xmlns:a16="http://schemas.microsoft.com/office/drawing/2014/main" id="{7140C196-AC2E-4991-A342-F6EA2458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226-4">
            <a:extLst xmlns:a="http://schemas.openxmlformats.org/drawingml/2006/main">
              <a:ext uri="{FF2B5EF4-FFF2-40B4-BE49-F238E27FC236}">
                <a16:creationId xmlns:a16="http://schemas.microsoft.com/office/drawing/2014/main" id="{1336965E-279D-4346-BDD7-D911FCCB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p03-full-001226</a:t>
            </a:r>
          </a:p>
        </p:txBody>
      </p:sp>
      <p:sp>
        <p:nvSpPr>
          <p:cNvPr id="3" name="qa-v2-r2-title-p03-full-001226-4">
            <a:extLst xmlns:a="http://schemas.openxmlformats.org/drawingml/2006/main">
              <a:ext uri="{FF2B5EF4-FFF2-40B4-BE49-F238E27FC236}">
                <a16:creationId xmlns:a16="http://schemas.microsoft.com/office/drawing/2014/main" id="{5A774058-5F32-4D60-A118-96708BD2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1226-4">
            <a:extLst xmlns:a="http://schemas.openxmlformats.org/drawingml/2006/main">
              <a:ext uri="{FF2B5EF4-FFF2-40B4-BE49-F238E27FC236}">
                <a16:creationId xmlns:a16="http://schemas.microsoft.com/office/drawing/2014/main" id="{C7D9F837-3FDB-465B-96BB-C8DAE767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p03-src-001226 with p03-full-000596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exception rationale.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409657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2026-08-25T13:03:25.4830000Z</dcterms:created>
  <dcterms:modified xsi:type="dcterms:W3CDTF">2026-08-25T13:03:25.4830000Z</dcterms:modified>
</coreProperties>
</file>