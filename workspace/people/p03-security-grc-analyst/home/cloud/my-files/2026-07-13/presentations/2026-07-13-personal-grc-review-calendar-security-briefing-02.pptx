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9fd1c7f82941dd" /><Relationship Type="http://schemas.openxmlformats.org/officeDocument/2006/relationships/extended-properties" Target="/docProps/app.xml" Id="R585318742ce547cf" /><Relationship Type="http://schemas.openxmlformats.org/officeDocument/2006/relationships/officeDocument" Target="/ppt/presentation.xml" Id="R2059652f71294e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5fa8a3d5334ad7"/>
  </p:sldMasterIdLst>
  <p:notesMasterIdLst>
    <p:notesMasterId xmlns:r="http://schemas.openxmlformats.org/officeDocument/2006/relationships" r:id="R80203e2690e7434b"/>
  </p:notesMasterIdLst>
  <p:sldIdLst>
    <p:sldId xmlns:r="http://schemas.openxmlformats.org/officeDocument/2006/relationships" id="256" r:id="Rd43b0a5f1d404f02"/>
    <p:sldId xmlns:r="http://schemas.openxmlformats.org/officeDocument/2006/relationships" id="257" r:id="R452b0581faba4973"/>
    <p:sldId xmlns:r="http://schemas.openxmlformats.org/officeDocument/2006/relationships" id="258" r:id="R02d93800f1ec4f18"/>
    <p:sldId xmlns:r="http://schemas.openxmlformats.org/officeDocument/2006/relationships" id="259" r:id="R2ef7d98816974c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0138601c014784" /><Relationship Type="http://schemas.openxmlformats.org/officeDocument/2006/relationships/slideMaster" Target="/ppt/slideMasters/slideMaster1.xml" Id="R315fa8a3d5334ad7" /><Relationship Type="http://schemas.openxmlformats.org/officeDocument/2006/relationships/notesMaster" Target="/ppt/notesMasters/notesMaster1.xml" Id="R80203e2690e7434b" /><Relationship Type="http://schemas.openxmlformats.org/officeDocument/2006/relationships/presProps" Target="/ppt/presProps.xml" Id="R7fb5ee8eea4b411a" /><Relationship Type="http://schemas.openxmlformats.org/officeDocument/2006/relationships/tableStyles" Target="/ppt/tableStyles.xml" Id="R28b8c16a74a640d2" /><Relationship Type="http://schemas.openxmlformats.org/officeDocument/2006/relationships/slide" Target="/ppt/slides/slide1.xml" Id="Rd43b0a5f1d404f02" /><Relationship Type="http://schemas.openxmlformats.org/officeDocument/2006/relationships/slide" Target="/ppt/slides/slide2.xml" Id="R452b0581faba4973" /><Relationship Type="http://schemas.openxmlformats.org/officeDocument/2006/relationships/slide" Target="/ppt/slides/slide3.xml" Id="R02d93800f1ec4f18" /><Relationship Type="http://schemas.openxmlformats.org/officeDocument/2006/relationships/slide" Target="/ppt/slides/slide4.xml" Id="R2ef7d98816974c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e55b74d7b24a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9e29f5d033408c" /><Relationship Type="http://schemas.openxmlformats.org/officeDocument/2006/relationships/notesMaster" Target="/ppt/notesMasters/notesMaster1.xml" Id="R0e23ac6b12d44f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a64439574a4e3e" /><Relationship Type="http://schemas.openxmlformats.org/officeDocument/2006/relationships/notesMaster" Target="/ppt/notesMasters/notesMaster1.xml" Id="R1a06f74cca544f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45d7f1f1fe4389" /><Relationship Type="http://schemas.openxmlformats.org/officeDocument/2006/relationships/notesMaster" Target="/ppt/notesMasters/notesMaster1.xml" Id="R6c632976b2264e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68b2a79c8e4b44" /><Relationship Type="http://schemas.openxmlformats.org/officeDocument/2006/relationships/notesMaster" Target="/ppt/notesMasters/notesMaster1.xml" Id="R149e58af322c4c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853c99fdc4d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1aab30d2284f27" /><Relationship Type="http://schemas.openxmlformats.org/officeDocument/2006/relationships/slideLayout" Target="/ppt/slideLayouts/slideLayout1.xml" Id="R88e99c52759840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e99c52759840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be38a110842a8" /><Relationship Type="http://schemas.openxmlformats.org/officeDocument/2006/relationships/notesSlide" Target="/ppt/notesSlides/notesSlide1.xml" Id="R14d18cf099fa44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88bec6e104aa7" /><Relationship Type="http://schemas.openxmlformats.org/officeDocument/2006/relationships/notesSlide" Target="/ppt/notesSlides/notesSlide2.xml" Id="R2502746f34214b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b7db9517a4eb5" /><Relationship Type="http://schemas.openxmlformats.org/officeDocument/2006/relationships/notesSlide" Target="/ppt/notesSlides/notesSlide3.xml" Id="R948ab4bf70924a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b4796abca4e11" /><Relationship Type="http://schemas.openxmlformats.org/officeDocument/2006/relationships/notesSlide" Target="/ppt/notesSlides/notesSlide4.xml" Id="Radee7ccda38b40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874-1">
            <a:extLst xmlns:a="http://schemas.openxmlformats.org/drawingml/2006/main">
              <a:ext uri="{FF2B5EF4-FFF2-40B4-BE49-F238E27FC236}">
                <a16:creationId xmlns:a16="http://schemas.microsoft.com/office/drawing/2014/main" id="{D9EDBD19-5D89-4A12-825B-A4EDCB77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874-1">
            <a:extLst xmlns:a="http://schemas.openxmlformats.org/drawingml/2006/main">
              <a:ext uri="{FF2B5EF4-FFF2-40B4-BE49-F238E27FC236}">
                <a16:creationId xmlns:a16="http://schemas.microsoft.com/office/drawing/2014/main" id="{88E32D4E-F9FC-4734-B7FA-58987982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p03-full-002874</a:t>
            </a:r>
          </a:p>
        </p:txBody>
      </p:sp>
      <p:sp>
        <p:nvSpPr>
          <p:cNvPr id="3" name="qa-v2-r2-title-p03-full-002874-1">
            <a:extLst xmlns:a="http://schemas.openxmlformats.org/drawingml/2006/main">
              <a:ext uri="{FF2B5EF4-FFF2-40B4-BE49-F238E27FC236}">
                <a16:creationId xmlns:a16="http://schemas.microsoft.com/office/drawing/2014/main" id="{413FFCEA-EAD9-4A31-A9FC-617A480F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2874-1">
            <a:extLst xmlns:a="http://schemas.openxmlformats.org/drawingml/2006/main">
              <a:ext uri="{FF2B5EF4-FFF2-40B4-BE49-F238E27FC236}">
                <a16:creationId xmlns:a16="http://schemas.microsoft.com/office/drawing/2014/main" id="{9F93957C-58CB-4668-A9EE-B070EB3E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personal grc review calendar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cloud my files. Declared review date: 2026-07-13.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exception rationale, counterexamples,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p03-src-002874; p03-full-001852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decision trace assessment.</a:t>
            </a:r>
          </a:p>
        </p:txBody>
      </p:sp>
    </p:spTree>
    <p:extLst>
      <p:ext uri="{BB962C8B-B14F-4D97-AF65-F5344CB8AC3E}">
        <p14:creationId xmlns:p14="http://schemas.microsoft.com/office/powerpoint/2010/main" val="20067982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874-2">
            <a:extLst xmlns:a="http://schemas.openxmlformats.org/drawingml/2006/main">
              <a:ext uri="{FF2B5EF4-FFF2-40B4-BE49-F238E27FC236}">
                <a16:creationId xmlns:a16="http://schemas.microsoft.com/office/drawing/2014/main" id="{A05CFFFE-8A1F-49CF-B58B-FD6B02E6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874-2">
            <a:extLst xmlns:a="http://schemas.openxmlformats.org/drawingml/2006/main">
              <a:ext uri="{FF2B5EF4-FFF2-40B4-BE49-F238E27FC236}">
                <a16:creationId xmlns:a16="http://schemas.microsoft.com/office/drawing/2014/main" id="{60BB7653-62DE-4FB7-9D40-407EBEF7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p03-full-002874</a:t>
            </a:r>
          </a:p>
        </p:txBody>
      </p:sp>
      <p:sp>
        <p:nvSpPr>
          <p:cNvPr id="3" name="qa-v2-r2-title-p03-full-002874-2">
            <a:extLst xmlns:a="http://schemas.openxmlformats.org/drawingml/2006/main">
              <a:ext uri="{FF2B5EF4-FFF2-40B4-BE49-F238E27FC236}">
                <a16:creationId xmlns:a16="http://schemas.microsoft.com/office/drawing/2014/main" id="{0B403C90-DBA4-4A0F-ABFD-60BE5707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2874-2">
            <a:extLst xmlns:a="http://schemas.openxmlformats.org/drawingml/2006/main">
              <a:ext uri="{FF2B5EF4-FFF2-40B4-BE49-F238E27FC236}">
                <a16:creationId xmlns:a16="http://schemas.microsoft.com/office/drawing/2014/main" id="{93911A88-7743-417A-83FB-E5798E51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Does the Q3 assurance observation retain Medium residual risk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without being misread as evidence of day-to-day operations?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counterexample-to-decision separation review of the source and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through 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18184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874-3">
            <a:extLst xmlns:a="http://schemas.openxmlformats.org/drawingml/2006/main">
              <a:ext uri="{FF2B5EF4-FFF2-40B4-BE49-F238E27FC236}">
                <a16:creationId xmlns:a16="http://schemas.microsoft.com/office/drawing/2014/main" id="{55F974CA-8A9F-4952-B0D0-BC1A1EF6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874-3">
            <a:extLst xmlns:a="http://schemas.openxmlformats.org/drawingml/2006/main">
              <a:ext uri="{FF2B5EF4-FFF2-40B4-BE49-F238E27FC236}">
                <a16:creationId xmlns:a16="http://schemas.microsoft.com/office/drawing/2014/main" id="{3C9D55F3-25D8-4FEA-81EF-DC6F3597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p03-full-002874</a:t>
            </a:r>
          </a:p>
        </p:txBody>
      </p:sp>
      <p:sp>
        <p:nvSpPr>
          <p:cNvPr id="3" name="qa-v2-r2-title-p03-full-002874-3">
            <a:extLst xmlns:a="http://schemas.openxmlformats.org/drawingml/2006/main">
              <a:ext uri="{FF2B5EF4-FFF2-40B4-BE49-F238E27FC236}">
                <a16:creationId xmlns:a16="http://schemas.microsoft.com/office/drawing/2014/main" id="{DD4F2175-F063-4A77-A5C7-7C950B99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2874-3">
            <a:extLst xmlns:a="http://schemas.openxmlformats.org/drawingml/2006/main">
              <a:ext uri="{FF2B5EF4-FFF2-40B4-BE49-F238E27FC236}">
                <a16:creationId xmlns:a16="http://schemas.microsoft.com/office/drawing/2014/main" id="{F041AAAE-98B2-4C59-B5B2-896EB23D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defer closure pending evidence;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9541100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0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874-4">
            <a:extLst xmlns:a="http://schemas.openxmlformats.org/drawingml/2006/main">
              <a:ext uri="{FF2B5EF4-FFF2-40B4-BE49-F238E27FC236}">
                <a16:creationId xmlns:a16="http://schemas.microsoft.com/office/drawing/2014/main" id="{0CD89A9D-39A5-430E-AF0C-96558C9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874-4">
            <a:extLst xmlns:a="http://schemas.openxmlformats.org/drawingml/2006/main">
              <a:ext uri="{FF2B5EF4-FFF2-40B4-BE49-F238E27FC236}">
                <a16:creationId xmlns:a16="http://schemas.microsoft.com/office/drawing/2014/main" id="{D3C3BADA-7A4C-4A79-97EA-8FE555D0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p03-full-002874</a:t>
            </a:r>
          </a:p>
        </p:txBody>
      </p:sp>
      <p:sp>
        <p:nvSpPr>
          <p:cNvPr id="3" name="qa-v2-r2-title-p03-full-002874-4">
            <a:extLst xmlns:a="http://schemas.openxmlformats.org/drawingml/2006/main">
              <a:ext uri="{FF2B5EF4-FFF2-40B4-BE49-F238E27FC236}">
                <a16:creationId xmlns:a16="http://schemas.microsoft.com/office/drawing/2014/main" id="{F0319BC7-AEE6-4428-9DFB-8E4DC7C2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2874-4">
            <a:extLst xmlns:a="http://schemas.openxmlformats.org/drawingml/2006/main">
              <a:ext uri="{FF2B5EF4-FFF2-40B4-BE49-F238E27FC236}">
                <a16:creationId xmlns:a16="http://schemas.microsoft.com/office/drawing/2014/main" id="{E77D9DA3-E040-4224-B000-A4CB810A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p03-src-002874 with p03-full-001852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decision trace.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954110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2026-08-25T13:03:46.9800000Z</dcterms:created>
  <dcterms:modified xsi:type="dcterms:W3CDTF">2026-08-25T13:03:46.9800000Z</dcterms:modified>
</coreProperties>
</file>