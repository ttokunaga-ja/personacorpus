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65a71a3694c8d" /><Relationship Type="http://schemas.openxmlformats.org/officeDocument/2006/relationships/extended-properties" Target="/docProps/app.xml" Id="R64b5622a0675449f" /><Relationship Type="http://schemas.openxmlformats.org/officeDocument/2006/relationships/officeDocument" Target="/ppt/presentation.xml" Id="R7d41febf971349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1314b4c3e497f"/>
  </p:sldMasterIdLst>
  <p:notesMasterIdLst>
    <p:notesMasterId xmlns:r="http://schemas.openxmlformats.org/officeDocument/2006/relationships" r:id="R6b0c46d8b68d4e61"/>
  </p:notesMasterIdLst>
  <p:sldIdLst>
    <p:sldId xmlns:r="http://schemas.openxmlformats.org/officeDocument/2006/relationships" id="256" r:id="R3c594ab5d6174e1d"/>
    <p:sldId xmlns:r="http://schemas.openxmlformats.org/officeDocument/2006/relationships" id="257" r:id="R48277b749d054eca"/>
    <p:sldId xmlns:r="http://schemas.openxmlformats.org/officeDocument/2006/relationships" id="258" r:id="Rbf571827798844dc"/>
    <p:sldId xmlns:r="http://schemas.openxmlformats.org/officeDocument/2006/relationships" id="259" r:id="R03b9a8a44ce6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1e15dee3334c0c" /><Relationship Type="http://schemas.openxmlformats.org/officeDocument/2006/relationships/slideMaster" Target="/ppt/slideMasters/slideMaster1.xml" Id="R3e81314b4c3e497f" /><Relationship Type="http://schemas.openxmlformats.org/officeDocument/2006/relationships/notesMaster" Target="/ppt/notesMasters/notesMaster1.xml" Id="R6b0c46d8b68d4e61" /><Relationship Type="http://schemas.openxmlformats.org/officeDocument/2006/relationships/presProps" Target="/ppt/presProps.xml" Id="R46cd7394fcce4fc1" /><Relationship Type="http://schemas.openxmlformats.org/officeDocument/2006/relationships/tableStyles" Target="/ppt/tableStyles.xml" Id="R7ddc9d643a304320" /><Relationship Type="http://schemas.openxmlformats.org/officeDocument/2006/relationships/slide" Target="/ppt/slides/slide1.xml" Id="R3c594ab5d6174e1d" /><Relationship Type="http://schemas.openxmlformats.org/officeDocument/2006/relationships/slide" Target="/ppt/slides/slide2.xml" Id="R48277b749d054eca" /><Relationship Type="http://schemas.openxmlformats.org/officeDocument/2006/relationships/slide" Target="/ppt/slides/slide3.xml" Id="Rbf571827798844dc" /><Relationship Type="http://schemas.openxmlformats.org/officeDocument/2006/relationships/slide" Target="/ppt/slides/slide4.xml" Id="R03b9a8a44ce6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ba1a77b0a9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f5a54d2e64f25" /><Relationship Type="http://schemas.openxmlformats.org/officeDocument/2006/relationships/notesMaster" Target="/ppt/notesMasters/notesMaster1.xml" Id="Rd47332ea2394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391710cfe4b25" /><Relationship Type="http://schemas.openxmlformats.org/officeDocument/2006/relationships/notesMaster" Target="/ppt/notesMasters/notesMaster1.xml" Id="Rc8f565c94fcc49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efd2af3e5f4086" /><Relationship Type="http://schemas.openxmlformats.org/officeDocument/2006/relationships/notesMaster" Target="/ppt/notesMasters/notesMaster1.xml" Id="R8cf1f4d62328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1b4d7fb7b45cf" /><Relationship Type="http://schemas.openxmlformats.org/officeDocument/2006/relationships/notesMaster" Target="/ppt/notesMasters/notesMaster1.xml" Id="R439bac41941c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b93f5238b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6fe9e0d1194e78" /><Relationship Type="http://schemas.openxmlformats.org/officeDocument/2006/relationships/slideLayout" Target="/ppt/slideLayouts/slideLayout1.xml" Id="R2506b286a76f46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6b286a76f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98c7d0784501" /><Relationship Type="http://schemas.openxmlformats.org/officeDocument/2006/relationships/notesSlide" Target="/ppt/notesSlides/notesSlide1.xml" Id="R2d63d30d948147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57e217724c6f" /><Relationship Type="http://schemas.openxmlformats.org/officeDocument/2006/relationships/notesSlide" Target="/ppt/notesSlides/notesSlide2.xml" Id="R69916bcee6e8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6d6e45b8e4b7d" /><Relationship Type="http://schemas.openxmlformats.org/officeDocument/2006/relationships/notesSlide" Target="/ppt/notesSlides/notesSlide3.xml" Id="Rbe80546101ee4a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872c80dfd4725" /><Relationship Type="http://schemas.openxmlformats.org/officeDocument/2006/relationships/notesSlide" Target="/ppt/notesSlides/notesSlide4.xml" Id="R8db59651b607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73-1">
            <a:extLst xmlns:a="http://schemas.openxmlformats.org/drawingml/2006/main">
              <a:ext uri="{FF2B5EF4-FFF2-40B4-BE49-F238E27FC236}">
                <a16:creationId xmlns:a16="http://schemas.microsoft.com/office/drawing/2014/main" id="{B0338C9F-66FB-4409-9D26-8B83C5B5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73-1">
            <a:extLst xmlns:a="http://schemas.openxmlformats.org/drawingml/2006/main">
              <a:ext uri="{FF2B5EF4-FFF2-40B4-BE49-F238E27FC236}">
                <a16:creationId xmlns:a16="http://schemas.microsoft.com/office/drawing/2014/main" id="{C8075E35-0377-4590-AE28-6583427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p03-full-003273</a:t>
            </a:r>
          </a:p>
        </p:txBody>
      </p:sp>
      <p:sp>
        <p:nvSpPr>
          <p:cNvPr id="3" name="qa-v2-r2-title-p03-full-003273-1">
            <a:extLst xmlns:a="http://schemas.openxmlformats.org/drawingml/2006/main">
              <a:ext uri="{FF2B5EF4-FFF2-40B4-BE49-F238E27FC236}">
                <a16:creationId xmlns:a16="http://schemas.microsoft.com/office/drawing/2014/main" id="{0C3B1CB9-BB0E-4C60-92C0-8170F69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273-1">
            <a:extLst xmlns:a="http://schemas.openxmlformats.org/drawingml/2006/main">
              <a:ext uri="{FF2B5EF4-FFF2-40B4-BE49-F238E27FC236}">
                <a16:creationId xmlns:a16="http://schemas.microsoft.com/office/drawing/2014/main" id="{CEC6F1AB-0584-4DA2-B778-63EE092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action tracker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cloud my files.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p03-src-003273; p03-full-004224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958770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73-2">
            <a:extLst xmlns:a="http://schemas.openxmlformats.org/drawingml/2006/main">
              <a:ext uri="{FF2B5EF4-FFF2-40B4-BE49-F238E27FC236}">
                <a16:creationId xmlns:a16="http://schemas.microsoft.com/office/drawing/2014/main" id="{1FDE01F0-C814-4C28-9776-00E95B1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73-2">
            <a:extLst xmlns:a="http://schemas.openxmlformats.org/drawingml/2006/main">
              <a:ext uri="{FF2B5EF4-FFF2-40B4-BE49-F238E27FC236}">
                <a16:creationId xmlns:a16="http://schemas.microsoft.com/office/drawing/2014/main" id="{04E2969E-1F53-41B5-AB55-BBC467F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p03-full-003273</a:t>
            </a:r>
          </a:p>
        </p:txBody>
      </p:sp>
      <p:sp>
        <p:nvSpPr>
          <p:cNvPr id="3" name="qa-v2-r2-title-p03-full-003273-2">
            <a:extLst xmlns:a="http://schemas.openxmlformats.org/drawingml/2006/main">
              <a:ext uri="{FF2B5EF4-FFF2-40B4-BE49-F238E27FC236}">
                <a16:creationId xmlns:a16="http://schemas.microsoft.com/office/drawing/2014/main" id="{F5123565-77F7-4692-8AD0-9D5930F6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273-2">
            <a:extLst xmlns:a="http://schemas.openxmlformats.org/drawingml/2006/main">
              <a:ext uri="{FF2B5EF4-FFF2-40B4-BE49-F238E27FC236}">
                <a16:creationId xmlns:a16="http://schemas.microsoft.com/office/drawing/2014/main" id="{1739887C-BCE3-44CC-AA1F-F8D1379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For 2026-07-20, does the personal evidence note preserve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line between recorded reasoning and closure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068750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73-3">
            <a:extLst xmlns:a="http://schemas.openxmlformats.org/drawingml/2006/main">
              <a:ext uri="{FF2B5EF4-FFF2-40B4-BE49-F238E27FC236}">
                <a16:creationId xmlns:a16="http://schemas.microsoft.com/office/drawing/2014/main" id="{BED282BB-8784-4D5E-B8EA-F5ECA48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73-3">
            <a:extLst xmlns:a="http://schemas.openxmlformats.org/drawingml/2006/main">
              <a:ext uri="{FF2B5EF4-FFF2-40B4-BE49-F238E27FC236}">
                <a16:creationId xmlns:a16="http://schemas.microsoft.com/office/drawing/2014/main" id="{A837453E-80DF-4757-A655-64D59F7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p03-full-003273</a:t>
            </a:r>
          </a:p>
        </p:txBody>
      </p:sp>
      <p:sp>
        <p:nvSpPr>
          <p:cNvPr id="3" name="qa-v2-r2-title-p03-full-003273-3">
            <a:extLst xmlns:a="http://schemas.openxmlformats.org/drawingml/2006/main">
              <a:ext uri="{FF2B5EF4-FFF2-40B4-BE49-F238E27FC236}">
                <a16:creationId xmlns:a16="http://schemas.microsoft.com/office/drawing/2014/main" id="{71CF9E00-4258-4EDF-8D58-0923F2C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273-3">
            <a:extLst xmlns:a="http://schemas.openxmlformats.org/drawingml/2006/main">
              <a:ext uri="{FF2B5EF4-FFF2-40B4-BE49-F238E27FC236}">
                <a16:creationId xmlns:a16="http://schemas.microsoft.com/office/drawing/2014/main" id="{CEF1D860-41BE-485E-A775-AC505CF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32465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73-4">
            <a:extLst xmlns:a="http://schemas.openxmlformats.org/drawingml/2006/main">
              <a:ext uri="{FF2B5EF4-FFF2-40B4-BE49-F238E27FC236}">
                <a16:creationId xmlns:a16="http://schemas.microsoft.com/office/drawing/2014/main" id="{012451FF-4D75-458F-B77C-C258877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73-4">
            <a:extLst xmlns:a="http://schemas.openxmlformats.org/drawingml/2006/main">
              <a:ext uri="{FF2B5EF4-FFF2-40B4-BE49-F238E27FC236}">
                <a16:creationId xmlns:a16="http://schemas.microsoft.com/office/drawing/2014/main" id="{D3087BF4-4833-4BFD-9A3F-781C0B8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p03-full-003273</a:t>
            </a:r>
          </a:p>
        </p:txBody>
      </p:sp>
      <p:sp>
        <p:nvSpPr>
          <p:cNvPr id="3" name="qa-v2-r2-title-p03-full-003273-4">
            <a:extLst xmlns:a="http://schemas.openxmlformats.org/drawingml/2006/main">
              <a:ext uri="{FF2B5EF4-FFF2-40B4-BE49-F238E27FC236}">
                <a16:creationId xmlns:a16="http://schemas.microsoft.com/office/drawing/2014/main" id="{BEC50550-F030-4BE8-8539-45DD9E3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273-4">
            <a:extLst xmlns:a="http://schemas.openxmlformats.org/drawingml/2006/main">
              <a:ext uri="{FF2B5EF4-FFF2-40B4-BE49-F238E27FC236}">
                <a16:creationId xmlns:a16="http://schemas.microsoft.com/office/drawing/2014/main" id="{EE44892D-0C7C-48CE-B06D-9ECEC07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p03-src-003273 with p03-full-004224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dependency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3246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2026-08-25T13:04:08.3890000Z</dcterms:created>
  <dcterms:modified xsi:type="dcterms:W3CDTF">2026-08-25T13:04:08.3890000Z</dcterms:modified>
</coreProperties>
</file>