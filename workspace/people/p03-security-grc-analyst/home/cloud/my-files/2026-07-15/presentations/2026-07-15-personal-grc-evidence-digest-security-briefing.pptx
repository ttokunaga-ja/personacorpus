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3611aa33e046a3" /><Relationship Type="http://schemas.openxmlformats.org/officeDocument/2006/relationships/extended-properties" Target="/docProps/app.xml" Id="Rf2877305cd1f4d42" /><Relationship Type="http://schemas.openxmlformats.org/officeDocument/2006/relationships/officeDocument" Target="/ppt/presentation.xml" Id="Rb27882f51c5c4d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2e93cd359b4ecc"/>
  </p:sldMasterIdLst>
  <p:notesMasterIdLst>
    <p:notesMasterId xmlns:r="http://schemas.openxmlformats.org/officeDocument/2006/relationships" r:id="R9f7e92c8050347d2"/>
  </p:notesMasterIdLst>
  <p:sldIdLst>
    <p:sldId xmlns:r="http://schemas.openxmlformats.org/officeDocument/2006/relationships" id="256" r:id="R5d7d061b0f8a4492"/>
    <p:sldId xmlns:r="http://schemas.openxmlformats.org/officeDocument/2006/relationships" id="257" r:id="R9f8f8b9d73354f0d"/>
    <p:sldId xmlns:r="http://schemas.openxmlformats.org/officeDocument/2006/relationships" id="258" r:id="Rf52dc7ed27af4eec"/>
    <p:sldId xmlns:r="http://schemas.openxmlformats.org/officeDocument/2006/relationships" id="259" r:id="Rd196c64b132444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1cd4091a4d4b41" /><Relationship Type="http://schemas.openxmlformats.org/officeDocument/2006/relationships/slideMaster" Target="/ppt/slideMasters/slideMaster1.xml" Id="R052e93cd359b4ecc" /><Relationship Type="http://schemas.openxmlformats.org/officeDocument/2006/relationships/notesMaster" Target="/ppt/notesMasters/notesMaster1.xml" Id="R9f7e92c8050347d2" /><Relationship Type="http://schemas.openxmlformats.org/officeDocument/2006/relationships/presProps" Target="/ppt/presProps.xml" Id="R962887cb07b44433" /><Relationship Type="http://schemas.openxmlformats.org/officeDocument/2006/relationships/tableStyles" Target="/ppt/tableStyles.xml" Id="Rb3aaf411c47640b8" /><Relationship Type="http://schemas.openxmlformats.org/officeDocument/2006/relationships/slide" Target="/ppt/slides/slide1.xml" Id="R5d7d061b0f8a4492" /><Relationship Type="http://schemas.openxmlformats.org/officeDocument/2006/relationships/slide" Target="/ppt/slides/slide2.xml" Id="R9f8f8b9d73354f0d" /><Relationship Type="http://schemas.openxmlformats.org/officeDocument/2006/relationships/slide" Target="/ppt/slides/slide3.xml" Id="Rf52dc7ed27af4eec" /><Relationship Type="http://schemas.openxmlformats.org/officeDocument/2006/relationships/slide" Target="/ppt/slides/slide4.xml" Id="Rd196c64b132444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d0920ca1fa4c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ddd42f3e9c4aec" /><Relationship Type="http://schemas.openxmlformats.org/officeDocument/2006/relationships/notesMaster" Target="/ppt/notesMasters/notesMaster1.xml" Id="Rf94c4a1859a94d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b54bb723ef497d" /><Relationship Type="http://schemas.openxmlformats.org/officeDocument/2006/relationships/notesMaster" Target="/ppt/notesMasters/notesMaster1.xml" Id="R0a55a42765164b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4a6d604b8243d7" /><Relationship Type="http://schemas.openxmlformats.org/officeDocument/2006/relationships/notesMaster" Target="/ppt/notesMasters/notesMaster1.xml" Id="R9cd3eac7e19947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f6fd2bf6da4166" /><Relationship Type="http://schemas.openxmlformats.org/officeDocument/2006/relationships/notesMaster" Target="/ppt/notesMasters/notesMaster1.xml" Id="R24c3e56062164b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123da885647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2ad84a1194cca" /><Relationship Type="http://schemas.openxmlformats.org/officeDocument/2006/relationships/slideLayout" Target="/ppt/slideLayouts/slideLayout1.xml" Id="R4d0f4384dfa748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0f4384dfa748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d53d5156044e1" /><Relationship Type="http://schemas.openxmlformats.org/officeDocument/2006/relationships/notesSlide" Target="/ppt/notesSlides/notesSlide1.xml" Id="Ref78f56e5a1b4e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cd200483c45b3" /><Relationship Type="http://schemas.openxmlformats.org/officeDocument/2006/relationships/notesSlide" Target="/ppt/notesSlides/notesSlide2.xml" Id="Rd86f482e44a9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ab1c6c15440f2" /><Relationship Type="http://schemas.openxmlformats.org/officeDocument/2006/relationships/notesSlide" Target="/ppt/notesSlides/notesSlide3.xml" Id="R558f2e299fa84d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13175ddc948de" /><Relationship Type="http://schemas.openxmlformats.org/officeDocument/2006/relationships/notesSlide" Target="/ppt/notesSlides/notesSlide4.xml" Id="Rb37a8b7a3d9244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727-1">
            <a:extLst xmlns:a="http://schemas.openxmlformats.org/drawingml/2006/main">
              <a:ext uri="{FF2B5EF4-FFF2-40B4-BE49-F238E27FC236}">
                <a16:creationId xmlns:a16="http://schemas.microsoft.com/office/drawing/2014/main" id="{76BCEC5E-A268-4B7D-872F-EB1B471A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727-1">
            <a:extLst xmlns:a="http://schemas.openxmlformats.org/drawingml/2006/main">
              <a:ext uri="{FF2B5EF4-FFF2-40B4-BE49-F238E27FC236}">
                <a16:creationId xmlns:a16="http://schemas.microsoft.com/office/drawing/2014/main" id="{80E52056-3237-43D7-BB8D-0C58786D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p03-full-003727</a:t>
            </a:r>
          </a:p>
        </p:txBody>
      </p:sp>
      <p:sp>
        <p:nvSpPr>
          <p:cNvPr id="3" name="qa-v2-r2-title-p03-full-003727-1">
            <a:extLst xmlns:a="http://schemas.openxmlformats.org/drawingml/2006/main">
              <a:ext uri="{FF2B5EF4-FFF2-40B4-BE49-F238E27FC236}">
                <a16:creationId xmlns:a16="http://schemas.microsoft.com/office/drawing/2014/main" id="{F4024450-EB73-4232-8DFE-5439C701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3727-1">
            <a:extLst xmlns:a="http://schemas.openxmlformats.org/drawingml/2006/main">
              <a:ext uri="{FF2B5EF4-FFF2-40B4-BE49-F238E27FC236}">
                <a16:creationId xmlns:a16="http://schemas.microsoft.com/office/drawing/2014/main" id="{23B1D68A-5AB5-49B8-A208-60F63DC6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personal grc evidence digest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cloud my files. The record treats RISK-031 on 2026-07-15 as a control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applicability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p03-src-003727 is the declared source; p03-full-003496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077711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727-2">
            <a:extLst xmlns:a="http://schemas.openxmlformats.org/drawingml/2006/main">
              <a:ext uri="{FF2B5EF4-FFF2-40B4-BE49-F238E27FC236}">
                <a16:creationId xmlns:a16="http://schemas.microsoft.com/office/drawing/2014/main" id="{3C648838-0D49-461D-93B9-BB032AA0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727-2">
            <a:extLst xmlns:a="http://schemas.openxmlformats.org/drawingml/2006/main">
              <a:ext uri="{FF2B5EF4-FFF2-40B4-BE49-F238E27FC236}">
                <a16:creationId xmlns:a16="http://schemas.microsoft.com/office/drawing/2014/main" id="{C1CA3476-FC71-446B-8FB2-A0FCB521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p03-full-003727</a:t>
            </a:r>
          </a:p>
        </p:txBody>
      </p:sp>
      <p:sp>
        <p:nvSpPr>
          <p:cNvPr id="3" name="qa-v2-r2-title-p03-full-003727-2">
            <a:extLst xmlns:a="http://schemas.openxmlformats.org/drawingml/2006/main">
              <a:ext uri="{FF2B5EF4-FFF2-40B4-BE49-F238E27FC236}">
                <a16:creationId xmlns:a16="http://schemas.microsoft.com/office/drawing/2014/main" id="{E4C690FF-94A3-4216-A57D-DBA14F4D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3727-2">
            <a:extLst xmlns:a="http://schemas.openxmlformats.org/drawingml/2006/main">
              <a:ext uri="{FF2B5EF4-FFF2-40B4-BE49-F238E27FC236}">
                <a16:creationId xmlns:a16="http://schemas.microsoft.com/office/drawing/2014/main" id="{906C5390-A72A-4751-9863-0C85EA25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Can the Q3 follow-up reference organize residual-risk evidence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while remaining subordinate to its direct source?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review-to-closure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466690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727-3">
            <a:extLst xmlns:a="http://schemas.openxmlformats.org/drawingml/2006/main">
              <a:ext uri="{FF2B5EF4-FFF2-40B4-BE49-F238E27FC236}">
                <a16:creationId xmlns:a16="http://schemas.microsoft.com/office/drawing/2014/main" id="{B35E06DB-5A22-442C-8CA3-1290FFB7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727-3">
            <a:extLst xmlns:a="http://schemas.openxmlformats.org/drawingml/2006/main">
              <a:ext uri="{FF2B5EF4-FFF2-40B4-BE49-F238E27FC236}">
                <a16:creationId xmlns:a16="http://schemas.microsoft.com/office/drawing/2014/main" id="{93D96153-2CC9-496D-819F-DD30682B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p03-full-003727</a:t>
            </a:r>
          </a:p>
        </p:txBody>
      </p:sp>
      <p:sp>
        <p:nvSpPr>
          <p:cNvPr id="3" name="qa-v2-r2-title-p03-full-003727-3">
            <a:extLst xmlns:a="http://schemas.openxmlformats.org/drawingml/2006/main">
              <a:ext uri="{FF2B5EF4-FFF2-40B4-BE49-F238E27FC236}">
                <a16:creationId xmlns:a16="http://schemas.microsoft.com/office/drawing/2014/main" id="{683A3C4D-4E41-46EF-A05C-07B18F1A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3727-3">
            <a:extLst xmlns:a="http://schemas.openxmlformats.org/drawingml/2006/main">
              <a:ext uri="{FF2B5EF4-FFF2-40B4-BE49-F238E27FC236}">
                <a16:creationId xmlns:a16="http://schemas.microsoft.com/office/drawing/2014/main" id="{E90E4055-1807-4613-BC49-DB62B2D3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route the discrepancy to the reviewer;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237413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727-4">
            <a:extLst xmlns:a="http://schemas.openxmlformats.org/drawingml/2006/main">
              <a:ext uri="{FF2B5EF4-FFF2-40B4-BE49-F238E27FC236}">
                <a16:creationId xmlns:a16="http://schemas.microsoft.com/office/drawing/2014/main" id="{64B9F16C-8C7E-4FFF-958B-4B91F394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727-4">
            <a:extLst xmlns:a="http://schemas.openxmlformats.org/drawingml/2006/main">
              <a:ext uri="{FF2B5EF4-FFF2-40B4-BE49-F238E27FC236}">
                <a16:creationId xmlns:a16="http://schemas.microsoft.com/office/drawing/2014/main" id="{3D6FBEE2-C2AD-4101-B975-1D6F212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p03-full-003727</a:t>
            </a:r>
          </a:p>
        </p:txBody>
      </p:sp>
      <p:sp>
        <p:nvSpPr>
          <p:cNvPr id="3" name="qa-v2-r2-title-p03-full-003727-4">
            <a:extLst xmlns:a="http://schemas.openxmlformats.org/drawingml/2006/main">
              <a:ext uri="{FF2B5EF4-FFF2-40B4-BE49-F238E27FC236}">
                <a16:creationId xmlns:a16="http://schemas.microsoft.com/office/drawing/2014/main" id="{7FA35856-15C2-4EFB-87BF-77CB7FE2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3727-4">
            <a:extLst xmlns:a="http://schemas.openxmlformats.org/drawingml/2006/main">
              <a:ext uri="{FF2B5EF4-FFF2-40B4-BE49-F238E27FC236}">
                <a16:creationId xmlns:a16="http://schemas.microsoft.com/office/drawing/2014/main" id="{A8FF7D1B-DBA4-420F-B9BE-6AA93658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p03-full-003496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applicability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237413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2026-08-25T13:04:29.7790000Z</dcterms:created>
  <dcterms:modified xsi:type="dcterms:W3CDTF">2026-08-25T13:04:29.7790000Z</dcterms:modified>
</coreProperties>
</file>