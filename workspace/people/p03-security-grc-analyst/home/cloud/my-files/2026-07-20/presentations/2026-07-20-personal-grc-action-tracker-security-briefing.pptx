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166878703be4e45" /><Relationship Type="http://schemas.openxmlformats.org/officeDocument/2006/relationships/extended-properties" Target="/docProps/app.xml" Id="R3c10038cc0a8426c" /><Relationship Type="http://schemas.openxmlformats.org/officeDocument/2006/relationships/officeDocument" Target="/ppt/presentation.xml" Id="R5daa4675d844474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9d7416384e141e3"/>
  </p:sldMasterIdLst>
  <p:notesMasterIdLst>
    <p:notesMasterId xmlns:r="http://schemas.openxmlformats.org/officeDocument/2006/relationships" r:id="Rd9f5bde63c7649a6"/>
  </p:notesMasterIdLst>
  <p:sldIdLst>
    <p:sldId xmlns:r="http://schemas.openxmlformats.org/officeDocument/2006/relationships" id="256" r:id="Rda77cc50fdd64cba"/>
    <p:sldId xmlns:r="http://schemas.openxmlformats.org/officeDocument/2006/relationships" id="257" r:id="Rac823babc4264974"/>
    <p:sldId xmlns:r="http://schemas.openxmlformats.org/officeDocument/2006/relationships" id="258" r:id="R0169eb2edcd44844"/>
    <p:sldId xmlns:r="http://schemas.openxmlformats.org/officeDocument/2006/relationships" id="259" r:id="R2eb744845600497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1b221e776c54f0a" /><Relationship Type="http://schemas.openxmlformats.org/officeDocument/2006/relationships/slideMaster" Target="/ppt/slideMasters/slideMaster1.xml" Id="R29d7416384e141e3" /><Relationship Type="http://schemas.openxmlformats.org/officeDocument/2006/relationships/notesMaster" Target="/ppt/notesMasters/notesMaster1.xml" Id="Rd9f5bde63c7649a6" /><Relationship Type="http://schemas.openxmlformats.org/officeDocument/2006/relationships/presProps" Target="/ppt/presProps.xml" Id="R6283f6fa1ef04ae6" /><Relationship Type="http://schemas.openxmlformats.org/officeDocument/2006/relationships/tableStyles" Target="/ppt/tableStyles.xml" Id="Rb2c50436561048cb" /><Relationship Type="http://schemas.openxmlformats.org/officeDocument/2006/relationships/slide" Target="/ppt/slides/slide1.xml" Id="Rda77cc50fdd64cba" /><Relationship Type="http://schemas.openxmlformats.org/officeDocument/2006/relationships/slide" Target="/ppt/slides/slide2.xml" Id="Rac823babc4264974" /><Relationship Type="http://schemas.openxmlformats.org/officeDocument/2006/relationships/slide" Target="/ppt/slides/slide3.xml" Id="R0169eb2edcd44844" /><Relationship Type="http://schemas.openxmlformats.org/officeDocument/2006/relationships/slide" Target="/ppt/slides/slide4.xml" Id="R2eb744845600497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834ab505807450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d7030b81dd04fe9" /><Relationship Type="http://schemas.openxmlformats.org/officeDocument/2006/relationships/notesMaster" Target="/ppt/notesMasters/notesMaster1.xml" Id="R6311a21d41d8457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9f4cb06a7a44ef2" /><Relationship Type="http://schemas.openxmlformats.org/officeDocument/2006/relationships/notesMaster" Target="/ppt/notesMasters/notesMaster1.xml" Id="Rd161b1f57099474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facd21ad9df4aa6" /><Relationship Type="http://schemas.openxmlformats.org/officeDocument/2006/relationships/notesMaster" Target="/ppt/notesMasters/notesMaster1.xml" Id="R621543409cd8449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91a4f7d92624996" /><Relationship Type="http://schemas.openxmlformats.org/officeDocument/2006/relationships/notesMaster" Target="/ppt/notesMasters/notesMaster1.xml" Id="R8b0f3f991eae445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48d81b3f9449e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82426bd997d4beb" /><Relationship Type="http://schemas.openxmlformats.org/officeDocument/2006/relationships/slideLayout" Target="/ppt/slideLayouts/slideLayout1.xml" Id="Rcc00bf8c9a594a9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c00bf8c9a594a9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ea647651024481" /><Relationship Type="http://schemas.openxmlformats.org/officeDocument/2006/relationships/notesSlide" Target="/ppt/notesSlides/notesSlide1.xml" Id="R03dde6f7ac6c444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1ec87beb4f4713" /><Relationship Type="http://schemas.openxmlformats.org/officeDocument/2006/relationships/notesSlide" Target="/ppt/notesSlides/notesSlide2.xml" Id="R8e8eaad4cd9a450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7fd1699c00401a" /><Relationship Type="http://schemas.openxmlformats.org/officeDocument/2006/relationships/notesSlide" Target="/ppt/notesSlides/notesSlide3.xml" Id="R49efe8de802043a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ff14ecf79c438a" /><Relationship Type="http://schemas.openxmlformats.org/officeDocument/2006/relationships/notesSlide" Target="/ppt/notesSlides/notesSlide4.xml" Id="R60fe5c25a42446e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2473-1">
            <a:extLst xmlns:a="http://schemas.openxmlformats.org/drawingml/2006/main">
              <a:ext uri="{FF2B5EF4-FFF2-40B4-BE49-F238E27FC236}">
                <a16:creationId xmlns:a16="http://schemas.microsoft.com/office/drawing/2014/main" id="{BC994495-39F1-4A3B-B2C9-F0DF8E901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2473-1">
            <a:extLst xmlns:a="http://schemas.openxmlformats.org/drawingml/2006/main">
              <a:ext uri="{FF2B5EF4-FFF2-40B4-BE49-F238E27FC236}">
                <a16:creationId xmlns:a16="http://schemas.microsoft.com/office/drawing/2014/main" id="{48E3B7C4-F668-43A6-A6A9-D539CBE71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p03-full-002473</a:t>
            </a:r>
          </a:p>
        </p:txBody>
      </p:sp>
      <p:sp>
        <p:nvSpPr>
          <p:cNvPr id="3" name="qa-v2-r2-title-p03-full-002473-1">
            <a:extLst xmlns:a="http://schemas.openxmlformats.org/drawingml/2006/main">
              <a:ext uri="{FF2B5EF4-FFF2-40B4-BE49-F238E27FC236}">
                <a16:creationId xmlns:a16="http://schemas.microsoft.com/office/drawing/2014/main" id="{CC4ACA00-A54C-4DCF-B068-7961F0241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Decision context</a:t>
            </a:r>
          </a:p>
        </p:txBody>
      </p:sp>
      <p:sp>
        <p:nvSpPr>
          <p:cNvPr id="4" name="qa-v2-r2-body-p03-full-002473-1">
            <a:extLst xmlns:a="http://schemas.openxmlformats.org/drawingml/2006/main">
              <a:ext uri="{FF2B5EF4-FFF2-40B4-BE49-F238E27FC236}">
                <a16:creationId xmlns:a16="http://schemas.microsoft.com/office/drawing/2014/main" id="{FEA9D066-8B50-4E25-81BC-884A075A4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Cobalt Harbor's RISK-031 review covers personal grc action tracker security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briefing within cloud my files. Declared review date: 2026-07-20.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assessment emphasizes chronology, recency, and decision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timing.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declared source is p03-src-002473; p03-full-000423 supplies the dependency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for a record completeness assessment.</a:t>
            </a:r>
          </a:p>
        </p:txBody>
      </p:sp>
    </p:spTree>
    <p:extLst>
      <p:ext uri="{BB962C8B-B14F-4D97-AF65-F5344CB8AC3E}">
        <p14:creationId xmlns:p14="http://schemas.microsoft.com/office/powerpoint/2010/main" val="18553859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DF2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2473-2">
            <a:extLst xmlns:a="http://schemas.openxmlformats.org/drawingml/2006/main">
              <a:ext uri="{FF2B5EF4-FFF2-40B4-BE49-F238E27FC236}">
                <a16:creationId xmlns:a16="http://schemas.microsoft.com/office/drawing/2014/main" id="{823ED1B6-EEF1-47CA-9AC3-90F64CB56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2473-2">
            <a:extLst xmlns:a="http://schemas.openxmlformats.org/drawingml/2006/main">
              <a:ext uri="{FF2B5EF4-FFF2-40B4-BE49-F238E27FC236}">
                <a16:creationId xmlns:a16="http://schemas.microsoft.com/office/drawing/2014/main" id="{5B9D8EA0-7003-4A32-89FD-975407C23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p03-full-002473</a:t>
            </a:r>
          </a:p>
        </p:txBody>
      </p:sp>
      <p:sp>
        <p:nvSpPr>
          <p:cNvPr id="3" name="qa-v2-r2-title-p03-full-002473-2">
            <a:extLst xmlns:a="http://schemas.openxmlformats.org/drawingml/2006/main">
              <a:ext uri="{FF2B5EF4-FFF2-40B4-BE49-F238E27FC236}">
                <a16:creationId xmlns:a16="http://schemas.microsoft.com/office/drawing/2014/main" id="{72B98749-587B-4809-95DF-5F6D937EE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Evidence and relationship</a:t>
            </a:r>
          </a:p>
        </p:txBody>
      </p:sp>
      <p:sp>
        <p:nvSpPr>
          <p:cNvPr id="4" name="qa-v2-r2-body-p03-full-002473-2">
            <a:extLst xmlns:a="http://schemas.openxmlformats.org/drawingml/2006/main">
              <a:ext uri="{FF2B5EF4-FFF2-40B4-BE49-F238E27FC236}">
                <a16:creationId xmlns:a16="http://schemas.microsoft.com/office/drawing/2014/main" id="{0847266D-3CB1-48EE-986C-2936A3979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Source evidence: Can the 2026-07-13 evidence digest be handed to a new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reviewer without losing source-to-conclusion traceability?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AC-27 frames the relationship, while Evidence Set 184 supports a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risk-to-response proportionality review of the source and dependency through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chronology, recency, and decision timing.</a:t>
            </a:r>
          </a:p>
        </p:txBody>
      </p:sp>
    </p:spTree>
    <p:extLst>
      <p:ext uri="{BB962C8B-B14F-4D97-AF65-F5344CB8AC3E}">
        <p14:creationId xmlns:p14="http://schemas.microsoft.com/office/powerpoint/2010/main" val="157132559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7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2473-3">
            <a:extLst xmlns:a="http://schemas.openxmlformats.org/drawingml/2006/main">
              <a:ext uri="{FF2B5EF4-FFF2-40B4-BE49-F238E27FC236}">
                <a16:creationId xmlns:a16="http://schemas.microsoft.com/office/drawing/2014/main" id="{A9FEE653-3AFB-4174-B637-6008FC540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2473-3">
            <a:extLst xmlns:a="http://schemas.openxmlformats.org/drawingml/2006/main">
              <a:ext uri="{FF2B5EF4-FFF2-40B4-BE49-F238E27FC236}">
                <a16:creationId xmlns:a16="http://schemas.microsoft.com/office/drawing/2014/main" id="{51D1DEC8-E5E1-47EC-AA77-58EC8EBA4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p03-full-002473</a:t>
            </a:r>
          </a:p>
        </p:txBody>
      </p:sp>
      <p:sp>
        <p:nvSpPr>
          <p:cNvPr id="3" name="qa-v2-r2-title-p03-full-002473-3">
            <a:extLst xmlns:a="http://schemas.openxmlformats.org/drawingml/2006/main">
              <a:ext uri="{FF2B5EF4-FFF2-40B4-BE49-F238E27FC236}">
                <a16:creationId xmlns:a16="http://schemas.microsoft.com/office/drawing/2014/main" id="{FF51A65A-9295-4AC2-BF0D-85DE59B6B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Decision test</a:t>
            </a:r>
          </a:p>
        </p:txBody>
      </p:sp>
      <p:sp>
        <p:nvSpPr>
          <p:cNvPr id="4" name="qa-v2-r2-body-p03-full-002473-3">
            <a:extLst xmlns:a="http://schemas.openxmlformats.org/drawingml/2006/main">
              <a:ext uri="{FF2B5EF4-FFF2-40B4-BE49-F238E27FC236}">
                <a16:creationId xmlns:a16="http://schemas.microsoft.com/office/drawing/2014/main" id="{F562C7B4-0982-42CA-932C-3A6882077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No Kio material, system, workspace, or external connection is used or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represented in this briefing. The reviewer tests whether the dependency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corroborates the source.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If the record fails that test, preserve the review question; do not carry the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RISK-031 treatment forward by default.</a:t>
            </a:r>
          </a:p>
        </p:txBody>
      </p:sp>
    </p:spTree>
    <p:extLst>
      <p:ext uri="{BB962C8B-B14F-4D97-AF65-F5344CB8AC3E}">
        <p14:creationId xmlns:p14="http://schemas.microsoft.com/office/powerpoint/2010/main" val="108451997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7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2473-4">
            <a:extLst xmlns:a="http://schemas.openxmlformats.org/drawingml/2006/main">
              <a:ext uri="{FF2B5EF4-FFF2-40B4-BE49-F238E27FC236}">
                <a16:creationId xmlns:a16="http://schemas.microsoft.com/office/drawing/2014/main" id="{8EC15B2F-739D-4F50-8FB5-CFDD60503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2473-4">
            <a:extLst xmlns:a="http://schemas.openxmlformats.org/drawingml/2006/main">
              <a:ext uri="{FF2B5EF4-FFF2-40B4-BE49-F238E27FC236}">
                <a16:creationId xmlns:a16="http://schemas.microsoft.com/office/drawing/2014/main" id="{953D1A93-9B76-4EC5-BF65-7E658CF4C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p03-full-002473</a:t>
            </a:r>
          </a:p>
        </p:txBody>
      </p:sp>
      <p:sp>
        <p:nvSpPr>
          <p:cNvPr id="3" name="qa-v2-r2-title-p03-full-002473-4">
            <a:extLst xmlns:a="http://schemas.openxmlformats.org/drawingml/2006/main">
              <a:ext uri="{FF2B5EF4-FFF2-40B4-BE49-F238E27FC236}">
                <a16:creationId xmlns:a16="http://schemas.microsoft.com/office/drawing/2014/main" id="{14EBDB4C-AF42-4107-9AD8-C915CE5CA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Boundary and next action</a:t>
            </a:r>
          </a:p>
        </p:txBody>
      </p:sp>
      <p:sp>
        <p:nvSpPr>
          <p:cNvPr id="4" name="qa-v2-r2-body-p03-full-002473-4">
            <a:extLst xmlns:a="http://schemas.openxmlformats.org/drawingml/2006/main">
              <a:ext uri="{FF2B5EF4-FFF2-40B4-BE49-F238E27FC236}">
                <a16:creationId xmlns:a16="http://schemas.microsoft.com/office/drawing/2014/main" id="{D827CDA7-315E-4260-8396-1833BC81A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At the next checkpoint, compare p03-src-002473 with p03-full-000423 and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document the change in record completeness.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closure note must distinguish evidence that supports the decision from a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similar-looking but unrelated record.</a:t>
            </a:r>
          </a:p>
        </p:txBody>
      </p:sp>
    </p:spTree>
    <p:extLst>
      <p:ext uri="{BB962C8B-B14F-4D97-AF65-F5344CB8AC3E}">
        <p14:creationId xmlns:p14="http://schemas.microsoft.com/office/powerpoint/2010/main" val="108451997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2026-08-25T13:04:51.1610000Z</dcterms:created>
  <dcterms:modified xsi:type="dcterms:W3CDTF">2026-08-25T13:04:51.1610000Z</dcterms:modified>
</coreProperties>
</file>