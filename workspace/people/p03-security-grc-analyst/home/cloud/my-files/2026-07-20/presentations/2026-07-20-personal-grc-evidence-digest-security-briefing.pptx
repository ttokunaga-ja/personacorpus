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7709118d7d4524" /><Relationship Type="http://schemas.openxmlformats.org/officeDocument/2006/relationships/extended-properties" Target="/docProps/app.xml" Id="R71bf76648e974d17" /><Relationship Type="http://schemas.openxmlformats.org/officeDocument/2006/relationships/officeDocument" Target="/ppt/presentation.xml" Id="Re2034857a89f40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10cd9f816e48a5"/>
  </p:sldMasterIdLst>
  <p:notesMasterIdLst>
    <p:notesMasterId xmlns:r="http://schemas.openxmlformats.org/officeDocument/2006/relationships" r:id="R9d1892ca16e54fd4"/>
  </p:notesMasterIdLst>
  <p:sldIdLst>
    <p:sldId xmlns:r="http://schemas.openxmlformats.org/officeDocument/2006/relationships" id="256" r:id="R6499a4d555394eac"/>
    <p:sldId xmlns:r="http://schemas.openxmlformats.org/officeDocument/2006/relationships" id="257" r:id="R485e6f05dffc4ec3"/>
    <p:sldId xmlns:r="http://schemas.openxmlformats.org/officeDocument/2006/relationships" id="258" r:id="R8b6a3a610874455c"/>
    <p:sldId xmlns:r="http://schemas.openxmlformats.org/officeDocument/2006/relationships" id="259" r:id="R4a4c76e02012452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a024af48144d2b" /><Relationship Type="http://schemas.openxmlformats.org/officeDocument/2006/relationships/slideMaster" Target="/ppt/slideMasters/slideMaster1.xml" Id="R9010cd9f816e48a5" /><Relationship Type="http://schemas.openxmlformats.org/officeDocument/2006/relationships/notesMaster" Target="/ppt/notesMasters/notesMaster1.xml" Id="R9d1892ca16e54fd4" /><Relationship Type="http://schemas.openxmlformats.org/officeDocument/2006/relationships/presProps" Target="/ppt/presProps.xml" Id="Rc390374999254c0b" /><Relationship Type="http://schemas.openxmlformats.org/officeDocument/2006/relationships/tableStyles" Target="/ppt/tableStyles.xml" Id="Rc884b9d97a134755" /><Relationship Type="http://schemas.openxmlformats.org/officeDocument/2006/relationships/slide" Target="/ppt/slides/slide1.xml" Id="R6499a4d555394eac" /><Relationship Type="http://schemas.openxmlformats.org/officeDocument/2006/relationships/slide" Target="/ppt/slides/slide2.xml" Id="R485e6f05dffc4ec3" /><Relationship Type="http://schemas.openxmlformats.org/officeDocument/2006/relationships/slide" Target="/ppt/slides/slide3.xml" Id="R8b6a3a610874455c" /><Relationship Type="http://schemas.openxmlformats.org/officeDocument/2006/relationships/slide" Target="/ppt/slides/slide4.xml" Id="R4a4c76e0201245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1b476f83034a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8c4099a6fe4233" /><Relationship Type="http://schemas.openxmlformats.org/officeDocument/2006/relationships/notesMaster" Target="/ppt/notesMasters/notesMaster1.xml" Id="R63837a4536f746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49eb898e3a427a" /><Relationship Type="http://schemas.openxmlformats.org/officeDocument/2006/relationships/notesMaster" Target="/ppt/notesMasters/notesMaster1.xml" Id="Rf8d74500953643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3dfc0e577b4e69" /><Relationship Type="http://schemas.openxmlformats.org/officeDocument/2006/relationships/notesMaster" Target="/ppt/notesMasters/notesMaster1.xml" Id="Ra43dde6f285443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21210cbb524776" /><Relationship Type="http://schemas.openxmlformats.org/officeDocument/2006/relationships/notesMaster" Target="/ppt/notesMasters/notesMaster1.xml" Id="R00b6029723874e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0f8c988f054f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4c060f70d94ae4" /><Relationship Type="http://schemas.openxmlformats.org/officeDocument/2006/relationships/slideLayout" Target="/ppt/slideLayouts/slideLayout1.xml" Id="R5c1caf3b8b5b41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1caf3b8b5b41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7092a55906483f" /><Relationship Type="http://schemas.openxmlformats.org/officeDocument/2006/relationships/notesSlide" Target="/ppt/notesSlides/notesSlide1.xml" Id="R97ee66d14fd043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f2a1df658a445c" /><Relationship Type="http://schemas.openxmlformats.org/officeDocument/2006/relationships/notesSlide" Target="/ppt/notesSlides/notesSlide2.xml" Id="R572a4773a41843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317e66c5684a71" /><Relationship Type="http://schemas.openxmlformats.org/officeDocument/2006/relationships/notesSlide" Target="/ppt/notesSlides/notesSlide3.xml" Id="Red6e76243be843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6af3fe663f4bb6" /><Relationship Type="http://schemas.openxmlformats.org/officeDocument/2006/relationships/notesSlide" Target="/ppt/notesSlides/notesSlide4.xml" Id="R7e6abe79e0b14f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827-1">
            <a:extLst xmlns:a="http://schemas.openxmlformats.org/drawingml/2006/main">
              <a:ext uri="{FF2B5EF4-FFF2-40B4-BE49-F238E27FC236}">
                <a16:creationId xmlns:a16="http://schemas.microsoft.com/office/drawing/2014/main" id="{E119C4AB-3954-4040-AAD4-88DF1FB6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827-1">
            <a:extLst xmlns:a="http://schemas.openxmlformats.org/drawingml/2006/main">
              <a:ext uri="{FF2B5EF4-FFF2-40B4-BE49-F238E27FC236}">
                <a16:creationId xmlns:a16="http://schemas.microsoft.com/office/drawing/2014/main" id="{303E5D87-D056-4675-AA90-C40ABC62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p03-full-000827</a:t>
            </a:r>
          </a:p>
        </p:txBody>
      </p:sp>
      <p:sp>
        <p:nvSpPr>
          <p:cNvPr id="3" name="qa-v2-r2-title-p03-full-000827-1">
            <a:extLst xmlns:a="http://schemas.openxmlformats.org/drawingml/2006/main">
              <a:ext uri="{FF2B5EF4-FFF2-40B4-BE49-F238E27FC236}">
                <a16:creationId xmlns:a16="http://schemas.microsoft.com/office/drawing/2014/main" id="{EE8A24E7-1C60-4CC0-9562-C27B3F33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Review question</a:t>
            </a:r>
          </a:p>
        </p:txBody>
      </p:sp>
      <p:sp>
        <p:nvSpPr>
          <p:cNvPr id="4" name="qa-v2-r2-body-p03-full-000827-1">
            <a:extLst xmlns:a="http://schemas.openxmlformats.org/drawingml/2006/main">
              <a:ext uri="{FF2B5EF4-FFF2-40B4-BE49-F238E27FC236}">
                <a16:creationId xmlns:a16="http://schemas.microsoft.com/office/drawing/2014/main" id="{CE4BF762-810D-45A4-AE0C-F06C8443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personal grc evidence digest security briefing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within cloud my files. The record treats RISK-031 on 2026-07-20 as a control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applicability question focused on ownership, approval boundaries,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accountability.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p03-src-000827 is the declared source; p03-full-004624 is the dependency that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must explain the resulting control decision.</a:t>
            </a:r>
          </a:p>
        </p:txBody>
      </p:sp>
    </p:spTree>
    <p:extLst>
      <p:ext uri="{BB962C8B-B14F-4D97-AF65-F5344CB8AC3E}">
        <p14:creationId xmlns:p14="http://schemas.microsoft.com/office/powerpoint/2010/main" val="13555073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B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827-2">
            <a:extLst xmlns:a="http://schemas.openxmlformats.org/drawingml/2006/main">
              <a:ext uri="{FF2B5EF4-FFF2-40B4-BE49-F238E27FC236}">
                <a16:creationId xmlns:a16="http://schemas.microsoft.com/office/drawing/2014/main" id="{3B78E50E-506A-4F15-B62B-AFC20EBF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827-2">
            <a:extLst xmlns:a="http://schemas.openxmlformats.org/drawingml/2006/main">
              <a:ext uri="{FF2B5EF4-FFF2-40B4-BE49-F238E27FC236}">
                <a16:creationId xmlns:a16="http://schemas.microsoft.com/office/drawing/2014/main" id="{DAE55781-8473-4DD6-BC88-1BC6959C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p03-full-000827</a:t>
            </a:r>
          </a:p>
        </p:txBody>
      </p:sp>
      <p:sp>
        <p:nvSpPr>
          <p:cNvPr id="3" name="qa-v2-r2-title-p03-full-000827-2">
            <a:extLst xmlns:a="http://schemas.openxmlformats.org/drawingml/2006/main">
              <a:ext uri="{FF2B5EF4-FFF2-40B4-BE49-F238E27FC236}">
                <a16:creationId xmlns:a16="http://schemas.microsoft.com/office/drawing/2014/main" id="{C5D35E4E-DAE0-4E42-A9E5-C1ED787E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Corroboration path</a:t>
            </a:r>
          </a:p>
        </p:txBody>
      </p:sp>
      <p:sp>
        <p:nvSpPr>
          <p:cNvPr id="4" name="qa-v2-r2-body-p03-full-000827-2">
            <a:extLst xmlns:a="http://schemas.openxmlformats.org/drawingml/2006/main">
              <a:ext uri="{FF2B5EF4-FFF2-40B4-BE49-F238E27FC236}">
                <a16:creationId xmlns:a16="http://schemas.microsoft.com/office/drawing/2014/main" id="{353567EA-9233-4D4C-94BC-C841BDAC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Can the 2026-07-13 exception record distinguish a timely-attestation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gap from the later compensating-review close?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 Set 184 is used with AC-27 to evaluate review-to-closure continuity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and ownership, approval boundaries, and accountability, rather than treat two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identifiers as proof by themselves.</a:t>
            </a:r>
          </a:p>
        </p:txBody>
      </p:sp>
    </p:spTree>
    <p:extLst>
      <p:ext uri="{BB962C8B-B14F-4D97-AF65-F5344CB8AC3E}">
        <p14:creationId xmlns:p14="http://schemas.microsoft.com/office/powerpoint/2010/main" val="15583852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7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827-3">
            <a:extLst xmlns:a="http://schemas.openxmlformats.org/drawingml/2006/main">
              <a:ext uri="{FF2B5EF4-FFF2-40B4-BE49-F238E27FC236}">
                <a16:creationId xmlns:a16="http://schemas.microsoft.com/office/drawing/2014/main" id="{9B2468E7-7B21-47A1-8E43-78C7918E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827-3">
            <a:extLst xmlns:a="http://schemas.openxmlformats.org/drawingml/2006/main">
              <a:ext uri="{FF2B5EF4-FFF2-40B4-BE49-F238E27FC236}">
                <a16:creationId xmlns:a16="http://schemas.microsoft.com/office/drawing/2014/main" id="{9773B0D4-F610-47C7-8A67-D7BFBDAD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p03-full-000827</a:t>
            </a:r>
          </a:p>
        </p:txBody>
      </p:sp>
      <p:sp>
        <p:nvSpPr>
          <p:cNvPr id="3" name="qa-v2-r2-title-p03-full-000827-3">
            <a:extLst xmlns:a="http://schemas.openxmlformats.org/drawingml/2006/main">
              <a:ext uri="{FF2B5EF4-FFF2-40B4-BE49-F238E27FC236}">
                <a16:creationId xmlns:a16="http://schemas.microsoft.com/office/drawing/2014/main" id="{C0EB9339-74DA-4CD2-B36F-256E651F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Exception threshold</a:t>
            </a:r>
          </a:p>
        </p:txBody>
      </p:sp>
      <p:sp>
        <p:nvSpPr>
          <p:cNvPr id="4" name="qa-v2-r2-body-p03-full-000827-3">
            <a:extLst xmlns:a="http://schemas.openxmlformats.org/drawingml/2006/main">
              <a:ext uri="{FF2B5EF4-FFF2-40B4-BE49-F238E27FC236}">
                <a16:creationId xmlns:a16="http://schemas.microsoft.com/office/drawing/2014/main" id="{837E011A-AC21-4451-BF52-9D31A70F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A reviewer must identify the causal bridge from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to dependency.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When that bridge is absent, document the decision condition; the RISK-031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conclusion remains open.</a:t>
            </a:r>
          </a:p>
        </p:txBody>
      </p:sp>
    </p:spTree>
    <p:extLst>
      <p:ext uri="{BB962C8B-B14F-4D97-AF65-F5344CB8AC3E}">
        <p14:creationId xmlns:p14="http://schemas.microsoft.com/office/powerpoint/2010/main" val="13276555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7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827-4">
            <a:extLst xmlns:a="http://schemas.openxmlformats.org/drawingml/2006/main">
              <a:ext uri="{FF2B5EF4-FFF2-40B4-BE49-F238E27FC236}">
                <a16:creationId xmlns:a16="http://schemas.microsoft.com/office/drawing/2014/main" id="{5447BAF9-39A5-40C1-88BE-12271CB6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827-4">
            <a:extLst xmlns:a="http://schemas.openxmlformats.org/drawingml/2006/main">
              <a:ext uri="{FF2B5EF4-FFF2-40B4-BE49-F238E27FC236}">
                <a16:creationId xmlns:a16="http://schemas.microsoft.com/office/drawing/2014/main" id="{E55020C1-DCD7-4910-B651-352FB45B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p03-full-000827</a:t>
            </a:r>
          </a:p>
        </p:txBody>
      </p:sp>
      <p:sp>
        <p:nvSpPr>
          <p:cNvPr id="3" name="qa-v2-r2-title-p03-full-000827-4">
            <a:extLst xmlns:a="http://schemas.openxmlformats.org/drawingml/2006/main">
              <a:ext uri="{FF2B5EF4-FFF2-40B4-BE49-F238E27FC236}">
                <a16:creationId xmlns:a16="http://schemas.microsoft.com/office/drawing/2014/main" id="{2AC11CA1-7122-4EC1-AC38-EDAADEC9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Follow-up record</a:t>
            </a:r>
          </a:p>
        </p:txBody>
      </p:sp>
      <p:sp>
        <p:nvSpPr>
          <p:cNvPr id="4" name="qa-v2-r2-body-p03-full-000827-4">
            <a:extLst xmlns:a="http://schemas.openxmlformats.org/drawingml/2006/main">
              <a:ext uri="{FF2B5EF4-FFF2-40B4-BE49-F238E27FC236}">
                <a16:creationId xmlns:a16="http://schemas.microsoft.com/office/drawing/2014/main" id="{58F462CF-B6E1-4CEC-A599-E6DFCD3E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next review compares the changed source fact with p03-full-004624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retains an explicit control applicability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 counterexample is recorded separately so it cannot be mistaken for approval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evidence.</a:t>
            </a:r>
          </a:p>
        </p:txBody>
      </p:sp>
    </p:spTree>
    <p:extLst>
      <p:ext uri="{BB962C8B-B14F-4D97-AF65-F5344CB8AC3E}">
        <p14:creationId xmlns:p14="http://schemas.microsoft.com/office/powerpoint/2010/main" val="13276555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2026-08-25T13:05:12.5020000Z</dcterms:created>
  <dcterms:modified xsi:type="dcterms:W3CDTF">2026-08-25T13:05:12.5020000Z</dcterms:modified>
</coreProperties>
</file>