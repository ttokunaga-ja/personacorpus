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ca68528af46e0" /><Relationship Type="http://schemas.openxmlformats.org/officeDocument/2006/relationships/extended-properties" Target="/docProps/app.xml" Id="R4994c7dbac914173" /><Relationship Type="http://schemas.openxmlformats.org/officeDocument/2006/relationships/officeDocument" Target="/ppt/presentation.xml" Id="R4a1836afee64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40de78e0f4f8f"/>
  </p:sldMasterIdLst>
  <p:notesMasterIdLst>
    <p:notesMasterId xmlns:r="http://schemas.openxmlformats.org/officeDocument/2006/relationships" r:id="R1eafde3ae5ac4055"/>
  </p:notesMasterIdLst>
  <p:sldIdLst>
    <p:sldId xmlns:r="http://schemas.openxmlformats.org/officeDocument/2006/relationships" id="256" r:id="R0c9fe01608434a21"/>
    <p:sldId xmlns:r="http://schemas.openxmlformats.org/officeDocument/2006/relationships" id="257" r:id="Rab127d95316c46da"/>
    <p:sldId xmlns:r="http://schemas.openxmlformats.org/officeDocument/2006/relationships" id="258" r:id="Rb940ee5f814f4e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a681582ac42bd" /><Relationship Type="http://schemas.openxmlformats.org/officeDocument/2006/relationships/slideMaster" Target="/ppt/slideMasters/slideMaster1.xml" Id="R89540de78e0f4f8f" /><Relationship Type="http://schemas.openxmlformats.org/officeDocument/2006/relationships/notesMaster" Target="/ppt/notesMasters/notesMaster1.xml" Id="R1eafde3ae5ac4055" /><Relationship Type="http://schemas.openxmlformats.org/officeDocument/2006/relationships/presProps" Target="/ppt/presProps.xml" Id="Re301582bac314c74" /><Relationship Type="http://schemas.openxmlformats.org/officeDocument/2006/relationships/tableStyles" Target="/ppt/tableStyles.xml" Id="R59d2db565cba48c2" /><Relationship Type="http://schemas.openxmlformats.org/officeDocument/2006/relationships/slide" Target="/ppt/slides/slide1.xml" Id="R0c9fe01608434a21" /><Relationship Type="http://schemas.openxmlformats.org/officeDocument/2006/relationships/slide" Target="/ppt/slides/slide2.xml" Id="Rab127d95316c46da" /><Relationship Type="http://schemas.openxmlformats.org/officeDocument/2006/relationships/slide" Target="/ppt/slides/slide3.xml" Id="Rb940ee5f814f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ce32cb0f55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e5cd9101548bc" /><Relationship Type="http://schemas.openxmlformats.org/officeDocument/2006/relationships/notesMaster" Target="/ppt/notesMasters/notesMaster1.xml" Id="R7505e6d7f468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a59c9abb14aac" /><Relationship Type="http://schemas.openxmlformats.org/officeDocument/2006/relationships/notesMaster" Target="/ppt/notesMasters/notesMaster1.xml" Id="R1c01369efdf54c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485a4bd2047de" /><Relationship Type="http://schemas.openxmlformats.org/officeDocument/2006/relationships/notesMaster" Target="/ppt/notesMasters/notesMaster1.xml" Id="Rb8a994e9c72c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d8b9047e944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fd1e5a6bd4963" /><Relationship Type="http://schemas.openxmlformats.org/officeDocument/2006/relationships/slideLayout" Target="/ppt/slideLayouts/slideLayout1.xml" Id="R9a60f2b29642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0f2b29642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15c809a5f43bf" /><Relationship Type="http://schemas.openxmlformats.org/officeDocument/2006/relationships/notesSlide" Target="/ppt/notesSlides/notesSlide1.xml" Id="Rd3e73cd784424b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6d0321714ae1" /><Relationship Type="http://schemas.openxmlformats.org/officeDocument/2006/relationships/chart" Target="/ppt/slides/charts/chart1.xml" Id="R4ba495f7418543bd" /><Relationship Type="http://schemas.openxmlformats.org/officeDocument/2006/relationships/notesSlide" Target="/ppt/notesSlides/notesSlide2.xml" Id="R1b889df94283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c7257c80c4aa5" /><Relationship Type="http://schemas.openxmlformats.org/officeDocument/2006/relationships/chart" Target="/ppt/slides/charts/chart2.xml" Id="R02a1c73ab6c24852" /><Relationship Type="http://schemas.openxmlformats.org/officeDocument/2006/relationships/notesSlide" Target="/ppt/notesSlides/notesSlide3.xml" Id="R6f4f9fa1781e42c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527-1">
            <a:extLst xmlns:a="http://schemas.openxmlformats.org/drawingml/2006/main">
              <a:ext uri="{FF2B5EF4-FFF2-40B4-BE49-F238E27FC236}">
                <a16:creationId xmlns:a16="http://schemas.microsoft.com/office/drawing/2014/main" id="{FE5768DC-C6A6-41A3-9236-7C6C204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527-1">
            <a:extLst xmlns:a="http://schemas.openxmlformats.org/drawingml/2006/main">
              <a:ext uri="{FF2B5EF4-FFF2-40B4-BE49-F238E27FC236}">
                <a16:creationId xmlns:a16="http://schemas.microsoft.com/office/drawing/2014/main" id="{46B7481C-14F8-46D3-A6CB-8CCCF767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p03-full-006527</a:t>
            </a:r>
          </a:p>
        </p:txBody>
      </p:sp>
      <p:sp>
        <p:nvSpPr>
          <p:cNvPr id="3" name="qa-v2-r2-title-p03-full-006527-1">
            <a:extLst xmlns:a="http://schemas.openxmlformats.org/drawingml/2006/main">
              <a:ext uri="{FF2B5EF4-FFF2-40B4-BE49-F238E27FC236}">
                <a16:creationId xmlns:a16="http://schemas.microsoft.com/office/drawing/2014/main" id="{49A3BB08-2827-4067-A6B0-CA872AE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527-1">
            <a:extLst xmlns:a="http://schemas.openxmlformats.org/drawingml/2006/main">
              <a:ext uri="{FF2B5EF4-FFF2-40B4-BE49-F238E27FC236}">
                <a16:creationId xmlns:a16="http://schemas.microsoft.com/office/drawing/2014/main" id="{7BD53D41-48D2-4E6E-AF55-77CCC3B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followup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vendor risk questionnaires. The record treats RISK-031 on 2026-07-15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 applicability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p03-src-006527 is the declared source; p03-full-002135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073720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a495f7418543bd"/>
          </a:graphicData>
        </a:graphic>
      </p:graphicFrame>
      <p:sp>
        <p:nvSpPr>
          <p:cNvPr id="11" name="qa-v2-r2-surface-p03-full-006527-2">
            <a:extLst xmlns:a="http://schemas.openxmlformats.org/drawingml/2006/main">
              <a:ext uri="{FF2B5EF4-FFF2-40B4-BE49-F238E27FC236}">
                <a16:creationId xmlns:a16="http://schemas.microsoft.com/office/drawing/2014/main" id="{FC226F5A-8115-4CFC-A264-9BC2DB66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6527-2">
            <a:extLst xmlns:a="http://schemas.openxmlformats.org/drawingml/2006/main">
              <a:ext uri="{FF2B5EF4-FFF2-40B4-BE49-F238E27FC236}">
                <a16:creationId xmlns:a16="http://schemas.microsoft.com/office/drawing/2014/main" id="{5994164E-4CAF-4C18-9454-2B7A32D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p03-full-006527</a:t>
            </a:r>
          </a:p>
        </p:txBody>
      </p:sp>
      <p:sp>
        <p:nvSpPr>
          <p:cNvPr id="13" name="qa-v2-r2-title-p03-full-006527-2">
            <a:extLst xmlns:a="http://schemas.openxmlformats.org/drawingml/2006/main">
              <a:ext uri="{FF2B5EF4-FFF2-40B4-BE49-F238E27FC236}">
                <a16:creationId xmlns:a16="http://schemas.microsoft.com/office/drawing/2014/main" id="{A97DB287-32B5-48F5-8238-82E937A8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14" name="qa-v2-r2-body-p03-full-006527-2">
            <a:extLst xmlns:a="http://schemas.openxmlformats.org/drawingml/2006/main">
              <a:ext uri="{FF2B5EF4-FFF2-40B4-BE49-F238E27FC236}">
                <a16:creationId xmlns:a16="http://schemas.microsoft.com/office/drawing/2014/main" id="{CA75AA6C-BF65-45C3-820D-1A546DF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asks: Can this risk followup record support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separation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counterexample-to-decision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separation and source reliability, provenance, and corroboration quality,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rather 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604365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a1c73ab6c24852"/>
          </a:graphicData>
        </a:graphic>
      </p:graphicFrame>
      <p:sp>
        <p:nvSpPr>
          <p:cNvPr id="18" name="qa-v2-r2-surface-p03-full-006527-3">
            <a:extLst xmlns:a="http://schemas.openxmlformats.org/drawingml/2006/main">
              <a:ext uri="{FF2B5EF4-FFF2-40B4-BE49-F238E27FC236}">
                <a16:creationId xmlns:a16="http://schemas.microsoft.com/office/drawing/2014/main" id="{A4D22903-B4CA-4344-80B6-8275AF5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6527-3">
            <a:extLst xmlns:a="http://schemas.openxmlformats.org/drawingml/2006/main">
              <a:ext uri="{FF2B5EF4-FFF2-40B4-BE49-F238E27FC236}">
                <a16:creationId xmlns:a16="http://schemas.microsoft.com/office/drawing/2014/main" id="{DD7358A5-CB5C-4369-BE95-0ACF895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p03-full-006527</a:t>
            </a:r>
          </a:p>
        </p:txBody>
      </p:sp>
      <p:sp>
        <p:nvSpPr>
          <p:cNvPr id="20" name="qa-v2-r2-title-p03-full-006527-3">
            <a:extLst xmlns:a="http://schemas.openxmlformats.org/drawingml/2006/main">
              <a:ext uri="{FF2B5EF4-FFF2-40B4-BE49-F238E27FC236}">
                <a16:creationId xmlns:a16="http://schemas.microsoft.com/office/drawing/2014/main" id="{619BC281-1177-4280-8617-B7CA826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21" name="qa-v2-r2-body-p03-full-006527-3">
            <a:extLst xmlns:a="http://schemas.openxmlformats.org/drawingml/2006/main">
              <a:ext uri="{FF2B5EF4-FFF2-40B4-BE49-F238E27FC236}">
                <a16:creationId xmlns:a16="http://schemas.microsoft.com/office/drawing/2014/main" id="{37771587-4E20-409D-A76C-38A6A41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reassess the control response;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604365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2026-08-25T12:47:37.6780000Z</dcterms:created>
  <dcterms:modified xsi:type="dcterms:W3CDTF">2026-08-25T12:47:37.6780000Z</dcterms:modified>
</coreProperties>
</file>