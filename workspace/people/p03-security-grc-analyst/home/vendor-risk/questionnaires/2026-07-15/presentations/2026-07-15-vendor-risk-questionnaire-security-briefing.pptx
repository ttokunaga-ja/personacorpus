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142b9e2dd047a7" /><Relationship Type="http://schemas.openxmlformats.org/officeDocument/2006/relationships/extended-properties" Target="/docProps/app.xml" Id="Ra014e4a174b04dda" /><Relationship Type="http://schemas.openxmlformats.org/officeDocument/2006/relationships/officeDocument" Target="/ppt/presentation.xml" Id="R97beed846c4448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c8c8f69cb5430a"/>
  </p:sldMasterIdLst>
  <p:notesMasterIdLst>
    <p:notesMasterId xmlns:r="http://schemas.openxmlformats.org/officeDocument/2006/relationships" r:id="R963052e587734354"/>
  </p:notesMasterIdLst>
  <p:sldIdLst>
    <p:sldId xmlns:r="http://schemas.openxmlformats.org/officeDocument/2006/relationships" id="256" r:id="R3ba24838739e4d55"/>
    <p:sldId xmlns:r="http://schemas.openxmlformats.org/officeDocument/2006/relationships" id="257" r:id="Rc309bc7c5df24261"/>
    <p:sldId xmlns:r="http://schemas.openxmlformats.org/officeDocument/2006/relationships" id="258" r:id="Rc9d4fa442e9540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178b528ad2463f" /><Relationship Type="http://schemas.openxmlformats.org/officeDocument/2006/relationships/slideMaster" Target="/ppt/slideMasters/slideMaster1.xml" Id="R52c8c8f69cb5430a" /><Relationship Type="http://schemas.openxmlformats.org/officeDocument/2006/relationships/notesMaster" Target="/ppt/notesMasters/notesMaster1.xml" Id="R963052e587734354" /><Relationship Type="http://schemas.openxmlformats.org/officeDocument/2006/relationships/presProps" Target="/ppt/presProps.xml" Id="R896907aa43984911" /><Relationship Type="http://schemas.openxmlformats.org/officeDocument/2006/relationships/tableStyles" Target="/ppt/tableStyles.xml" Id="R1f0bc1049f2a489b" /><Relationship Type="http://schemas.openxmlformats.org/officeDocument/2006/relationships/slide" Target="/ppt/slides/slide1.xml" Id="R3ba24838739e4d55" /><Relationship Type="http://schemas.openxmlformats.org/officeDocument/2006/relationships/slide" Target="/ppt/slides/slide2.xml" Id="Rc309bc7c5df24261" /><Relationship Type="http://schemas.openxmlformats.org/officeDocument/2006/relationships/slide" Target="/ppt/slides/slide3.xml" Id="Rc9d4fa442e9540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c2fc160bc940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254e7327f4400f" /><Relationship Type="http://schemas.openxmlformats.org/officeDocument/2006/relationships/notesMaster" Target="/ppt/notesMasters/notesMaster1.xml" Id="R65333b5ea51e4b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a4eed88ca34f32" /><Relationship Type="http://schemas.openxmlformats.org/officeDocument/2006/relationships/notesMaster" Target="/ppt/notesMasters/notesMaster1.xml" Id="Rb3f07d21a95141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f56b93a4244cd2" /><Relationship Type="http://schemas.openxmlformats.org/officeDocument/2006/relationships/notesMaster" Target="/ppt/notesMasters/notesMaster1.xml" Id="R7977482f881046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1661746da745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fa3722dd3c4505" /><Relationship Type="http://schemas.openxmlformats.org/officeDocument/2006/relationships/slideLayout" Target="/ppt/slideLayouts/slideLayout1.xml" Id="Re9bfc38babe849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bfc38babe849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3df612b9d4a9d" /><Relationship Type="http://schemas.openxmlformats.org/officeDocument/2006/relationships/notesSlide" Target="/ppt/notesSlides/notesSlide1.xml" Id="R1a2b40768c7446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91a6f954d4909" /><Relationship Type="http://schemas.openxmlformats.org/officeDocument/2006/relationships/chart" Target="/ppt/slides/charts/chart1.xml" Id="Rbafe364b89554e1d" /><Relationship Type="http://schemas.openxmlformats.org/officeDocument/2006/relationships/notesSlide" Target="/ppt/notesSlides/notesSlide2.xml" Id="R83b23a1b722f47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d535073a04dcd" /><Relationship Type="http://schemas.openxmlformats.org/officeDocument/2006/relationships/chart" Target="/ppt/slides/charts/chart2.xml" Id="R14818044b00a46a2" /><Relationship Type="http://schemas.openxmlformats.org/officeDocument/2006/relationships/notesSlide" Target="/ppt/notesSlides/notesSlide3.xml" Id="R694a25edc6554c4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Synthetic review measure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Reviewed</c:v>
              </c:pt>
              <c:pt idx="1">
                <c:v>Timely</c:v>
              </c:pt>
              <c:pt idx="2">
                <c:v>Final</c:v>
              </c:pt>
            </c:strLit>
          </c:cat>
          <c:val>
            <c:numLit>
              <c:formatCode>General</c:formatCode>
              <c:ptCount val="3"/>
              <c:pt idx="0">
                <c:v>48</c:v>
              </c:pt>
              <c:pt idx="1">
                <c:v>47</c:v>
              </c:pt>
              <c:pt idx="2">
                <c:v>48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Synthetic review measure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Reviewed</c:v>
              </c:pt>
              <c:pt idx="1">
                <c:v>Timely</c:v>
              </c:pt>
              <c:pt idx="2">
                <c:v>Final</c:v>
              </c:pt>
            </c:strLit>
          </c:cat>
          <c:val>
            <c:numLit>
              <c:formatCode>General</c:formatCode>
              <c:ptCount val="3"/>
              <c:pt idx="0">
                <c:v>48</c:v>
              </c:pt>
              <c:pt idx="1">
                <c:v>47</c:v>
              </c:pt>
              <c:pt idx="2">
                <c:v>48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126-1">
            <a:extLst xmlns:a="http://schemas.openxmlformats.org/drawingml/2006/main">
              <a:ext uri="{FF2B5EF4-FFF2-40B4-BE49-F238E27FC236}">
                <a16:creationId xmlns:a16="http://schemas.microsoft.com/office/drawing/2014/main" id="{44279345-7A1F-44A1-A787-4A222453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126-1">
            <a:extLst xmlns:a="http://schemas.openxmlformats.org/drawingml/2006/main">
              <a:ext uri="{FF2B5EF4-FFF2-40B4-BE49-F238E27FC236}">
                <a16:creationId xmlns:a16="http://schemas.microsoft.com/office/drawing/2014/main" id="{FD59093A-A0D2-4F89-99D1-C6B23B8C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p03-full-005126</a:t>
            </a:r>
          </a:p>
        </p:txBody>
      </p:sp>
      <p:sp>
        <p:nvSpPr>
          <p:cNvPr id="3" name="qa-v2-r2-title-p03-full-005126-1">
            <a:extLst xmlns:a="http://schemas.openxmlformats.org/drawingml/2006/main">
              <a:ext uri="{FF2B5EF4-FFF2-40B4-BE49-F238E27FC236}">
                <a16:creationId xmlns:a16="http://schemas.microsoft.com/office/drawing/2014/main" id="{CE4D2894-5BBC-47FC-8EF5-BB9C6A09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5126-1">
            <a:extLst xmlns:a="http://schemas.openxmlformats.org/drawingml/2006/main">
              <a:ext uri="{FF2B5EF4-FFF2-40B4-BE49-F238E27FC236}">
                <a16:creationId xmlns:a16="http://schemas.microsoft.com/office/drawing/2014/main" id="{43FE7D22-72F1-4E72-9A40-1E357BDD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vendor risk questionnaire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vendor risk questionnaires.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2026-07-15. The assessment emphasizes dependency meaning,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operational 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p03-src-005126; p03-full-001036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review chronology assessment.</a:t>
            </a:r>
          </a:p>
        </p:txBody>
      </p:sp>
    </p:spTree>
    <p:extLst>
      <p:ext uri="{BB962C8B-B14F-4D97-AF65-F5344CB8AC3E}">
        <p14:creationId xmlns:p14="http://schemas.microsoft.com/office/powerpoint/2010/main" val="1454039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4762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fe364b89554e1d"/>
          </a:graphicData>
        </a:graphic>
      </p:graphicFrame>
      <p:sp>
        <p:nvSpPr>
          <p:cNvPr id="11" name="qa-v2-r2-surface-p03-full-005126-2">
            <a:extLst xmlns:a="http://schemas.openxmlformats.org/drawingml/2006/main">
              <a:ext uri="{FF2B5EF4-FFF2-40B4-BE49-F238E27FC236}">
                <a16:creationId xmlns:a16="http://schemas.microsoft.com/office/drawing/2014/main" id="{A056B332-D814-4C89-A09A-F2579C9C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qa-v2-r2-eyebrow-p03-full-005126-2">
            <a:extLst xmlns:a="http://schemas.openxmlformats.org/drawingml/2006/main">
              <a:ext uri="{FF2B5EF4-FFF2-40B4-BE49-F238E27FC236}">
                <a16:creationId xmlns:a16="http://schemas.microsoft.com/office/drawing/2014/main" id="{72B4469C-4955-472D-8C3A-7C0E00C6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p03-full-005126</a:t>
            </a:r>
          </a:p>
        </p:txBody>
      </p:sp>
      <p:sp>
        <p:nvSpPr>
          <p:cNvPr id="13" name="qa-v2-r2-title-p03-full-005126-2">
            <a:extLst xmlns:a="http://schemas.openxmlformats.org/drawingml/2006/main">
              <a:ext uri="{FF2B5EF4-FFF2-40B4-BE49-F238E27FC236}">
                <a16:creationId xmlns:a16="http://schemas.microsoft.com/office/drawing/2014/main" id="{F2FAF913-A853-47C7-A5F1-2CB0A2EF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14" name="qa-v2-r2-body-p03-full-005126-2">
            <a:extLst xmlns:a="http://schemas.openxmlformats.org/drawingml/2006/main">
              <a:ext uri="{FF2B5EF4-FFF2-40B4-BE49-F238E27FC236}">
                <a16:creationId xmlns:a16="http://schemas.microsoft.com/office/drawing/2014/main" id="{D647B2E9-6926-4A13-9486-9ABAC005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source evidence asks: Can this supplier attestation record support action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ownership without becoming a live supplier assessment?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risk-to-response proportionality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17548608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4762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818044b00a46a2"/>
          </a:graphicData>
        </a:graphic>
      </p:graphicFrame>
      <p:sp>
        <p:nvSpPr>
          <p:cNvPr id="18" name="qa-v2-r2-surface-p03-full-005126-3">
            <a:extLst xmlns:a="http://schemas.openxmlformats.org/drawingml/2006/main">
              <a:ext uri="{FF2B5EF4-FFF2-40B4-BE49-F238E27FC236}">
                <a16:creationId xmlns:a16="http://schemas.microsoft.com/office/drawing/2014/main" id="{684680BE-0FC3-475C-9A20-73C35991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qa-v2-r2-eyebrow-p03-full-005126-3">
            <a:extLst xmlns:a="http://schemas.openxmlformats.org/drawingml/2006/main">
              <a:ext uri="{FF2B5EF4-FFF2-40B4-BE49-F238E27FC236}">
                <a16:creationId xmlns:a16="http://schemas.microsoft.com/office/drawing/2014/main" id="{FF8BD2E0-F52F-4821-A4A7-8A2F0C87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p03-full-005126</a:t>
            </a:r>
          </a:p>
        </p:txBody>
      </p:sp>
      <p:sp>
        <p:nvSpPr>
          <p:cNvPr id="20" name="qa-v2-r2-title-p03-full-005126-3">
            <a:extLst xmlns:a="http://schemas.openxmlformats.org/drawingml/2006/main">
              <a:ext uri="{FF2B5EF4-FFF2-40B4-BE49-F238E27FC236}">
                <a16:creationId xmlns:a16="http://schemas.microsoft.com/office/drawing/2014/main" id="{041771EA-B278-4282-AB14-992A7C3A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21" name="qa-v2-r2-body-p03-full-005126-3">
            <a:extLst xmlns:a="http://schemas.openxmlformats.org/drawingml/2006/main">
              <a:ext uri="{FF2B5EF4-FFF2-40B4-BE49-F238E27FC236}">
                <a16:creationId xmlns:a16="http://schemas.microsoft.com/office/drawing/2014/main" id="{66A57B03-79FF-4075-A6B9-41D9FEE9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test the source relationship;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754860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2026-08-25T12:46:55.0140000Z</dcterms:created>
  <dcterms:modified xsi:type="dcterms:W3CDTF">2026-08-25T12:46:55.0140000Z</dcterms:modified>
</coreProperties>
</file>