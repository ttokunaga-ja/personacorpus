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5ea4b78d84277" /><Relationship Type="http://schemas.openxmlformats.org/officeDocument/2006/relationships/extended-properties" Target="/docProps/app.xml" Id="Rcc31d431bd974fc7" /><Relationship Type="http://schemas.openxmlformats.org/officeDocument/2006/relationships/officeDocument" Target="/ppt/presentation.xml" Id="Ra3c72fb1e44548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2d82acfaf54478"/>
  </p:sldMasterIdLst>
  <p:notesMasterIdLst>
    <p:notesMasterId xmlns:r="http://schemas.openxmlformats.org/officeDocument/2006/relationships" r:id="R9844bbc9d3c6423d"/>
  </p:notesMasterIdLst>
  <p:sldIdLst>
    <p:sldId xmlns:r="http://schemas.openxmlformats.org/officeDocument/2006/relationships" id="256" r:id="R498fd93522244c43"/>
    <p:sldId xmlns:r="http://schemas.openxmlformats.org/officeDocument/2006/relationships" id="257" r:id="R3a9b83455bd84103"/>
    <p:sldId xmlns:r="http://schemas.openxmlformats.org/officeDocument/2006/relationships" id="258" r:id="R3906c59280164d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20db7a365843b0" /><Relationship Type="http://schemas.openxmlformats.org/officeDocument/2006/relationships/slideMaster" Target="/ppt/slideMasters/slideMaster1.xml" Id="Rc42d82acfaf54478" /><Relationship Type="http://schemas.openxmlformats.org/officeDocument/2006/relationships/notesMaster" Target="/ppt/notesMasters/notesMaster1.xml" Id="R9844bbc9d3c6423d" /><Relationship Type="http://schemas.openxmlformats.org/officeDocument/2006/relationships/presProps" Target="/ppt/presProps.xml" Id="Rf4927276168943f6" /><Relationship Type="http://schemas.openxmlformats.org/officeDocument/2006/relationships/tableStyles" Target="/ppt/tableStyles.xml" Id="Rd26aa6ee5f754780" /><Relationship Type="http://schemas.openxmlformats.org/officeDocument/2006/relationships/slide" Target="/ppt/slides/slide1.xml" Id="R498fd93522244c43" /><Relationship Type="http://schemas.openxmlformats.org/officeDocument/2006/relationships/slide" Target="/ppt/slides/slide2.xml" Id="R3a9b83455bd84103" /><Relationship Type="http://schemas.openxmlformats.org/officeDocument/2006/relationships/slide" Target="/ppt/slides/slide3.xml" Id="R3906c59280164d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435150c7f74b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50efa7a094d96" /><Relationship Type="http://schemas.openxmlformats.org/officeDocument/2006/relationships/notesMaster" Target="/ppt/notesMasters/notesMaster1.xml" Id="R7918f3e9e8514f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5a363b7a64573" /><Relationship Type="http://schemas.openxmlformats.org/officeDocument/2006/relationships/notesMaster" Target="/ppt/notesMasters/notesMaster1.xml" Id="Rdd24950ae0ef45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4e778afcff499a" /><Relationship Type="http://schemas.openxmlformats.org/officeDocument/2006/relationships/notesMaster" Target="/ppt/notesMasters/notesMaster1.xml" Id="R1c80c390fd4541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a006594c1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ec1c3b5f604dc5" /><Relationship Type="http://schemas.openxmlformats.org/officeDocument/2006/relationships/slideLayout" Target="/ppt/slideLayouts/slideLayout1.xml" Id="R31d7ef16870843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d7ef16870843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61ed9e8394503" /><Relationship Type="http://schemas.openxmlformats.org/officeDocument/2006/relationships/notesSlide" Target="/ppt/notesSlides/notesSlide1.xml" Id="R7f3d8ee894184e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106b1dce94815" /><Relationship Type="http://schemas.openxmlformats.org/officeDocument/2006/relationships/notesSlide" Target="/ppt/notesSlides/notesSlide2.xml" Id="R32154410983840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96ee7cbae4540" /><Relationship Type="http://schemas.openxmlformats.org/officeDocument/2006/relationships/notesSlide" Target="/ppt/notesSlides/notesSlide3.xml" Id="R224fa820ea2343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630-1">
            <a:extLst xmlns:a="http://schemas.openxmlformats.org/drawingml/2006/main">
              <a:ext uri="{FF2B5EF4-FFF2-40B4-BE49-F238E27FC236}">
                <a16:creationId xmlns:a16="http://schemas.microsoft.com/office/drawing/2014/main" id="{0F238AAD-8130-4F9B-80C2-C1ED291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630-1">
            <a:extLst xmlns:a="http://schemas.openxmlformats.org/drawingml/2006/main">
              <a:ext uri="{FF2B5EF4-FFF2-40B4-BE49-F238E27FC236}">
                <a16:creationId xmlns:a16="http://schemas.microsoft.com/office/drawing/2014/main" id="{CAF7A913-B97E-460E-BBA1-4B3FFB16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p03-full-008630</a:t>
            </a:r>
          </a:p>
        </p:txBody>
      </p:sp>
      <p:sp>
        <p:nvSpPr>
          <p:cNvPr id="3" name="qa-v2-r2-title-p03-full-008630-1">
            <a:extLst xmlns:a="http://schemas.openxmlformats.org/drawingml/2006/main">
              <a:ext uri="{FF2B5EF4-FFF2-40B4-BE49-F238E27FC236}">
                <a16:creationId xmlns:a16="http://schemas.microsoft.com/office/drawing/2014/main" id="{A52FE28C-357C-4D98-A74A-C178F66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8630-1">
            <a:extLst xmlns:a="http://schemas.openxmlformats.org/drawingml/2006/main">
              <a:ext uri="{FF2B5EF4-FFF2-40B4-BE49-F238E27FC236}">
                <a16:creationId xmlns:a16="http://schemas.microsoft.com/office/drawing/2014/main" id="{F6E06A8A-353D-4C1E-B1FB-C3C643C9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questionnaire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vendor risk questionnaires.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2026-07-15.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p03-src-008630; p03-full-001036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464825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630-2">
            <a:extLst xmlns:a="http://schemas.openxmlformats.org/drawingml/2006/main">
              <a:ext uri="{FF2B5EF4-FFF2-40B4-BE49-F238E27FC236}">
                <a16:creationId xmlns:a16="http://schemas.microsoft.com/office/drawing/2014/main" id="{1A5736A4-D0FC-4386-901E-83DACD4E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630-2">
            <a:extLst xmlns:a="http://schemas.openxmlformats.org/drawingml/2006/main">
              <a:ext uri="{FF2B5EF4-FFF2-40B4-BE49-F238E27FC236}">
                <a16:creationId xmlns:a16="http://schemas.microsoft.com/office/drawing/2014/main" id="{942AE02E-0A5D-4DC0-BCE6-51489867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p03-full-008630</a:t>
            </a:r>
          </a:p>
        </p:txBody>
      </p:sp>
      <p:sp>
        <p:nvSpPr>
          <p:cNvPr id="3" name="qa-v2-r2-title-p03-full-008630-2">
            <a:extLst xmlns:a="http://schemas.openxmlformats.org/drawingml/2006/main">
              <a:ext uri="{FF2B5EF4-FFF2-40B4-BE49-F238E27FC236}">
                <a16:creationId xmlns:a16="http://schemas.microsoft.com/office/drawing/2014/main" id="{B7F3EA4D-A681-4EEE-AA10-C6C0C29A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8630-2">
            <a:extLst xmlns:a="http://schemas.openxmlformats.org/drawingml/2006/main">
              <a:ext uri="{FF2B5EF4-FFF2-40B4-BE49-F238E27FC236}">
                <a16:creationId xmlns:a16="http://schemas.microsoft.com/office/drawing/2014/main" id="{B62258CD-29C9-4804-A693-BAA4EB0B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vendor risk questionnaire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vendor risk questionnaires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p03-src-008630 and p03-full-001036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446763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630-3">
            <a:extLst xmlns:a="http://schemas.openxmlformats.org/drawingml/2006/main">
              <a:ext uri="{FF2B5EF4-FFF2-40B4-BE49-F238E27FC236}">
                <a16:creationId xmlns:a16="http://schemas.microsoft.com/office/drawing/2014/main" id="{DE80AEEC-2157-400B-B71E-2DB4EE16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630-3">
            <a:extLst xmlns:a="http://schemas.openxmlformats.org/drawingml/2006/main">
              <a:ext uri="{FF2B5EF4-FFF2-40B4-BE49-F238E27FC236}">
                <a16:creationId xmlns:a16="http://schemas.microsoft.com/office/drawing/2014/main" id="{2D9A508F-B2FB-40F9-AC7A-D781AFDD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p03-full-008630</a:t>
            </a:r>
          </a:p>
        </p:txBody>
      </p:sp>
      <p:sp>
        <p:nvSpPr>
          <p:cNvPr id="3" name="qa-v2-r2-title-p03-full-008630-3">
            <a:extLst xmlns:a="http://schemas.openxmlformats.org/drawingml/2006/main">
              <a:ext uri="{FF2B5EF4-FFF2-40B4-BE49-F238E27FC236}">
                <a16:creationId xmlns:a16="http://schemas.microsoft.com/office/drawing/2014/main" id="{FD1B94F3-2E3A-4840-85B2-DA6EA60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8630-3">
            <a:extLst xmlns:a="http://schemas.openxmlformats.org/drawingml/2006/main">
              <a:ext uri="{FF2B5EF4-FFF2-40B4-BE49-F238E27FC236}">
                <a16:creationId xmlns:a16="http://schemas.microsoft.com/office/drawing/2014/main" id="{3A483810-B697-4A6A-8B33-5FED7ED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confirm the evidence chain;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446763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2026-08-25T12:47:16.3080000Z</dcterms:created>
  <dcterms:modified xsi:type="dcterms:W3CDTF">2026-08-25T12:47:16.3080000Z</dcterms:modified>
</coreProperties>
</file>