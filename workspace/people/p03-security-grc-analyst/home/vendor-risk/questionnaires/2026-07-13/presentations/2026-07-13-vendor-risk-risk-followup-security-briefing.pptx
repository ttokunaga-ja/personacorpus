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395facc12e49c7" /><Relationship Type="http://schemas.openxmlformats.org/officeDocument/2006/relationships/extended-properties" Target="/docProps/app.xml" Id="R6fe59c336d8b46e9" /><Relationship Type="http://schemas.openxmlformats.org/officeDocument/2006/relationships/officeDocument" Target="/ppt/presentation.xml" Id="Rc8111bf93ed6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f95c2ce7d94a86"/>
  </p:sldMasterIdLst>
  <p:notesMasterIdLst>
    <p:notesMasterId xmlns:r="http://schemas.openxmlformats.org/officeDocument/2006/relationships" r:id="Rea1f671e230f444b"/>
  </p:notesMasterIdLst>
  <p:sldIdLst>
    <p:sldId xmlns:r="http://schemas.openxmlformats.org/officeDocument/2006/relationships" id="256" r:id="R464d4d668dc54feb"/>
    <p:sldId xmlns:r="http://schemas.openxmlformats.org/officeDocument/2006/relationships" id="257" r:id="R5576373ddd454233"/>
    <p:sldId xmlns:r="http://schemas.openxmlformats.org/officeDocument/2006/relationships" id="258" r:id="R84dafbaae6684b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69d4680a64ab1" /><Relationship Type="http://schemas.openxmlformats.org/officeDocument/2006/relationships/slideMaster" Target="/ppt/slideMasters/slideMaster1.xml" Id="R4ff95c2ce7d94a86" /><Relationship Type="http://schemas.openxmlformats.org/officeDocument/2006/relationships/notesMaster" Target="/ppt/notesMasters/notesMaster1.xml" Id="Rea1f671e230f444b" /><Relationship Type="http://schemas.openxmlformats.org/officeDocument/2006/relationships/presProps" Target="/ppt/presProps.xml" Id="R3d7496b087c2496e" /><Relationship Type="http://schemas.openxmlformats.org/officeDocument/2006/relationships/tableStyles" Target="/ppt/tableStyles.xml" Id="R2e2796facb054943" /><Relationship Type="http://schemas.openxmlformats.org/officeDocument/2006/relationships/slide" Target="/ppt/slides/slide1.xml" Id="R464d4d668dc54feb" /><Relationship Type="http://schemas.openxmlformats.org/officeDocument/2006/relationships/slide" Target="/ppt/slides/slide2.xml" Id="R5576373ddd454233" /><Relationship Type="http://schemas.openxmlformats.org/officeDocument/2006/relationships/slide" Target="/ppt/slides/slide3.xml" Id="R84dafbaae6684b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211f1310c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10fdcdee994257" /><Relationship Type="http://schemas.openxmlformats.org/officeDocument/2006/relationships/notesMaster" Target="/ppt/notesMasters/notesMaster1.xml" Id="R2408bac5828843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f97dfc26c644fb" /><Relationship Type="http://schemas.openxmlformats.org/officeDocument/2006/relationships/notesMaster" Target="/ppt/notesMasters/notesMaster1.xml" Id="R951c943c302840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1405dd95b54963" /><Relationship Type="http://schemas.openxmlformats.org/officeDocument/2006/relationships/notesMaster" Target="/ppt/notesMasters/notesMaster1.xml" Id="Rb562b010f48c4b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feba13d13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ce6effdff84b83" /><Relationship Type="http://schemas.openxmlformats.org/officeDocument/2006/relationships/slideLayout" Target="/ppt/slideLayouts/slideLayout1.xml" Id="R0606a0bc1c8a44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6a0bc1c8a44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589e919e344e0" /><Relationship Type="http://schemas.openxmlformats.org/officeDocument/2006/relationships/notesSlide" Target="/ppt/notesSlides/notesSlide1.xml" Id="R2559c35bd7a7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abd8f8c894fe4" /><Relationship Type="http://schemas.openxmlformats.org/officeDocument/2006/relationships/chart" Target="/ppt/slides/charts/chart1.xml" Id="R624f9c0369eb4702" /><Relationship Type="http://schemas.openxmlformats.org/officeDocument/2006/relationships/notesSlide" Target="/ppt/notesSlides/notesSlide2.xml" Id="R4159adc26b33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12b9127ee4976" /><Relationship Type="http://schemas.openxmlformats.org/officeDocument/2006/relationships/chart" Target="/ppt/slides/charts/chart2.xml" Id="R0cc5e278e05d4306" /><Relationship Type="http://schemas.openxmlformats.org/officeDocument/2006/relationships/notesSlide" Target="/ppt/notesSlides/notesSlide3.xml" Id="Rc998adf9d5bf4d1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827-1">
            <a:extLst xmlns:a="http://schemas.openxmlformats.org/drawingml/2006/main">
              <a:ext uri="{FF2B5EF4-FFF2-40B4-BE49-F238E27FC236}">
                <a16:creationId xmlns:a16="http://schemas.microsoft.com/office/drawing/2014/main" id="{E4FDF78D-475B-414F-9395-1F49B9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827-1">
            <a:extLst xmlns:a="http://schemas.openxmlformats.org/drawingml/2006/main">
              <a:ext uri="{FF2B5EF4-FFF2-40B4-BE49-F238E27FC236}">
                <a16:creationId xmlns:a16="http://schemas.microsoft.com/office/drawing/2014/main" id="{793574B2-28FD-4E2E-97B8-A7A3F732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p03-full-006827</a:t>
            </a:r>
          </a:p>
        </p:txBody>
      </p:sp>
      <p:sp>
        <p:nvSpPr>
          <p:cNvPr id="3" name="qa-v2-r2-title-p03-full-006827-1">
            <a:extLst xmlns:a="http://schemas.openxmlformats.org/drawingml/2006/main">
              <a:ext uri="{FF2B5EF4-FFF2-40B4-BE49-F238E27FC236}">
                <a16:creationId xmlns:a16="http://schemas.microsoft.com/office/drawing/2014/main" id="{6DA399BA-C337-4771-B324-56B6502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6827-1">
            <a:extLst xmlns:a="http://schemas.openxmlformats.org/drawingml/2006/main">
              <a:ext uri="{FF2B5EF4-FFF2-40B4-BE49-F238E27FC236}">
                <a16:creationId xmlns:a16="http://schemas.microsoft.com/office/drawing/2014/main" id="{766E3A97-86EB-4A42-BE89-050CE79F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followup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vendor risk questionnaires. The record treats RISK-031 on 2026-07-13 as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lineage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p03-src-006827 is the declared source; p03-full-002135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832836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4f9c0369eb4702"/>
          </a:graphicData>
        </a:graphic>
      </p:graphicFrame>
      <p:sp>
        <p:nvSpPr>
          <p:cNvPr id="11" name="qa-v2-r2-surface-p03-full-006827-2">
            <a:extLst xmlns:a="http://schemas.openxmlformats.org/drawingml/2006/main">
              <a:ext uri="{FF2B5EF4-FFF2-40B4-BE49-F238E27FC236}">
                <a16:creationId xmlns:a16="http://schemas.microsoft.com/office/drawing/2014/main" id="{F8D92235-49B6-41AD-996E-45DA1AB4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a-v2-r2-eyebrow-p03-full-006827-2">
            <a:extLst xmlns:a="http://schemas.openxmlformats.org/drawingml/2006/main">
              <a:ext uri="{FF2B5EF4-FFF2-40B4-BE49-F238E27FC236}">
                <a16:creationId xmlns:a16="http://schemas.microsoft.com/office/drawing/2014/main" id="{87E4E7DB-875E-47DA-971C-A9A29BD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p03-full-006827</a:t>
            </a:r>
          </a:p>
        </p:txBody>
      </p:sp>
      <p:sp>
        <p:nvSpPr>
          <p:cNvPr id="13" name="qa-v2-r2-title-p03-full-006827-2">
            <a:extLst xmlns:a="http://schemas.openxmlformats.org/drawingml/2006/main">
              <a:ext uri="{FF2B5EF4-FFF2-40B4-BE49-F238E27FC236}">
                <a16:creationId xmlns:a16="http://schemas.microsoft.com/office/drawing/2014/main" id="{1C882E4A-DD26-4319-A13F-5471ED70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14" name="qa-v2-r2-body-p03-full-006827-2">
            <a:extLst xmlns:a="http://schemas.openxmlformats.org/drawingml/2006/main">
              <a:ext uri="{FF2B5EF4-FFF2-40B4-BE49-F238E27FC236}">
                <a16:creationId xmlns:a16="http://schemas.microsoft.com/office/drawing/2014/main" id="{3DD8A7F0-2D97-4C49-91CA-30DEDCE9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asks: Can this risk followup record support closure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condition without becoming a live supplier assessment?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source-to-review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375990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c5e278e05d4306"/>
          </a:graphicData>
        </a:graphic>
      </p:graphicFrame>
      <p:sp>
        <p:nvSpPr>
          <p:cNvPr id="18" name="qa-v2-r2-surface-p03-full-006827-3">
            <a:extLst xmlns:a="http://schemas.openxmlformats.org/drawingml/2006/main">
              <a:ext uri="{FF2B5EF4-FFF2-40B4-BE49-F238E27FC236}">
                <a16:creationId xmlns:a16="http://schemas.microsoft.com/office/drawing/2014/main" id="{6EB16804-28D6-4AE1-B146-B18D76D0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qa-v2-r2-eyebrow-p03-full-006827-3">
            <a:extLst xmlns:a="http://schemas.openxmlformats.org/drawingml/2006/main">
              <a:ext uri="{FF2B5EF4-FFF2-40B4-BE49-F238E27FC236}">
                <a16:creationId xmlns:a16="http://schemas.microsoft.com/office/drawing/2014/main" id="{EC714DCB-473B-4B4D-87BC-3F198367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p03-full-006827</a:t>
            </a:r>
          </a:p>
        </p:txBody>
      </p:sp>
      <p:sp>
        <p:nvSpPr>
          <p:cNvPr id="20" name="qa-v2-r2-title-p03-full-006827-3">
            <a:extLst xmlns:a="http://schemas.openxmlformats.org/drawingml/2006/main">
              <a:ext uri="{FF2B5EF4-FFF2-40B4-BE49-F238E27FC236}">
                <a16:creationId xmlns:a16="http://schemas.microsoft.com/office/drawing/2014/main" id="{1E64F40D-BFAE-46BC-9298-E8F8BF25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21" name="qa-v2-r2-body-p03-full-006827-3">
            <a:extLst xmlns:a="http://schemas.openxmlformats.org/drawingml/2006/main">
              <a:ext uri="{FF2B5EF4-FFF2-40B4-BE49-F238E27FC236}">
                <a16:creationId xmlns:a16="http://schemas.microsoft.com/office/drawing/2014/main" id="{487A3F9C-C23B-4E98-8D46-6075F2D7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bounded rationale;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375990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2026-08-25T12:45:29.7110000Z</dcterms:created>
  <dcterms:modified xsi:type="dcterms:W3CDTF">2026-08-25T12:45:29.7110000Z</dcterms:modified>
</coreProperties>
</file>