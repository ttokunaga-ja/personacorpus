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6f2b41cf9d4c2f" /><Relationship Type="http://schemas.openxmlformats.org/officeDocument/2006/relationships/extended-properties" Target="/docProps/app.xml" Id="Rb3223141280b4c9d" /><Relationship Type="http://schemas.openxmlformats.org/officeDocument/2006/relationships/officeDocument" Target="/ppt/presentation.xml" Id="Rd61705e12ed2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0958e44124db6"/>
  </p:sldMasterIdLst>
  <p:notesMasterIdLst>
    <p:notesMasterId xmlns:r="http://schemas.openxmlformats.org/officeDocument/2006/relationships" r:id="R02fbb502b04c4cf5"/>
  </p:notesMasterIdLst>
  <p:sldIdLst>
    <p:sldId xmlns:r="http://schemas.openxmlformats.org/officeDocument/2006/relationships" id="256" r:id="Rcb419749fdbf4503"/>
    <p:sldId xmlns:r="http://schemas.openxmlformats.org/officeDocument/2006/relationships" id="257" r:id="Re8c87ca583fd4bf9"/>
    <p:sldId xmlns:r="http://schemas.openxmlformats.org/officeDocument/2006/relationships" id="258" r:id="Rea1af332f73e4d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c8704be1a434d" /><Relationship Type="http://schemas.openxmlformats.org/officeDocument/2006/relationships/slideMaster" Target="/ppt/slideMasters/slideMaster1.xml" Id="R1e30958e44124db6" /><Relationship Type="http://schemas.openxmlformats.org/officeDocument/2006/relationships/notesMaster" Target="/ppt/notesMasters/notesMaster1.xml" Id="R02fbb502b04c4cf5" /><Relationship Type="http://schemas.openxmlformats.org/officeDocument/2006/relationships/presProps" Target="/ppt/presProps.xml" Id="Rd6bd87bb4f8d467b" /><Relationship Type="http://schemas.openxmlformats.org/officeDocument/2006/relationships/tableStyles" Target="/ppt/tableStyles.xml" Id="R0ba742bcecc143fb" /><Relationship Type="http://schemas.openxmlformats.org/officeDocument/2006/relationships/slide" Target="/ppt/slides/slide1.xml" Id="Rcb419749fdbf4503" /><Relationship Type="http://schemas.openxmlformats.org/officeDocument/2006/relationships/slide" Target="/ppt/slides/slide2.xml" Id="Re8c87ca583fd4bf9" /><Relationship Type="http://schemas.openxmlformats.org/officeDocument/2006/relationships/slide" Target="/ppt/slides/slide3.xml" Id="Rea1af332f73e4d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c8ce2d30348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89832b23024945" /><Relationship Type="http://schemas.openxmlformats.org/officeDocument/2006/relationships/notesMaster" Target="/ppt/notesMasters/notesMaster1.xml" Id="Rd42ea0015c384a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a5f243715944fd" /><Relationship Type="http://schemas.openxmlformats.org/officeDocument/2006/relationships/notesMaster" Target="/ppt/notesMasters/notesMaster1.xml" Id="Re2d49385604641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560cd6b2694b9a" /><Relationship Type="http://schemas.openxmlformats.org/officeDocument/2006/relationships/notesMaster" Target="/ppt/notesMasters/notesMaster1.xml" Id="Rabec16645fd2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e5e4d625647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6a948edf14d6b" /><Relationship Type="http://schemas.openxmlformats.org/officeDocument/2006/relationships/slideLayout" Target="/ppt/slideLayouts/slideLayout1.xml" Id="R534fefd0ecda48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4fefd0ecda48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98aa523bc4ece" /><Relationship Type="http://schemas.openxmlformats.org/officeDocument/2006/relationships/notesSlide" Target="/ppt/notesSlides/notesSlide1.xml" Id="R76aa2f03966348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3c74d13904833" /><Relationship Type="http://schemas.openxmlformats.org/officeDocument/2006/relationships/chart" Target="/ppt/slides/charts/chart1.xml" Id="Radc04df85c8f44ee" /><Relationship Type="http://schemas.openxmlformats.org/officeDocument/2006/relationships/notesSlide" Target="/ppt/notesSlides/notesSlide2.xml" Id="R152bfb20084e43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aea1053a04884" /><Relationship Type="http://schemas.openxmlformats.org/officeDocument/2006/relationships/chart" Target="/ppt/slides/charts/chart2.xml" Id="R745dc1ce5a2541c4" /><Relationship Type="http://schemas.openxmlformats.org/officeDocument/2006/relationships/notesSlide" Target="/ppt/notesSlides/notesSlide3.xml" Id="Rb1102474af4d48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930-1">
            <a:extLst xmlns:a="http://schemas.openxmlformats.org/drawingml/2006/main">
              <a:ext uri="{FF2B5EF4-FFF2-40B4-BE49-F238E27FC236}">
                <a16:creationId xmlns:a16="http://schemas.microsoft.com/office/drawing/2014/main" id="{148A2287-1B21-4B1C-91C0-AD1B070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930-1">
            <a:extLst xmlns:a="http://schemas.openxmlformats.org/drawingml/2006/main">
              <a:ext uri="{FF2B5EF4-FFF2-40B4-BE49-F238E27FC236}">
                <a16:creationId xmlns:a16="http://schemas.microsoft.com/office/drawing/2014/main" id="{8AF9E218-1782-47F1-87B9-57F4B27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p03-full-008930</a:t>
            </a:r>
          </a:p>
        </p:txBody>
      </p:sp>
      <p:sp>
        <p:nvSpPr>
          <p:cNvPr id="3" name="qa-v2-r2-title-p03-full-008930-1">
            <a:extLst xmlns:a="http://schemas.openxmlformats.org/drawingml/2006/main">
              <a:ext uri="{FF2B5EF4-FFF2-40B4-BE49-F238E27FC236}">
                <a16:creationId xmlns:a16="http://schemas.microsoft.com/office/drawing/2014/main" id="{E64F2EC0-9550-4B17-A8A2-EE76417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8930-1">
            <a:extLst xmlns:a="http://schemas.openxmlformats.org/drawingml/2006/main">
              <a:ext uri="{FF2B5EF4-FFF2-40B4-BE49-F238E27FC236}">
                <a16:creationId xmlns:a16="http://schemas.microsoft.com/office/drawing/2014/main" id="{BAE622A1-49A2-47E9-8795-430C2CC6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questionnaire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vendor risk questionnaires. The record treats RISK-031 on 2026-07-13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reliability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p03-src-008930 is the declared source; p03-full-001036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387240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c04df85c8f44ee"/>
          </a:graphicData>
        </a:graphic>
      </p:graphicFrame>
      <p:sp>
        <p:nvSpPr>
          <p:cNvPr id="11" name="qa-v2-r2-surface-p03-full-008930-2">
            <a:extLst xmlns:a="http://schemas.openxmlformats.org/drawingml/2006/main">
              <a:ext uri="{FF2B5EF4-FFF2-40B4-BE49-F238E27FC236}">
                <a16:creationId xmlns:a16="http://schemas.microsoft.com/office/drawing/2014/main" id="{B70F8DF3-CB96-4399-B26F-9F70448E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a-v2-r2-eyebrow-p03-full-008930-2">
            <a:extLst xmlns:a="http://schemas.openxmlformats.org/drawingml/2006/main">
              <a:ext uri="{FF2B5EF4-FFF2-40B4-BE49-F238E27FC236}">
                <a16:creationId xmlns:a16="http://schemas.microsoft.com/office/drawing/2014/main" id="{7141ADB4-5E7B-466E-8F59-7015374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p03-full-008930</a:t>
            </a:r>
          </a:p>
        </p:txBody>
      </p:sp>
      <p:sp>
        <p:nvSpPr>
          <p:cNvPr id="13" name="qa-v2-r2-title-p03-full-008930-2">
            <a:extLst xmlns:a="http://schemas.openxmlformats.org/drawingml/2006/main">
              <a:ext uri="{FF2B5EF4-FFF2-40B4-BE49-F238E27FC236}">
                <a16:creationId xmlns:a16="http://schemas.microsoft.com/office/drawing/2014/main" id="{0DA071D1-F5A6-4891-9086-BCD20AA2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14" name="qa-v2-r2-body-p03-full-008930-2">
            <a:extLst xmlns:a="http://schemas.openxmlformats.org/drawingml/2006/main">
              <a:ext uri="{FF2B5EF4-FFF2-40B4-BE49-F238E27FC236}">
                <a16:creationId xmlns:a16="http://schemas.microsoft.com/office/drawing/2014/main" id="{9AA38455-6215-4155-9077-50FDD1FD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asks: Can this supplier attestation record support scope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minimization without becoming a live supplier assessment?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subject-to-record alignment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46466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5dc1ce5a2541c4"/>
          </a:graphicData>
        </a:graphic>
      </p:graphicFrame>
      <p:sp>
        <p:nvSpPr>
          <p:cNvPr id="18" name="qa-v2-r2-surface-p03-full-008930-3">
            <a:extLst xmlns:a="http://schemas.openxmlformats.org/drawingml/2006/main">
              <a:ext uri="{FF2B5EF4-FFF2-40B4-BE49-F238E27FC236}">
                <a16:creationId xmlns:a16="http://schemas.microsoft.com/office/drawing/2014/main" id="{53CA4A31-E9E9-44DD-AC09-9CAE442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qa-v2-r2-eyebrow-p03-full-008930-3">
            <a:extLst xmlns:a="http://schemas.openxmlformats.org/drawingml/2006/main">
              <a:ext uri="{FF2B5EF4-FFF2-40B4-BE49-F238E27FC236}">
                <a16:creationId xmlns:a16="http://schemas.microsoft.com/office/drawing/2014/main" id="{8DC2C62A-0D62-4B98-9CA8-BEDE28B1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p03-full-008930</a:t>
            </a:r>
          </a:p>
        </p:txBody>
      </p:sp>
      <p:sp>
        <p:nvSpPr>
          <p:cNvPr id="20" name="qa-v2-r2-title-p03-full-008930-3">
            <a:extLst xmlns:a="http://schemas.openxmlformats.org/drawingml/2006/main">
              <a:ext uri="{FF2B5EF4-FFF2-40B4-BE49-F238E27FC236}">
                <a16:creationId xmlns:a16="http://schemas.microsoft.com/office/drawing/2014/main" id="{5C03CCE0-541D-4525-84DF-1534C427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21" name="qa-v2-r2-body-p03-full-008930-3">
            <a:extLst xmlns:a="http://schemas.openxmlformats.org/drawingml/2006/main">
              <a:ext uri="{FF2B5EF4-FFF2-40B4-BE49-F238E27FC236}">
                <a16:creationId xmlns:a16="http://schemas.microsoft.com/office/drawing/2014/main" id="{42E370CF-D245-4673-80AA-8918EE78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preserve the review question;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46466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2026-08-25T12:45:08.2300000Z</dcterms:created>
  <dcterms:modified xsi:type="dcterms:W3CDTF">2026-08-25T12:45:08.2300000Z</dcterms:modified>
</coreProperties>
</file>