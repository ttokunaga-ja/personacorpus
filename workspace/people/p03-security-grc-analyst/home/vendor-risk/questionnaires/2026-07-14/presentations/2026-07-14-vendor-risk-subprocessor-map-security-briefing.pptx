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83bc526ede4f22" /><Relationship Type="http://schemas.openxmlformats.org/officeDocument/2006/relationships/extended-properties" Target="/docProps/app.xml" Id="R97b92f3ab03c4cd2" /><Relationship Type="http://schemas.openxmlformats.org/officeDocument/2006/relationships/officeDocument" Target="/ppt/presentation.xml" Id="Ra71bc7e7ad4140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5d0ff32c5e4c9b"/>
  </p:sldMasterIdLst>
  <p:notesMasterIdLst>
    <p:notesMasterId xmlns:r="http://schemas.openxmlformats.org/officeDocument/2006/relationships" r:id="Rc0e7b4c2dfb741d4"/>
  </p:notesMasterIdLst>
  <p:sldIdLst>
    <p:sldId xmlns:r="http://schemas.openxmlformats.org/officeDocument/2006/relationships" id="256" r:id="Rdeaca8e7e4cb4361"/>
    <p:sldId xmlns:r="http://schemas.openxmlformats.org/officeDocument/2006/relationships" id="257" r:id="R070303f1961846ef"/>
    <p:sldId xmlns:r="http://schemas.openxmlformats.org/officeDocument/2006/relationships" id="258" r:id="R5e2a537892c5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bb558a4dab46e2" /><Relationship Type="http://schemas.openxmlformats.org/officeDocument/2006/relationships/slideMaster" Target="/ppt/slideMasters/slideMaster1.xml" Id="R185d0ff32c5e4c9b" /><Relationship Type="http://schemas.openxmlformats.org/officeDocument/2006/relationships/notesMaster" Target="/ppt/notesMasters/notesMaster1.xml" Id="Rc0e7b4c2dfb741d4" /><Relationship Type="http://schemas.openxmlformats.org/officeDocument/2006/relationships/presProps" Target="/ppt/presProps.xml" Id="R5be0d179f7794f8a" /><Relationship Type="http://schemas.openxmlformats.org/officeDocument/2006/relationships/tableStyles" Target="/ppt/tableStyles.xml" Id="R2077ad78918445fa" /><Relationship Type="http://schemas.openxmlformats.org/officeDocument/2006/relationships/slide" Target="/ppt/slides/slide1.xml" Id="Rdeaca8e7e4cb4361" /><Relationship Type="http://schemas.openxmlformats.org/officeDocument/2006/relationships/slide" Target="/ppt/slides/slide2.xml" Id="R070303f1961846ef" /><Relationship Type="http://schemas.openxmlformats.org/officeDocument/2006/relationships/slide" Target="/ppt/slides/slide3.xml" Id="R5e2a537892c5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58bacf3fd6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e437cdc5b4516" /><Relationship Type="http://schemas.openxmlformats.org/officeDocument/2006/relationships/notesMaster" Target="/ppt/notesMasters/notesMaster1.xml" Id="R7c4353f9ec0f41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0f990270a54ce4" /><Relationship Type="http://schemas.openxmlformats.org/officeDocument/2006/relationships/notesMaster" Target="/ppt/notesMasters/notesMaster1.xml" Id="Rf34a8b35552a48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6e267055614702" /><Relationship Type="http://schemas.openxmlformats.org/officeDocument/2006/relationships/notesMaster" Target="/ppt/notesMasters/notesMaster1.xml" Id="Rbf2574b924844f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45cbfd5f344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bd499b171846c5" /><Relationship Type="http://schemas.openxmlformats.org/officeDocument/2006/relationships/slideLayout" Target="/ppt/slideLayouts/slideLayout1.xml" Id="Rfd8b625f9d65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b625f9d65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33d98675243e0" /><Relationship Type="http://schemas.openxmlformats.org/officeDocument/2006/relationships/notesSlide" Target="/ppt/notesSlides/notesSlide1.xml" Id="Rff7b7213c73648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43fede0bc4db8" /><Relationship Type="http://schemas.openxmlformats.org/officeDocument/2006/relationships/chart" Target="/ppt/slides/charts/chart1.xml" Id="Rab597b3e38da4db3" /><Relationship Type="http://schemas.openxmlformats.org/officeDocument/2006/relationships/notesSlide" Target="/ppt/notesSlides/notesSlide2.xml" Id="R0e4fb255eb8448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e2cc05f264dc0" /><Relationship Type="http://schemas.openxmlformats.org/officeDocument/2006/relationships/chart" Target="/ppt/slides/charts/chart2.xml" Id="Rd62149da66ca427e" /><Relationship Type="http://schemas.openxmlformats.org/officeDocument/2006/relationships/notesSlide" Target="/ppt/notesSlides/notesSlide3.xml" Id="R4ecfb89acd5a43c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129-1">
            <a:extLst xmlns:a="http://schemas.openxmlformats.org/drawingml/2006/main">
              <a:ext uri="{FF2B5EF4-FFF2-40B4-BE49-F238E27FC236}">
                <a16:creationId xmlns:a16="http://schemas.microsoft.com/office/drawing/2014/main" id="{3C01A178-28C1-4982-8BFC-BE7A17AB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129-1">
            <a:extLst xmlns:a="http://schemas.openxmlformats.org/drawingml/2006/main">
              <a:ext uri="{FF2B5EF4-FFF2-40B4-BE49-F238E27FC236}">
                <a16:creationId xmlns:a16="http://schemas.microsoft.com/office/drawing/2014/main" id="{CDB286ED-C170-4C5B-B236-818ACD06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p03-full-008129</a:t>
            </a:r>
          </a:p>
        </p:txBody>
      </p:sp>
      <p:sp>
        <p:nvSpPr>
          <p:cNvPr id="3" name="qa-v2-r2-title-p03-full-008129-1">
            <a:extLst xmlns:a="http://schemas.openxmlformats.org/drawingml/2006/main">
              <a:ext uri="{FF2B5EF4-FFF2-40B4-BE49-F238E27FC236}">
                <a16:creationId xmlns:a16="http://schemas.microsoft.com/office/drawing/2014/main" id="{73DBD47E-DA4A-4DB2-A997-C7AE272D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8129-1">
            <a:extLst xmlns:a="http://schemas.openxmlformats.org/drawingml/2006/main">
              <a:ext uri="{FF2B5EF4-FFF2-40B4-BE49-F238E27FC236}">
                <a16:creationId xmlns:a16="http://schemas.microsoft.com/office/drawing/2014/main" id="{BA674B8F-621B-4297-B948-9E8734E2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subprocessor map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vendor risk questionnaires.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2026-07-14. The assessment emphasizes chronology, recency,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p03-src-008129; p03-full-001416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dependency relevance assessment.</a:t>
            </a:r>
          </a:p>
        </p:txBody>
      </p:sp>
    </p:spTree>
    <p:extLst>
      <p:ext uri="{BB962C8B-B14F-4D97-AF65-F5344CB8AC3E}">
        <p14:creationId xmlns:p14="http://schemas.microsoft.com/office/powerpoint/2010/main" val="2016207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597b3e38da4db3"/>
          </a:graphicData>
        </a:graphic>
      </p:graphicFrame>
      <p:sp>
        <p:nvSpPr>
          <p:cNvPr id="11" name="qa-v2-r2-surface-p03-full-008129-2">
            <a:extLst xmlns:a="http://schemas.openxmlformats.org/drawingml/2006/main">
              <a:ext uri="{FF2B5EF4-FFF2-40B4-BE49-F238E27FC236}">
                <a16:creationId xmlns:a16="http://schemas.microsoft.com/office/drawing/2014/main" id="{6CB9E1C2-B351-432C-BA57-79C5538B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qa-v2-r2-eyebrow-p03-full-008129-2">
            <a:extLst xmlns:a="http://schemas.openxmlformats.org/drawingml/2006/main">
              <a:ext uri="{FF2B5EF4-FFF2-40B4-BE49-F238E27FC236}">
                <a16:creationId xmlns:a16="http://schemas.microsoft.com/office/drawing/2014/main" id="{854D3236-3E43-45E8-A049-16D63A90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p03-full-008129</a:t>
            </a:r>
          </a:p>
        </p:txBody>
      </p:sp>
      <p:sp>
        <p:nvSpPr>
          <p:cNvPr id="13" name="qa-v2-r2-title-p03-full-008129-2">
            <a:extLst xmlns:a="http://schemas.openxmlformats.org/drawingml/2006/main">
              <a:ext uri="{FF2B5EF4-FFF2-40B4-BE49-F238E27FC236}">
                <a16:creationId xmlns:a16="http://schemas.microsoft.com/office/drawing/2014/main" id="{E7A606C4-7F29-48DA-8163-8BCAF2A3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14" name="qa-v2-r2-body-p03-full-008129-2">
            <a:extLst xmlns:a="http://schemas.openxmlformats.org/drawingml/2006/main">
              <a:ext uri="{FF2B5EF4-FFF2-40B4-BE49-F238E27FC236}">
                <a16:creationId xmlns:a16="http://schemas.microsoft.com/office/drawing/2014/main" id="{DD0DAB2A-AEB0-4E21-8EB1-8FB3C43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source evidence asks: Can this supplier attestation record support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checksum context without becoming a live supplier assessment?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subject-to-record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768634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2149da66ca427e"/>
          </a:graphicData>
        </a:graphic>
      </p:graphicFrame>
      <p:sp>
        <p:nvSpPr>
          <p:cNvPr id="18" name="qa-v2-r2-surface-p03-full-008129-3">
            <a:extLst xmlns:a="http://schemas.openxmlformats.org/drawingml/2006/main">
              <a:ext uri="{FF2B5EF4-FFF2-40B4-BE49-F238E27FC236}">
                <a16:creationId xmlns:a16="http://schemas.microsoft.com/office/drawing/2014/main" id="{F73E6EE1-A1CE-4DBD-BC7A-FD3199E9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qa-v2-r2-eyebrow-p03-full-008129-3">
            <a:extLst xmlns:a="http://schemas.openxmlformats.org/drawingml/2006/main">
              <a:ext uri="{FF2B5EF4-FFF2-40B4-BE49-F238E27FC236}">
                <a16:creationId xmlns:a16="http://schemas.microsoft.com/office/drawing/2014/main" id="{99A13113-E7EA-4522-97AE-DC34B424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p03-full-008129</a:t>
            </a:r>
          </a:p>
        </p:txBody>
      </p:sp>
      <p:sp>
        <p:nvSpPr>
          <p:cNvPr id="20" name="qa-v2-r2-title-p03-full-008129-3">
            <a:extLst xmlns:a="http://schemas.openxmlformats.org/drawingml/2006/main">
              <a:ext uri="{FF2B5EF4-FFF2-40B4-BE49-F238E27FC236}">
                <a16:creationId xmlns:a16="http://schemas.microsoft.com/office/drawing/2014/main" id="{D4EAF1B0-FB55-4FDE-8619-4F845025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21" name="qa-v2-r2-body-p03-full-008129-3">
            <a:extLst xmlns:a="http://schemas.openxmlformats.org/drawingml/2006/main">
              <a:ext uri="{FF2B5EF4-FFF2-40B4-BE49-F238E27FC236}">
                <a16:creationId xmlns:a16="http://schemas.microsoft.com/office/drawing/2014/main" id="{1CC6FC99-6F32-4522-AB8A-9D6D96F1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test the source relationship;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768634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2026-08-25T12:46:33.6920000Z</dcterms:created>
  <dcterms:modified xsi:type="dcterms:W3CDTF">2026-08-25T12:46:33.6920000Z</dcterms:modified>
</coreProperties>
</file>