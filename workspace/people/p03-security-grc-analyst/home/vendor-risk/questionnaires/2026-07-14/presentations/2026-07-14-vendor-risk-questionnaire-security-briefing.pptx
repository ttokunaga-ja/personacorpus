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dc39858c3a440f" /><Relationship Type="http://schemas.openxmlformats.org/officeDocument/2006/relationships/extended-properties" Target="/docProps/app.xml" Id="R82f4a414c12d4f43" /><Relationship Type="http://schemas.openxmlformats.org/officeDocument/2006/relationships/officeDocument" Target="/ppt/presentation.xml" Id="Red40452253df47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ed6782fcaa41fe"/>
  </p:sldMasterIdLst>
  <p:notesMasterIdLst>
    <p:notesMasterId xmlns:r="http://schemas.openxmlformats.org/officeDocument/2006/relationships" r:id="Re1fd4287cb06480d"/>
  </p:notesMasterIdLst>
  <p:sldIdLst>
    <p:sldId xmlns:r="http://schemas.openxmlformats.org/officeDocument/2006/relationships" id="256" r:id="Raa98db8315004ed8"/>
    <p:sldId xmlns:r="http://schemas.openxmlformats.org/officeDocument/2006/relationships" id="257" r:id="Re5c5cf4546bf411d"/>
    <p:sldId xmlns:r="http://schemas.openxmlformats.org/officeDocument/2006/relationships" id="258" r:id="Rf140ffdbc4cb49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6f5c90d04e4988" /><Relationship Type="http://schemas.openxmlformats.org/officeDocument/2006/relationships/slideMaster" Target="/ppt/slideMasters/slideMaster1.xml" Id="R91ed6782fcaa41fe" /><Relationship Type="http://schemas.openxmlformats.org/officeDocument/2006/relationships/notesMaster" Target="/ppt/notesMasters/notesMaster1.xml" Id="Re1fd4287cb06480d" /><Relationship Type="http://schemas.openxmlformats.org/officeDocument/2006/relationships/presProps" Target="/ppt/presProps.xml" Id="R98966719fa334277" /><Relationship Type="http://schemas.openxmlformats.org/officeDocument/2006/relationships/tableStyles" Target="/ppt/tableStyles.xml" Id="R479bcfe6508f4f09" /><Relationship Type="http://schemas.openxmlformats.org/officeDocument/2006/relationships/slide" Target="/ppt/slides/slide1.xml" Id="Raa98db8315004ed8" /><Relationship Type="http://schemas.openxmlformats.org/officeDocument/2006/relationships/slide" Target="/ppt/slides/slide2.xml" Id="Re5c5cf4546bf411d" /><Relationship Type="http://schemas.openxmlformats.org/officeDocument/2006/relationships/slide" Target="/ppt/slides/slide3.xml" Id="Rf140ffdbc4cb49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62ad5d69a24b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33dcad387047f1" /><Relationship Type="http://schemas.openxmlformats.org/officeDocument/2006/relationships/notesMaster" Target="/ppt/notesMasters/notesMaster1.xml" Id="R61fd7a9f4f4841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570f95b923416b" /><Relationship Type="http://schemas.openxmlformats.org/officeDocument/2006/relationships/notesMaster" Target="/ppt/notesMasters/notesMaster1.xml" Id="R2449ee236ae54d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421eb300b8439b" /><Relationship Type="http://schemas.openxmlformats.org/officeDocument/2006/relationships/notesMaster" Target="/ppt/notesMasters/notesMaster1.xml" Id="Rc44b69d64ea140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620ccf036e43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6009cfc7d14904" /><Relationship Type="http://schemas.openxmlformats.org/officeDocument/2006/relationships/slideLayout" Target="/ppt/slideLayouts/slideLayout1.xml" Id="Reee083ca74444f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e083ca74444f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02cef3e284a86" /><Relationship Type="http://schemas.openxmlformats.org/officeDocument/2006/relationships/notesSlide" Target="/ppt/notesSlides/notesSlide1.xml" Id="Rbd702c7489bf4d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07214f0324fd0" /><Relationship Type="http://schemas.openxmlformats.org/officeDocument/2006/relationships/notesSlide" Target="/ppt/notesSlides/notesSlide2.xml" Id="Re1f038672ddb43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76dd0f4534250" /><Relationship Type="http://schemas.openxmlformats.org/officeDocument/2006/relationships/notesSlide" Target="/ppt/notesSlides/notesSlide3.xml" Id="R9af26ec49b3f47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926-1">
            <a:extLst xmlns:a="http://schemas.openxmlformats.org/drawingml/2006/main">
              <a:ext uri="{FF2B5EF4-FFF2-40B4-BE49-F238E27FC236}">
                <a16:creationId xmlns:a16="http://schemas.microsoft.com/office/drawing/2014/main" id="{7FD0325C-1724-43D0-9A96-0B92518E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926-1">
            <a:extLst xmlns:a="http://schemas.openxmlformats.org/drawingml/2006/main">
              <a:ext uri="{FF2B5EF4-FFF2-40B4-BE49-F238E27FC236}">
                <a16:creationId xmlns:a16="http://schemas.microsoft.com/office/drawing/2014/main" id="{968CA2A9-FACB-4099-ABD1-7D552333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p03-full-005926</a:t>
            </a:r>
          </a:p>
        </p:txBody>
      </p:sp>
      <p:sp>
        <p:nvSpPr>
          <p:cNvPr id="3" name="qa-v2-r2-title-p03-full-005926-1">
            <a:extLst xmlns:a="http://schemas.openxmlformats.org/drawingml/2006/main">
              <a:ext uri="{FF2B5EF4-FFF2-40B4-BE49-F238E27FC236}">
                <a16:creationId xmlns:a16="http://schemas.microsoft.com/office/drawing/2014/main" id="{993471A3-B75E-49F0-9EFB-48FC12E5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5926-1">
            <a:extLst xmlns:a="http://schemas.openxmlformats.org/drawingml/2006/main">
              <a:ext uri="{FF2B5EF4-FFF2-40B4-BE49-F238E27FC236}">
                <a16:creationId xmlns:a16="http://schemas.microsoft.com/office/drawing/2014/main" id="{CCB2A687-3135-43F4-9658-718C56E9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vendor risk questionnaire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vendor risk questionnaires. Declared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date: 2026-07-14. The assessment emphasizes chronology, recency,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decision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p03-src-005926; p03-full-002036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decision trace assessment.</a:t>
            </a:r>
          </a:p>
        </p:txBody>
      </p:sp>
    </p:spTree>
    <p:extLst>
      <p:ext uri="{BB962C8B-B14F-4D97-AF65-F5344CB8AC3E}">
        <p14:creationId xmlns:p14="http://schemas.microsoft.com/office/powerpoint/2010/main" val="15210444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926-2">
            <a:extLst xmlns:a="http://schemas.openxmlformats.org/drawingml/2006/main">
              <a:ext uri="{FF2B5EF4-FFF2-40B4-BE49-F238E27FC236}">
                <a16:creationId xmlns:a16="http://schemas.microsoft.com/office/drawing/2014/main" id="{DAB1FB44-B3B5-4B04-A492-7F506F82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926-2">
            <a:extLst xmlns:a="http://schemas.openxmlformats.org/drawingml/2006/main">
              <a:ext uri="{FF2B5EF4-FFF2-40B4-BE49-F238E27FC236}">
                <a16:creationId xmlns:a16="http://schemas.microsoft.com/office/drawing/2014/main" id="{0EEC7D93-72F3-45B6-8BA1-EA3DE5B9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p03-full-005926</a:t>
            </a:r>
          </a:p>
        </p:txBody>
      </p:sp>
      <p:sp>
        <p:nvSpPr>
          <p:cNvPr id="3" name="qa-v2-r2-title-p03-full-005926-2">
            <a:extLst xmlns:a="http://schemas.openxmlformats.org/drawingml/2006/main">
              <a:ext uri="{FF2B5EF4-FFF2-40B4-BE49-F238E27FC236}">
                <a16:creationId xmlns:a16="http://schemas.microsoft.com/office/drawing/2014/main" id="{229C9C67-407F-4311-B5D2-318493AC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5926-2">
            <a:extLst xmlns:a="http://schemas.openxmlformats.org/drawingml/2006/main">
              <a:ext uri="{FF2B5EF4-FFF2-40B4-BE49-F238E27FC236}">
                <a16:creationId xmlns:a16="http://schemas.microsoft.com/office/drawing/2014/main" id="{7ABEFDCE-34B6-4F3E-9A3B-97D096E4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Residual risk prevents an unsupported closure inference.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counterexample-to-decision separation review of the source and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through 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2459729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926-3">
            <a:extLst xmlns:a="http://schemas.openxmlformats.org/drawingml/2006/main">
              <a:ext uri="{FF2B5EF4-FFF2-40B4-BE49-F238E27FC236}">
                <a16:creationId xmlns:a16="http://schemas.microsoft.com/office/drawing/2014/main" id="{E4902B4F-5F5A-413A-9B50-36D96D32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926-3">
            <a:extLst xmlns:a="http://schemas.openxmlformats.org/drawingml/2006/main">
              <a:ext uri="{FF2B5EF4-FFF2-40B4-BE49-F238E27FC236}">
                <a16:creationId xmlns:a16="http://schemas.microsoft.com/office/drawing/2014/main" id="{FB02F199-0DB4-4B17-9C5C-138389E2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p03-full-005926</a:t>
            </a:r>
          </a:p>
        </p:txBody>
      </p:sp>
      <p:sp>
        <p:nvSpPr>
          <p:cNvPr id="3" name="qa-v2-r2-title-p03-full-005926-3">
            <a:extLst xmlns:a="http://schemas.openxmlformats.org/drawingml/2006/main">
              <a:ext uri="{FF2B5EF4-FFF2-40B4-BE49-F238E27FC236}">
                <a16:creationId xmlns:a16="http://schemas.microsoft.com/office/drawing/2014/main" id="{CC33B71E-1A5F-4827-88DD-3A809E3B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5926-3">
            <a:extLst xmlns:a="http://schemas.openxmlformats.org/drawingml/2006/main">
              <a:ext uri="{FF2B5EF4-FFF2-40B4-BE49-F238E27FC236}">
                <a16:creationId xmlns:a16="http://schemas.microsoft.com/office/drawing/2014/main" id="{81274351-92C5-4CB9-857E-B22EF9B9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verify the dependency meaning;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2459729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2026-08-25T12:45:51.0490000Z</dcterms:created>
  <dcterms:modified xsi:type="dcterms:W3CDTF">2026-08-25T12:45:51.0490000Z</dcterms:modified>
</coreProperties>
</file>