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7d6ab96822479e" /><Relationship Type="http://schemas.openxmlformats.org/officeDocument/2006/relationships/extended-properties" Target="/docProps/app.xml" Id="R4df4cfe066cc414f" /><Relationship Type="http://schemas.openxmlformats.org/officeDocument/2006/relationships/officeDocument" Target="/ppt/presentation.xml" Id="R275a90773db047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94fbd1bc7c463f"/>
  </p:sldMasterIdLst>
  <p:notesMasterIdLst>
    <p:notesMasterId xmlns:r="http://schemas.openxmlformats.org/officeDocument/2006/relationships" r:id="Rc25ffb020ee74110"/>
  </p:notesMasterIdLst>
  <p:sldIdLst>
    <p:sldId xmlns:r="http://schemas.openxmlformats.org/officeDocument/2006/relationships" id="256" r:id="Rcc1e4d6238824ed9"/>
    <p:sldId xmlns:r="http://schemas.openxmlformats.org/officeDocument/2006/relationships" id="257" r:id="Rf7d6a574dd2749cf"/>
    <p:sldId xmlns:r="http://schemas.openxmlformats.org/officeDocument/2006/relationships" id="258" r:id="R9e30e3f9610946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5a007ccee4b5c" /><Relationship Type="http://schemas.openxmlformats.org/officeDocument/2006/relationships/slideMaster" Target="/ppt/slideMasters/slideMaster1.xml" Id="R3994fbd1bc7c463f" /><Relationship Type="http://schemas.openxmlformats.org/officeDocument/2006/relationships/notesMaster" Target="/ppt/notesMasters/notesMaster1.xml" Id="Rc25ffb020ee74110" /><Relationship Type="http://schemas.openxmlformats.org/officeDocument/2006/relationships/presProps" Target="/ppt/presProps.xml" Id="Re7bc1a62ea1b42e4" /><Relationship Type="http://schemas.openxmlformats.org/officeDocument/2006/relationships/tableStyles" Target="/ppt/tableStyles.xml" Id="R14f900dae1964c68" /><Relationship Type="http://schemas.openxmlformats.org/officeDocument/2006/relationships/slide" Target="/ppt/slides/slide1.xml" Id="Rcc1e4d6238824ed9" /><Relationship Type="http://schemas.openxmlformats.org/officeDocument/2006/relationships/slide" Target="/ppt/slides/slide2.xml" Id="Rf7d6a574dd2749cf" /><Relationship Type="http://schemas.openxmlformats.org/officeDocument/2006/relationships/slide" Target="/ppt/slides/slide3.xml" Id="R9e30e3f9610946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16747f3578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347d2daf54ca2" /><Relationship Type="http://schemas.openxmlformats.org/officeDocument/2006/relationships/notesMaster" Target="/ppt/notesMasters/notesMaster1.xml" Id="Ra1604863890e40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287a7965b54832" /><Relationship Type="http://schemas.openxmlformats.org/officeDocument/2006/relationships/notesMaster" Target="/ppt/notesMasters/notesMaster1.xml" Id="R3000dcc598f6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9140d0cd54bc1" /><Relationship Type="http://schemas.openxmlformats.org/officeDocument/2006/relationships/notesMaster" Target="/ppt/notesMasters/notesMaster1.xml" Id="R889e249c756c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54100db6949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991973176499e" /><Relationship Type="http://schemas.openxmlformats.org/officeDocument/2006/relationships/slideLayout" Target="/ppt/slideLayouts/slideLayout1.xml" Id="R26484aec4caf49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484aec4caf49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0da0f9dd84c50" /><Relationship Type="http://schemas.openxmlformats.org/officeDocument/2006/relationships/notesSlide" Target="/ppt/notesSlides/notesSlide1.xml" Id="R0a0dd7c3e60b49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3980ade4e421c" /><Relationship Type="http://schemas.openxmlformats.org/officeDocument/2006/relationships/chart" Target="/ppt/slides/charts/chart1.xml" Id="Re57c6642208249bb" /><Relationship Type="http://schemas.openxmlformats.org/officeDocument/2006/relationships/notesSlide" Target="/ppt/notesSlides/notesSlide2.xml" Id="Rd0bfbf91efbc4b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31a5940df4865" /><Relationship Type="http://schemas.openxmlformats.org/officeDocument/2006/relationships/chart" Target="/ppt/slides/charts/chart2.xml" Id="R88f6e1a14560434f" /><Relationship Type="http://schemas.openxmlformats.org/officeDocument/2006/relationships/notesSlide" Target="/ppt/notesSlides/notesSlide3.xml" Id="Re78ff357ce9f408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Synthetic review measure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Reviewed</c:v>
              </c:pt>
              <c:pt idx="1">
                <c:v>Timely</c:v>
              </c:pt>
              <c:pt idx="2">
                <c:v>Final</c:v>
              </c:pt>
            </c:strLit>
          </c:cat>
          <c:val>
            <c:numLit>
              <c:formatCode>General</c:formatCode>
              <c:ptCount val="3"/>
              <c:pt idx="0">
                <c:v>48</c:v>
              </c:pt>
              <c:pt idx="1">
                <c:v>47</c:v>
              </c:pt>
              <c:pt idx="2">
                <c:v>48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627-1">
            <a:extLst xmlns:a="http://schemas.openxmlformats.org/drawingml/2006/main">
              <a:ext uri="{FF2B5EF4-FFF2-40B4-BE49-F238E27FC236}">
                <a16:creationId xmlns:a16="http://schemas.microsoft.com/office/drawing/2014/main" id="{05C4B51C-1367-4EC3-928A-C7E8A50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627-1">
            <a:extLst xmlns:a="http://schemas.openxmlformats.org/drawingml/2006/main">
              <a:ext uri="{FF2B5EF4-FFF2-40B4-BE49-F238E27FC236}">
                <a16:creationId xmlns:a16="http://schemas.microsoft.com/office/drawing/2014/main" id="{BEF7E9E0-30EA-4272-A0E2-4ECD7923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p03-full-006627</a:t>
            </a:r>
          </a:p>
        </p:txBody>
      </p:sp>
      <p:sp>
        <p:nvSpPr>
          <p:cNvPr id="3" name="qa-v2-r2-title-p03-full-006627-1">
            <a:extLst xmlns:a="http://schemas.openxmlformats.org/drawingml/2006/main">
              <a:ext uri="{FF2B5EF4-FFF2-40B4-BE49-F238E27FC236}">
                <a16:creationId xmlns:a16="http://schemas.microsoft.com/office/drawing/2014/main" id="{27E1C568-693F-496F-AAC9-B51416C1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627-1">
            <a:extLst xmlns:a="http://schemas.openxmlformats.org/drawingml/2006/main">
              <a:ext uri="{FF2B5EF4-FFF2-40B4-BE49-F238E27FC236}">
                <a16:creationId xmlns:a16="http://schemas.microsoft.com/office/drawing/2014/main" id="{F7CCE83F-0307-4751-B197-97F30F50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vendor risk followup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vendor risk questionnaires.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p03-src-006627; p03-full-001285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1297496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7c6642208249bb"/>
          </a:graphicData>
        </a:graphic>
      </p:graphicFrame>
      <p:sp>
        <p:nvSpPr>
          <p:cNvPr id="11" name="qa-v2-r2-surface-p03-full-006627-2">
            <a:extLst xmlns:a="http://schemas.openxmlformats.org/drawingml/2006/main">
              <a:ext uri="{FF2B5EF4-FFF2-40B4-BE49-F238E27FC236}">
                <a16:creationId xmlns:a16="http://schemas.microsoft.com/office/drawing/2014/main" id="{30EE94F5-4920-4366-AB78-D8ADF7D9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a-v2-r2-eyebrow-p03-full-006627-2">
            <a:extLst xmlns:a="http://schemas.openxmlformats.org/drawingml/2006/main">
              <a:ext uri="{FF2B5EF4-FFF2-40B4-BE49-F238E27FC236}">
                <a16:creationId xmlns:a16="http://schemas.microsoft.com/office/drawing/2014/main" id="{4C1CF88D-F648-455F-B7EA-E000E219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p03-full-006627</a:t>
            </a:r>
          </a:p>
        </p:txBody>
      </p:sp>
      <p:sp>
        <p:nvSpPr>
          <p:cNvPr id="13" name="qa-v2-r2-title-p03-full-006627-2">
            <a:extLst xmlns:a="http://schemas.openxmlformats.org/drawingml/2006/main">
              <a:ext uri="{FF2B5EF4-FFF2-40B4-BE49-F238E27FC236}">
                <a16:creationId xmlns:a16="http://schemas.microsoft.com/office/drawing/2014/main" id="{097CEE3D-FB57-46FB-A73C-238DF044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14" name="qa-v2-r2-body-p03-full-006627-2">
            <a:extLst xmlns:a="http://schemas.openxmlformats.org/drawingml/2006/main">
              <a:ext uri="{FF2B5EF4-FFF2-40B4-BE49-F238E27FC236}">
                <a16:creationId xmlns:a16="http://schemas.microsoft.com/office/drawing/2014/main" id="{E273D82B-3A66-49D1-AE9C-6093E606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source evidence asks: Can this subprocessor map record support supplier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mapping without becoming a live supplier assessment?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409492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f6e1a14560434f"/>
          </a:graphicData>
        </a:graphic>
      </p:graphicFrame>
      <p:sp>
        <p:nvSpPr>
          <p:cNvPr id="18" name="qa-v2-r2-surface-p03-full-006627-3">
            <a:extLst xmlns:a="http://schemas.openxmlformats.org/drawingml/2006/main">
              <a:ext uri="{FF2B5EF4-FFF2-40B4-BE49-F238E27FC236}">
                <a16:creationId xmlns:a16="http://schemas.microsoft.com/office/drawing/2014/main" id="{70FEA075-8884-4F8F-9126-2429F91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qa-v2-r2-eyebrow-p03-full-006627-3">
            <a:extLst xmlns:a="http://schemas.openxmlformats.org/drawingml/2006/main">
              <a:ext uri="{FF2B5EF4-FFF2-40B4-BE49-F238E27FC236}">
                <a16:creationId xmlns:a16="http://schemas.microsoft.com/office/drawing/2014/main" id="{834965E6-B494-4768-AA30-38A9005A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p03-full-006627</a:t>
            </a:r>
          </a:p>
        </p:txBody>
      </p:sp>
      <p:sp>
        <p:nvSpPr>
          <p:cNvPr id="20" name="qa-v2-r2-title-p03-full-006627-3">
            <a:extLst xmlns:a="http://schemas.openxmlformats.org/drawingml/2006/main">
              <a:ext uri="{FF2B5EF4-FFF2-40B4-BE49-F238E27FC236}">
                <a16:creationId xmlns:a16="http://schemas.microsoft.com/office/drawing/2014/main" id="{CF4711E8-5255-48B1-B370-5446CF27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21" name="qa-v2-r2-body-p03-full-006627-3">
            <a:extLst xmlns:a="http://schemas.openxmlformats.org/drawingml/2006/main">
              <a:ext uri="{FF2B5EF4-FFF2-40B4-BE49-F238E27FC236}">
                <a16:creationId xmlns:a16="http://schemas.microsoft.com/office/drawing/2014/main" id="{8E8C7611-0B65-4002-96A5-83EA12F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409492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2026-08-25T12:46:12.3760000Z</dcterms:created>
  <dcterms:modified xsi:type="dcterms:W3CDTF">2026-08-25T12:46:12.3760000Z</dcterms:modified>
</coreProperties>
</file>