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acc4fbddba4a40" /><Relationship Type="http://schemas.openxmlformats.org/officeDocument/2006/relationships/extended-properties" Target="/docProps/app.xml" Id="Ra92b3cdf34e0469a" /><Relationship Type="http://schemas.openxmlformats.org/officeDocument/2006/relationships/officeDocument" Target="/ppt/presentation.xml" Id="R219917f9a1ff48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773aa3a2fe441f"/>
  </p:sldMasterIdLst>
  <p:notesMasterIdLst>
    <p:notesMasterId xmlns:r="http://schemas.openxmlformats.org/officeDocument/2006/relationships" r:id="R6799116cf93e4214"/>
  </p:notesMasterIdLst>
  <p:sldIdLst>
    <p:sldId xmlns:r="http://schemas.openxmlformats.org/officeDocument/2006/relationships" id="256" r:id="Ra7906599631a4dbf"/>
    <p:sldId xmlns:r="http://schemas.openxmlformats.org/officeDocument/2006/relationships" id="257" r:id="R5a7131b4798f498f"/>
    <p:sldId xmlns:r="http://schemas.openxmlformats.org/officeDocument/2006/relationships" id="258" r:id="R39c9f2502b9145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e6572152894796" /><Relationship Type="http://schemas.openxmlformats.org/officeDocument/2006/relationships/slideMaster" Target="/ppt/slideMasters/slideMaster1.xml" Id="R55773aa3a2fe441f" /><Relationship Type="http://schemas.openxmlformats.org/officeDocument/2006/relationships/notesMaster" Target="/ppt/notesMasters/notesMaster1.xml" Id="R6799116cf93e4214" /><Relationship Type="http://schemas.openxmlformats.org/officeDocument/2006/relationships/presProps" Target="/ppt/presProps.xml" Id="R0e79af52096644a9" /><Relationship Type="http://schemas.openxmlformats.org/officeDocument/2006/relationships/tableStyles" Target="/ppt/tableStyles.xml" Id="Rb4bb2048f4764330" /><Relationship Type="http://schemas.openxmlformats.org/officeDocument/2006/relationships/slide" Target="/ppt/slides/slide1.xml" Id="Ra7906599631a4dbf" /><Relationship Type="http://schemas.openxmlformats.org/officeDocument/2006/relationships/slide" Target="/ppt/slides/slide2.xml" Id="R5a7131b4798f498f" /><Relationship Type="http://schemas.openxmlformats.org/officeDocument/2006/relationships/slide" Target="/ppt/slides/slide3.xml" Id="R39c9f2502b9145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561cfdb1844c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703b52c52e4138" /><Relationship Type="http://schemas.openxmlformats.org/officeDocument/2006/relationships/notesMaster" Target="/ppt/notesMasters/notesMaster1.xml" Id="R237208260ffb41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d15e25791b49a2" /><Relationship Type="http://schemas.openxmlformats.org/officeDocument/2006/relationships/notesMaster" Target="/ppt/notesMasters/notesMaster1.xml" Id="Rc4f91857efc04d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87b3eee18a4215" /><Relationship Type="http://schemas.openxmlformats.org/officeDocument/2006/relationships/notesMaster" Target="/ppt/notesMasters/notesMaster1.xml" Id="Rab08304865714d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a0260563c49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d623cb3d5b4961" /><Relationship Type="http://schemas.openxmlformats.org/officeDocument/2006/relationships/slideLayout" Target="/ppt/slideLayouts/slideLayout1.xml" Id="R4289a51a0bbf49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89a51a0bbf49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1ee6b6f044e15" /><Relationship Type="http://schemas.openxmlformats.org/officeDocument/2006/relationships/notesSlide" Target="/ppt/notesSlides/notesSlide1.xml" Id="R38b4fcb95d3844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d155429794679" /><Relationship Type="http://schemas.openxmlformats.org/officeDocument/2006/relationships/notesSlide" Target="/ppt/notesSlides/notesSlide2.xml" Id="Ra0b1b284482746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d37ef9df34cb6" /><Relationship Type="http://schemas.openxmlformats.org/officeDocument/2006/relationships/notesSlide" Target="/ppt/notesSlides/notesSlide3.xml" Id="R7b6676b5c59646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872-1">
            <a:extLst xmlns:a="http://schemas.openxmlformats.org/drawingml/2006/main">
              <a:ext uri="{FF2B5EF4-FFF2-40B4-BE49-F238E27FC236}">
                <a16:creationId xmlns:a16="http://schemas.microsoft.com/office/drawing/2014/main" id="{2FCFFA70-36F1-41DE-A143-1F473793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872-1">
            <a:extLst xmlns:a="http://schemas.openxmlformats.org/drawingml/2006/main">
              <a:ext uri="{FF2B5EF4-FFF2-40B4-BE49-F238E27FC236}">
                <a16:creationId xmlns:a16="http://schemas.microsoft.com/office/drawing/2014/main" id="{8577635E-7BF0-4552-B4E2-5617B96C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p03-full-003872</a:t>
            </a:r>
          </a:p>
        </p:txBody>
      </p:sp>
      <p:sp>
        <p:nvSpPr>
          <p:cNvPr id="3" name="qa-v2-r2-title-p03-full-003872-1">
            <a:extLst xmlns:a="http://schemas.openxmlformats.org/drawingml/2006/main">
              <a:ext uri="{FF2B5EF4-FFF2-40B4-BE49-F238E27FC236}">
                <a16:creationId xmlns:a16="http://schemas.microsoft.com/office/drawing/2014/main" id="{0E1B812F-3263-442A-BDDC-56B79A32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3872-1">
            <a:extLst xmlns:a="http://schemas.openxmlformats.org/drawingml/2006/main">
              <a:ext uri="{FF2B5EF4-FFF2-40B4-BE49-F238E27FC236}">
                <a16:creationId xmlns:a16="http://schemas.microsoft.com/office/drawing/2014/main" id="{760A5325-6D91-44C4-B5E2-98E6C869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vendor risk supplier attestation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vendor risk questionnaires.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2026-07-20. The assessment emphasizes dependency meaning,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operational 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p03-src-003872; p03-full-001866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dependency relevance assessment.</a:t>
            </a:r>
          </a:p>
        </p:txBody>
      </p:sp>
    </p:spTree>
    <p:extLst>
      <p:ext uri="{BB962C8B-B14F-4D97-AF65-F5344CB8AC3E}">
        <p14:creationId xmlns:p14="http://schemas.microsoft.com/office/powerpoint/2010/main" val="223305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872-2">
            <a:extLst xmlns:a="http://schemas.openxmlformats.org/drawingml/2006/main">
              <a:ext uri="{FF2B5EF4-FFF2-40B4-BE49-F238E27FC236}">
                <a16:creationId xmlns:a16="http://schemas.microsoft.com/office/drawing/2014/main" id="{3AC2CE0A-D225-4A32-8975-9B29BF51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872-2">
            <a:extLst xmlns:a="http://schemas.openxmlformats.org/drawingml/2006/main">
              <a:ext uri="{FF2B5EF4-FFF2-40B4-BE49-F238E27FC236}">
                <a16:creationId xmlns:a16="http://schemas.microsoft.com/office/drawing/2014/main" id="{D3B2DD11-363C-4F97-BCA6-B8C6446C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p03-full-003872</a:t>
            </a:r>
          </a:p>
        </p:txBody>
      </p:sp>
      <p:sp>
        <p:nvSpPr>
          <p:cNvPr id="3" name="qa-v2-r2-title-p03-full-003872-2">
            <a:extLst xmlns:a="http://schemas.openxmlformats.org/drawingml/2006/main">
              <a:ext uri="{FF2B5EF4-FFF2-40B4-BE49-F238E27FC236}">
                <a16:creationId xmlns:a16="http://schemas.microsoft.com/office/drawing/2014/main" id="{924E24ED-C1E0-4828-99E2-840C810B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3872-2">
            <a:extLst xmlns:a="http://schemas.openxmlformats.org/drawingml/2006/main">
              <a:ext uri="{FF2B5EF4-FFF2-40B4-BE49-F238E27FC236}">
                <a16:creationId xmlns:a16="http://schemas.microsoft.com/office/drawing/2014/main" id="{9FCA01DC-B943-402D-A1D9-6646A6EE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Closure requires a mapped action, not a dated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dependency-to-action relevance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9208340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872-3">
            <a:extLst xmlns:a="http://schemas.openxmlformats.org/drawingml/2006/main">
              <a:ext uri="{FF2B5EF4-FFF2-40B4-BE49-F238E27FC236}">
                <a16:creationId xmlns:a16="http://schemas.microsoft.com/office/drawing/2014/main" id="{06754D9F-5FE1-48A6-BB1A-7ABFD803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872-3">
            <a:extLst xmlns:a="http://schemas.openxmlformats.org/drawingml/2006/main">
              <a:ext uri="{FF2B5EF4-FFF2-40B4-BE49-F238E27FC236}">
                <a16:creationId xmlns:a16="http://schemas.microsoft.com/office/drawing/2014/main" id="{3AB98AED-EAC4-400D-8B5F-D36DB0A6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p03-full-003872</a:t>
            </a:r>
          </a:p>
        </p:txBody>
      </p:sp>
      <p:sp>
        <p:nvSpPr>
          <p:cNvPr id="3" name="qa-v2-r2-title-p03-full-003872-3">
            <a:extLst xmlns:a="http://schemas.openxmlformats.org/drawingml/2006/main">
              <a:ext uri="{FF2B5EF4-FFF2-40B4-BE49-F238E27FC236}">
                <a16:creationId xmlns:a16="http://schemas.microsoft.com/office/drawing/2014/main" id="{9B8C2632-1602-4C3F-907B-A643D1A1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3872-3">
            <a:extLst xmlns:a="http://schemas.openxmlformats.org/drawingml/2006/main">
              <a:ext uri="{FF2B5EF4-FFF2-40B4-BE49-F238E27FC236}">
                <a16:creationId xmlns:a16="http://schemas.microsoft.com/office/drawing/2014/main" id="{D2DD2D27-8024-4E05-BAA6-CFA39A40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confirm the evidence chain;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9208340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2026-08-25T12:47:58.9930000Z</dcterms:created>
  <dcterms:modified xsi:type="dcterms:W3CDTF">2026-08-25T12:47:58.9930000Z</dcterms:modified>
</coreProperties>
</file>