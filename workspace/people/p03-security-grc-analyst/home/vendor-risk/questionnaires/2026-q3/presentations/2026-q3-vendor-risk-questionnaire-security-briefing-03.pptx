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e6e9ca20df4e0c" /><Relationship Type="http://schemas.openxmlformats.org/officeDocument/2006/relationships/extended-properties" Target="/docProps/app.xml" Id="R1e2fb51348014492" /><Relationship Type="http://schemas.openxmlformats.org/officeDocument/2006/relationships/officeDocument" Target="/ppt/presentation.xml" Id="Racbd81581791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73ba6806b74f37"/>
  </p:sldMasterIdLst>
  <p:notesMasterIdLst>
    <p:notesMasterId xmlns:r="http://schemas.openxmlformats.org/officeDocument/2006/relationships" r:id="Rdce297aa532c4396"/>
  </p:notesMasterIdLst>
  <p:sldIdLst>
    <p:sldId xmlns:r="http://schemas.openxmlformats.org/officeDocument/2006/relationships" id="256" r:id="R644ed0ec356f4529"/>
    <p:sldId xmlns:r="http://schemas.openxmlformats.org/officeDocument/2006/relationships" id="257" r:id="R86e67d15353e44a8"/>
    <p:sldId xmlns:r="http://schemas.openxmlformats.org/officeDocument/2006/relationships" id="258" r:id="R739cca9b6f7a4a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60fdbe84f14580" /><Relationship Type="http://schemas.openxmlformats.org/officeDocument/2006/relationships/slideMaster" Target="/ppt/slideMasters/slideMaster1.xml" Id="R4273ba6806b74f37" /><Relationship Type="http://schemas.openxmlformats.org/officeDocument/2006/relationships/notesMaster" Target="/ppt/notesMasters/notesMaster1.xml" Id="Rdce297aa532c4396" /><Relationship Type="http://schemas.openxmlformats.org/officeDocument/2006/relationships/presProps" Target="/ppt/presProps.xml" Id="R432354c3c23746e9" /><Relationship Type="http://schemas.openxmlformats.org/officeDocument/2006/relationships/tableStyles" Target="/ppt/tableStyles.xml" Id="R57763be6719a4e00" /><Relationship Type="http://schemas.openxmlformats.org/officeDocument/2006/relationships/slide" Target="/ppt/slides/slide1.xml" Id="R644ed0ec356f4529" /><Relationship Type="http://schemas.openxmlformats.org/officeDocument/2006/relationships/slide" Target="/ppt/slides/slide2.xml" Id="R86e67d15353e44a8" /><Relationship Type="http://schemas.openxmlformats.org/officeDocument/2006/relationships/slide" Target="/ppt/slides/slide3.xml" Id="R739cca9b6f7a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4fdd515f2d45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a29c086ca4c3d" /><Relationship Type="http://schemas.openxmlformats.org/officeDocument/2006/relationships/notesMaster" Target="/ppt/notesMasters/notesMaster1.xml" Id="R39f1024a1328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8bfebae9304f65" /><Relationship Type="http://schemas.openxmlformats.org/officeDocument/2006/relationships/notesMaster" Target="/ppt/notesMasters/notesMaster1.xml" Id="Re856a8f6edb3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ee6746e556446d" /><Relationship Type="http://schemas.openxmlformats.org/officeDocument/2006/relationships/notesMaster" Target="/ppt/notesMasters/notesMaster1.xml" Id="Rbc264671a99e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9e2825cee47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f4e86e293412f" /><Relationship Type="http://schemas.openxmlformats.org/officeDocument/2006/relationships/slideLayout" Target="/ppt/slideLayouts/slideLayout1.xml" Id="R83376442106848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376442106848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4724cfa664f45" /><Relationship Type="http://schemas.openxmlformats.org/officeDocument/2006/relationships/notesSlide" Target="/ppt/notesSlides/notesSlide1.xml" Id="R3550090a1e01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609c9a86b4583" /><Relationship Type="http://schemas.openxmlformats.org/officeDocument/2006/relationships/chart" Target="/ppt/slides/charts/chart1.xml" Id="Rc295144594d94fe2" /><Relationship Type="http://schemas.openxmlformats.org/officeDocument/2006/relationships/notesSlide" Target="/ppt/notesSlides/notesSlide2.xml" Id="R524c6f712bd0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5e1aac4764625" /><Relationship Type="http://schemas.openxmlformats.org/officeDocument/2006/relationships/chart" Target="/ppt/slides/charts/chart2.xml" Id="R4c450d17157b414e" /><Relationship Type="http://schemas.openxmlformats.org/officeDocument/2006/relationships/notesSlide" Target="/ppt/notesSlides/notesSlide3.xml" Id="R6cbd8b19b4c849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226-1">
            <a:extLst xmlns:a="http://schemas.openxmlformats.org/drawingml/2006/main">
              <a:ext uri="{FF2B5EF4-FFF2-40B4-BE49-F238E27FC236}">
                <a16:creationId xmlns:a16="http://schemas.microsoft.com/office/drawing/2014/main" id="{02F01EAE-4A5A-4DE2-8A6F-9FA69435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226-1">
            <a:extLst xmlns:a="http://schemas.openxmlformats.org/drawingml/2006/main">
              <a:ext uri="{FF2B5EF4-FFF2-40B4-BE49-F238E27FC236}">
                <a16:creationId xmlns:a16="http://schemas.microsoft.com/office/drawing/2014/main" id="{66ED777F-BA99-43D2-828A-6943737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p03-full-006226</a:t>
            </a:r>
          </a:p>
        </p:txBody>
      </p:sp>
      <p:sp>
        <p:nvSpPr>
          <p:cNvPr id="3" name="qa-v2-r2-title-p03-full-006226-1">
            <a:extLst xmlns:a="http://schemas.openxmlformats.org/drawingml/2006/main">
              <a:ext uri="{FF2B5EF4-FFF2-40B4-BE49-F238E27FC236}">
                <a16:creationId xmlns:a16="http://schemas.microsoft.com/office/drawing/2014/main" id="{8AD67131-E860-4C48-8503-E6F7CFE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226-1">
            <a:extLst xmlns:a="http://schemas.openxmlformats.org/drawingml/2006/main">
              <a:ext uri="{FF2B5EF4-FFF2-40B4-BE49-F238E27FC236}">
                <a16:creationId xmlns:a16="http://schemas.microsoft.com/office/drawing/2014/main" id="{7FA1FC55-1E04-47CA-B4E5-76BA468F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vendor risk questionnaire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p03-src-006226; p03-full-002036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793491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95144594d94fe2"/>
          </a:graphicData>
        </a:graphic>
      </p:graphicFrame>
      <p:sp>
        <p:nvSpPr>
          <p:cNvPr id="11" name="qa-v2-r2-surface-p03-full-006226-2">
            <a:extLst xmlns:a="http://schemas.openxmlformats.org/drawingml/2006/main">
              <a:ext uri="{FF2B5EF4-FFF2-40B4-BE49-F238E27FC236}">
                <a16:creationId xmlns:a16="http://schemas.microsoft.com/office/drawing/2014/main" id="{1A0E6C9A-83A9-4417-A55E-4E1DDB73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6226-2">
            <a:extLst xmlns:a="http://schemas.openxmlformats.org/drawingml/2006/main">
              <a:ext uri="{FF2B5EF4-FFF2-40B4-BE49-F238E27FC236}">
                <a16:creationId xmlns:a16="http://schemas.microsoft.com/office/drawing/2014/main" id="{26C16DA4-C646-456E-8E6A-2C41F6FF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p03-full-006226</a:t>
            </a:r>
          </a:p>
        </p:txBody>
      </p:sp>
      <p:sp>
        <p:nvSpPr>
          <p:cNvPr id="13" name="qa-v2-r2-title-p03-full-006226-2">
            <a:extLst xmlns:a="http://schemas.openxmlformats.org/drawingml/2006/main">
              <a:ext uri="{FF2B5EF4-FFF2-40B4-BE49-F238E27FC236}">
                <a16:creationId xmlns:a16="http://schemas.microsoft.com/office/drawing/2014/main" id="{2EC68D65-ACB8-47BB-A545-9FD4F4C8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14" name="qa-v2-r2-body-p03-full-006226-2">
            <a:extLst xmlns:a="http://schemas.openxmlformats.org/drawingml/2006/main">
              <a:ext uri="{FF2B5EF4-FFF2-40B4-BE49-F238E27FC236}">
                <a16:creationId xmlns:a16="http://schemas.microsoft.com/office/drawing/2014/main" id="{8DB8DBE2-E896-484B-BCBA-ED5C3E3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source evidence asks: Can this supplier attestation record support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traceability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425379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450d17157b414e"/>
          </a:graphicData>
        </a:graphic>
      </p:graphicFrame>
      <p:sp>
        <p:nvSpPr>
          <p:cNvPr id="18" name="qa-v2-r2-surface-p03-full-006226-3">
            <a:extLst xmlns:a="http://schemas.openxmlformats.org/drawingml/2006/main">
              <a:ext uri="{FF2B5EF4-FFF2-40B4-BE49-F238E27FC236}">
                <a16:creationId xmlns:a16="http://schemas.microsoft.com/office/drawing/2014/main" id="{4F0CAD67-4FCA-45C4-8713-F29003D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6226-3">
            <a:extLst xmlns:a="http://schemas.openxmlformats.org/drawingml/2006/main">
              <a:ext uri="{FF2B5EF4-FFF2-40B4-BE49-F238E27FC236}">
                <a16:creationId xmlns:a16="http://schemas.microsoft.com/office/drawing/2014/main" id="{7EC9F2FE-DB74-4FCC-968A-0C8FDEF4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p03-full-006226</a:t>
            </a:r>
          </a:p>
        </p:txBody>
      </p:sp>
      <p:sp>
        <p:nvSpPr>
          <p:cNvPr id="20" name="qa-v2-r2-title-p03-full-006226-3">
            <a:extLst xmlns:a="http://schemas.openxmlformats.org/drawingml/2006/main">
              <a:ext uri="{FF2B5EF4-FFF2-40B4-BE49-F238E27FC236}">
                <a16:creationId xmlns:a16="http://schemas.microsoft.com/office/drawing/2014/main" id="{1590C541-2D96-4DE5-A2B6-19C32DEB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21" name="qa-v2-r2-body-p03-full-006226-3">
            <a:extLst xmlns:a="http://schemas.openxmlformats.org/drawingml/2006/main">
              <a:ext uri="{FF2B5EF4-FFF2-40B4-BE49-F238E27FC236}">
                <a16:creationId xmlns:a16="http://schemas.microsoft.com/office/drawing/2014/main" id="{D4286EF0-3025-4EEA-8482-906C97F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25379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2026-08-25T12:49:02.8240000Z</dcterms:created>
  <dcterms:modified xsi:type="dcterms:W3CDTF">2026-08-25T12:49:02.8240000Z</dcterms:modified>
</coreProperties>
</file>