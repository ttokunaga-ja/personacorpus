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47be4d0b9d4b29" /><Relationship Type="http://schemas.openxmlformats.org/officeDocument/2006/relationships/extended-properties" Target="/docProps/app.xml" Id="Rbbc472ccc5a84c37" /><Relationship Type="http://schemas.openxmlformats.org/officeDocument/2006/relationships/officeDocument" Target="/ppt/presentation.xml" Id="R29842d8d364d46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b41e3cf80f4cad"/>
  </p:sldMasterIdLst>
  <p:notesMasterIdLst>
    <p:notesMasterId xmlns:r="http://schemas.openxmlformats.org/officeDocument/2006/relationships" r:id="R4acbc26bd83d486b"/>
  </p:notesMasterIdLst>
  <p:sldIdLst>
    <p:sldId xmlns:r="http://schemas.openxmlformats.org/officeDocument/2006/relationships" id="256" r:id="R9f48292a41dc468e"/>
    <p:sldId xmlns:r="http://schemas.openxmlformats.org/officeDocument/2006/relationships" id="257" r:id="Rfbb72a76cd4c4ab5"/>
    <p:sldId xmlns:r="http://schemas.openxmlformats.org/officeDocument/2006/relationships" id="258" r:id="Rac3df57520f94f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ffaba1e0e04cca" /><Relationship Type="http://schemas.openxmlformats.org/officeDocument/2006/relationships/slideMaster" Target="/ppt/slideMasters/slideMaster1.xml" Id="R48b41e3cf80f4cad" /><Relationship Type="http://schemas.openxmlformats.org/officeDocument/2006/relationships/notesMaster" Target="/ppt/notesMasters/notesMaster1.xml" Id="R4acbc26bd83d486b" /><Relationship Type="http://schemas.openxmlformats.org/officeDocument/2006/relationships/presProps" Target="/ppt/presProps.xml" Id="Ra93f225e65844df7" /><Relationship Type="http://schemas.openxmlformats.org/officeDocument/2006/relationships/tableStyles" Target="/ppt/tableStyles.xml" Id="R63b045c4a59748e1" /><Relationship Type="http://schemas.openxmlformats.org/officeDocument/2006/relationships/slide" Target="/ppt/slides/slide1.xml" Id="R9f48292a41dc468e" /><Relationship Type="http://schemas.openxmlformats.org/officeDocument/2006/relationships/slide" Target="/ppt/slides/slide2.xml" Id="Rfbb72a76cd4c4ab5" /><Relationship Type="http://schemas.openxmlformats.org/officeDocument/2006/relationships/slide" Target="/ppt/slides/slide3.xml" Id="Rac3df57520f94f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b30cb06e0548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9a3aa10b9a4702" /><Relationship Type="http://schemas.openxmlformats.org/officeDocument/2006/relationships/notesMaster" Target="/ppt/notesMasters/notesMaster1.xml" Id="R77045d894eba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23a5d4518240d3" /><Relationship Type="http://schemas.openxmlformats.org/officeDocument/2006/relationships/notesMaster" Target="/ppt/notesMasters/notesMaster1.xml" Id="Ra11cb2a31eba4e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3f81dc9c454401" /><Relationship Type="http://schemas.openxmlformats.org/officeDocument/2006/relationships/notesMaster" Target="/ppt/notesMasters/notesMaster1.xml" Id="Rf6a1067409584b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8515c4c9c47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a174613d74238" /><Relationship Type="http://schemas.openxmlformats.org/officeDocument/2006/relationships/slideLayout" Target="/ppt/slideLayouts/slideLayout1.xml" Id="R634fb86764714b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4fb86764714b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cedd36c164d6f" /><Relationship Type="http://schemas.openxmlformats.org/officeDocument/2006/relationships/notesSlide" Target="/ppt/notesSlides/notesSlide1.xml" Id="Rba9ee00733cc48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a1c99118d41d2" /><Relationship Type="http://schemas.openxmlformats.org/officeDocument/2006/relationships/notesSlide" Target="/ppt/notesSlides/notesSlide2.xml" Id="R25910a0daf984a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8c437ef824222" /><Relationship Type="http://schemas.openxmlformats.org/officeDocument/2006/relationships/notesSlide" Target="/ppt/notesSlides/notesSlide3.xml" Id="Rb6a3af0667b549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426-1">
            <a:extLst xmlns:a="http://schemas.openxmlformats.org/drawingml/2006/main">
              <a:ext uri="{FF2B5EF4-FFF2-40B4-BE49-F238E27FC236}">
                <a16:creationId xmlns:a16="http://schemas.microsoft.com/office/drawing/2014/main" id="{3B8BDFC2-4354-4517-B834-4906E8E3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426-1">
            <a:extLst xmlns:a="http://schemas.openxmlformats.org/drawingml/2006/main">
              <a:ext uri="{FF2B5EF4-FFF2-40B4-BE49-F238E27FC236}">
                <a16:creationId xmlns:a16="http://schemas.microsoft.com/office/drawing/2014/main" id="{00747999-FE5F-44A7-8253-3F65D855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p03-full-003426</a:t>
            </a:r>
          </a:p>
        </p:txBody>
      </p:sp>
      <p:sp>
        <p:nvSpPr>
          <p:cNvPr id="3" name="qa-v2-r2-title-p03-full-003426-1">
            <a:extLst xmlns:a="http://schemas.openxmlformats.org/drawingml/2006/main">
              <a:ext uri="{FF2B5EF4-FFF2-40B4-BE49-F238E27FC236}">
                <a16:creationId xmlns:a16="http://schemas.microsoft.com/office/drawing/2014/main" id="{2C101565-DFA6-4683-950F-E72610E1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426-1">
            <a:extLst xmlns:a="http://schemas.openxmlformats.org/drawingml/2006/main">
              <a:ext uri="{FF2B5EF4-FFF2-40B4-BE49-F238E27FC236}">
                <a16:creationId xmlns:a16="http://schemas.microsoft.com/office/drawing/2014/main" id="{A71B4413-B290-472D-939E-625426EB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vendor risk questionnaire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vendor risk questionnaires.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p03-src-003426; p03-full-001624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decision trace assessment.</a:t>
            </a:r>
          </a:p>
        </p:txBody>
      </p:sp>
    </p:spTree>
    <p:extLst>
      <p:ext uri="{BB962C8B-B14F-4D97-AF65-F5344CB8AC3E}">
        <p14:creationId xmlns:p14="http://schemas.microsoft.com/office/powerpoint/2010/main" val="501978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426-2">
            <a:extLst xmlns:a="http://schemas.openxmlformats.org/drawingml/2006/main">
              <a:ext uri="{FF2B5EF4-FFF2-40B4-BE49-F238E27FC236}">
                <a16:creationId xmlns:a16="http://schemas.microsoft.com/office/drawing/2014/main" id="{F08A0CC6-F397-4492-8F1F-C554B67B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426-2">
            <a:extLst xmlns:a="http://schemas.openxmlformats.org/drawingml/2006/main">
              <a:ext uri="{FF2B5EF4-FFF2-40B4-BE49-F238E27FC236}">
                <a16:creationId xmlns:a16="http://schemas.microsoft.com/office/drawing/2014/main" id="{AAAD6EFB-01BF-42EA-9C70-FD7ACE72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p03-full-003426</a:t>
            </a:r>
          </a:p>
        </p:txBody>
      </p:sp>
      <p:sp>
        <p:nvSpPr>
          <p:cNvPr id="3" name="qa-v2-r2-title-p03-full-003426-2">
            <a:extLst xmlns:a="http://schemas.openxmlformats.org/drawingml/2006/main">
              <a:ext uri="{FF2B5EF4-FFF2-40B4-BE49-F238E27FC236}">
                <a16:creationId xmlns:a16="http://schemas.microsoft.com/office/drawing/2014/main" id="{A53A5494-55A0-479B-AA32-E2E957E1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426-2">
            <a:extLst xmlns:a="http://schemas.openxmlformats.org/drawingml/2006/main">
              <a:ext uri="{FF2B5EF4-FFF2-40B4-BE49-F238E27FC236}">
                <a16:creationId xmlns:a16="http://schemas.microsoft.com/office/drawing/2014/main" id="{5EAAF2FB-F91D-4882-9740-B043AF7C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Does the Q3 questionnaire maintain evidence provenance when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source row is dated 2026-07-15?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exception-to-owner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071638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426-3">
            <a:extLst xmlns:a="http://schemas.openxmlformats.org/drawingml/2006/main">
              <a:ext uri="{FF2B5EF4-FFF2-40B4-BE49-F238E27FC236}">
                <a16:creationId xmlns:a16="http://schemas.microsoft.com/office/drawing/2014/main" id="{EB69540F-8BCA-405E-8F1E-2A122E55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426-3">
            <a:extLst xmlns:a="http://schemas.openxmlformats.org/drawingml/2006/main">
              <a:ext uri="{FF2B5EF4-FFF2-40B4-BE49-F238E27FC236}">
                <a16:creationId xmlns:a16="http://schemas.microsoft.com/office/drawing/2014/main" id="{F7664F84-DA25-452E-8CD5-6624E4B9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p03-full-003426</a:t>
            </a:r>
          </a:p>
        </p:txBody>
      </p:sp>
      <p:sp>
        <p:nvSpPr>
          <p:cNvPr id="3" name="qa-v2-r2-title-p03-full-003426-3">
            <a:extLst xmlns:a="http://schemas.openxmlformats.org/drawingml/2006/main">
              <a:ext uri="{FF2B5EF4-FFF2-40B4-BE49-F238E27FC236}">
                <a16:creationId xmlns:a16="http://schemas.microsoft.com/office/drawing/2014/main" id="{938F6622-A2C7-43E7-8889-E1246252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426-3">
            <a:extLst xmlns:a="http://schemas.openxmlformats.org/drawingml/2006/main">
              <a:ext uri="{FF2B5EF4-FFF2-40B4-BE49-F238E27FC236}">
                <a16:creationId xmlns:a16="http://schemas.microsoft.com/office/drawing/2014/main" id="{D00BC71F-CD6E-44DF-A680-07FE8212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confirm the evidence chain;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071638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2026-08-25T12:48:20.2760000Z</dcterms:created>
  <dcterms:modified xsi:type="dcterms:W3CDTF">2026-08-25T12:48:20.2760000Z</dcterms:modified>
</coreProperties>
</file>