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d79b00d3d9423e" /><Relationship Type="http://schemas.openxmlformats.org/officeDocument/2006/relationships/extended-properties" Target="/docProps/app.xml" Id="R77c1adf7373c4ecf" /><Relationship Type="http://schemas.openxmlformats.org/officeDocument/2006/relationships/officeDocument" Target="/ppt/presentation.xml" Id="R8cb0677b3f334b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6bdba5036a48d7"/>
  </p:sldMasterIdLst>
  <p:notesMasterIdLst>
    <p:notesMasterId xmlns:r="http://schemas.openxmlformats.org/officeDocument/2006/relationships" r:id="R92e39b4765524d28"/>
  </p:notesMasterIdLst>
  <p:sldIdLst>
    <p:sldId xmlns:r="http://schemas.openxmlformats.org/officeDocument/2006/relationships" id="256" r:id="R2fd405f7271c4754"/>
    <p:sldId xmlns:r="http://schemas.openxmlformats.org/officeDocument/2006/relationships" id="257" r:id="Ra46883cd46974c82"/>
    <p:sldId xmlns:r="http://schemas.openxmlformats.org/officeDocument/2006/relationships" id="258" r:id="Rc8234bf9574649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419b2d1a9c41db" /><Relationship Type="http://schemas.openxmlformats.org/officeDocument/2006/relationships/slideMaster" Target="/ppt/slideMasters/slideMaster1.xml" Id="Rf06bdba5036a48d7" /><Relationship Type="http://schemas.openxmlformats.org/officeDocument/2006/relationships/notesMaster" Target="/ppt/notesMasters/notesMaster1.xml" Id="R92e39b4765524d28" /><Relationship Type="http://schemas.openxmlformats.org/officeDocument/2006/relationships/presProps" Target="/ppt/presProps.xml" Id="R9954573288644623" /><Relationship Type="http://schemas.openxmlformats.org/officeDocument/2006/relationships/tableStyles" Target="/ppt/tableStyles.xml" Id="Rb4e735f66cb44f11" /><Relationship Type="http://schemas.openxmlformats.org/officeDocument/2006/relationships/slide" Target="/ppt/slides/slide1.xml" Id="R2fd405f7271c4754" /><Relationship Type="http://schemas.openxmlformats.org/officeDocument/2006/relationships/slide" Target="/ppt/slides/slide2.xml" Id="Ra46883cd46974c82" /><Relationship Type="http://schemas.openxmlformats.org/officeDocument/2006/relationships/slide" Target="/ppt/slides/slide3.xml" Id="Rc8234bf9574649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b3ec46ad614c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3ed048a7eb4ed5" /><Relationship Type="http://schemas.openxmlformats.org/officeDocument/2006/relationships/notesMaster" Target="/ppt/notesMasters/notesMaster1.xml" Id="R0435ca2abea74f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2c526957a94c29" /><Relationship Type="http://schemas.openxmlformats.org/officeDocument/2006/relationships/notesMaster" Target="/ppt/notesMasters/notesMaster1.xml" Id="Re5bdb262b29542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75168e99324e20" /><Relationship Type="http://schemas.openxmlformats.org/officeDocument/2006/relationships/notesMaster" Target="/ppt/notesMasters/notesMaster1.xml" Id="R5f98cb4f1b0948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ec75c58a74b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3b425dab3140d3" /><Relationship Type="http://schemas.openxmlformats.org/officeDocument/2006/relationships/slideLayout" Target="/ppt/slideLayouts/slideLayout1.xml" Id="R9180d6ba9d7f4a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80d6ba9d7f4a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02dfd532e40c9" /><Relationship Type="http://schemas.openxmlformats.org/officeDocument/2006/relationships/notesSlide" Target="/ppt/notesSlides/notesSlide1.xml" Id="Rb5990cf0010f41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85e9883b243a3" /><Relationship Type="http://schemas.openxmlformats.org/officeDocument/2006/relationships/notesSlide" Target="/ppt/notesSlides/notesSlide2.xml" Id="R89357c1e7c4f46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8e0ce63da4cd2" /><Relationship Type="http://schemas.openxmlformats.org/officeDocument/2006/relationships/notesSlide" Target="/ppt/notesSlides/notesSlide3.xml" Id="R5a26e6f960154e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826-1">
            <a:extLst xmlns:a="http://schemas.openxmlformats.org/drawingml/2006/main">
              <a:ext uri="{FF2B5EF4-FFF2-40B4-BE49-F238E27FC236}">
                <a16:creationId xmlns:a16="http://schemas.microsoft.com/office/drawing/2014/main" id="{A4BD20EC-FC5D-4014-A788-C619DF87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826-1">
            <a:extLst xmlns:a="http://schemas.openxmlformats.org/drawingml/2006/main">
              <a:ext uri="{FF2B5EF4-FFF2-40B4-BE49-F238E27FC236}">
                <a16:creationId xmlns:a16="http://schemas.microsoft.com/office/drawing/2014/main" id="{1BB16305-D86A-435C-8F54-0A0612C5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p03-full-004826</a:t>
            </a:r>
          </a:p>
        </p:txBody>
      </p:sp>
      <p:sp>
        <p:nvSpPr>
          <p:cNvPr id="3" name="qa-v2-r2-title-p03-full-004826-1">
            <a:extLst xmlns:a="http://schemas.openxmlformats.org/drawingml/2006/main">
              <a:ext uri="{FF2B5EF4-FFF2-40B4-BE49-F238E27FC236}">
                <a16:creationId xmlns:a16="http://schemas.microsoft.com/office/drawing/2014/main" id="{8247F302-07D8-41A9-AE30-35E652A7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826-1">
            <a:extLst xmlns:a="http://schemas.openxmlformats.org/drawingml/2006/main">
              <a:ext uri="{FF2B5EF4-FFF2-40B4-BE49-F238E27FC236}">
                <a16:creationId xmlns:a16="http://schemas.microsoft.com/office/drawing/2014/main" id="{CBD48FBC-58F7-4190-B820-5E071288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vendor risk questionnaire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vendor risk questionnaires.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chronology, recency,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p03-src-004826; p03-full-001036 supplies the dependency for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 assessment of the review context.</a:t>
            </a:r>
          </a:p>
        </p:txBody>
      </p:sp>
    </p:spTree>
    <p:extLst>
      <p:ext uri="{BB962C8B-B14F-4D97-AF65-F5344CB8AC3E}">
        <p14:creationId xmlns:p14="http://schemas.microsoft.com/office/powerpoint/2010/main" val="361563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826-2">
            <a:extLst xmlns:a="http://schemas.openxmlformats.org/drawingml/2006/main">
              <a:ext uri="{FF2B5EF4-FFF2-40B4-BE49-F238E27FC236}">
                <a16:creationId xmlns:a16="http://schemas.microsoft.com/office/drawing/2014/main" id="{4C9CF622-ACA3-431D-A987-1BC6EF54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826-2">
            <a:extLst xmlns:a="http://schemas.openxmlformats.org/drawingml/2006/main">
              <a:ext uri="{FF2B5EF4-FFF2-40B4-BE49-F238E27FC236}">
                <a16:creationId xmlns:a16="http://schemas.microsoft.com/office/drawing/2014/main" id="{354A4A8D-C6A6-46CD-AC62-FF43F6CE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p03-full-004826</a:t>
            </a:r>
          </a:p>
        </p:txBody>
      </p:sp>
      <p:sp>
        <p:nvSpPr>
          <p:cNvPr id="3" name="qa-v2-r2-title-p03-full-004826-2">
            <a:extLst xmlns:a="http://schemas.openxmlformats.org/drawingml/2006/main">
              <a:ext uri="{FF2B5EF4-FFF2-40B4-BE49-F238E27FC236}">
                <a16:creationId xmlns:a16="http://schemas.microsoft.com/office/drawing/2014/main" id="{0AC92922-FBAE-40E8-92DE-4DA2D7A9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826-2">
            <a:extLst xmlns:a="http://schemas.openxmlformats.org/drawingml/2006/main">
              <a:ext uri="{FF2B5EF4-FFF2-40B4-BE49-F238E27FC236}">
                <a16:creationId xmlns:a16="http://schemas.microsoft.com/office/drawing/2014/main" id="{1AD5892B-21AA-4B08-ADCE-093CEF15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source reports 48/48 final review completion; it supports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 action-owner question, not supplier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772805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826-3">
            <a:extLst xmlns:a="http://schemas.openxmlformats.org/drawingml/2006/main">
              <a:ext uri="{FF2B5EF4-FFF2-40B4-BE49-F238E27FC236}">
                <a16:creationId xmlns:a16="http://schemas.microsoft.com/office/drawing/2014/main" id="{1AF0E5E7-B192-4689-9877-7904CF28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826-3">
            <a:extLst xmlns:a="http://schemas.openxmlformats.org/drawingml/2006/main">
              <a:ext uri="{FF2B5EF4-FFF2-40B4-BE49-F238E27FC236}">
                <a16:creationId xmlns:a16="http://schemas.microsoft.com/office/drawing/2014/main" id="{49C3536E-DCE3-4317-BA9E-9DCF5D7E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p03-full-004826</a:t>
            </a:r>
          </a:p>
        </p:txBody>
      </p:sp>
      <p:sp>
        <p:nvSpPr>
          <p:cNvPr id="3" name="qa-v2-r2-title-p03-full-004826-3">
            <a:extLst xmlns:a="http://schemas.openxmlformats.org/drawingml/2006/main">
              <a:ext uri="{FF2B5EF4-FFF2-40B4-BE49-F238E27FC236}">
                <a16:creationId xmlns:a16="http://schemas.microsoft.com/office/drawing/2014/main" id="{EBEEA398-8AB9-404A-81E1-EE98D230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826-3">
            <a:extLst xmlns:a="http://schemas.openxmlformats.org/drawingml/2006/main">
              <a:ext uri="{FF2B5EF4-FFF2-40B4-BE49-F238E27FC236}">
                <a16:creationId xmlns:a16="http://schemas.microsoft.com/office/drawing/2014/main" id="{717D4703-946E-4957-B664-11A630E0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defer closure pending evidence;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772805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2026-08-25T12:48:41.5370000Z</dcterms:created>
  <dcterms:modified xsi:type="dcterms:W3CDTF">2026-08-25T12:48:41.5370000Z</dcterms:modified>
</coreProperties>
</file>