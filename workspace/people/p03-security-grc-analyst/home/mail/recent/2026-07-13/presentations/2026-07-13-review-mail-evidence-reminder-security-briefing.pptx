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85933117b14381" /><Relationship Type="http://schemas.openxmlformats.org/officeDocument/2006/relationships/extended-properties" Target="/docProps/app.xml" Id="Re9e3c1465b8b49ac" /><Relationship Type="http://schemas.openxmlformats.org/officeDocument/2006/relationships/officeDocument" Target="/ppt/presentation.xml" Id="R8134418af838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fdc5bcc32c4eb3"/>
  </p:sldMasterIdLst>
  <p:notesMasterIdLst>
    <p:notesMasterId xmlns:r="http://schemas.openxmlformats.org/officeDocument/2006/relationships" r:id="R1e91c7e3cf044ec2"/>
  </p:notesMasterIdLst>
  <p:sldIdLst>
    <p:sldId xmlns:r="http://schemas.openxmlformats.org/officeDocument/2006/relationships" id="256" r:id="Rb7ba697893e24771"/>
    <p:sldId xmlns:r="http://schemas.openxmlformats.org/officeDocument/2006/relationships" id="257" r:id="R4bbf0ce2f0e44343"/>
    <p:sldId xmlns:r="http://schemas.openxmlformats.org/officeDocument/2006/relationships" id="258" r:id="Ra0cc68d41a874948"/>
    <p:sldId xmlns:r="http://schemas.openxmlformats.org/officeDocument/2006/relationships" id="259" r:id="R0c8e25ecf16d4ac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8135b728344b4b" /><Relationship Type="http://schemas.openxmlformats.org/officeDocument/2006/relationships/slideMaster" Target="/ppt/slideMasters/slideMaster1.xml" Id="R40fdc5bcc32c4eb3" /><Relationship Type="http://schemas.openxmlformats.org/officeDocument/2006/relationships/notesMaster" Target="/ppt/notesMasters/notesMaster1.xml" Id="R1e91c7e3cf044ec2" /><Relationship Type="http://schemas.openxmlformats.org/officeDocument/2006/relationships/presProps" Target="/ppt/presProps.xml" Id="R35fdfbe7d8e64656" /><Relationship Type="http://schemas.openxmlformats.org/officeDocument/2006/relationships/viewProps" Target="/ppt/viewProps.xml" Id="Rd980726b2aed430b" /><Relationship Type="http://schemas.openxmlformats.org/officeDocument/2006/relationships/tableStyles" Target="/ppt/tableStyles.xml" Id="Rb227db6528f547a2" /><Relationship Type="http://schemas.openxmlformats.org/officeDocument/2006/relationships/slide" Target="/ppt/slides/slide1.xml" Id="Rb7ba697893e24771" /><Relationship Type="http://schemas.openxmlformats.org/officeDocument/2006/relationships/slide" Target="/ppt/slides/slide2.xml" Id="R4bbf0ce2f0e44343" /><Relationship Type="http://schemas.openxmlformats.org/officeDocument/2006/relationships/slide" Target="/ppt/slides/slide3.xml" Id="Ra0cc68d41a874948" /><Relationship Type="http://schemas.openxmlformats.org/officeDocument/2006/relationships/slide" Target="/ppt/slides/slide4.xml" Id="R0c8e25ecf16d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d1f300e9548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3bdf383534bf1" /><Relationship Type="http://schemas.openxmlformats.org/officeDocument/2006/relationships/notesMaster" Target="/ppt/notesMasters/notesMaster1.xml" Id="Ra4b2e950d738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ab7ce50a82434a" /><Relationship Type="http://schemas.openxmlformats.org/officeDocument/2006/relationships/notesMaster" Target="/ppt/notesMasters/notesMaster1.xml" Id="Rc6f7d7e5afde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cd86d92c247e3" /><Relationship Type="http://schemas.openxmlformats.org/officeDocument/2006/relationships/notesMaster" Target="/ppt/notesMasters/notesMaster1.xml" Id="R79d6761d56474a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18d30b27e4202" /><Relationship Type="http://schemas.openxmlformats.org/officeDocument/2006/relationships/notesMaster" Target="/ppt/notesMasters/notesMaster1.xml" Id="R622a5bc5315a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d95a9f4ab41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f5f27fc744d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b073a455441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9437a475d46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059d8ca284c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6c89932e84b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11f24a9b94b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849b4f2184b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7ee8639d143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b1def142340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45f4101a94f9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A99E09-6B22-4FD2-874C-1D235459423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5CAA753-DA77-4268-9E62-3C10B300E3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7477A1-32CD-4198-9505-5FDE334166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6C6F47-43A7-48B0-95AC-AE1E79BA85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E3F9CB-E737-4CFB-B9BD-BA9F7A47A1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C6AD95-A924-4139-BE59-0E0AE8841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20F0D9-E813-4350-9EE7-04835A9FE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20EEC0-723D-4AB0-85D3-CD0EEB0B6C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BB396F-1B68-4F6E-AC9C-B0EFB43F0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E5A829-42DF-47FD-9039-DEAF6D2CC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3A7056-EB6F-4AF6-AFEF-2E52BA7FE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D0B646-A98F-4B3A-97EF-52DC25428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54800B-E313-4459-9E1C-954EB4A99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99D628-80C0-4DFB-B45B-8F5F9F7C99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712180-E756-4D65-A53B-6A6965D158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DD814-08D2-4E54-BAB2-33C2AC650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A55670-78D1-4CDE-A40E-D8019081AC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8AAC16E-90A9-44F0-AA4E-0336313BBD8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1FCFC83-27DC-41F9-BFD8-86E1072792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3BE485-5EA8-4F06-A458-9AD71CF286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3FF1A9-AD9E-40BE-8504-F59B1082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9834D1-2CDA-4F5D-B87E-580368B86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395B64-E10B-445A-98A8-0FDC362A2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B9A62A1-CCA8-42E6-821A-795B3B76FA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F199EFD-E124-4FA1-BABB-54BB1DFE18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A160AC-3316-47AC-A116-2175D30EE0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76EDBA1-2BBD-4BB4-A708-C22C9D0BB4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C29F105-3E8D-41F2-81B4-7A239632A2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C9C9C0C-227B-4061-847E-8FC0D6F28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57FBB2-F7D3-44D7-9F0F-32E2276E4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3F4C6DB-ABBA-49FE-9C4E-D23C206BF1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9CD7D96-985F-4BF2-A889-4D0D69E4C5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7E87C0-9875-4E1D-A70A-CD93C846D8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339046F-BC41-4269-9BC7-CCCE8181B0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4E01BE6-96DC-49CD-BF31-D3BAAFF990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C04A19-9DEC-4D20-891F-427A699DB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EB0877-EFA8-471D-92DB-00939CBF4E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F2FFD8-8EFF-49E4-A7D2-CFB20BD8DD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9C482E4-5307-4BFE-9DCF-E614A8E69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55313E-1C66-4A4E-AFBB-80AF48E753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7DCBAF-BCCF-4F95-9FCD-D6C838262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E053C7-E96A-47F2-AF63-88D321538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1362BF-1C7A-43A3-BAD0-FDEC297A4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CC6FBCA-B152-45F9-9118-F9BB107AFC5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6463E26-F6B0-48A5-BC55-F29709E458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F15D3F-FC94-40C5-87F0-0739FC7C40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10998E-FE16-4B52-97EF-B8F996EE9B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E5C8192-D3D2-44E5-9EC9-42963E51BA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F6002D-F02A-417A-85A9-D298D6649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244329-B9B8-428B-B428-19FBC9376D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3CEE71-3CC2-4372-AE03-85BC0C548D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479E20-14D9-48CD-86C6-8AD42743E4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615A04-1B88-479E-8914-F070BDCF0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9683136-2020-448C-8B57-D6FFDEB99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786D7D-0488-4E42-9688-3273E4BA68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AB8CC2-218C-440B-A3B8-F4E06B4713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F62FDD-8D7D-4915-9FA0-D839D65C31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F43860-B297-42DB-A1A4-29D1BC1AA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7e82dadfe4dbd" /><Relationship Type="http://schemas.openxmlformats.org/officeDocument/2006/relationships/slideLayout" Target="/ppt/slideLayouts/slideLayout1.xml" Id="Rc143812d56994262" /><Relationship Type="http://schemas.openxmlformats.org/officeDocument/2006/relationships/slideLayout" Target="/ppt/slideLayouts/slideLayout2.xml" Id="Rde56fd5442c64926" /><Relationship Type="http://schemas.openxmlformats.org/officeDocument/2006/relationships/slideLayout" Target="/ppt/slideLayouts/slideLayout3.xml" Id="R4ae0c9f2053a4efa" /><Relationship Type="http://schemas.openxmlformats.org/officeDocument/2006/relationships/slideLayout" Target="/ppt/slideLayouts/slideLayout4.xml" Id="R4d0a39ffe4644dac" /><Relationship Type="http://schemas.openxmlformats.org/officeDocument/2006/relationships/slideLayout" Target="/ppt/slideLayouts/slideLayout5.xml" Id="Rfdd714894a814ffc" /><Relationship Type="http://schemas.openxmlformats.org/officeDocument/2006/relationships/slideLayout" Target="/ppt/slideLayouts/slideLayout6.xml" Id="Raecadeac3f2d4cbf" /><Relationship Type="http://schemas.openxmlformats.org/officeDocument/2006/relationships/slideLayout" Target="/ppt/slideLayouts/slideLayout7.xml" Id="R3e3b0ed232b94a89" /><Relationship Type="http://schemas.openxmlformats.org/officeDocument/2006/relationships/slideLayout" Target="/ppt/slideLayouts/slideLayout8.xml" Id="R53b839e38fc04aa5" /><Relationship Type="http://schemas.openxmlformats.org/officeDocument/2006/relationships/slideLayout" Target="/ppt/slideLayouts/slideLayout9.xml" Id="R6bf85d6ecd044f52" /><Relationship Type="http://schemas.openxmlformats.org/officeDocument/2006/relationships/slideLayout" Target="/ppt/slideLayouts/slideLayout10.xml" Id="Raedccf53ec96406a" /><Relationship Type="http://schemas.openxmlformats.org/officeDocument/2006/relationships/slideLayout" Target="/ppt/slideLayouts/slideLayout11.xml" Id="R58afe85420d14c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FF853DC-B65C-463D-8E52-AD8344CA8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A34764-A767-4A55-873D-8CFC51961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6C4032-4AC3-458B-BE7C-16C99E22340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27077-33AB-48C7-A89B-951D342F194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1ECA6E-3A6F-481F-9A41-A347C3781F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43812d56994262"/>
    <p:sldLayoutId xmlns:r="http://schemas.openxmlformats.org/officeDocument/2006/relationships" id="2147483650" r:id="Rde56fd5442c64926"/>
    <p:sldLayoutId xmlns:r="http://schemas.openxmlformats.org/officeDocument/2006/relationships" id="2147483651" r:id="R4ae0c9f2053a4efa"/>
    <p:sldLayoutId xmlns:r="http://schemas.openxmlformats.org/officeDocument/2006/relationships" id="2147483652" r:id="R4d0a39ffe4644dac"/>
    <p:sldLayoutId xmlns:r="http://schemas.openxmlformats.org/officeDocument/2006/relationships" id="2147483653" r:id="Rfdd714894a814ffc"/>
    <p:sldLayoutId xmlns:r="http://schemas.openxmlformats.org/officeDocument/2006/relationships" id="2147483654" r:id="Raecadeac3f2d4cbf"/>
    <p:sldLayoutId xmlns:r="http://schemas.openxmlformats.org/officeDocument/2006/relationships" id="2147483655" r:id="R3e3b0ed232b94a89"/>
    <p:sldLayoutId xmlns:r="http://schemas.openxmlformats.org/officeDocument/2006/relationships" id="2147483656" r:id="R53b839e38fc04aa5"/>
    <p:sldLayoutId xmlns:r="http://schemas.openxmlformats.org/officeDocument/2006/relationships" id="2147483657" r:id="R6bf85d6ecd044f52"/>
    <p:sldLayoutId xmlns:r="http://schemas.openxmlformats.org/officeDocument/2006/relationships" id="2147483658" r:id="Raedccf53ec96406a"/>
    <p:sldLayoutId xmlns:r="http://schemas.openxmlformats.org/officeDocument/2006/relationships" id="2147483659" r:id="R58afe85420d14c5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664cf7749648ac" /><Relationship Type="http://schemas.openxmlformats.org/officeDocument/2006/relationships/notesSlide" Target="/ppt/notesSlides/notesSlide1.xml" Id="Rd92c83c3f083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75b1f6cd144ad4" /><Relationship Type="http://schemas.openxmlformats.org/officeDocument/2006/relationships/notesSlide" Target="/ppt/notesSlides/notesSlide2.xml" Id="Re7ba1b6835a946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0e704bf118427d" /><Relationship Type="http://schemas.openxmlformats.org/officeDocument/2006/relationships/notesSlide" Target="/ppt/notesSlides/notesSlide3.xml" Id="R2eea28d8d37f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d08b43e29d43ce" /><Relationship Type="http://schemas.openxmlformats.org/officeDocument/2006/relationships/notesSlide" Target="/ppt/notesSlides/notesSlide4.xml" Id="R8f981534bcb64a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74-1">
            <a:extLst xmlns:a="http://schemas.openxmlformats.org/drawingml/2006/main">
              <a:ext uri="{FF2B5EF4-FFF2-40B4-BE49-F238E27FC236}">
                <a16:creationId xmlns:a16="http://schemas.microsoft.com/office/drawing/2014/main" id="{78BFFA88-0012-4228-8B01-60C06886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74-1">
            <a:extLst xmlns:a="http://schemas.openxmlformats.org/drawingml/2006/main">
              <a:ext uri="{FF2B5EF4-FFF2-40B4-BE49-F238E27FC236}">
                <a16:creationId xmlns:a16="http://schemas.microsoft.com/office/drawing/2014/main" id="{3A52E1F9-8386-4BD2-A364-2604A82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p03-full-009874</a:t>
            </a:r>
          </a:p>
        </p:txBody>
      </p:sp>
      <p:sp>
        <p:nvSpPr>
          <p:cNvPr id="3" name="qa-v2-r2-title-p03-full-009874-1">
            <a:extLst xmlns:a="http://schemas.openxmlformats.org/drawingml/2006/main">
              <a:ext uri="{FF2B5EF4-FFF2-40B4-BE49-F238E27FC236}">
                <a16:creationId xmlns:a16="http://schemas.microsoft.com/office/drawing/2014/main" id="{92660ECE-85C3-4715-B8E6-324F3F33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874-1">
            <a:extLst xmlns:a="http://schemas.openxmlformats.org/drawingml/2006/main">
              <a:ext uri="{FF2B5EF4-FFF2-40B4-BE49-F238E27FC236}">
                <a16:creationId xmlns:a16="http://schemas.microsoft.com/office/drawing/2014/main" id="{EEB31431-35EE-4372-AF31-EE9AB1F0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review mail evidence reminder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mail recent.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p03-src-009874; p03-full-008123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applicability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293922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74-2">
            <a:extLst xmlns:a="http://schemas.openxmlformats.org/drawingml/2006/main">
              <a:ext uri="{FF2B5EF4-FFF2-40B4-BE49-F238E27FC236}">
                <a16:creationId xmlns:a16="http://schemas.microsoft.com/office/drawing/2014/main" id="{F87FFEDE-521E-4C64-BF5B-6DB4799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74-2">
            <a:extLst xmlns:a="http://schemas.openxmlformats.org/drawingml/2006/main">
              <a:ext uri="{FF2B5EF4-FFF2-40B4-BE49-F238E27FC236}">
                <a16:creationId xmlns:a16="http://schemas.microsoft.com/office/drawing/2014/main" id="{5EFBE5AE-2F6F-4395-A623-AF5866E4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p03-full-009874</a:t>
            </a:r>
          </a:p>
        </p:txBody>
      </p:sp>
      <p:sp>
        <p:nvSpPr>
          <p:cNvPr id="3" name="qa-v2-r2-title-p03-full-009874-2">
            <a:extLst xmlns:a="http://schemas.openxmlformats.org/drawingml/2006/main">
              <a:ext uri="{FF2B5EF4-FFF2-40B4-BE49-F238E27FC236}">
                <a16:creationId xmlns:a16="http://schemas.microsoft.com/office/drawing/2014/main" id="{6E58EF9F-E4FC-4DEE-8272-6F04FE9F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874-2">
            <a:extLst xmlns:a="http://schemas.openxmlformats.org/drawingml/2006/main">
              <a:ext uri="{FF2B5EF4-FFF2-40B4-BE49-F238E27FC236}">
                <a16:creationId xmlns:a16="http://schemas.microsoft.com/office/drawing/2014/main" id="{4C74486C-C51E-413C-B153-49D46A14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exception-to-owner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725104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74-3">
            <a:extLst xmlns:a="http://schemas.openxmlformats.org/drawingml/2006/main">
              <a:ext uri="{FF2B5EF4-FFF2-40B4-BE49-F238E27FC236}">
                <a16:creationId xmlns:a16="http://schemas.microsoft.com/office/drawing/2014/main" id="{45D10296-1DA0-431A-B87E-0116B265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74-3">
            <a:extLst xmlns:a="http://schemas.openxmlformats.org/drawingml/2006/main">
              <a:ext uri="{FF2B5EF4-FFF2-40B4-BE49-F238E27FC236}">
                <a16:creationId xmlns:a16="http://schemas.microsoft.com/office/drawing/2014/main" id="{A7A9CE3D-7CFC-45F9-AF8A-AEBD4874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p03-full-009874</a:t>
            </a:r>
          </a:p>
        </p:txBody>
      </p:sp>
      <p:sp>
        <p:nvSpPr>
          <p:cNvPr id="3" name="qa-v2-r2-title-p03-full-009874-3">
            <a:extLst xmlns:a="http://schemas.openxmlformats.org/drawingml/2006/main">
              <a:ext uri="{FF2B5EF4-FFF2-40B4-BE49-F238E27FC236}">
                <a16:creationId xmlns:a16="http://schemas.microsoft.com/office/drawing/2014/main" id="{A2FEB5D5-1660-4CDA-A9E4-243C9928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874-3">
            <a:extLst xmlns:a="http://schemas.openxmlformats.org/drawingml/2006/main">
              <a:ext uri="{FF2B5EF4-FFF2-40B4-BE49-F238E27FC236}">
                <a16:creationId xmlns:a16="http://schemas.microsoft.com/office/drawing/2014/main" id="{734314A8-7621-4832-839D-6189F550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27376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874-4">
            <a:extLst xmlns:a="http://schemas.openxmlformats.org/drawingml/2006/main">
              <a:ext uri="{FF2B5EF4-FFF2-40B4-BE49-F238E27FC236}">
                <a16:creationId xmlns:a16="http://schemas.microsoft.com/office/drawing/2014/main" id="{FD4A286D-8C33-4BAB-B096-08F097C7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874-4">
            <a:extLst xmlns:a="http://schemas.openxmlformats.org/drawingml/2006/main">
              <a:ext uri="{FF2B5EF4-FFF2-40B4-BE49-F238E27FC236}">
                <a16:creationId xmlns:a16="http://schemas.microsoft.com/office/drawing/2014/main" id="{6FD50859-3461-4F80-AFD7-EA17B734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p03-full-009874</a:t>
            </a:r>
          </a:p>
        </p:txBody>
      </p:sp>
      <p:sp>
        <p:nvSpPr>
          <p:cNvPr id="3" name="qa-v2-r2-title-p03-full-009874-4">
            <a:extLst xmlns:a="http://schemas.openxmlformats.org/drawingml/2006/main">
              <a:ext uri="{FF2B5EF4-FFF2-40B4-BE49-F238E27FC236}">
                <a16:creationId xmlns:a16="http://schemas.microsoft.com/office/drawing/2014/main" id="{4E28BC92-32FE-4015-AB13-00FEE853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874-4">
            <a:extLst xmlns:a="http://schemas.openxmlformats.org/drawingml/2006/main">
              <a:ext uri="{FF2B5EF4-FFF2-40B4-BE49-F238E27FC236}">
                <a16:creationId xmlns:a16="http://schemas.microsoft.com/office/drawing/2014/main" id="{20ED4E69-B48E-4548-A5F7-610B979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p03-src-009874 with p03-full-008123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applicability.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273764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2026-08-25T13:04:23.5660000Z</dcterms:created>
  <dcterms:modified xsi:type="dcterms:W3CDTF">2026-08-25T13:04:23.5660000Z</dcterms:modified>
</coreProperties>
</file>