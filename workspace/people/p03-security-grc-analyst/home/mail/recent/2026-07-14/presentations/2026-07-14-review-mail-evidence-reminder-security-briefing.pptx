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354ece9ba94d06" /><Relationship Type="http://schemas.openxmlformats.org/officeDocument/2006/relationships/extended-properties" Target="/docProps/app.xml" Id="R8174257f3bfd47e6" /><Relationship Type="http://schemas.openxmlformats.org/officeDocument/2006/relationships/officeDocument" Target="/ppt/presentation.xml" Id="R48368411ef4d44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fc4d494b024624"/>
  </p:sldMasterIdLst>
  <p:notesMasterIdLst>
    <p:notesMasterId xmlns:r="http://schemas.openxmlformats.org/officeDocument/2006/relationships" r:id="R1a516dea190345b5"/>
  </p:notesMasterIdLst>
  <p:sldIdLst>
    <p:sldId xmlns:r="http://schemas.openxmlformats.org/officeDocument/2006/relationships" id="256" r:id="R9ff50d1676b84ea5"/>
    <p:sldId xmlns:r="http://schemas.openxmlformats.org/officeDocument/2006/relationships" id="257" r:id="Rbe7d26af137b431d"/>
    <p:sldId xmlns:r="http://schemas.openxmlformats.org/officeDocument/2006/relationships" id="258" r:id="R6b870e6744cb45e6"/>
    <p:sldId xmlns:r="http://schemas.openxmlformats.org/officeDocument/2006/relationships" id="259" r:id="R1d8c32c3800c4692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d294b25a5d4494" /><Relationship Type="http://schemas.openxmlformats.org/officeDocument/2006/relationships/slideMaster" Target="/ppt/slideMasters/slideMaster1.xml" Id="R69fc4d494b024624" /><Relationship Type="http://schemas.openxmlformats.org/officeDocument/2006/relationships/notesMaster" Target="/ppt/notesMasters/notesMaster1.xml" Id="R1a516dea190345b5" /><Relationship Type="http://schemas.openxmlformats.org/officeDocument/2006/relationships/presProps" Target="/ppt/presProps.xml" Id="R54a5d6b231b04271" /><Relationship Type="http://schemas.openxmlformats.org/officeDocument/2006/relationships/viewProps" Target="/ppt/viewProps.xml" Id="Rf640f636d008440f" /><Relationship Type="http://schemas.openxmlformats.org/officeDocument/2006/relationships/tableStyles" Target="/ppt/tableStyles.xml" Id="R4b5f83592f684558" /><Relationship Type="http://schemas.openxmlformats.org/officeDocument/2006/relationships/slide" Target="/ppt/slides/slide1.xml" Id="R9ff50d1676b84ea5" /><Relationship Type="http://schemas.openxmlformats.org/officeDocument/2006/relationships/slide" Target="/ppt/slides/slide2.xml" Id="Rbe7d26af137b431d" /><Relationship Type="http://schemas.openxmlformats.org/officeDocument/2006/relationships/slide" Target="/ppt/slides/slide3.xml" Id="R6b870e6744cb45e6" /><Relationship Type="http://schemas.openxmlformats.org/officeDocument/2006/relationships/slide" Target="/ppt/slides/slide4.xml" Id="R1d8c32c3800c46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2663b8952c48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b0687327e248e5" /><Relationship Type="http://schemas.openxmlformats.org/officeDocument/2006/relationships/notesMaster" Target="/ppt/notesMasters/notesMaster1.xml" Id="Rad556f6c25c843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75c82ad1694c8b" /><Relationship Type="http://schemas.openxmlformats.org/officeDocument/2006/relationships/notesMaster" Target="/ppt/notesMasters/notesMaster1.xml" Id="R4ad1cbb38c884d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c6f7c226a842ff" /><Relationship Type="http://schemas.openxmlformats.org/officeDocument/2006/relationships/notesMaster" Target="/ppt/notesMasters/notesMaster1.xml" Id="R81ab5cb7edc643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cda07bd5d84cc0" /><Relationship Type="http://schemas.openxmlformats.org/officeDocument/2006/relationships/notesMaster" Target="/ppt/notesMasters/notesMaster1.xml" Id="R4f4eb21979204a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de9a2a3474d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5e850a5d374e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850e90b0f43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b4290464894b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0cdf8df6ef44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5fdd65ce5412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153ed9d8248e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b30cd33a8647e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38a7e97f946c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aeaa0e69c1423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445b85e960424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04EF43-1C39-487A-8CEE-D1B72D9A9CE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3EBCBC3-5F75-48A9-83F9-DA382CC397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625ED4-4C53-44CC-8528-7DF186B0E3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35FEE4-6B22-43EA-A397-6580629C7B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C6FA97-8605-4B07-9C75-DA905E4B7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E19370-B28E-47C0-8CC7-8D320C8D6A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BBCABAA-1E42-4691-BCA0-C8375D840A6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D621DD1-3FE3-41AC-A08F-C7A6E9777D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1E4349-0C4D-44AC-A29D-19F43FC47C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ECE24A-577D-48A9-AA09-F25A114CB7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72E320-2085-43D2-9416-7DF14E7A94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7D7E76-3071-4631-85AF-698F9CD2CC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0B6AE2-D161-4836-AF47-B0FDE48D18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4C5B1FE-C8F2-402A-A64F-B6F5A7892C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0E54FB-6890-4B1C-BECA-4C27DD4B9F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E4AEA-B887-4EA1-96C6-2D9293AFDE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2501E78-D0E1-4BBC-B100-0D54E91E35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4B73C3F-62E4-43DB-9D06-7B8A10060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53A2ECE-FFCD-4B64-B5E7-A9A28CB9C2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6205C4A-46A6-4372-B343-AA11AFB79A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C4001C7-AEA2-41F5-9F8C-690D429EDB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094AB9-9506-43CB-96C3-3E350CA7C1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B0F2AF5-6C5F-4B38-B435-D3EBB6ED24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4092018-D2AB-411B-A83D-77746E7254C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7E65F39-1128-4B38-8A8C-3651FBCA603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8C6AF9B-EE16-4D5C-AFC9-67496314596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D0718EF-FB93-4A73-99B6-0EBB1D91CE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446EFEA-1196-46D3-9BA9-F522504B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3E34A09-B531-476B-81C1-1474AD3426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5E6CB2-8EC8-4E8C-ABF1-9B739FD4A7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2CCB33E-5D47-454C-AF99-95246D6001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510FE03-347B-4FAE-A85A-64BB825BA6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E2F5D17-50AD-42B4-BDFF-34DF3ABD20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31DB960-BA64-4E38-A1DC-F7B8693888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C1ADE9A-38EA-489F-B89C-7CFA9D6C4F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770E7BB-F87F-4780-BC9F-34497CFF07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AFC94E-1EE0-415A-90E9-8C916FAB0D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EC6A55-ABAE-4409-8842-91F8C9D15E2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2CB8FC7-C97D-4DC7-A399-80C0D1060F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A0B32C2-02DD-447F-83C2-EA25718596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7C5F10D-C144-4514-B93B-46F9C71F18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73E022C-942E-4A87-8AC0-1C2BBB5D90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26662-8689-4F0F-A503-D1A5567985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A55C20F-C176-437D-8B5A-848BAE9E883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EEA5174-9103-44CF-A0B8-82C21DABA0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6582597-60C7-4A14-9D1D-67645E412F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2463250-5725-41D2-A86F-75223344A9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C76B28-19E8-44A0-A722-0D29C5695D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DC70A0-2872-4B63-BBBA-525FDC41D5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12642B2-FAC6-4043-87C1-AC6D06A309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E3CFAE0-E674-4BB3-BADB-EB3F0C02D9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2D772C-651B-4DF6-8A51-17DB56DD0E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524A56-ED1B-449D-B051-B79CD8BA0F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0FA1595-1370-4086-898D-08C82A397C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01046CE-BB61-4428-A1AC-C84F85157E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9DA9534-7822-47F3-BB2F-C1B08DA4C5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ADC8954-B7AB-493E-931E-7C64FF7902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73078B-EB27-450D-9698-E85DC04908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8d57609f704bee" /><Relationship Type="http://schemas.openxmlformats.org/officeDocument/2006/relationships/slideLayout" Target="/ppt/slideLayouts/slideLayout1.xml" Id="R3bd3defdd0af46b6" /><Relationship Type="http://schemas.openxmlformats.org/officeDocument/2006/relationships/slideLayout" Target="/ppt/slideLayouts/slideLayout2.xml" Id="Rd96c9364934a4f8b" /><Relationship Type="http://schemas.openxmlformats.org/officeDocument/2006/relationships/slideLayout" Target="/ppt/slideLayouts/slideLayout3.xml" Id="R6df47e088c34468e" /><Relationship Type="http://schemas.openxmlformats.org/officeDocument/2006/relationships/slideLayout" Target="/ppt/slideLayouts/slideLayout4.xml" Id="R361340fc79154c8d" /><Relationship Type="http://schemas.openxmlformats.org/officeDocument/2006/relationships/slideLayout" Target="/ppt/slideLayouts/slideLayout5.xml" Id="R60457702ce6d4ed4" /><Relationship Type="http://schemas.openxmlformats.org/officeDocument/2006/relationships/slideLayout" Target="/ppt/slideLayouts/slideLayout6.xml" Id="R6e00efa47ac54b62" /><Relationship Type="http://schemas.openxmlformats.org/officeDocument/2006/relationships/slideLayout" Target="/ppt/slideLayouts/slideLayout7.xml" Id="R70554c15a7ce4075" /><Relationship Type="http://schemas.openxmlformats.org/officeDocument/2006/relationships/slideLayout" Target="/ppt/slideLayouts/slideLayout8.xml" Id="R4e30475c621e49f1" /><Relationship Type="http://schemas.openxmlformats.org/officeDocument/2006/relationships/slideLayout" Target="/ppt/slideLayouts/slideLayout9.xml" Id="Reb4465bef0d04c79" /><Relationship Type="http://schemas.openxmlformats.org/officeDocument/2006/relationships/slideLayout" Target="/ppt/slideLayouts/slideLayout10.xml" Id="Rb93a72f464e245f1" /><Relationship Type="http://schemas.openxmlformats.org/officeDocument/2006/relationships/slideLayout" Target="/ppt/slideLayouts/slideLayout11.xml" Id="R22e90cf5f33e484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42A2204-4E3E-4E6B-8166-B5BE243570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BF6438D-2F2B-4A19-9443-53E2958314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D8115E-2A31-4435-B4A7-14BCCD7AC2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4C7C2FB-75C4-44FF-913B-D4D990CCE01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2BBDA1-80E0-4DDD-A536-1FA01EBC7CA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d3defdd0af46b6"/>
    <p:sldLayoutId xmlns:r="http://schemas.openxmlformats.org/officeDocument/2006/relationships" id="2147483650" r:id="Rd96c9364934a4f8b"/>
    <p:sldLayoutId xmlns:r="http://schemas.openxmlformats.org/officeDocument/2006/relationships" id="2147483651" r:id="R6df47e088c34468e"/>
    <p:sldLayoutId xmlns:r="http://schemas.openxmlformats.org/officeDocument/2006/relationships" id="2147483652" r:id="R361340fc79154c8d"/>
    <p:sldLayoutId xmlns:r="http://schemas.openxmlformats.org/officeDocument/2006/relationships" id="2147483653" r:id="R60457702ce6d4ed4"/>
    <p:sldLayoutId xmlns:r="http://schemas.openxmlformats.org/officeDocument/2006/relationships" id="2147483654" r:id="R6e00efa47ac54b62"/>
    <p:sldLayoutId xmlns:r="http://schemas.openxmlformats.org/officeDocument/2006/relationships" id="2147483655" r:id="R70554c15a7ce4075"/>
    <p:sldLayoutId xmlns:r="http://schemas.openxmlformats.org/officeDocument/2006/relationships" id="2147483656" r:id="R4e30475c621e49f1"/>
    <p:sldLayoutId xmlns:r="http://schemas.openxmlformats.org/officeDocument/2006/relationships" id="2147483657" r:id="Reb4465bef0d04c79"/>
    <p:sldLayoutId xmlns:r="http://schemas.openxmlformats.org/officeDocument/2006/relationships" id="2147483658" r:id="Rb93a72f464e245f1"/>
    <p:sldLayoutId xmlns:r="http://schemas.openxmlformats.org/officeDocument/2006/relationships" id="2147483659" r:id="R22e90cf5f33e484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7dd3df87c34b71" /><Relationship Type="http://schemas.openxmlformats.org/officeDocument/2006/relationships/notesSlide" Target="/ppt/notesSlides/notesSlide1.xml" Id="R6f2d16c30c7546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b6ec81425a64798" /><Relationship Type="http://schemas.openxmlformats.org/officeDocument/2006/relationships/notesSlide" Target="/ppt/notesSlides/notesSlide2.xml" Id="Rdcd4982d84fa4a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31dfcd02bb43c0" /><Relationship Type="http://schemas.openxmlformats.org/officeDocument/2006/relationships/notesSlide" Target="/ppt/notesSlides/notesSlide3.xml" Id="Rad2faa129bf943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ba3bf6b60b4d91" /><Relationship Type="http://schemas.openxmlformats.org/officeDocument/2006/relationships/notesSlide" Target="/ppt/notesSlides/notesSlide4.xml" Id="R8eb03a73866e40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774-1">
            <a:extLst xmlns:a="http://schemas.openxmlformats.org/drawingml/2006/main">
              <a:ext uri="{FF2B5EF4-FFF2-40B4-BE49-F238E27FC236}">
                <a16:creationId xmlns:a16="http://schemas.microsoft.com/office/drawing/2014/main" id="{EA2FDF32-EF23-484D-87C9-9FBFE0B4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774-1">
            <a:extLst xmlns:a="http://schemas.openxmlformats.org/drawingml/2006/main">
              <a:ext uri="{FF2B5EF4-FFF2-40B4-BE49-F238E27FC236}">
                <a16:creationId xmlns:a16="http://schemas.microsoft.com/office/drawing/2014/main" id="{7DB0F645-75BE-421E-B477-1DB3726E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p03-full-009774</a:t>
            </a:r>
          </a:p>
        </p:txBody>
      </p:sp>
      <p:sp>
        <p:nvSpPr>
          <p:cNvPr id="3" name="qa-v2-r2-title-p03-full-009774-1">
            <a:extLst xmlns:a="http://schemas.openxmlformats.org/drawingml/2006/main">
              <a:ext uri="{FF2B5EF4-FFF2-40B4-BE49-F238E27FC236}">
                <a16:creationId xmlns:a16="http://schemas.microsoft.com/office/drawing/2014/main" id="{A807A7EE-9FF1-42AA-988A-61817888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9774-1">
            <a:extLst xmlns:a="http://schemas.openxmlformats.org/drawingml/2006/main">
              <a:ext uri="{FF2B5EF4-FFF2-40B4-BE49-F238E27FC236}">
                <a16:creationId xmlns:a16="http://schemas.microsoft.com/office/drawing/2014/main" id="{376CA75B-54A8-4E1B-911B-41BEC268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review mail evidence reminder security briefing within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mail recent. The record treats RISK-031 on 2026-07-14 as a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 question focused on source reliability, provenance,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p03-src-009774 is the declared source; p03-full-003119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9752136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774-2">
            <a:extLst xmlns:a="http://schemas.openxmlformats.org/drawingml/2006/main">
              <a:ext uri="{FF2B5EF4-FFF2-40B4-BE49-F238E27FC236}">
                <a16:creationId xmlns:a16="http://schemas.microsoft.com/office/drawing/2014/main" id="{D5C5C3CC-8005-4999-8099-1BF643D6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774-2">
            <a:extLst xmlns:a="http://schemas.openxmlformats.org/drawingml/2006/main">
              <a:ext uri="{FF2B5EF4-FFF2-40B4-BE49-F238E27FC236}">
                <a16:creationId xmlns:a16="http://schemas.microsoft.com/office/drawing/2014/main" id="{7EAECABC-A168-4EF3-BA77-5C12E6B7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p03-full-009774</a:t>
            </a:r>
          </a:p>
        </p:txBody>
      </p:sp>
      <p:sp>
        <p:nvSpPr>
          <p:cNvPr id="3" name="qa-v2-r2-title-p03-full-009774-2">
            <a:extLst xmlns:a="http://schemas.openxmlformats.org/drawingml/2006/main">
              <a:ext uri="{FF2B5EF4-FFF2-40B4-BE49-F238E27FC236}">
                <a16:creationId xmlns:a16="http://schemas.microsoft.com/office/drawing/2014/main" id="{EC6995DD-8E81-4A20-BECE-87261C22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9774-2">
            <a:extLst xmlns:a="http://schemas.openxmlformats.org/drawingml/2006/main">
              <a:ext uri="{FF2B5EF4-FFF2-40B4-BE49-F238E27FC236}">
                <a16:creationId xmlns:a16="http://schemas.microsoft.com/office/drawing/2014/main" id="{667A2562-049B-4380-A2C0-9CE55B25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record's purpose is to provide a concise synthetic evidence review update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CASE-260713-184.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assessment-to-control linkage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source reliability, provenance, and corroboration quality, rather than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treat 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65832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774-3">
            <a:extLst xmlns:a="http://schemas.openxmlformats.org/drawingml/2006/main">
              <a:ext uri="{FF2B5EF4-FFF2-40B4-BE49-F238E27FC236}">
                <a16:creationId xmlns:a16="http://schemas.microsoft.com/office/drawing/2014/main" id="{AD428488-1346-4991-9204-A97F463A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774-3">
            <a:extLst xmlns:a="http://schemas.openxmlformats.org/drawingml/2006/main">
              <a:ext uri="{FF2B5EF4-FFF2-40B4-BE49-F238E27FC236}">
                <a16:creationId xmlns:a16="http://schemas.microsoft.com/office/drawing/2014/main" id="{889F73C6-8117-42C2-992E-F7086EE3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p03-full-009774</a:t>
            </a:r>
          </a:p>
        </p:txBody>
      </p:sp>
      <p:sp>
        <p:nvSpPr>
          <p:cNvPr id="3" name="qa-v2-r2-title-p03-full-009774-3">
            <a:extLst xmlns:a="http://schemas.openxmlformats.org/drawingml/2006/main">
              <a:ext uri="{FF2B5EF4-FFF2-40B4-BE49-F238E27FC236}">
                <a16:creationId xmlns:a16="http://schemas.microsoft.com/office/drawing/2014/main" id="{883F69CC-8450-4905-9E7E-A71C8CB8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9774-3">
            <a:extLst xmlns:a="http://schemas.openxmlformats.org/drawingml/2006/main">
              <a:ext uri="{FF2B5EF4-FFF2-40B4-BE49-F238E27FC236}">
                <a16:creationId xmlns:a16="http://schemas.microsoft.com/office/drawing/2014/main" id="{CD3CC614-458B-43E1-981E-916F9142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restate the approval boundary;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4532730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774-4">
            <a:extLst xmlns:a="http://schemas.openxmlformats.org/drawingml/2006/main">
              <a:ext uri="{FF2B5EF4-FFF2-40B4-BE49-F238E27FC236}">
                <a16:creationId xmlns:a16="http://schemas.microsoft.com/office/drawing/2014/main" id="{A331E22E-02A6-43BA-B473-1AB8042E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774-4">
            <a:extLst xmlns:a="http://schemas.openxmlformats.org/drawingml/2006/main">
              <a:ext uri="{FF2B5EF4-FFF2-40B4-BE49-F238E27FC236}">
                <a16:creationId xmlns:a16="http://schemas.microsoft.com/office/drawing/2014/main" id="{6CB643F4-8F9A-4604-916B-A51FDA7F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p03-full-009774</a:t>
            </a:r>
          </a:p>
        </p:txBody>
      </p:sp>
      <p:sp>
        <p:nvSpPr>
          <p:cNvPr id="3" name="qa-v2-r2-title-p03-full-009774-4">
            <a:extLst xmlns:a="http://schemas.openxmlformats.org/drawingml/2006/main">
              <a:ext uri="{FF2B5EF4-FFF2-40B4-BE49-F238E27FC236}">
                <a16:creationId xmlns:a16="http://schemas.microsoft.com/office/drawing/2014/main" id="{968008BB-B369-465C-84BB-0AE92EA3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9774-4">
            <a:extLst xmlns:a="http://schemas.openxmlformats.org/drawingml/2006/main">
              <a:ext uri="{FF2B5EF4-FFF2-40B4-BE49-F238E27FC236}">
                <a16:creationId xmlns:a16="http://schemas.microsoft.com/office/drawing/2014/main" id="{A702355C-0EE9-491A-9816-78841FDD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p03-full-003119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dependency relevance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45327305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2026-08-25T13:04:45.1770000Z</dcterms:created>
  <dcterms:modified xsi:type="dcterms:W3CDTF">2026-08-25T13:04:45.1770000Z</dcterms:modified>
</coreProperties>
</file>