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346267fe140c3" /><Relationship Type="http://schemas.openxmlformats.org/officeDocument/2006/relationships/extended-properties" Target="/docProps/app.xml" Id="Ra9aab3c01853429b" /><Relationship Type="http://schemas.openxmlformats.org/officeDocument/2006/relationships/officeDocument" Target="/ppt/presentation.xml" Id="R437cadf6b936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0590d49634da4"/>
  </p:sldMasterIdLst>
  <p:notesMasterIdLst>
    <p:notesMasterId xmlns:r="http://schemas.openxmlformats.org/officeDocument/2006/relationships" r:id="R07351395df1d4f2c"/>
  </p:notesMasterIdLst>
  <p:sldIdLst>
    <p:sldId xmlns:r="http://schemas.openxmlformats.org/officeDocument/2006/relationships" id="256" r:id="Rdd757a7c19844e62"/>
    <p:sldId xmlns:r="http://schemas.openxmlformats.org/officeDocument/2006/relationships" id="257" r:id="Rfd8bdd8c84de4355"/>
    <p:sldId xmlns:r="http://schemas.openxmlformats.org/officeDocument/2006/relationships" id="258" r:id="Rfda0e1447ab64a6e"/>
    <p:sldId xmlns:r="http://schemas.openxmlformats.org/officeDocument/2006/relationships" id="259" r:id="R78db86a2b74e4e4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32cc592934232" /><Relationship Type="http://schemas.openxmlformats.org/officeDocument/2006/relationships/slideMaster" Target="/ppt/slideMasters/slideMaster1.xml" Id="R8df0590d49634da4" /><Relationship Type="http://schemas.openxmlformats.org/officeDocument/2006/relationships/notesMaster" Target="/ppt/notesMasters/notesMaster1.xml" Id="R07351395df1d4f2c" /><Relationship Type="http://schemas.openxmlformats.org/officeDocument/2006/relationships/presProps" Target="/ppt/presProps.xml" Id="R8e685b348b8a478b" /><Relationship Type="http://schemas.openxmlformats.org/officeDocument/2006/relationships/viewProps" Target="/ppt/viewProps.xml" Id="Rd7a873b675884b8c" /><Relationship Type="http://schemas.openxmlformats.org/officeDocument/2006/relationships/tableStyles" Target="/ppt/tableStyles.xml" Id="R7d0fbf6a711847ef" /><Relationship Type="http://schemas.openxmlformats.org/officeDocument/2006/relationships/slide" Target="/ppt/slides/slide1.xml" Id="Rdd757a7c19844e62" /><Relationship Type="http://schemas.openxmlformats.org/officeDocument/2006/relationships/slide" Target="/ppt/slides/slide2.xml" Id="Rfd8bdd8c84de4355" /><Relationship Type="http://schemas.openxmlformats.org/officeDocument/2006/relationships/slide" Target="/ppt/slides/slide3.xml" Id="Rfda0e1447ab64a6e" /><Relationship Type="http://schemas.openxmlformats.org/officeDocument/2006/relationships/slide" Target="/ppt/slides/slide4.xml" Id="R78db86a2b74e4e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a48aa3a15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c216dd0d045aa" /><Relationship Type="http://schemas.openxmlformats.org/officeDocument/2006/relationships/notesMaster" Target="/ppt/notesMasters/notesMaster1.xml" Id="Rdd02c691e5f2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32a2dd71b44f8" /><Relationship Type="http://schemas.openxmlformats.org/officeDocument/2006/relationships/notesMaster" Target="/ppt/notesMasters/notesMaster1.xml" Id="R710026a5d56746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093aac1464ea9" /><Relationship Type="http://schemas.openxmlformats.org/officeDocument/2006/relationships/notesMaster" Target="/ppt/notesMasters/notesMaster1.xml" Id="R329a0cf33263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ff359957674591" /><Relationship Type="http://schemas.openxmlformats.org/officeDocument/2006/relationships/notesMaster" Target="/ppt/notesMasters/notesMaster1.xml" Id="Re71f86a1e95c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b9ca185754f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fee75941246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1c71e19a544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3591a24374e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dca532c6a49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27062606343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201443b124b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10ea4360f4e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98c0f23b448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b97b215b947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e93f90da6493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E17AA9-3404-497A-B562-B4C1CD42B4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524C636-23DA-4759-BC13-D2E5FB4065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A18AE8-3FD6-4F26-8638-B4B5B7857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0025FD-5ECF-47CB-B029-C5AD40D3A8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EB132-F784-45BD-8A6E-42A5102423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1D160D-ED64-4767-8C18-20CE5B314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9A3684-CDF0-4029-BF67-683D9763E1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ED2F7D-2BB1-4547-A034-4687006C7B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9BF84A-4924-4606-8D51-7E67EC42C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CACF55-98CB-4844-8385-27CE483020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214AC8-13BC-41EA-A0E8-21C4CF35A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86AEA1-D6CB-4F5E-8F6E-3E2A9C188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B4BDDB-48BB-4367-BA55-97BC2461D1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660934-1CB7-4DD0-8754-C51B3D0C7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313DB6-60C0-4880-8794-C7ADD47044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E868FA-3E6C-4B52-BE51-2DA8675C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AE8098-CA53-4BA5-9A03-075C63588F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838584-FD61-4742-ADA0-060398C0B7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789182-FF21-49DA-893E-210A3BEA3B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07D69E-9835-4B41-AC75-C010D55B3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BCC7B2-A9E5-424E-BC4C-D5934268A2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1EF3E-2A5D-45FD-97E0-70744A3C6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7DA224-06CC-405D-B501-30A8320AB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0FC43AD-17DC-4353-BB67-C881809C59C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DDA8DF2-F2FB-4424-9EBD-46CD040C2D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C8A35CC-0C90-4E12-8138-57A8C6D368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0601FA1-E42A-4E96-8B56-1FC31DC4E0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87A60D7-C459-47EA-A7CA-17B80D6BC5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08D51F3-FDF2-4D1B-AD18-A1B5A5035B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DD809A-54C0-4603-A761-E48BB66C4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5AFBD1-670F-4F43-B28A-801CE57807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C3E84F6-D0D5-4469-A81B-96AC10BF1E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D780F9-BC84-4631-9AE2-4CBA50205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EE47B82-62C1-4063-BD7D-C3882A17E3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655701-8F78-43D5-8EBE-561286784D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3C49DF-CB34-4F77-88DF-ED09C9F29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264B5D-D231-48F7-AED3-17E148E50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908011-B5C3-4689-BC21-B4C458D0B1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A0A6E0-F5AC-454D-BBE9-7B7F773E8D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7084F5C-A529-4383-BFB6-3394C2F85D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A9780A-36FF-4325-91E9-6309670404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DAD628-0479-42B2-9080-F8E0E62BB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0548DB-FC7D-420B-A4E2-CDF5F30FE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6B0BAE-03E8-4524-BC13-5BD0299686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0582E3C-14B3-48D6-A13C-B95BABDA24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0D6B31-3DC6-4C49-AFAA-0BE70D139B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9F33A9-C05F-49EE-8A87-1B78AC75A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C58088-4574-4C13-BC27-60EC032B69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85537D-E34F-45A3-89E0-6B3591AC1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A90DD9-9016-44FF-AA4F-7D520D5BE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758AEC-E6F4-4192-BBB4-73C75114BA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4F37EA-FA8F-4FF1-93B8-793EC28E15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D9F760-1181-461E-8838-C0F56E2246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B355AD-43C2-4657-A9FB-3AD436C8B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46E0D-B253-48AF-A750-441EB8C0A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883A80-A85B-4CFC-BE24-88DE426A28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1D27A7-A3D0-46F7-8AFA-3C6FF6E72A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48EB3A-0A87-4C96-B851-A1667C2BA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cf0ddf19464e9d" /><Relationship Type="http://schemas.openxmlformats.org/officeDocument/2006/relationships/slideLayout" Target="/ppt/slideLayouts/slideLayout1.xml" Id="R97d8e96a631b4865" /><Relationship Type="http://schemas.openxmlformats.org/officeDocument/2006/relationships/slideLayout" Target="/ppt/slideLayouts/slideLayout2.xml" Id="R125193a655e64d0f" /><Relationship Type="http://schemas.openxmlformats.org/officeDocument/2006/relationships/slideLayout" Target="/ppt/slideLayouts/slideLayout3.xml" Id="Rf3c56d88a30f4e34" /><Relationship Type="http://schemas.openxmlformats.org/officeDocument/2006/relationships/slideLayout" Target="/ppt/slideLayouts/slideLayout4.xml" Id="Rc8946bbbfe574f8b" /><Relationship Type="http://schemas.openxmlformats.org/officeDocument/2006/relationships/slideLayout" Target="/ppt/slideLayouts/slideLayout5.xml" Id="Rb270bd8dbfa64aca" /><Relationship Type="http://schemas.openxmlformats.org/officeDocument/2006/relationships/slideLayout" Target="/ppt/slideLayouts/slideLayout6.xml" Id="Rc209cf2c52b8442a" /><Relationship Type="http://schemas.openxmlformats.org/officeDocument/2006/relationships/slideLayout" Target="/ppt/slideLayouts/slideLayout7.xml" Id="R7c8cc865bc244c0b" /><Relationship Type="http://schemas.openxmlformats.org/officeDocument/2006/relationships/slideLayout" Target="/ppt/slideLayouts/slideLayout8.xml" Id="Rb231de456fc844a0" /><Relationship Type="http://schemas.openxmlformats.org/officeDocument/2006/relationships/slideLayout" Target="/ppt/slideLayouts/slideLayout9.xml" Id="R72400b032f6349c9" /><Relationship Type="http://schemas.openxmlformats.org/officeDocument/2006/relationships/slideLayout" Target="/ppt/slideLayouts/slideLayout10.xml" Id="R83502f966c5c45d1" /><Relationship Type="http://schemas.openxmlformats.org/officeDocument/2006/relationships/slideLayout" Target="/ppt/slideLayouts/slideLayout11.xml" Id="Rd328ded1afec4c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C128904-E4AF-4367-BD4D-F19BC92B45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F715DE-A4D2-45A8-BA02-E2473FB63D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B75FAC-6E74-4AF3-8E4F-26D630C55F9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1B4176-FD2C-4CA4-8077-8CD79D2CEE2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75D9AF-3E7A-4DD2-BB52-3A4E4FA4A9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8e96a631b4865"/>
    <p:sldLayoutId xmlns:r="http://schemas.openxmlformats.org/officeDocument/2006/relationships" id="2147483650" r:id="R125193a655e64d0f"/>
    <p:sldLayoutId xmlns:r="http://schemas.openxmlformats.org/officeDocument/2006/relationships" id="2147483651" r:id="Rf3c56d88a30f4e34"/>
    <p:sldLayoutId xmlns:r="http://schemas.openxmlformats.org/officeDocument/2006/relationships" id="2147483652" r:id="Rc8946bbbfe574f8b"/>
    <p:sldLayoutId xmlns:r="http://schemas.openxmlformats.org/officeDocument/2006/relationships" id="2147483653" r:id="Rb270bd8dbfa64aca"/>
    <p:sldLayoutId xmlns:r="http://schemas.openxmlformats.org/officeDocument/2006/relationships" id="2147483654" r:id="Rc209cf2c52b8442a"/>
    <p:sldLayoutId xmlns:r="http://schemas.openxmlformats.org/officeDocument/2006/relationships" id="2147483655" r:id="R7c8cc865bc244c0b"/>
    <p:sldLayoutId xmlns:r="http://schemas.openxmlformats.org/officeDocument/2006/relationships" id="2147483656" r:id="Rb231de456fc844a0"/>
    <p:sldLayoutId xmlns:r="http://schemas.openxmlformats.org/officeDocument/2006/relationships" id="2147483657" r:id="R72400b032f6349c9"/>
    <p:sldLayoutId xmlns:r="http://schemas.openxmlformats.org/officeDocument/2006/relationships" id="2147483658" r:id="R83502f966c5c45d1"/>
    <p:sldLayoutId xmlns:r="http://schemas.openxmlformats.org/officeDocument/2006/relationships" id="2147483659" r:id="Rd328ded1afec4c8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b0aea222b34428" /><Relationship Type="http://schemas.openxmlformats.org/officeDocument/2006/relationships/notesSlide" Target="/ppt/notesSlides/notesSlide1.xml" Id="R16e2c0ca7bf9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8257fb73bf4b75" /><Relationship Type="http://schemas.openxmlformats.org/officeDocument/2006/relationships/notesSlide" Target="/ppt/notesSlides/notesSlide2.xml" Id="R62abe7f6139d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b644bdb01f4e9f" /><Relationship Type="http://schemas.openxmlformats.org/officeDocument/2006/relationships/notesSlide" Target="/ppt/notesSlides/notesSlide3.xml" Id="R384bf1c759ce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62ae4db321447e" /><Relationship Type="http://schemas.openxmlformats.org/officeDocument/2006/relationships/notesSlide" Target="/ppt/notesSlides/notesSlide4.xml" Id="R779b9e9a21f24a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74-1">
            <a:extLst xmlns:a="http://schemas.openxmlformats.org/drawingml/2006/main">
              <a:ext uri="{FF2B5EF4-FFF2-40B4-BE49-F238E27FC236}">
                <a16:creationId xmlns:a16="http://schemas.microsoft.com/office/drawing/2014/main" id="{521D64DC-643D-4F1F-9A27-43A9A29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74-1">
            <a:extLst xmlns:a="http://schemas.openxmlformats.org/drawingml/2006/main">
              <a:ext uri="{FF2B5EF4-FFF2-40B4-BE49-F238E27FC236}">
                <a16:creationId xmlns:a16="http://schemas.microsoft.com/office/drawing/2014/main" id="{DD4D3ADB-F5AA-4E34-AEAF-C6EC5232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p03-full-009574</a:t>
            </a:r>
          </a:p>
        </p:txBody>
      </p:sp>
      <p:sp>
        <p:nvSpPr>
          <p:cNvPr id="3" name="qa-v2-r2-title-p03-full-009574-1">
            <a:extLst xmlns:a="http://schemas.openxmlformats.org/drawingml/2006/main">
              <a:ext uri="{FF2B5EF4-FFF2-40B4-BE49-F238E27FC236}">
                <a16:creationId xmlns:a16="http://schemas.microsoft.com/office/drawing/2014/main" id="{80DE72BA-AAA8-4946-AF6C-0EC4897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574-1">
            <a:extLst xmlns:a="http://schemas.openxmlformats.org/drawingml/2006/main">
              <a:ext uri="{FF2B5EF4-FFF2-40B4-BE49-F238E27FC236}">
                <a16:creationId xmlns:a16="http://schemas.microsoft.com/office/drawing/2014/main" id="{2575E780-E732-44F2-A989-E3C23AF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review mail evidence reminder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mail recent.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p03-src-009574; p03-full-008123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lineage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1634074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74-2">
            <a:extLst xmlns:a="http://schemas.openxmlformats.org/drawingml/2006/main">
              <a:ext uri="{FF2B5EF4-FFF2-40B4-BE49-F238E27FC236}">
                <a16:creationId xmlns:a16="http://schemas.microsoft.com/office/drawing/2014/main" id="{ACD0F3D8-E7B0-4A29-A202-F4FE667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74-2">
            <a:extLst xmlns:a="http://schemas.openxmlformats.org/drawingml/2006/main">
              <a:ext uri="{FF2B5EF4-FFF2-40B4-BE49-F238E27FC236}">
                <a16:creationId xmlns:a16="http://schemas.microsoft.com/office/drawing/2014/main" id="{D1DC4B31-783A-446D-B643-80667A51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p03-full-009574</a:t>
            </a:r>
          </a:p>
        </p:txBody>
      </p:sp>
      <p:sp>
        <p:nvSpPr>
          <p:cNvPr id="3" name="qa-v2-r2-title-p03-full-009574-2">
            <a:extLst xmlns:a="http://schemas.openxmlformats.org/drawingml/2006/main">
              <a:ext uri="{FF2B5EF4-FFF2-40B4-BE49-F238E27FC236}">
                <a16:creationId xmlns:a16="http://schemas.microsoft.com/office/drawing/2014/main" id="{306FACC5-A494-4E43-AAE8-4A202F9B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574-2">
            <a:extLst xmlns:a="http://schemas.openxmlformats.org/drawingml/2006/main">
              <a:ext uri="{FF2B5EF4-FFF2-40B4-BE49-F238E27FC236}">
                <a16:creationId xmlns:a16="http://schemas.microsoft.com/office/drawing/2014/main" id="{DC62D434-DE53-45D1-B07D-2B5872A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011499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74-3">
            <a:extLst xmlns:a="http://schemas.openxmlformats.org/drawingml/2006/main">
              <a:ext uri="{FF2B5EF4-FFF2-40B4-BE49-F238E27FC236}">
                <a16:creationId xmlns:a16="http://schemas.microsoft.com/office/drawing/2014/main" id="{178338C8-027D-4E01-AA4B-98A4C7F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74-3">
            <a:extLst xmlns:a="http://schemas.openxmlformats.org/drawingml/2006/main">
              <a:ext uri="{FF2B5EF4-FFF2-40B4-BE49-F238E27FC236}">
                <a16:creationId xmlns:a16="http://schemas.microsoft.com/office/drawing/2014/main" id="{FB82CDC9-7C5F-4545-B4BC-9997641F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p03-full-009574</a:t>
            </a:r>
          </a:p>
        </p:txBody>
      </p:sp>
      <p:sp>
        <p:nvSpPr>
          <p:cNvPr id="3" name="qa-v2-r2-title-p03-full-009574-3">
            <a:extLst xmlns:a="http://schemas.openxmlformats.org/drawingml/2006/main">
              <a:ext uri="{FF2B5EF4-FFF2-40B4-BE49-F238E27FC236}">
                <a16:creationId xmlns:a16="http://schemas.microsoft.com/office/drawing/2014/main" id="{D471534F-E7EB-4A2B-A090-66DE92D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574-3">
            <a:extLst xmlns:a="http://schemas.openxmlformats.org/drawingml/2006/main">
              <a:ext uri="{FF2B5EF4-FFF2-40B4-BE49-F238E27FC236}">
                <a16:creationId xmlns:a16="http://schemas.microsoft.com/office/drawing/2014/main" id="{6A37C098-2751-4015-822F-D207A86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73101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574-4">
            <a:extLst xmlns:a="http://schemas.openxmlformats.org/drawingml/2006/main">
              <a:ext uri="{FF2B5EF4-FFF2-40B4-BE49-F238E27FC236}">
                <a16:creationId xmlns:a16="http://schemas.microsoft.com/office/drawing/2014/main" id="{7B5D197E-DDB4-48A4-ADED-05171739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574-4">
            <a:extLst xmlns:a="http://schemas.openxmlformats.org/drawingml/2006/main">
              <a:ext uri="{FF2B5EF4-FFF2-40B4-BE49-F238E27FC236}">
                <a16:creationId xmlns:a16="http://schemas.microsoft.com/office/drawing/2014/main" id="{CE914703-34EA-489D-B34A-8FFC3AF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p03-full-009574</a:t>
            </a:r>
          </a:p>
        </p:txBody>
      </p:sp>
      <p:sp>
        <p:nvSpPr>
          <p:cNvPr id="3" name="qa-v2-r2-title-p03-full-009574-4">
            <a:extLst xmlns:a="http://schemas.openxmlformats.org/drawingml/2006/main">
              <a:ext uri="{FF2B5EF4-FFF2-40B4-BE49-F238E27FC236}">
                <a16:creationId xmlns:a16="http://schemas.microsoft.com/office/drawing/2014/main" id="{6792874E-0BB2-4062-AE2C-2A39371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574-4">
            <a:extLst xmlns:a="http://schemas.openxmlformats.org/drawingml/2006/main">
              <a:ext uri="{FF2B5EF4-FFF2-40B4-BE49-F238E27FC236}">
                <a16:creationId xmlns:a16="http://schemas.microsoft.com/office/drawing/2014/main" id="{65E652BC-A201-403D-9574-447C5FE0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p03-src-009574 with p03-full-008123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6731016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2026-08-25T13:05:28.2450000Z</dcterms:created>
  <dcterms:modified xsi:type="dcterms:W3CDTF">2026-08-25T13:05:28.2450000Z</dcterms:modified>
</coreProperties>
</file>