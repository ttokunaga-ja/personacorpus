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5dd381bac4656" /><Relationship Type="http://schemas.openxmlformats.org/officeDocument/2006/relationships/extended-properties" Target="/docProps/app.xml" Id="R72173630e3b64d88" /><Relationship Type="http://schemas.openxmlformats.org/officeDocument/2006/relationships/officeDocument" Target="/ppt/presentation.xml" Id="R4f165eda63e9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b44236f4f49aa"/>
  </p:sldMasterIdLst>
  <p:notesMasterIdLst>
    <p:notesMasterId xmlns:r="http://schemas.openxmlformats.org/officeDocument/2006/relationships" r:id="R81f4d54843fb4108"/>
  </p:notesMasterIdLst>
  <p:sldIdLst>
    <p:sldId xmlns:r="http://schemas.openxmlformats.org/officeDocument/2006/relationships" id="256" r:id="R459b92bb33164cda"/>
    <p:sldId xmlns:r="http://schemas.openxmlformats.org/officeDocument/2006/relationships" id="257" r:id="R2aa72cff05ab41c0"/>
    <p:sldId xmlns:r="http://schemas.openxmlformats.org/officeDocument/2006/relationships" id="258" r:id="R30d8efc7dceb4c6a"/>
    <p:sldId xmlns:r="http://schemas.openxmlformats.org/officeDocument/2006/relationships" id="259" r:id="R4bd6c641e90a4420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c419328c254a1b" /><Relationship Type="http://schemas.openxmlformats.org/officeDocument/2006/relationships/slideMaster" Target="/ppt/slideMasters/slideMaster1.xml" Id="Rec9b44236f4f49aa" /><Relationship Type="http://schemas.openxmlformats.org/officeDocument/2006/relationships/notesMaster" Target="/ppt/notesMasters/notesMaster1.xml" Id="R81f4d54843fb4108" /><Relationship Type="http://schemas.openxmlformats.org/officeDocument/2006/relationships/presProps" Target="/ppt/presProps.xml" Id="R37243b3cc0194312" /><Relationship Type="http://schemas.openxmlformats.org/officeDocument/2006/relationships/viewProps" Target="/ppt/viewProps.xml" Id="Rf998b6f2e90c448e" /><Relationship Type="http://schemas.openxmlformats.org/officeDocument/2006/relationships/tableStyles" Target="/ppt/tableStyles.xml" Id="R316390bb7256463b" /><Relationship Type="http://schemas.openxmlformats.org/officeDocument/2006/relationships/slide" Target="/ppt/slides/slide1.xml" Id="R459b92bb33164cda" /><Relationship Type="http://schemas.openxmlformats.org/officeDocument/2006/relationships/slide" Target="/ppt/slides/slide2.xml" Id="R2aa72cff05ab41c0" /><Relationship Type="http://schemas.openxmlformats.org/officeDocument/2006/relationships/slide" Target="/ppt/slides/slide3.xml" Id="R30d8efc7dceb4c6a" /><Relationship Type="http://schemas.openxmlformats.org/officeDocument/2006/relationships/slide" Target="/ppt/slides/slide4.xml" Id="R4bd6c641e90a44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d9eac970445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b083cd0d4d4627" /><Relationship Type="http://schemas.openxmlformats.org/officeDocument/2006/relationships/notesMaster" Target="/ppt/notesMasters/notesMaster1.xml" Id="R96a607ff1623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0a24e1fcdb4e78" /><Relationship Type="http://schemas.openxmlformats.org/officeDocument/2006/relationships/notesMaster" Target="/ppt/notesMasters/notesMaster1.xml" Id="R71ee375703a54f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b8b3658c644676" /><Relationship Type="http://schemas.openxmlformats.org/officeDocument/2006/relationships/notesMaster" Target="/ppt/notesMasters/notesMaster1.xml" Id="Re406a8b2725a40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fe0d8139aa41c0" /><Relationship Type="http://schemas.openxmlformats.org/officeDocument/2006/relationships/notesMaster" Target="/ppt/notesMasters/notesMaster1.xml" Id="Rcca968390c574b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4a6a605bd43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d3820e0584b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108ecc4dc4c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99b7852fd4e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6bebfb12c4d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0f959b5174b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a8c85ec04a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a109e151e4f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ccc25a25d4d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8047f5fb44c2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1dbf5aeb3494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D4E543-5DAB-478D-A9F8-47DAA9446E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A376CE-7B6C-4D97-BD93-FD428D6B34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016D2A-843A-4239-A7B6-EFBC17D5E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9CC235-6901-4AF0-9A8B-922E157D14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9FAF4-57C7-4DA6-830E-D9B5D0D2C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C7DFBE-00B6-4C2E-802A-615455192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73D844-7171-4E9A-AAC4-6A782EEF9D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3F4410-449E-4C7E-B030-031F80EB1D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B426D6-EE1C-4E3B-B94A-46C59B753C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7901F-E06A-4C9F-94A0-395F49C949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BAC42F-2592-42B9-A770-332F6310E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C3336BD-3D75-474B-B232-E12799C6A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AB5177-C2F0-4B50-A9F0-B41EAC1B5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43ADCB-C917-46DF-8E3B-A9B8FF5D7B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BDE975-BAF5-4761-847F-0BC386DBD5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F48553-73AC-48D4-B323-24625FB5C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D49B62-F0D8-4B93-BB44-995D61B63C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B2A2499-B2FD-48BB-BB3C-E5970D1738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2D5879-8E18-49F8-94BA-166D471181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D195D2-BAAA-4472-8D3D-A38EF450EA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DCD531-0E79-46AE-B4F7-AA12FDF693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F0AFBE-78E9-45B4-9F73-3F774AADF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91C8A1-F1ED-49C8-AB93-D3DA6FC78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9C1A7A-96A4-4067-A886-F516FFA86B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E43AF2A-A13B-44CC-AD7C-27D4C4D5859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3A18C3-CF60-46DC-BA69-A3BFDDFCA8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E55FFC1-159F-4492-AC11-77C32A231F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1E7ADD-4D08-440A-ABE2-0B5FE2AA16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15DFFCA-D2A5-45C7-B7C4-420259ACA6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D5F44-5F73-40AA-8AAA-A360E84CE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74EB7F1-96CE-43ED-B0EB-94B1C23D6F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66123B5-B57E-4923-A7FF-9B205973D1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708BF4E-0BBE-456C-94E5-30D1284D15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B3FAAC3-41FD-49DD-AEDA-3FF254CB54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AA646C-8E53-465F-9AB5-B7BBEED4D4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958846D-D767-4F1D-BF39-EA20ACBEE8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268C01-2663-4C08-A96D-F3C5C89E8A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99F204-157A-4459-B26D-9A5B425AB8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B589B9-B7C5-4EBA-94A6-F2EC8EDF600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B01391B-06A6-4563-9676-DAC085457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D388992-E60D-4049-BAC3-C54C977AE1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8912EF-139B-4141-B722-A89B9B5F7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8C713-B42A-4398-B4F1-4E8B9673B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FC8E644-5E3A-482F-8B2D-2BBFD26116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2FD77E-7BD7-4664-9614-1B473CBE0D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28BD2E-E1A0-40AC-8369-689E80BC6A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5F833D-FE7B-41EE-8A38-CFE873EC8C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230D75-B09C-40FC-AF61-FBF45E8A8F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DC046E-2BE9-4DB3-BF9B-C1D003505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1F3C77-DF05-4CC4-BFBB-CA420864AD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955F7B-F88D-4526-A57E-3EDCF764C2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9BBDC2-424C-49F1-98E5-C5A73AF35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D228BC-E1FE-4297-9566-03B6FC8F95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DFDA6A-919D-4132-9938-4914E9F48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EB4DD0-7A9D-4D7F-8065-5E4B04618E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A0E2F7-1970-4C44-B4CB-302C49BF94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CA3DC9-A160-4A61-9990-6E8F5E561F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596701-FC83-4365-BBAE-EFB1C88AF5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74a095bd24b6d" /><Relationship Type="http://schemas.openxmlformats.org/officeDocument/2006/relationships/slideLayout" Target="/ppt/slideLayouts/slideLayout1.xml" Id="R67071ea14fe949b9" /><Relationship Type="http://schemas.openxmlformats.org/officeDocument/2006/relationships/slideLayout" Target="/ppt/slideLayouts/slideLayout2.xml" Id="Rce3826a85f4e4ce4" /><Relationship Type="http://schemas.openxmlformats.org/officeDocument/2006/relationships/slideLayout" Target="/ppt/slideLayouts/slideLayout3.xml" Id="R75a3d83eab3443b2" /><Relationship Type="http://schemas.openxmlformats.org/officeDocument/2006/relationships/slideLayout" Target="/ppt/slideLayouts/slideLayout4.xml" Id="R5fa9983d2c564ae2" /><Relationship Type="http://schemas.openxmlformats.org/officeDocument/2006/relationships/slideLayout" Target="/ppt/slideLayouts/slideLayout5.xml" Id="R75e086bf4ed94aee" /><Relationship Type="http://schemas.openxmlformats.org/officeDocument/2006/relationships/slideLayout" Target="/ppt/slideLayouts/slideLayout6.xml" Id="R44040ff6fb0943e4" /><Relationship Type="http://schemas.openxmlformats.org/officeDocument/2006/relationships/slideLayout" Target="/ppt/slideLayouts/slideLayout7.xml" Id="R41eb6c5a01b24cbc" /><Relationship Type="http://schemas.openxmlformats.org/officeDocument/2006/relationships/slideLayout" Target="/ppt/slideLayouts/slideLayout8.xml" Id="R2424373042634628" /><Relationship Type="http://schemas.openxmlformats.org/officeDocument/2006/relationships/slideLayout" Target="/ppt/slideLayouts/slideLayout9.xml" Id="R8c88eb58e1e84d6f" /><Relationship Type="http://schemas.openxmlformats.org/officeDocument/2006/relationships/slideLayout" Target="/ppt/slideLayouts/slideLayout10.xml" Id="R7c64962f4fba43fb" /><Relationship Type="http://schemas.openxmlformats.org/officeDocument/2006/relationships/slideLayout" Target="/ppt/slideLayouts/slideLayout11.xml" Id="Rfe1b40fb8f7d42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39FFC88-B786-4926-8DBD-46BA77958B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BB8D67-7C26-4EDD-8174-BB5F0AC47E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2AC10C-D614-4D08-83F4-BB93E9FE48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4D74CE-3011-4AB6-8E40-A67429EB3F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C63168-D054-4E7E-8297-54017EFFD47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071ea14fe949b9"/>
    <p:sldLayoutId xmlns:r="http://schemas.openxmlformats.org/officeDocument/2006/relationships" id="2147483650" r:id="Rce3826a85f4e4ce4"/>
    <p:sldLayoutId xmlns:r="http://schemas.openxmlformats.org/officeDocument/2006/relationships" id="2147483651" r:id="R75a3d83eab3443b2"/>
    <p:sldLayoutId xmlns:r="http://schemas.openxmlformats.org/officeDocument/2006/relationships" id="2147483652" r:id="R5fa9983d2c564ae2"/>
    <p:sldLayoutId xmlns:r="http://schemas.openxmlformats.org/officeDocument/2006/relationships" id="2147483653" r:id="R75e086bf4ed94aee"/>
    <p:sldLayoutId xmlns:r="http://schemas.openxmlformats.org/officeDocument/2006/relationships" id="2147483654" r:id="R44040ff6fb0943e4"/>
    <p:sldLayoutId xmlns:r="http://schemas.openxmlformats.org/officeDocument/2006/relationships" id="2147483655" r:id="R41eb6c5a01b24cbc"/>
    <p:sldLayoutId xmlns:r="http://schemas.openxmlformats.org/officeDocument/2006/relationships" id="2147483656" r:id="R2424373042634628"/>
    <p:sldLayoutId xmlns:r="http://schemas.openxmlformats.org/officeDocument/2006/relationships" id="2147483657" r:id="R8c88eb58e1e84d6f"/>
    <p:sldLayoutId xmlns:r="http://schemas.openxmlformats.org/officeDocument/2006/relationships" id="2147483658" r:id="R7c64962f4fba43fb"/>
    <p:sldLayoutId xmlns:r="http://schemas.openxmlformats.org/officeDocument/2006/relationships" id="2147483659" r:id="Rfe1b40fb8f7d42c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a1d93080354321" /><Relationship Type="http://schemas.openxmlformats.org/officeDocument/2006/relationships/notesSlide" Target="/ppt/notesSlides/notesSlide1.xml" Id="R28f4f6b033ef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e2325f893540c8" /><Relationship Type="http://schemas.openxmlformats.org/officeDocument/2006/relationships/notesSlide" Target="/ppt/notesSlides/notesSlide2.xml" Id="Ra1a752dea84c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01f9a854056417d" /><Relationship Type="http://schemas.openxmlformats.org/officeDocument/2006/relationships/notesSlide" Target="/ppt/notesSlides/notesSlide3.xml" Id="R1ddbc32d868a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70f3b27c764c57" /><Relationship Type="http://schemas.openxmlformats.org/officeDocument/2006/relationships/notesSlide" Target="/ppt/notesSlides/notesSlide4.xml" Id="Rf74de06cbcf149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374-1">
            <a:extLst xmlns:a="http://schemas.openxmlformats.org/drawingml/2006/main">
              <a:ext uri="{FF2B5EF4-FFF2-40B4-BE49-F238E27FC236}">
                <a16:creationId xmlns:a16="http://schemas.microsoft.com/office/drawing/2014/main" id="{BC2FEB76-D868-412A-B0AB-277D16CD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374-1">
            <a:extLst xmlns:a="http://schemas.openxmlformats.org/drawingml/2006/main">
              <a:ext uri="{FF2B5EF4-FFF2-40B4-BE49-F238E27FC236}">
                <a16:creationId xmlns:a16="http://schemas.microsoft.com/office/drawing/2014/main" id="{51328F53-8494-4D4F-911C-70AC1DB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p03-full-003374</a:t>
            </a:r>
          </a:p>
        </p:txBody>
      </p:sp>
      <p:sp>
        <p:nvSpPr>
          <p:cNvPr id="3" name="qa-v2-r2-title-p03-full-003374-1">
            <a:extLst xmlns:a="http://schemas.openxmlformats.org/drawingml/2006/main">
              <a:ext uri="{FF2B5EF4-FFF2-40B4-BE49-F238E27FC236}">
                <a16:creationId xmlns:a16="http://schemas.microsoft.com/office/drawing/2014/main" id="{2AA5BF59-C3F8-4ACB-BF12-5E56C85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374-1">
            <a:extLst xmlns:a="http://schemas.openxmlformats.org/drawingml/2006/main">
              <a:ext uri="{FF2B5EF4-FFF2-40B4-BE49-F238E27FC236}">
                <a16:creationId xmlns:a16="http://schemas.microsoft.com/office/drawing/2014/main" id="{F0FF5FF7-6392-44F9-945D-34FD24E0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review mail evidence reminder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mail recent. Declared review timeline: 2026-07-13;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2026-07-15. Each date is retained as a distinct review checkpoint.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 and control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p03-src-003374; p03-full-001585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1135686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374-2">
            <a:extLst xmlns:a="http://schemas.openxmlformats.org/drawingml/2006/main">
              <a:ext uri="{FF2B5EF4-FFF2-40B4-BE49-F238E27FC236}">
                <a16:creationId xmlns:a16="http://schemas.microsoft.com/office/drawing/2014/main" id="{7A199EE3-183D-4624-B1CF-5F395B66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374-2">
            <a:extLst xmlns:a="http://schemas.openxmlformats.org/drawingml/2006/main">
              <a:ext uri="{FF2B5EF4-FFF2-40B4-BE49-F238E27FC236}">
                <a16:creationId xmlns:a16="http://schemas.microsoft.com/office/drawing/2014/main" id="{78C1AECA-1F65-48BC-9A2C-6B4C3712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p03-full-003374</a:t>
            </a:r>
          </a:p>
        </p:txBody>
      </p:sp>
      <p:sp>
        <p:nvSpPr>
          <p:cNvPr id="3" name="qa-v2-r2-title-p03-full-003374-2">
            <a:extLst xmlns:a="http://schemas.openxmlformats.org/drawingml/2006/main">
              <a:ext uri="{FF2B5EF4-FFF2-40B4-BE49-F238E27FC236}">
                <a16:creationId xmlns:a16="http://schemas.microsoft.com/office/drawing/2014/main" id="{020F602C-091F-4349-8B15-5E60F6B7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374-2">
            <a:extLst xmlns:a="http://schemas.openxmlformats.org/drawingml/2006/main">
              <a:ext uri="{FF2B5EF4-FFF2-40B4-BE49-F238E27FC236}">
                <a16:creationId xmlns:a16="http://schemas.microsoft.com/office/drawing/2014/main" id="{3BAF50F3-3351-422F-8B20-A6939DF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record's purpose is to provide a concise synthetic evidence review update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CASE-260713-184.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810419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374-3">
            <a:extLst xmlns:a="http://schemas.openxmlformats.org/drawingml/2006/main">
              <a:ext uri="{FF2B5EF4-FFF2-40B4-BE49-F238E27FC236}">
                <a16:creationId xmlns:a16="http://schemas.microsoft.com/office/drawing/2014/main" id="{9719174C-A14F-40A6-9249-7E5A42F5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374-3">
            <a:extLst xmlns:a="http://schemas.openxmlformats.org/drawingml/2006/main">
              <a:ext uri="{FF2B5EF4-FFF2-40B4-BE49-F238E27FC236}">
                <a16:creationId xmlns:a16="http://schemas.microsoft.com/office/drawing/2014/main" id="{72503293-28BB-4C9F-AFE0-B12A0C1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p03-full-003374</a:t>
            </a:r>
          </a:p>
        </p:txBody>
      </p:sp>
      <p:sp>
        <p:nvSpPr>
          <p:cNvPr id="3" name="qa-v2-r2-title-p03-full-003374-3">
            <a:extLst xmlns:a="http://schemas.openxmlformats.org/drawingml/2006/main">
              <a:ext uri="{FF2B5EF4-FFF2-40B4-BE49-F238E27FC236}">
                <a16:creationId xmlns:a16="http://schemas.microsoft.com/office/drawing/2014/main" id="{41FDD4E7-6A1D-49E0-B2CB-A3A0E3F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374-3">
            <a:extLst xmlns:a="http://schemas.openxmlformats.org/drawingml/2006/main">
              <a:ext uri="{FF2B5EF4-FFF2-40B4-BE49-F238E27FC236}">
                <a16:creationId xmlns:a16="http://schemas.microsoft.com/office/drawing/2014/main" id="{8C76C811-3A48-4E9B-A5AD-A559D9A5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4774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374-4">
            <a:extLst xmlns:a="http://schemas.openxmlformats.org/drawingml/2006/main">
              <a:ext uri="{FF2B5EF4-FFF2-40B4-BE49-F238E27FC236}">
                <a16:creationId xmlns:a16="http://schemas.microsoft.com/office/drawing/2014/main" id="{2BF2821B-F2AD-480A-B67B-FF174DF9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114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374-4">
            <a:extLst xmlns:a="http://schemas.openxmlformats.org/drawingml/2006/main">
              <a:ext uri="{FF2B5EF4-FFF2-40B4-BE49-F238E27FC236}">
                <a16:creationId xmlns:a16="http://schemas.microsoft.com/office/drawing/2014/main" id="{3CE6D8BA-8030-46A3-A778-1E4DA504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614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p03-full-003374</a:t>
            </a:r>
          </a:p>
        </p:txBody>
      </p:sp>
      <p:sp>
        <p:nvSpPr>
          <p:cNvPr id="3" name="qa-v2-r2-title-p03-full-003374-4">
            <a:extLst xmlns:a="http://schemas.openxmlformats.org/drawingml/2006/main">
              <a:ext uri="{FF2B5EF4-FFF2-40B4-BE49-F238E27FC236}">
                <a16:creationId xmlns:a16="http://schemas.microsoft.com/office/drawing/2014/main" id="{F9B2E0B1-9ABD-4E89-B404-33A3755A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614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374-4">
            <a:extLst xmlns:a="http://schemas.openxmlformats.org/drawingml/2006/main">
              <a:ext uri="{FF2B5EF4-FFF2-40B4-BE49-F238E27FC236}">
                <a16:creationId xmlns:a16="http://schemas.microsoft.com/office/drawing/2014/main" id="{91513A0E-0160-4802-8EA1-90B48417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614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p03-src-003374 with p03-full-001585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exception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47742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2026-08-25T13:05:06.7020000Z</dcterms:created>
  <dcterms:modified xsi:type="dcterms:W3CDTF">2026-08-25T13:05:06.7020000Z</dcterms:modified>
</coreProperties>
</file>