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a62ca65fb49ed" /><Relationship Type="http://schemas.openxmlformats.org/officeDocument/2006/relationships/extended-properties" Target="/docProps/app.xml" Id="Rb86e2502beaf46f2" /><Relationship Type="http://schemas.openxmlformats.org/officeDocument/2006/relationships/officeDocument" Target="/ppt/presentation.xml" Id="Rf1e8ab5630804b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e7a3d051d46b1"/>
  </p:sldMasterIdLst>
  <p:notesMasterIdLst>
    <p:notesMasterId xmlns:r="http://schemas.openxmlformats.org/officeDocument/2006/relationships" r:id="R5e14889901c04bc7"/>
  </p:notesMasterIdLst>
  <p:sldIdLst>
    <p:sldId xmlns:r="http://schemas.openxmlformats.org/officeDocument/2006/relationships" id="256" r:id="Rdddea59adb404523"/>
    <p:sldId xmlns:r="http://schemas.openxmlformats.org/officeDocument/2006/relationships" id="257" r:id="R41fc78eff48f46ff"/>
    <p:sldId xmlns:r="http://schemas.openxmlformats.org/officeDocument/2006/relationships" id="258" r:id="R23cdf18c96d34ae0"/>
    <p:sldId xmlns:r="http://schemas.openxmlformats.org/officeDocument/2006/relationships" id="259" r:id="R44eaf904b1fc44da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8d0b309134a01" /><Relationship Type="http://schemas.openxmlformats.org/officeDocument/2006/relationships/slideMaster" Target="/ppt/slideMasters/slideMaster1.xml" Id="Rb84e7a3d051d46b1" /><Relationship Type="http://schemas.openxmlformats.org/officeDocument/2006/relationships/notesMaster" Target="/ppt/notesMasters/notesMaster1.xml" Id="R5e14889901c04bc7" /><Relationship Type="http://schemas.openxmlformats.org/officeDocument/2006/relationships/presProps" Target="/ppt/presProps.xml" Id="Rc2a06e63dc4f449a" /><Relationship Type="http://schemas.openxmlformats.org/officeDocument/2006/relationships/viewProps" Target="/ppt/viewProps.xml" Id="R89a4e4b8943f4208" /><Relationship Type="http://schemas.openxmlformats.org/officeDocument/2006/relationships/tableStyles" Target="/ppt/tableStyles.xml" Id="R8ed4e12e17ee4d82" /><Relationship Type="http://schemas.openxmlformats.org/officeDocument/2006/relationships/slide" Target="/ppt/slides/slide1.xml" Id="Rdddea59adb404523" /><Relationship Type="http://schemas.openxmlformats.org/officeDocument/2006/relationships/slide" Target="/ppt/slides/slide2.xml" Id="R41fc78eff48f46ff" /><Relationship Type="http://schemas.openxmlformats.org/officeDocument/2006/relationships/slide" Target="/ppt/slides/slide3.xml" Id="R23cdf18c96d34ae0" /><Relationship Type="http://schemas.openxmlformats.org/officeDocument/2006/relationships/slide" Target="/ppt/slides/slide4.xml" Id="R44eaf904b1fc44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180a54935e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867734df04947" /><Relationship Type="http://schemas.openxmlformats.org/officeDocument/2006/relationships/notesMaster" Target="/ppt/notesMasters/notesMaster1.xml" Id="Re39cf82984c4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e9c058f16f47d8" /><Relationship Type="http://schemas.openxmlformats.org/officeDocument/2006/relationships/notesMaster" Target="/ppt/notesMasters/notesMaster1.xml" Id="R8a177bd00a64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de3f22c86449ea" /><Relationship Type="http://schemas.openxmlformats.org/officeDocument/2006/relationships/notesMaster" Target="/ppt/notesMasters/notesMaster1.xml" Id="R32924688661c4e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6c97f6ec34b16" /><Relationship Type="http://schemas.openxmlformats.org/officeDocument/2006/relationships/notesMaster" Target="/ppt/notesMasters/notesMaster1.xml" Id="R0ede0c6bb0d9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599385e384f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09fb6fc6c44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a7de7546d49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0b8b2b77049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6f6b29d3a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69fbb4efc46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9960c3eab4c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c5aaed20c46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117641bc84ee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20a13d56545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67cc8366547d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C7AAC6-FE73-4E72-998A-B99BFA4C3A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6C6D33-1CD6-4E9C-979B-437E041AD4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E4B5C3-FC1B-45EC-B00E-C60874EF59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F1CE4A-6AB4-4912-95A0-D4B956D53F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EED092-E37C-4AB4-A075-2257BA0BAE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A96F89-83D6-4B83-BFAB-D2679BFCA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88FAD3-29FC-427D-9ACB-315B6893E1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718966-F7A5-4D1B-BB84-201E0F298A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A1D956-5038-463A-94F5-07593DE9E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E2755C-549E-454D-9D3A-CAB9F0B97C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5BD991-D358-4D63-849D-007195DEF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850BE5-7628-4D06-B485-D06645253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3FD41D-01D1-4844-B191-A6AE352EE3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FA419D-C9E9-49E4-95CB-3A31BE44A7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910F06-C28C-4D64-A34D-986605355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214F1B-EEF7-474D-B4B1-EE6602A3E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94BE0D-586B-41B4-9CEC-BB3350F40C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E1E9191-01BE-42D2-8D22-8361C164358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0B821C6-AABD-4E1A-B98E-21D1C69CB7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E70F9F-C60C-4DE5-92E6-DC86974877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394D5C-9F7C-4A9A-9BB2-FDF0EFC93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8997C-25FD-4A27-8677-8331F5C65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C318DF-2F9B-42B0-85C7-AAE1242990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27787BE-E6A7-41BB-A5BD-D0207A647D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259448-8EF0-4B59-B1D3-4A8E09A201B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9EFAD64-3BA4-437C-880D-0E57A6F08EF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02D5C58-BB4C-4A2D-9FD7-7B49BEE3FC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6913DAA-241D-4704-AD9B-5E041DAC9C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7D07BC3-466C-4742-8075-11502370E2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0B7F7C-5E74-4EEE-85B0-A8E35EEA9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FCCF9AC-7AF6-48E7-978F-36F0E0AA5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593E642-E165-4B6B-B0A7-C2DAC9BD7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64D3900-775C-4D78-BB60-9C057904DE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103E764-0F60-4B93-913B-6DAC172F48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7598A2-502E-4452-B504-D9A52CED8D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D6D8D34-BC81-4F14-A6BD-C20A5AC1CE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8096D1-CB1E-4CF4-8274-2DFB662F6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EA9B2F-6143-45B9-A6A6-C683574741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B0A941E-0DDD-4837-83CD-0B7E3097DA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3AEBB18-33EE-450E-9564-2209A0B9F2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CCBCF4F-0C6F-48DE-B7A7-E238F5EA9C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07EAF8-3204-4F9A-9078-EC753F18F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6C3033-2B1A-4B49-982A-4D3BCD3A5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99D88C5-C283-4C99-AD75-767B7AF905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1C6C46-D647-4A0E-87DC-632CEE6C16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9A05D5-78B9-42C2-A8B2-8EF8E9FB96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A5705BE-D8FC-4507-B9AD-10354E0B57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D579C0F-8CE7-47FC-BB35-290920DF53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EC1E8E-683B-429E-816E-41055E355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31D709-842F-42D8-9235-6105231D8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CEC5A8-CFAA-428E-AFFA-02D2B1EB4D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59FAF-8291-4F5E-B938-BE26CF096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D4904F-3FDA-44CE-A61C-300585B22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F7C8BFA-C420-490B-B64B-4315C4263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765891-7804-4A7D-A8CB-FC43689DD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4F7BE8-E827-4943-9E3B-3F6216EBC9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D224B6-143D-4FD5-AA95-4E3FB922A4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66762-B24D-4A13-866B-9B3827FAB4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204e119154ccf" /><Relationship Type="http://schemas.openxmlformats.org/officeDocument/2006/relationships/slideLayout" Target="/ppt/slideLayouts/slideLayout1.xml" Id="R6a0289861b344f88" /><Relationship Type="http://schemas.openxmlformats.org/officeDocument/2006/relationships/slideLayout" Target="/ppt/slideLayouts/slideLayout2.xml" Id="Rf002f33310e7431e" /><Relationship Type="http://schemas.openxmlformats.org/officeDocument/2006/relationships/slideLayout" Target="/ppt/slideLayouts/slideLayout3.xml" Id="Rfb09363b750b467f" /><Relationship Type="http://schemas.openxmlformats.org/officeDocument/2006/relationships/slideLayout" Target="/ppt/slideLayouts/slideLayout4.xml" Id="Rc0089d0855a24ad9" /><Relationship Type="http://schemas.openxmlformats.org/officeDocument/2006/relationships/slideLayout" Target="/ppt/slideLayouts/slideLayout5.xml" Id="R078e3b105f3541db" /><Relationship Type="http://schemas.openxmlformats.org/officeDocument/2006/relationships/slideLayout" Target="/ppt/slideLayouts/slideLayout6.xml" Id="Rd0e8ec4e20dc4453" /><Relationship Type="http://schemas.openxmlformats.org/officeDocument/2006/relationships/slideLayout" Target="/ppt/slideLayouts/slideLayout7.xml" Id="Rd53a8a30369e411f" /><Relationship Type="http://schemas.openxmlformats.org/officeDocument/2006/relationships/slideLayout" Target="/ppt/slideLayouts/slideLayout8.xml" Id="R31c198792e6342c2" /><Relationship Type="http://schemas.openxmlformats.org/officeDocument/2006/relationships/slideLayout" Target="/ppt/slideLayouts/slideLayout9.xml" Id="R52d8325afa524436" /><Relationship Type="http://schemas.openxmlformats.org/officeDocument/2006/relationships/slideLayout" Target="/ppt/slideLayouts/slideLayout10.xml" Id="Ra5378767715743f2" /><Relationship Type="http://schemas.openxmlformats.org/officeDocument/2006/relationships/slideLayout" Target="/ppt/slideLayouts/slideLayout11.xml" Id="Rff8fef1a745a47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5378C3A-40AE-429D-9A9F-440C4FBF4A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EFDC1A-2BF2-48F2-8868-05AB0C4B3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36E0C2-269B-4564-BEB8-D93ACE744A3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B13F47-B18D-44E3-9889-1E1562A879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7FEAED-57A9-4912-B956-3C18CFDC29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0289861b344f88"/>
    <p:sldLayoutId xmlns:r="http://schemas.openxmlformats.org/officeDocument/2006/relationships" id="2147483650" r:id="Rf002f33310e7431e"/>
    <p:sldLayoutId xmlns:r="http://schemas.openxmlformats.org/officeDocument/2006/relationships" id="2147483651" r:id="Rfb09363b750b467f"/>
    <p:sldLayoutId xmlns:r="http://schemas.openxmlformats.org/officeDocument/2006/relationships" id="2147483652" r:id="Rc0089d0855a24ad9"/>
    <p:sldLayoutId xmlns:r="http://schemas.openxmlformats.org/officeDocument/2006/relationships" id="2147483653" r:id="R078e3b105f3541db"/>
    <p:sldLayoutId xmlns:r="http://schemas.openxmlformats.org/officeDocument/2006/relationships" id="2147483654" r:id="Rd0e8ec4e20dc4453"/>
    <p:sldLayoutId xmlns:r="http://schemas.openxmlformats.org/officeDocument/2006/relationships" id="2147483655" r:id="Rd53a8a30369e411f"/>
    <p:sldLayoutId xmlns:r="http://schemas.openxmlformats.org/officeDocument/2006/relationships" id="2147483656" r:id="R31c198792e6342c2"/>
    <p:sldLayoutId xmlns:r="http://schemas.openxmlformats.org/officeDocument/2006/relationships" id="2147483657" r:id="R52d8325afa524436"/>
    <p:sldLayoutId xmlns:r="http://schemas.openxmlformats.org/officeDocument/2006/relationships" id="2147483658" r:id="Ra5378767715743f2"/>
    <p:sldLayoutId xmlns:r="http://schemas.openxmlformats.org/officeDocument/2006/relationships" id="2147483659" r:id="Rff8fef1a745a476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27ce85f77e4c52" /><Relationship Type="http://schemas.openxmlformats.org/officeDocument/2006/relationships/notesSlide" Target="/ppt/notesSlides/notesSlide1.xml" Id="R51edc9d64b0f43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226fa8b9244beb" /><Relationship Type="http://schemas.openxmlformats.org/officeDocument/2006/relationships/notesSlide" Target="/ppt/notesSlides/notesSlide2.xml" Id="R1ac0b13e4007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339808b30a4c9a" /><Relationship Type="http://schemas.openxmlformats.org/officeDocument/2006/relationships/notesSlide" Target="/ppt/notesSlides/notesSlide3.xml" Id="R1387c316a8824b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628ed72a174656" /><Relationship Type="http://schemas.openxmlformats.org/officeDocument/2006/relationships/notesSlide" Target="/ppt/notesSlides/notesSlide4.xml" Id="Rceab767bee4145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73-1">
            <a:extLst xmlns:a="http://schemas.openxmlformats.org/drawingml/2006/main">
              <a:ext uri="{FF2B5EF4-FFF2-40B4-BE49-F238E27FC236}">
                <a16:creationId xmlns:a16="http://schemas.microsoft.com/office/drawing/2014/main" id="{44AB1A61-2E2A-4A1A-97E6-9E9E964A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73-1">
            <a:extLst xmlns:a="http://schemas.openxmlformats.org/drawingml/2006/main">
              <a:ext uri="{FF2B5EF4-FFF2-40B4-BE49-F238E27FC236}">
                <a16:creationId xmlns:a16="http://schemas.microsoft.com/office/drawing/2014/main" id="{79151600-D132-4F71-BF24-25C19FF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p03-full-008873</a:t>
            </a:r>
          </a:p>
        </p:txBody>
      </p:sp>
      <p:sp>
        <p:nvSpPr>
          <p:cNvPr id="3" name="qa-v2-r2-title-p03-full-008873-1">
            <a:extLst xmlns:a="http://schemas.openxmlformats.org/drawingml/2006/main">
              <a:ext uri="{FF2B5EF4-FFF2-40B4-BE49-F238E27FC236}">
                <a16:creationId xmlns:a16="http://schemas.microsoft.com/office/drawing/2014/main" id="{AFD1F143-1BED-4292-B40E-FBD5C9F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873-1">
            <a:extLst xmlns:a="http://schemas.openxmlformats.org/drawingml/2006/main">
              <a:ext uri="{FF2B5EF4-FFF2-40B4-BE49-F238E27FC236}">
                <a16:creationId xmlns:a16="http://schemas.microsoft.com/office/drawing/2014/main" id="{23C0FB93-1210-4199-A233-6413E66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review mail exception followup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mail recent. The record treats RISK-031 on 2026-07-13; 2026-07-15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a record completeness question focused on source reliability, provenance,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p03-src-008873 is the declared source; p03-full-002778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428051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73-2">
            <a:extLst xmlns:a="http://schemas.openxmlformats.org/drawingml/2006/main">
              <a:ext uri="{FF2B5EF4-FFF2-40B4-BE49-F238E27FC236}">
                <a16:creationId xmlns:a16="http://schemas.microsoft.com/office/drawing/2014/main" id="{C86DB159-C6B9-4F6D-AD91-E4F0F5CE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73-2">
            <a:extLst xmlns:a="http://schemas.openxmlformats.org/drawingml/2006/main">
              <a:ext uri="{FF2B5EF4-FFF2-40B4-BE49-F238E27FC236}">
                <a16:creationId xmlns:a16="http://schemas.microsoft.com/office/drawing/2014/main" id="{0952E26D-F1B0-412E-9298-948BFED8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p03-full-008873</a:t>
            </a:r>
          </a:p>
        </p:txBody>
      </p:sp>
      <p:sp>
        <p:nvSpPr>
          <p:cNvPr id="3" name="qa-v2-r2-title-p03-full-008873-2">
            <a:extLst xmlns:a="http://schemas.openxmlformats.org/drawingml/2006/main">
              <a:ext uri="{FF2B5EF4-FFF2-40B4-BE49-F238E27FC236}">
                <a16:creationId xmlns:a16="http://schemas.microsoft.com/office/drawing/2014/main" id="{75B3701E-9EC5-44EC-918E-FC4601BB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873-2">
            <a:extLst xmlns:a="http://schemas.openxmlformats.org/drawingml/2006/main">
              <a:ext uri="{FF2B5EF4-FFF2-40B4-BE49-F238E27FC236}">
                <a16:creationId xmlns:a16="http://schemas.microsoft.com/office/drawing/2014/main" id="{EE486F09-2940-4C5E-A872-AD12420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record-to-decision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42006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73-3">
            <a:extLst xmlns:a="http://schemas.openxmlformats.org/drawingml/2006/main">
              <a:ext uri="{FF2B5EF4-FFF2-40B4-BE49-F238E27FC236}">
                <a16:creationId xmlns:a16="http://schemas.microsoft.com/office/drawing/2014/main" id="{831F759D-58F3-4EF8-8D05-AE0BB6B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73-3">
            <a:extLst xmlns:a="http://schemas.openxmlformats.org/drawingml/2006/main">
              <a:ext uri="{FF2B5EF4-FFF2-40B4-BE49-F238E27FC236}">
                <a16:creationId xmlns:a16="http://schemas.microsoft.com/office/drawing/2014/main" id="{6A38D7EE-38F1-4C36-AE4E-E399862B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p03-full-008873</a:t>
            </a:r>
          </a:p>
        </p:txBody>
      </p:sp>
      <p:sp>
        <p:nvSpPr>
          <p:cNvPr id="3" name="qa-v2-r2-title-p03-full-008873-3">
            <a:extLst xmlns:a="http://schemas.openxmlformats.org/drawingml/2006/main">
              <a:ext uri="{FF2B5EF4-FFF2-40B4-BE49-F238E27FC236}">
                <a16:creationId xmlns:a16="http://schemas.microsoft.com/office/drawing/2014/main" id="{581F34C3-3307-4C0D-A8DE-7C971168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873-3">
            <a:extLst xmlns:a="http://schemas.openxmlformats.org/drawingml/2006/main">
              <a:ext uri="{FF2B5EF4-FFF2-40B4-BE49-F238E27FC236}">
                <a16:creationId xmlns:a16="http://schemas.microsoft.com/office/drawing/2014/main" id="{5CA318B5-F244-4087-BB9A-2CA896A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document the decision condition;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08370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873-4">
            <a:extLst xmlns:a="http://schemas.openxmlformats.org/drawingml/2006/main">
              <a:ext uri="{FF2B5EF4-FFF2-40B4-BE49-F238E27FC236}">
                <a16:creationId xmlns:a16="http://schemas.microsoft.com/office/drawing/2014/main" id="{69AE4BB3-6F2D-4640-84E9-9DB95BE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873-4">
            <a:extLst xmlns:a="http://schemas.openxmlformats.org/drawingml/2006/main">
              <a:ext uri="{FF2B5EF4-FFF2-40B4-BE49-F238E27FC236}">
                <a16:creationId xmlns:a16="http://schemas.microsoft.com/office/drawing/2014/main" id="{CBE9006C-CC85-4F7E-ACC9-9FFBC3F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p03-full-008873</a:t>
            </a:r>
          </a:p>
        </p:txBody>
      </p:sp>
      <p:sp>
        <p:nvSpPr>
          <p:cNvPr id="3" name="qa-v2-r2-title-p03-full-008873-4">
            <a:extLst xmlns:a="http://schemas.openxmlformats.org/drawingml/2006/main">
              <a:ext uri="{FF2B5EF4-FFF2-40B4-BE49-F238E27FC236}">
                <a16:creationId xmlns:a16="http://schemas.microsoft.com/office/drawing/2014/main" id="{E8E4D3B8-9DD3-4F8F-9554-FE8A3EC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873-4">
            <a:extLst xmlns:a="http://schemas.openxmlformats.org/drawingml/2006/main">
              <a:ext uri="{FF2B5EF4-FFF2-40B4-BE49-F238E27FC236}">
                <a16:creationId xmlns:a16="http://schemas.microsoft.com/office/drawing/2014/main" id="{6AE8662D-5AD0-4028-A66A-150BDC0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record completeness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0837091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2026-08-25T13:05:49.7360000Z</dcterms:created>
  <dcterms:modified xsi:type="dcterms:W3CDTF">2026-08-25T13:05:49.7360000Z</dcterms:modified>
</coreProperties>
</file>