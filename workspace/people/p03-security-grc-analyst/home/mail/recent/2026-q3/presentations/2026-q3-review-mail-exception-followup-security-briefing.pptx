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ce2f9a6f4040de" /><Relationship Type="http://schemas.openxmlformats.org/officeDocument/2006/relationships/extended-properties" Target="/docProps/app.xml" Id="Rdb6e0ba800964db0" /><Relationship Type="http://schemas.openxmlformats.org/officeDocument/2006/relationships/officeDocument" Target="/ppt/presentation.xml" Id="R9301753a8f83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eae6e96f5e4206"/>
  </p:sldMasterIdLst>
  <p:notesMasterIdLst>
    <p:notesMasterId xmlns:r="http://schemas.openxmlformats.org/officeDocument/2006/relationships" r:id="Rd5b7650bc1a44d28"/>
  </p:notesMasterIdLst>
  <p:sldIdLst>
    <p:sldId xmlns:r="http://schemas.openxmlformats.org/officeDocument/2006/relationships" id="256" r:id="R8d0e1f221c86430f"/>
    <p:sldId xmlns:r="http://schemas.openxmlformats.org/officeDocument/2006/relationships" id="257" r:id="R00ef8c689d924522"/>
    <p:sldId xmlns:r="http://schemas.openxmlformats.org/officeDocument/2006/relationships" id="258" r:id="R3a810b35a9744397"/>
    <p:sldId xmlns:r="http://schemas.openxmlformats.org/officeDocument/2006/relationships" id="259" r:id="Rbae08496c32a4c0c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5609b832a41b7" /><Relationship Type="http://schemas.openxmlformats.org/officeDocument/2006/relationships/slideMaster" Target="/ppt/slideMasters/slideMaster1.xml" Id="R7eeae6e96f5e4206" /><Relationship Type="http://schemas.openxmlformats.org/officeDocument/2006/relationships/notesMaster" Target="/ppt/notesMasters/notesMaster1.xml" Id="Rd5b7650bc1a44d28" /><Relationship Type="http://schemas.openxmlformats.org/officeDocument/2006/relationships/presProps" Target="/ppt/presProps.xml" Id="R7aea86e3c6974760" /><Relationship Type="http://schemas.openxmlformats.org/officeDocument/2006/relationships/viewProps" Target="/ppt/viewProps.xml" Id="R8d60497dcca544e6" /><Relationship Type="http://schemas.openxmlformats.org/officeDocument/2006/relationships/tableStyles" Target="/ppt/tableStyles.xml" Id="R73c8c5d40f9d4ef9" /><Relationship Type="http://schemas.openxmlformats.org/officeDocument/2006/relationships/slide" Target="/ppt/slides/slide1.xml" Id="R8d0e1f221c86430f" /><Relationship Type="http://schemas.openxmlformats.org/officeDocument/2006/relationships/slide" Target="/ppt/slides/slide2.xml" Id="R00ef8c689d924522" /><Relationship Type="http://schemas.openxmlformats.org/officeDocument/2006/relationships/slide" Target="/ppt/slides/slide3.xml" Id="R3a810b35a9744397" /><Relationship Type="http://schemas.openxmlformats.org/officeDocument/2006/relationships/slide" Target="/ppt/slides/slide4.xml" Id="Rbae08496c32a4c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d0738799c647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9130197934fc8" /><Relationship Type="http://schemas.openxmlformats.org/officeDocument/2006/relationships/notesMaster" Target="/ppt/notesMasters/notesMaster1.xml" Id="R96c7a73c5a0340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4b6acaf62447a9" /><Relationship Type="http://schemas.openxmlformats.org/officeDocument/2006/relationships/notesMaster" Target="/ppt/notesMasters/notesMaster1.xml" Id="R6a0fcd15700646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f9fa07c766427f" /><Relationship Type="http://schemas.openxmlformats.org/officeDocument/2006/relationships/notesMaster" Target="/ppt/notesMasters/notesMaster1.xml" Id="R4fa1e5e44f7243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ddcbd180d94b96" /><Relationship Type="http://schemas.openxmlformats.org/officeDocument/2006/relationships/notesMaster" Target="/ppt/notesMasters/notesMaster1.xml" Id="R04425e105b644d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b6826f8b944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e19f0f36f4c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1d21112e14d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5a4665ef247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14a7619ee47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10d102677444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c7cc3d40b48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faafd025d48c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989f1e89149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b2528f62345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336d91d6b433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0C33C7-DB9F-4DFD-AC0E-782F11766C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76B850-9F70-4AA8-8FD3-D10B26334A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FBBC81-06F5-4ED2-8CA6-23B0B6460E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F1A644-B2FD-4290-A723-4DD2FA0B1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D83BEF-E877-40A5-BE5F-599A0B418E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8B16F3-9181-4E1F-B5B4-BB595CEF4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92C022-2F62-4644-94EE-28FA32BFF2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542B82-6234-4AC9-BCFA-C95A024960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5400D4-BDEA-4C9D-A368-ED8D119C7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5AA575-C325-45F7-882C-F942D3830D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1A42E3-2650-498E-BB4B-CF3861E47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953615-C959-49FD-ABCA-6BC9935801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0F9BB0-5F61-4353-8ECF-25383BAFF6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A8DED6-32F2-497D-91DD-356B9DE8DC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455BCC-067F-4B26-98F8-8A1B7284C9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9B19CB-6DEB-4300-A497-F2325F027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149849-D895-4FA0-89AB-CA2EB45ABF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223D015-BD91-4681-8069-2553583A7E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702EA0-9299-492F-AF90-A3273D563D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8C4D3F-F856-4644-8EB1-34805D5AA8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67784C-FC67-4EE0-A1DE-03DB17CFAE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6B143D-5740-4A65-81E4-4314A7374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3073F4-039D-4BD8-AE3E-05C29594A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4A4D0B6-6501-4789-9649-0F08C9CB5CF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B9A119A-B4A7-4D46-BCA8-4E74BA0B0A5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20BD7F4-55CA-408E-8238-0C8CD60E19B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72D63A1-DA0C-40E1-8DE2-0347B4641D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EF8BA15-C0E0-4D9F-B696-407C68DD8B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5D81AB8-B641-47EB-ADA2-7412DEC5DF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D4F060-3E74-4478-9377-EAECFA9C59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45688A6-1D85-4EBA-A42D-34F9ABE41C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E7B6015-54B8-44E2-AADC-BDE6226DB2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AF8F074-E7D7-4693-B25A-167A74D0E9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062A425-97AB-4EAD-99D3-2104D30886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A8976C6-892E-4087-9B47-F03AA48C87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D0AFE26-6175-4F77-9F95-1D36546F02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B8E955-D928-449E-BA76-5448B2111F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298E50-85CF-47FD-8F50-3928E368F9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BB3F986-CF2E-4852-926C-516E92AB82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AA96D98-310F-4F8B-8B96-542BD3590E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76DEDD-3627-4CF3-A3AE-C527A77DA6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C1C7258-FEED-4F1D-8DD4-3CA7220D8F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E828CB-C6A5-4876-A427-CBAE33F75F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132699B-583A-4D08-A48D-B068D05F57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362356-0EC7-4ABF-86D8-AF2DB22DA1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4800EC-B0C2-4F70-9907-48BC8AFCB8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098498-36C7-4751-BE1B-085B25736A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38FC54-CE23-4BEF-B6A7-17803AB9F4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668DB5-E5BF-458B-9648-39004CC8B9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A84074-DFEB-4569-BAA7-6606AE2B7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2F2773-F4A1-4FB4-8F3A-13C22A7CC8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A0E33D-10F4-4E2E-A520-7589794E2A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36359A-52E1-4293-AACF-0C87FC9357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22C7C27-1560-46DE-8CC3-B8F25AA43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19C28D-9E19-42BE-A123-C2A0CAD622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D9BE0D-977D-44FA-BC13-93D5BEFE71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722A7E-BCD9-43E0-86CA-7819DD4996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A53E37-6193-4AB6-8015-46DFD913FE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ec4285e89461a" /><Relationship Type="http://schemas.openxmlformats.org/officeDocument/2006/relationships/slideLayout" Target="/ppt/slideLayouts/slideLayout1.xml" Id="Rdd6488f52cda4b1f" /><Relationship Type="http://schemas.openxmlformats.org/officeDocument/2006/relationships/slideLayout" Target="/ppt/slideLayouts/slideLayout2.xml" Id="R6d7a2982a9414faf" /><Relationship Type="http://schemas.openxmlformats.org/officeDocument/2006/relationships/slideLayout" Target="/ppt/slideLayouts/slideLayout3.xml" Id="R05e887902b9a4aac" /><Relationship Type="http://schemas.openxmlformats.org/officeDocument/2006/relationships/slideLayout" Target="/ppt/slideLayouts/slideLayout4.xml" Id="R3c7a73d440e44716" /><Relationship Type="http://schemas.openxmlformats.org/officeDocument/2006/relationships/slideLayout" Target="/ppt/slideLayouts/slideLayout5.xml" Id="R1f5f7babf4fe4fab" /><Relationship Type="http://schemas.openxmlformats.org/officeDocument/2006/relationships/slideLayout" Target="/ppt/slideLayouts/slideLayout6.xml" Id="R229049717f7e4e3e" /><Relationship Type="http://schemas.openxmlformats.org/officeDocument/2006/relationships/slideLayout" Target="/ppt/slideLayouts/slideLayout7.xml" Id="Rb0ee93640ad94c91" /><Relationship Type="http://schemas.openxmlformats.org/officeDocument/2006/relationships/slideLayout" Target="/ppt/slideLayouts/slideLayout8.xml" Id="R45cecce8b7094185" /><Relationship Type="http://schemas.openxmlformats.org/officeDocument/2006/relationships/slideLayout" Target="/ppt/slideLayouts/slideLayout9.xml" Id="Rf9a056dddd4344c0" /><Relationship Type="http://schemas.openxmlformats.org/officeDocument/2006/relationships/slideLayout" Target="/ppt/slideLayouts/slideLayout10.xml" Id="R958968fbf6444197" /><Relationship Type="http://schemas.openxmlformats.org/officeDocument/2006/relationships/slideLayout" Target="/ppt/slideLayouts/slideLayout11.xml" Id="R21d29ec2c68b485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868CE34-68F5-4308-BCE1-1C7C14A23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095C0F-D028-467D-95F8-244BEF3C73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56FAC9-A5D6-47FF-B8E4-9E40EE971DC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EB67F8-156E-4997-861B-AE2D3AFB476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B33C3B-49BE-4ADC-A6D1-3C0F2DF58C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488f52cda4b1f"/>
    <p:sldLayoutId xmlns:r="http://schemas.openxmlformats.org/officeDocument/2006/relationships" id="2147483650" r:id="R6d7a2982a9414faf"/>
    <p:sldLayoutId xmlns:r="http://schemas.openxmlformats.org/officeDocument/2006/relationships" id="2147483651" r:id="R05e887902b9a4aac"/>
    <p:sldLayoutId xmlns:r="http://schemas.openxmlformats.org/officeDocument/2006/relationships" id="2147483652" r:id="R3c7a73d440e44716"/>
    <p:sldLayoutId xmlns:r="http://schemas.openxmlformats.org/officeDocument/2006/relationships" id="2147483653" r:id="R1f5f7babf4fe4fab"/>
    <p:sldLayoutId xmlns:r="http://schemas.openxmlformats.org/officeDocument/2006/relationships" id="2147483654" r:id="R229049717f7e4e3e"/>
    <p:sldLayoutId xmlns:r="http://schemas.openxmlformats.org/officeDocument/2006/relationships" id="2147483655" r:id="Rb0ee93640ad94c91"/>
    <p:sldLayoutId xmlns:r="http://schemas.openxmlformats.org/officeDocument/2006/relationships" id="2147483656" r:id="R45cecce8b7094185"/>
    <p:sldLayoutId xmlns:r="http://schemas.openxmlformats.org/officeDocument/2006/relationships" id="2147483657" r:id="Rf9a056dddd4344c0"/>
    <p:sldLayoutId xmlns:r="http://schemas.openxmlformats.org/officeDocument/2006/relationships" id="2147483658" r:id="R958968fbf6444197"/>
    <p:sldLayoutId xmlns:r="http://schemas.openxmlformats.org/officeDocument/2006/relationships" id="2147483659" r:id="R21d29ec2c68b485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917372d4bb4778" /><Relationship Type="http://schemas.openxmlformats.org/officeDocument/2006/relationships/notesSlide" Target="/ppt/notesSlides/notesSlide1.xml" Id="Rdab46170643a42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b2059006034452" /><Relationship Type="http://schemas.openxmlformats.org/officeDocument/2006/relationships/notesSlide" Target="/ppt/notesSlides/notesSlide2.xml" Id="R746df2fa913c41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8da963e27240d4" /><Relationship Type="http://schemas.openxmlformats.org/officeDocument/2006/relationships/notesSlide" Target="/ppt/notesSlides/notesSlide3.xml" Id="R842afb9b948e4f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98ac294c1e490d" /><Relationship Type="http://schemas.openxmlformats.org/officeDocument/2006/relationships/notesSlide" Target="/ppt/notesSlides/notesSlide4.xml" Id="R8398ed85608049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673-1">
            <a:extLst xmlns:a="http://schemas.openxmlformats.org/drawingml/2006/main">
              <a:ext uri="{FF2B5EF4-FFF2-40B4-BE49-F238E27FC236}">
                <a16:creationId xmlns:a16="http://schemas.microsoft.com/office/drawing/2014/main" id="{17B724C9-DB66-4505-821B-107B3B2B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673-1">
            <a:extLst xmlns:a="http://schemas.openxmlformats.org/drawingml/2006/main">
              <a:ext uri="{FF2B5EF4-FFF2-40B4-BE49-F238E27FC236}">
                <a16:creationId xmlns:a16="http://schemas.microsoft.com/office/drawing/2014/main" id="{A524A4D3-F86B-4D8C-8EEC-F38D2EFA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p03-full-008673</a:t>
            </a:r>
          </a:p>
        </p:txBody>
      </p:sp>
      <p:sp>
        <p:nvSpPr>
          <p:cNvPr id="3" name="qa-v2-r2-title-p03-full-008673-1">
            <a:extLst xmlns:a="http://schemas.openxmlformats.org/drawingml/2006/main">
              <a:ext uri="{FF2B5EF4-FFF2-40B4-BE49-F238E27FC236}">
                <a16:creationId xmlns:a16="http://schemas.microsoft.com/office/drawing/2014/main" id="{EA6B5388-67CD-4088-8BD6-5F7FF0F3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8673-1">
            <a:extLst xmlns:a="http://schemas.openxmlformats.org/drawingml/2006/main">
              <a:ext uri="{FF2B5EF4-FFF2-40B4-BE49-F238E27FC236}">
                <a16:creationId xmlns:a16="http://schemas.microsoft.com/office/drawing/2014/main" id="{FA2D1B02-DC39-4AE7-8EF4-22F18876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review mail exception followup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mail recent. The record treats RISK-031 on 2026-07-20 as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assessment context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p03-src-008673 is the declared source; p03-full-004052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985944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673-2">
            <a:extLst xmlns:a="http://schemas.openxmlformats.org/drawingml/2006/main">
              <a:ext uri="{FF2B5EF4-FFF2-40B4-BE49-F238E27FC236}">
                <a16:creationId xmlns:a16="http://schemas.microsoft.com/office/drawing/2014/main" id="{A4D724D1-932C-406D-8606-465F5318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673-2">
            <a:extLst xmlns:a="http://schemas.openxmlformats.org/drawingml/2006/main">
              <a:ext uri="{FF2B5EF4-FFF2-40B4-BE49-F238E27FC236}">
                <a16:creationId xmlns:a16="http://schemas.microsoft.com/office/drawing/2014/main" id="{F4C8945F-7D61-432C-9652-1EB34E48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p03-full-008673</a:t>
            </a:r>
          </a:p>
        </p:txBody>
      </p:sp>
      <p:sp>
        <p:nvSpPr>
          <p:cNvPr id="3" name="qa-v2-r2-title-p03-full-008673-2">
            <a:extLst xmlns:a="http://schemas.openxmlformats.org/drawingml/2006/main">
              <a:ext uri="{FF2B5EF4-FFF2-40B4-BE49-F238E27FC236}">
                <a16:creationId xmlns:a16="http://schemas.microsoft.com/office/drawing/2014/main" id="{D5EEF016-6FB1-40FD-B52D-1AE24B1B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8673-2">
            <a:extLst xmlns:a="http://schemas.openxmlformats.org/drawingml/2006/main">
              <a:ext uri="{FF2B5EF4-FFF2-40B4-BE49-F238E27FC236}">
                <a16:creationId xmlns:a16="http://schemas.microsoft.com/office/drawing/2014/main" id="{A65F384B-54F8-49EC-9ADC-7782C3DE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record's purpose is to provide a concise synthetic evidence review update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CASE-260713-184.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risk-to-response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proportionality and ownership, approval boundaries, and accountability, rather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than 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816374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673-3">
            <a:extLst xmlns:a="http://schemas.openxmlformats.org/drawingml/2006/main">
              <a:ext uri="{FF2B5EF4-FFF2-40B4-BE49-F238E27FC236}">
                <a16:creationId xmlns:a16="http://schemas.microsoft.com/office/drawing/2014/main" id="{3B4E50A9-4AEA-4999-B61E-3C08D71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673-3">
            <a:extLst xmlns:a="http://schemas.openxmlformats.org/drawingml/2006/main">
              <a:ext uri="{FF2B5EF4-FFF2-40B4-BE49-F238E27FC236}">
                <a16:creationId xmlns:a16="http://schemas.microsoft.com/office/drawing/2014/main" id="{FBD8C2D1-CE58-48ED-9ACA-20206E25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p03-full-008673</a:t>
            </a:r>
          </a:p>
        </p:txBody>
      </p:sp>
      <p:sp>
        <p:nvSpPr>
          <p:cNvPr id="3" name="qa-v2-r2-title-p03-full-008673-3">
            <a:extLst xmlns:a="http://schemas.openxmlformats.org/drawingml/2006/main">
              <a:ext uri="{FF2B5EF4-FFF2-40B4-BE49-F238E27FC236}">
                <a16:creationId xmlns:a16="http://schemas.microsoft.com/office/drawing/2014/main" id="{D566090E-38CE-46BF-A707-81C7243B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8673-3">
            <a:extLst xmlns:a="http://schemas.openxmlformats.org/drawingml/2006/main">
              <a:ext uri="{FF2B5EF4-FFF2-40B4-BE49-F238E27FC236}">
                <a16:creationId xmlns:a16="http://schemas.microsoft.com/office/drawing/2014/main" id="{25A6ED03-5831-48D1-BA90-B1E7B480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record a reasoned exception;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012421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673-4">
            <a:extLst xmlns:a="http://schemas.openxmlformats.org/drawingml/2006/main">
              <a:ext uri="{FF2B5EF4-FFF2-40B4-BE49-F238E27FC236}">
                <a16:creationId xmlns:a16="http://schemas.microsoft.com/office/drawing/2014/main" id="{9AC482D3-EB29-4B4B-9DC1-A8FDE2C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673-4">
            <a:extLst xmlns:a="http://schemas.openxmlformats.org/drawingml/2006/main">
              <a:ext uri="{FF2B5EF4-FFF2-40B4-BE49-F238E27FC236}">
                <a16:creationId xmlns:a16="http://schemas.microsoft.com/office/drawing/2014/main" id="{E383C53B-67AE-4501-A477-D289AD8C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p03-full-008673</a:t>
            </a:r>
          </a:p>
        </p:txBody>
      </p:sp>
      <p:sp>
        <p:nvSpPr>
          <p:cNvPr id="3" name="qa-v2-r2-title-p03-full-008673-4">
            <a:extLst xmlns:a="http://schemas.openxmlformats.org/drawingml/2006/main">
              <a:ext uri="{FF2B5EF4-FFF2-40B4-BE49-F238E27FC236}">
                <a16:creationId xmlns:a16="http://schemas.microsoft.com/office/drawing/2014/main" id="{CBD942FE-8307-4222-A9A1-E7DB84E0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8673-4">
            <a:extLst xmlns:a="http://schemas.openxmlformats.org/drawingml/2006/main">
              <a:ext uri="{FF2B5EF4-FFF2-40B4-BE49-F238E27FC236}">
                <a16:creationId xmlns:a16="http://schemas.microsoft.com/office/drawing/2014/main" id="{883945FC-7C2C-4C6A-B4FB-D6181BA2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p03-full-004052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assessment context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20124216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2026-08-25T13:06:32.6700000Z</dcterms:created>
  <dcterms:modified xsi:type="dcterms:W3CDTF">2026-08-25T13:06:32.6700000Z</dcterms:modified>
</coreProperties>
</file>