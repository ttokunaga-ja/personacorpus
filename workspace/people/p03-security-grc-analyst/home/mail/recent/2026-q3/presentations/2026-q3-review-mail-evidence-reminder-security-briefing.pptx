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1bd5d091fd41cc" /><Relationship Type="http://schemas.openxmlformats.org/officeDocument/2006/relationships/extended-properties" Target="/docProps/app.xml" Id="Ra89e263365364c08" /><Relationship Type="http://schemas.openxmlformats.org/officeDocument/2006/relationships/officeDocument" Target="/ppt/presentation.xml" Id="Rcb1e344bfeb842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60b10b56da4cca"/>
  </p:sldMasterIdLst>
  <p:notesMasterIdLst>
    <p:notesMasterId xmlns:r="http://schemas.openxmlformats.org/officeDocument/2006/relationships" r:id="Rdbe66f016b4f4046"/>
  </p:notesMasterIdLst>
  <p:sldIdLst>
    <p:sldId xmlns:r="http://schemas.openxmlformats.org/officeDocument/2006/relationships" id="256" r:id="Rd32e6222a36a47da"/>
    <p:sldId xmlns:r="http://schemas.openxmlformats.org/officeDocument/2006/relationships" id="257" r:id="R535fc853d9914cba"/>
    <p:sldId xmlns:r="http://schemas.openxmlformats.org/officeDocument/2006/relationships" id="258" r:id="R72ff0909eefe4c79"/>
    <p:sldId xmlns:r="http://schemas.openxmlformats.org/officeDocument/2006/relationships" id="259" r:id="R52155edd47a848ae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e0a014dfc646f9" /><Relationship Type="http://schemas.openxmlformats.org/officeDocument/2006/relationships/slideMaster" Target="/ppt/slideMasters/slideMaster1.xml" Id="R3d60b10b56da4cca" /><Relationship Type="http://schemas.openxmlformats.org/officeDocument/2006/relationships/notesMaster" Target="/ppt/notesMasters/notesMaster1.xml" Id="Rdbe66f016b4f4046" /><Relationship Type="http://schemas.openxmlformats.org/officeDocument/2006/relationships/presProps" Target="/ppt/presProps.xml" Id="Rd2c45504c5c64a6f" /><Relationship Type="http://schemas.openxmlformats.org/officeDocument/2006/relationships/viewProps" Target="/ppt/viewProps.xml" Id="R1b208e8f3d044d0d" /><Relationship Type="http://schemas.openxmlformats.org/officeDocument/2006/relationships/tableStyles" Target="/ppt/tableStyles.xml" Id="R0c8934a78a0e44d5" /><Relationship Type="http://schemas.openxmlformats.org/officeDocument/2006/relationships/slide" Target="/ppt/slides/slide1.xml" Id="Rd32e6222a36a47da" /><Relationship Type="http://schemas.openxmlformats.org/officeDocument/2006/relationships/slide" Target="/ppt/slides/slide2.xml" Id="R535fc853d9914cba" /><Relationship Type="http://schemas.openxmlformats.org/officeDocument/2006/relationships/slide" Target="/ppt/slides/slide3.xml" Id="R72ff0909eefe4c79" /><Relationship Type="http://schemas.openxmlformats.org/officeDocument/2006/relationships/slide" Target="/ppt/slides/slide4.xml" Id="R52155edd47a848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9de51400c24f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1041c95a1644e9" /><Relationship Type="http://schemas.openxmlformats.org/officeDocument/2006/relationships/notesMaster" Target="/ppt/notesMasters/notesMaster1.xml" Id="R04051b84e8e648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ac0f161a6e4827" /><Relationship Type="http://schemas.openxmlformats.org/officeDocument/2006/relationships/notesMaster" Target="/ppt/notesMasters/notesMaster1.xml" Id="R95ee9b51aad449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1e1626a9094788" /><Relationship Type="http://schemas.openxmlformats.org/officeDocument/2006/relationships/notesMaster" Target="/ppt/notesMasters/notesMaster1.xml" Id="R514eecd853b347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cff1298d674268" /><Relationship Type="http://schemas.openxmlformats.org/officeDocument/2006/relationships/notesMaster" Target="/ppt/notesMasters/notesMaster1.xml" Id="Rb962b236a1934a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443d3768540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7a2b2d2294f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6497fb04344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65d21f3e224d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4f0d9e2314a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1abd600674d6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918d1e5bf437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e51aa49e641b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77315611644d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4c10e5885047a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8c784f5c8404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C2A201-A4CE-4456-97E1-52B8937EF5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81A5243-1510-49B3-BBC0-C4855818A4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3DDFE08-CCAC-4477-9AF5-301BF5B33B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0A0164-72D7-44F4-AA0E-FCAE88D183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207BF9-65CE-47CF-94B2-D6C87E695B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860D42-7B40-4CE8-88B5-118CE75290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6780A71-CEBE-4EB1-BCCD-E558735333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9658EA-DC7A-4255-BE11-6CA2D9C8B1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F57724-98BF-416A-84ED-EE00F3A29D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9E4563-6647-40FA-A1F7-F520A12BA0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9A988C-B681-4AE5-911B-11389EECED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736D03-FD0C-495A-B41B-35939C933D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8671571-0A50-4EC7-BED6-4F6D6D8003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7030E07-E276-460D-B956-F8CD29C03E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0F133D-1643-4312-947D-76DF9E9B79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BB97C2-7C22-4AAF-A20C-E29435C45F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4DBE35-AA4F-410C-84CD-95347F595C2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8DE5258-D6AB-4BD9-AD9C-CF1C41FC9E8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B5F9E6E-E3F5-407E-A658-C54CA5FB36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384356D-FDB0-4107-98C8-50205B9DE9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E27DDA8-B39F-4E06-BD8D-8D887312ED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D2F8B6-2BB8-4C54-82C1-7B36C545D4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2C73B2-79D5-4EAD-9360-B9D5562A96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0C07637-7724-41CD-80F5-5555AF9C2B4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499FCB-358C-4B7C-93F7-A84D49153D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82C23EF-FF9B-42C3-8977-CF2EA8FB8F4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DA703AB-FE7E-4842-ADA2-512D18B8AC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09FFCA8-C570-410D-8B18-66605D139A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B3EAD7B-5FD8-4637-BED9-DAB939B7FE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F3B6AC-AB35-4B63-BA1C-9C1292D8BB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8EE936F-B084-44B2-B516-F8A3018288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DE3877B-5023-4E2D-8472-15D4CDE504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69D9B1E-8DE4-4386-B74B-89596EFB49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F9AA849-A131-47CF-AA9B-AED4E9D9DB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AE8EB6C-5B57-4D3A-AFD3-D5507DCEB0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3DE00B4-B63B-48DD-9A23-ECA67A9608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AEF1D3-87C3-48FF-887E-7D8BE73C1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280178-8285-4F38-B2CA-BF226DA655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1DF0EE9-9C73-4DFE-B73C-818B394CBB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6BCFCE2-FAA5-4348-9B53-80FDE858A3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8CAD728-D4AB-4207-894D-08E6F6D46F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342E66B-75B9-46A8-84AB-799B6DAB10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B268FF-3C42-4B31-BD4D-51D267A3D9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E067642-264A-4954-8CD3-DA79D424255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89722A-E59F-4D0D-8094-C7625168E4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F983BC6-E23C-4B7D-8D1D-FA63081D97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3CFE7ED-2894-4DB4-9217-E8A3A54ED8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929B509-CA3F-48F5-A5A6-23F680CB84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498524-E81C-418E-84D2-BBD4CB7EB6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8AFB907-268A-41C7-AF88-9DD0074A86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5E258C-27BA-4C96-8BBB-620B101868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05C0E7-92A4-429F-8659-5143B90BDB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37FEC2-661E-4624-A18A-9233D1EC37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2045C61-2FF5-422B-B778-F755A9E594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382CBD-8A3B-497D-ADBD-6041E1F61C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09142E-EC8A-4123-831D-D81A3FFABF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FBDBEE-C7A2-4E98-A3C0-5AA944E0CC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CF5BB26-4DCA-466B-9B42-1E85E33AA9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5cbdc14550433e" /><Relationship Type="http://schemas.openxmlformats.org/officeDocument/2006/relationships/slideLayout" Target="/ppt/slideLayouts/slideLayout1.xml" Id="Rfbeb824358be4d35" /><Relationship Type="http://schemas.openxmlformats.org/officeDocument/2006/relationships/slideLayout" Target="/ppt/slideLayouts/slideLayout2.xml" Id="R95376cc5be514447" /><Relationship Type="http://schemas.openxmlformats.org/officeDocument/2006/relationships/slideLayout" Target="/ppt/slideLayouts/slideLayout3.xml" Id="Rfcd39308b90e4150" /><Relationship Type="http://schemas.openxmlformats.org/officeDocument/2006/relationships/slideLayout" Target="/ppt/slideLayouts/slideLayout4.xml" Id="R0caa2d536d334674" /><Relationship Type="http://schemas.openxmlformats.org/officeDocument/2006/relationships/slideLayout" Target="/ppt/slideLayouts/slideLayout5.xml" Id="R5ab2d9f5d72f477d" /><Relationship Type="http://schemas.openxmlformats.org/officeDocument/2006/relationships/slideLayout" Target="/ppt/slideLayouts/slideLayout6.xml" Id="R188ee4013d7e4bb8" /><Relationship Type="http://schemas.openxmlformats.org/officeDocument/2006/relationships/slideLayout" Target="/ppt/slideLayouts/slideLayout7.xml" Id="Recabc75afa1b4b4d" /><Relationship Type="http://schemas.openxmlformats.org/officeDocument/2006/relationships/slideLayout" Target="/ppt/slideLayouts/slideLayout8.xml" Id="R8703284545124cf0" /><Relationship Type="http://schemas.openxmlformats.org/officeDocument/2006/relationships/slideLayout" Target="/ppt/slideLayouts/slideLayout9.xml" Id="R9c89f3b887794008" /><Relationship Type="http://schemas.openxmlformats.org/officeDocument/2006/relationships/slideLayout" Target="/ppt/slideLayouts/slideLayout10.xml" Id="R53ecf8c342a84113" /><Relationship Type="http://schemas.openxmlformats.org/officeDocument/2006/relationships/slideLayout" Target="/ppt/slideLayouts/slideLayout11.xml" Id="Re5c86385a983427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BE53982-187D-4E74-BA79-431A1E1C9D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8FBF91-DC02-4617-B004-4D07B43C62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06BC457-A541-49B4-AAD7-7E22922A3CD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9FA05B-3F11-4BFF-A01F-99E9BEC5AA7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430D58-7F2C-4C01-8E92-0C7027ABEA6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eb824358be4d35"/>
    <p:sldLayoutId xmlns:r="http://schemas.openxmlformats.org/officeDocument/2006/relationships" id="2147483650" r:id="R95376cc5be514447"/>
    <p:sldLayoutId xmlns:r="http://schemas.openxmlformats.org/officeDocument/2006/relationships" id="2147483651" r:id="Rfcd39308b90e4150"/>
    <p:sldLayoutId xmlns:r="http://schemas.openxmlformats.org/officeDocument/2006/relationships" id="2147483652" r:id="R0caa2d536d334674"/>
    <p:sldLayoutId xmlns:r="http://schemas.openxmlformats.org/officeDocument/2006/relationships" id="2147483653" r:id="R5ab2d9f5d72f477d"/>
    <p:sldLayoutId xmlns:r="http://schemas.openxmlformats.org/officeDocument/2006/relationships" id="2147483654" r:id="R188ee4013d7e4bb8"/>
    <p:sldLayoutId xmlns:r="http://schemas.openxmlformats.org/officeDocument/2006/relationships" id="2147483655" r:id="Recabc75afa1b4b4d"/>
    <p:sldLayoutId xmlns:r="http://schemas.openxmlformats.org/officeDocument/2006/relationships" id="2147483656" r:id="R8703284545124cf0"/>
    <p:sldLayoutId xmlns:r="http://schemas.openxmlformats.org/officeDocument/2006/relationships" id="2147483657" r:id="R9c89f3b887794008"/>
    <p:sldLayoutId xmlns:r="http://schemas.openxmlformats.org/officeDocument/2006/relationships" id="2147483658" r:id="R53ecf8c342a84113"/>
    <p:sldLayoutId xmlns:r="http://schemas.openxmlformats.org/officeDocument/2006/relationships" id="2147483659" r:id="Re5c86385a983427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9b9547717840a9" /><Relationship Type="http://schemas.openxmlformats.org/officeDocument/2006/relationships/notesSlide" Target="/ppt/notesSlides/notesSlide1.xml" Id="R518519f629764b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5f8a39d8974150" /><Relationship Type="http://schemas.openxmlformats.org/officeDocument/2006/relationships/notesSlide" Target="/ppt/notesSlides/notesSlide2.xml" Id="R87563401427545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ab3aba7c594305" /><Relationship Type="http://schemas.openxmlformats.org/officeDocument/2006/relationships/notesSlide" Target="/ppt/notesSlides/notesSlide3.xml" Id="R0729836ef0ac44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297df75e054267" /><Relationship Type="http://schemas.openxmlformats.org/officeDocument/2006/relationships/notesSlide" Target="/ppt/notesSlides/notesSlide4.xml" Id="R1eca1ce9603743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274-1">
            <a:extLst xmlns:a="http://schemas.openxmlformats.org/drawingml/2006/main">
              <a:ext uri="{FF2B5EF4-FFF2-40B4-BE49-F238E27FC236}">
                <a16:creationId xmlns:a16="http://schemas.microsoft.com/office/drawing/2014/main" id="{80DC7ADD-A951-4AC8-976F-ADA69077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274-1">
            <a:extLst xmlns:a="http://schemas.openxmlformats.org/drawingml/2006/main">
              <a:ext uri="{FF2B5EF4-FFF2-40B4-BE49-F238E27FC236}">
                <a16:creationId xmlns:a16="http://schemas.microsoft.com/office/drawing/2014/main" id="{7981A505-9431-49B5-920B-6FC3041C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p03-full-009274</a:t>
            </a:r>
          </a:p>
        </p:txBody>
      </p:sp>
      <p:sp>
        <p:nvSpPr>
          <p:cNvPr id="3" name="qa-v2-r2-title-p03-full-009274-1">
            <a:extLst xmlns:a="http://schemas.openxmlformats.org/drawingml/2006/main">
              <a:ext uri="{FF2B5EF4-FFF2-40B4-BE49-F238E27FC236}">
                <a16:creationId xmlns:a16="http://schemas.microsoft.com/office/drawing/2014/main" id="{F402B5F5-6FC4-4D38-A22D-9FAB911D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9274-1">
            <a:extLst xmlns:a="http://schemas.openxmlformats.org/drawingml/2006/main">
              <a:ext uri="{FF2B5EF4-FFF2-40B4-BE49-F238E27FC236}">
                <a16:creationId xmlns:a16="http://schemas.microsoft.com/office/drawing/2014/main" id="{88D9FDC9-76F2-4582-8C7A-3ECE134B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review mail evidence reminder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mail recent.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p03-src-009274; p03-full-008123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ownership handoff assessment.</a:t>
            </a:r>
          </a:p>
        </p:txBody>
      </p:sp>
    </p:spTree>
    <p:extLst>
      <p:ext uri="{BB962C8B-B14F-4D97-AF65-F5344CB8AC3E}">
        <p14:creationId xmlns:p14="http://schemas.microsoft.com/office/powerpoint/2010/main" val="17551220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274-2">
            <a:extLst xmlns:a="http://schemas.openxmlformats.org/drawingml/2006/main">
              <a:ext uri="{FF2B5EF4-FFF2-40B4-BE49-F238E27FC236}">
                <a16:creationId xmlns:a16="http://schemas.microsoft.com/office/drawing/2014/main" id="{EA3606B0-B364-4975-B30B-1C0DBB8B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274-2">
            <a:extLst xmlns:a="http://schemas.openxmlformats.org/drawingml/2006/main">
              <a:ext uri="{FF2B5EF4-FFF2-40B4-BE49-F238E27FC236}">
                <a16:creationId xmlns:a16="http://schemas.microsoft.com/office/drawing/2014/main" id="{1079AD0F-C163-4240-B4FE-808F0113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p03-full-009274</a:t>
            </a:r>
          </a:p>
        </p:txBody>
      </p:sp>
      <p:sp>
        <p:nvSpPr>
          <p:cNvPr id="3" name="qa-v2-r2-title-p03-full-009274-2">
            <a:extLst xmlns:a="http://schemas.openxmlformats.org/drawingml/2006/main">
              <a:ext uri="{FF2B5EF4-FFF2-40B4-BE49-F238E27FC236}">
                <a16:creationId xmlns:a16="http://schemas.microsoft.com/office/drawing/2014/main" id="{20B7D384-E9BC-481F-AC5E-16C08CE2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9274-2">
            <a:extLst xmlns:a="http://schemas.openxmlformats.org/drawingml/2006/main">
              <a:ext uri="{FF2B5EF4-FFF2-40B4-BE49-F238E27FC236}">
                <a16:creationId xmlns:a16="http://schemas.microsoft.com/office/drawing/2014/main" id="{81564ECF-5518-46BC-A9E0-B4066AEE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record's purpose is to provide a concise synthetic evidence review update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CASE-260713-184.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dependency-to-action relevance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6015638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274-3">
            <a:extLst xmlns:a="http://schemas.openxmlformats.org/drawingml/2006/main">
              <a:ext uri="{FF2B5EF4-FFF2-40B4-BE49-F238E27FC236}">
                <a16:creationId xmlns:a16="http://schemas.microsoft.com/office/drawing/2014/main" id="{49ED8DF6-F132-4941-BCC6-E8664963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274-3">
            <a:extLst xmlns:a="http://schemas.openxmlformats.org/drawingml/2006/main">
              <a:ext uri="{FF2B5EF4-FFF2-40B4-BE49-F238E27FC236}">
                <a16:creationId xmlns:a16="http://schemas.microsoft.com/office/drawing/2014/main" id="{A606F486-CEFF-422C-B0E8-49EE2486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p03-full-009274</a:t>
            </a:r>
          </a:p>
        </p:txBody>
      </p:sp>
      <p:sp>
        <p:nvSpPr>
          <p:cNvPr id="3" name="qa-v2-r2-title-p03-full-009274-3">
            <a:extLst xmlns:a="http://schemas.openxmlformats.org/drawingml/2006/main">
              <a:ext uri="{FF2B5EF4-FFF2-40B4-BE49-F238E27FC236}">
                <a16:creationId xmlns:a16="http://schemas.microsoft.com/office/drawing/2014/main" id="{8F366004-22A5-4692-87EC-7A74605A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9274-3">
            <a:extLst xmlns:a="http://schemas.openxmlformats.org/drawingml/2006/main">
              <a:ext uri="{FF2B5EF4-FFF2-40B4-BE49-F238E27FC236}">
                <a16:creationId xmlns:a16="http://schemas.microsoft.com/office/drawing/2014/main" id="{C1A35231-C5C0-41DB-9BAA-F2506054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hold the conclusion for review;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3587360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274-4">
            <a:extLst xmlns:a="http://schemas.openxmlformats.org/drawingml/2006/main">
              <a:ext uri="{FF2B5EF4-FFF2-40B4-BE49-F238E27FC236}">
                <a16:creationId xmlns:a16="http://schemas.microsoft.com/office/drawing/2014/main" id="{6647F9D2-EEFA-492E-B71A-42827D19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274-4">
            <a:extLst xmlns:a="http://schemas.openxmlformats.org/drawingml/2006/main">
              <a:ext uri="{FF2B5EF4-FFF2-40B4-BE49-F238E27FC236}">
                <a16:creationId xmlns:a16="http://schemas.microsoft.com/office/drawing/2014/main" id="{1DF55B6C-DFF0-4CDD-B358-592F5DB7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p03-full-009274</a:t>
            </a:r>
          </a:p>
        </p:txBody>
      </p:sp>
      <p:sp>
        <p:nvSpPr>
          <p:cNvPr id="3" name="qa-v2-r2-title-p03-full-009274-4">
            <a:extLst xmlns:a="http://schemas.openxmlformats.org/drawingml/2006/main">
              <a:ext uri="{FF2B5EF4-FFF2-40B4-BE49-F238E27FC236}">
                <a16:creationId xmlns:a16="http://schemas.microsoft.com/office/drawing/2014/main" id="{7C39A24A-55BC-422F-A205-DED09F62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9274-4">
            <a:extLst xmlns:a="http://schemas.openxmlformats.org/drawingml/2006/main">
              <a:ext uri="{FF2B5EF4-FFF2-40B4-BE49-F238E27FC236}">
                <a16:creationId xmlns:a16="http://schemas.microsoft.com/office/drawing/2014/main" id="{F6179102-528E-4EBD-8970-B9881921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p03-src-009274 with p03-full-008123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ownership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35873607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2026-08-25T13:06:11.2180000Z</dcterms:created>
  <dcterms:modified xsi:type="dcterms:W3CDTF">2026-08-25T13:06:11.2180000Z</dcterms:modified>
</coreProperties>
</file>