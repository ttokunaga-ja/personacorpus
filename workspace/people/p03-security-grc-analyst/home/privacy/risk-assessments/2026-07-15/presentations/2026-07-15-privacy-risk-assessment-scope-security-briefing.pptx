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c6fa5d32545c8" /><Relationship Type="http://schemas.openxmlformats.org/officeDocument/2006/relationships/extended-properties" Target="/docProps/app.xml" Id="Rfb2cb11b1ce7440d" /><Relationship Type="http://schemas.openxmlformats.org/officeDocument/2006/relationships/officeDocument" Target="/ppt/presentation.xml" Id="R1d7ecc07f9a5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12e1a73b14e00"/>
  </p:sldMasterIdLst>
  <p:notesMasterIdLst>
    <p:notesMasterId xmlns:r="http://schemas.openxmlformats.org/officeDocument/2006/relationships" r:id="R3b975ff2e8f54cad"/>
  </p:notesMasterIdLst>
  <p:sldIdLst>
    <p:sldId xmlns:r="http://schemas.openxmlformats.org/officeDocument/2006/relationships" id="256" r:id="Rc3ecca6f2abc4c6c"/>
    <p:sldId xmlns:r="http://schemas.openxmlformats.org/officeDocument/2006/relationships" id="257" r:id="Rd8224a850155402d"/>
    <p:sldId xmlns:r="http://schemas.openxmlformats.org/officeDocument/2006/relationships" id="258" r:id="R4e2e884489ed4c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2fa25d5d34745" /><Relationship Type="http://schemas.openxmlformats.org/officeDocument/2006/relationships/slideMaster" Target="/ppt/slideMasters/slideMaster1.xml" Id="R19112e1a73b14e00" /><Relationship Type="http://schemas.openxmlformats.org/officeDocument/2006/relationships/notesMaster" Target="/ppt/notesMasters/notesMaster1.xml" Id="R3b975ff2e8f54cad" /><Relationship Type="http://schemas.openxmlformats.org/officeDocument/2006/relationships/presProps" Target="/ppt/presProps.xml" Id="Rc73970c4f78346bf" /><Relationship Type="http://schemas.openxmlformats.org/officeDocument/2006/relationships/tableStyles" Target="/ppt/tableStyles.xml" Id="Rb1239b0d3ff745b3" /><Relationship Type="http://schemas.openxmlformats.org/officeDocument/2006/relationships/slide" Target="/ppt/slides/slide1.xml" Id="Rc3ecca6f2abc4c6c" /><Relationship Type="http://schemas.openxmlformats.org/officeDocument/2006/relationships/slide" Target="/ppt/slides/slide2.xml" Id="Rd8224a850155402d" /><Relationship Type="http://schemas.openxmlformats.org/officeDocument/2006/relationships/slide" Target="/ppt/slides/slide3.xml" Id="R4e2e884489ed4c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f522fca72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021ae7dc2a445e" /><Relationship Type="http://schemas.openxmlformats.org/officeDocument/2006/relationships/notesMaster" Target="/ppt/notesMasters/notesMaster1.xml" Id="R43cc14c43c20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df0fb2c2d4601" /><Relationship Type="http://schemas.openxmlformats.org/officeDocument/2006/relationships/notesMaster" Target="/ppt/notesMasters/notesMaster1.xml" Id="R6babafb98c0443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52f6bd2df4a72" /><Relationship Type="http://schemas.openxmlformats.org/officeDocument/2006/relationships/notesMaster" Target="/ppt/notesMasters/notesMaster1.xml" Id="Rf5d840987009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ed62f2aeb49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6fa988ac8240e4" /><Relationship Type="http://schemas.openxmlformats.org/officeDocument/2006/relationships/slideLayout" Target="/ppt/slideLayouts/slideLayout1.xml" Id="Rf4247db4788d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247db4788d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06d0882704906" /><Relationship Type="http://schemas.openxmlformats.org/officeDocument/2006/relationships/notesSlide" Target="/ppt/notesSlides/notesSlide1.xml" Id="R3d5b8d7093e0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6df2cb2fb441f" /><Relationship Type="http://schemas.openxmlformats.org/officeDocument/2006/relationships/notesSlide" Target="/ppt/notesSlides/notesSlide2.xml" Id="R53135f7683e4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531415c54bb7" /><Relationship Type="http://schemas.openxmlformats.org/officeDocument/2006/relationships/notesSlide" Target="/ppt/notesSlides/notesSlide3.xml" Id="R022290db848145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74-1">
            <a:extLst xmlns:a="http://schemas.openxmlformats.org/drawingml/2006/main">
              <a:ext uri="{FF2B5EF4-FFF2-40B4-BE49-F238E27FC236}">
                <a16:creationId xmlns:a16="http://schemas.microsoft.com/office/drawing/2014/main" id="{321593BB-7AB7-41E2-B069-7D1CC27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74-1">
            <a:extLst xmlns:a="http://schemas.openxmlformats.org/drawingml/2006/main">
              <a:ext uri="{FF2B5EF4-FFF2-40B4-BE49-F238E27FC236}">
                <a16:creationId xmlns:a16="http://schemas.microsoft.com/office/drawing/2014/main" id="{9D958045-C98C-410E-9DF9-17A9EE0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p03-full-001174</a:t>
            </a:r>
          </a:p>
        </p:txBody>
      </p:sp>
      <p:sp>
        <p:nvSpPr>
          <p:cNvPr id="3" name="qa-v2-r2-title-p03-full-001174-1">
            <a:extLst xmlns:a="http://schemas.openxmlformats.org/drawingml/2006/main">
              <a:ext uri="{FF2B5EF4-FFF2-40B4-BE49-F238E27FC236}">
                <a16:creationId xmlns:a16="http://schemas.microsoft.com/office/drawing/2014/main" id="{002F81DB-4D75-4C7F-8382-CC9275D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174-1">
            <a:extLst xmlns:a="http://schemas.openxmlformats.org/drawingml/2006/main">
              <a:ext uri="{FF2B5EF4-FFF2-40B4-BE49-F238E27FC236}">
                <a16:creationId xmlns:a16="http://schemas.microsoft.com/office/drawing/2014/main" id="{9D61DD3A-EC2B-4CA8-91F9-07597271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privacy risk assessment scope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privacy risk assessments.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p03-src-001174; p03-full-002456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223798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74-2">
            <a:extLst xmlns:a="http://schemas.openxmlformats.org/drawingml/2006/main">
              <a:ext uri="{FF2B5EF4-FFF2-40B4-BE49-F238E27FC236}">
                <a16:creationId xmlns:a16="http://schemas.microsoft.com/office/drawing/2014/main" id="{7CFE34B6-6DCF-4EEB-B041-009ED97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74-2">
            <a:extLst xmlns:a="http://schemas.openxmlformats.org/drawingml/2006/main">
              <a:ext uri="{FF2B5EF4-FFF2-40B4-BE49-F238E27FC236}">
                <a16:creationId xmlns:a16="http://schemas.microsoft.com/office/drawing/2014/main" id="{EAA35075-36B9-42BC-9AAA-9A1904CB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p03-full-001174</a:t>
            </a:r>
          </a:p>
        </p:txBody>
      </p:sp>
      <p:sp>
        <p:nvSpPr>
          <p:cNvPr id="3" name="qa-v2-r2-title-p03-full-001174-2">
            <a:extLst xmlns:a="http://schemas.openxmlformats.org/drawingml/2006/main">
              <a:ext uri="{FF2B5EF4-FFF2-40B4-BE49-F238E27FC236}">
                <a16:creationId xmlns:a16="http://schemas.microsoft.com/office/drawing/2014/main" id="{9A9F7C78-E956-4F40-BA30-50AECDB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174-2">
            <a:extLst xmlns:a="http://schemas.openxmlformats.org/drawingml/2006/main">
              <a:ext uri="{FF2B5EF4-FFF2-40B4-BE49-F238E27FC236}">
                <a16:creationId xmlns:a16="http://schemas.microsoft.com/office/drawing/2014/main" id="{AEA9DEDC-C1A4-40FA-BE50-1BB5850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Test source-period provenance, then reject the counterexample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that a data-use metric authorizes a workforce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23798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74-3">
            <a:extLst xmlns:a="http://schemas.openxmlformats.org/drawingml/2006/main">
              <a:ext uri="{FF2B5EF4-FFF2-40B4-BE49-F238E27FC236}">
                <a16:creationId xmlns:a16="http://schemas.microsoft.com/office/drawing/2014/main" id="{923D6494-EDC3-40E7-B7B0-39592FA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74-3">
            <a:extLst xmlns:a="http://schemas.openxmlformats.org/drawingml/2006/main">
              <a:ext uri="{FF2B5EF4-FFF2-40B4-BE49-F238E27FC236}">
                <a16:creationId xmlns:a16="http://schemas.microsoft.com/office/drawing/2014/main" id="{1144C949-AA9F-482D-81AE-803D03C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p03-full-001174</a:t>
            </a:r>
          </a:p>
        </p:txBody>
      </p:sp>
      <p:sp>
        <p:nvSpPr>
          <p:cNvPr id="3" name="qa-v2-r2-title-p03-full-001174-3">
            <a:extLst xmlns:a="http://schemas.openxmlformats.org/drawingml/2006/main">
              <a:ext uri="{FF2B5EF4-FFF2-40B4-BE49-F238E27FC236}">
                <a16:creationId xmlns:a16="http://schemas.microsoft.com/office/drawing/2014/main" id="{18EDE8E3-B546-4CF3-A463-FBDD5D00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174-3">
            <a:extLst xmlns:a="http://schemas.openxmlformats.org/drawingml/2006/main">
              <a:ext uri="{FF2B5EF4-FFF2-40B4-BE49-F238E27FC236}">
                <a16:creationId xmlns:a16="http://schemas.microsoft.com/office/drawing/2014/main" id="{3CC0A653-83F2-4B87-8B97-EBFAE75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23798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2026-08-25T13:00:43.3130000Z</dcterms:created>
  <dcterms:modified xsi:type="dcterms:W3CDTF">2026-08-25T13:00:43.3130000Z</dcterms:modified>
</coreProperties>
</file>