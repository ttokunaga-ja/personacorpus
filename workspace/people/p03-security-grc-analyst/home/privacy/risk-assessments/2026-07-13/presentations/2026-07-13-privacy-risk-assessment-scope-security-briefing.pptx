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c3f1602be64f54" /><Relationship Type="http://schemas.openxmlformats.org/officeDocument/2006/relationships/extended-properties" Target="/docProps/app.xml" Id="Rf6644cf7c96a4cdd" /><Relationship Type="http://schemas.openxmlformats.org/officeDocument/2006/relationships/officeDocument" Target="/ppt/presentation.xml" Id="R2c19776c94ac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234cbb9754319"/>
  </p:sldMasterIdLst>
  <p:notesMasterIdLst>
    <p:notesMasterId xmlns:r="http://schemas.openxmlformats.org/officeDocument/2006/relationships" r:id="R49dfe2d8b0a24b78"/>
  </p:notesMasterIdLst>
  <p:sldIdLst>
    <p:sldId xmlns:r="http://schemas.openxmlformats.org/officeDocument/2006/relationships" id="256" r:id="R80948e7f61194ae4"/>
    <p:sldId xmlns:r="http://schemas.openxmlformats.org/officeDocument/2006/relationships" id="257" r:id="R5749fb5c4373484b"/>
    <p:sldId xmlns:r="http://schemas.openxmlformats.org/officeDocument/2006/relationships" id="258" r:id="Rbb2530dc275a48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a8f5363999436e" /><Relationship Type="http://schemas.openxmlformats.org/officeDocument/2006/relationships/slideMaster" Target="/ppt/slideMasters/slideMaster1.xml" Id="Rf51234cbb9754319" /><Relationship Type="http://schemas.openxmlformats.org/officeDocument/2006/relationships/notesMaster" Target="/ppt/notesMasters/notesMaster1.xml" Id="R49dfe2d8b0a24b78" /><Relationship Type="http://schemas.openxmlformats.org/officeDocument/2006/relationships/presProps" Target="/ppt/presProps.xml" Id="Raedbc53f9d7842b1" /><Relationship Type="http://schemas.openxmlformats.org/officeDocument/2006/relationships/tableStyles" Target="/ppt/tableStyles.xml" Id="Rdaaf84c078fc402d" /><Relationship Type="http://schemas.openxmlformats.org/officeDocument/2006/relationships/slide" Target="/ppt/slides/slide1.xml" Id="R80948e7f61194ae4" /><Relationship Type="http://schemas.openxmlformats.org/officeDocument/2006/relationships/slide" Target="/ppt/slides/slide2.xml" Id="R5749fb5c4373484b" /><Relationship Type="http://schemas.openxmlformats.org/officeDocument/2006/relationships/slide" Target="/ppt/slides/slide3.xml" Id="Rbb2530dc275a48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c65824f3104e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9102d53a4945f7" /><Relationship Type="http://schemas.openxmlformats.org/officeDocument/2006/relationships/notesMaster" Target="/ppt/notesMasters/notesMaster1.xml" Id="R3c18b92e1ac84c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5ca8251fab42d1" /><Relationship Type="http://schemas.openxmlformats.org/officeDocument/2006/relationships/notesMaster" Target="/ppt/notesMasters/notesMaster1.xml" Id="R502d36ae9a4240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53e7530bd4f1c" /><Relationship Type="http://schemas.openxmlformats.org/officeDocument/2006/relationships/notesMaster" Target="/ppt/notesMasters/notesMaster1.xml" Id="R8e80b3ca07494a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bf9219ac247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d0e363c19d4777" /><Relationship Type="http://schemas.openxmlformats.org/officeDocument/2006/relationships/slideLayout" Target="/ppt/slideLayouts/slideLayout1.xml" Id="Re4e0a80dae7a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0a80dae7a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e3213e67c43d5" /><Relationship Type="http://schemas.openxmlformats.org/officeDocument/2006/relationships/notesSlide" Target="/ppt/notesSlides/notesSlide1.xml" Id="R6d67d8aa6b9d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e6ea0c6914768" /><Relationship Type="http://schemas.openxmlformats.org/officeDocument/2006/relationships/notesSlide" Target="/ppt/notesSlides/notesSlide2.xml" Id="R4debf1ff8f2049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a749b275c4b76" /><Relationship Type="http://schemas.openxmlformats.org/officeDocument/2006/relationships/notesSlide" Target="/ppt/notesSlides/notesSlide3.xml" Id="Ref22e8b5b4bc45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626-1">
            <a:extLst xmlns:a="http://schemas.openxmlformats.org/drawingml/2006/main">
              <a:ext uri="{FF2B5EF4-FFF2-40B4-BE49-F238E27FC236}">
                <a16:creationId xmlns:a16="http://schemas.microsoft.com/office/drawing/2014/main" id="{7E17CC56-DE84-4962-B44A-8BD12D2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626-1">
            <a:extLst xmlns:a="http://schemas.openxmlformats.org/drawingml/2006/main">
              <a:ext uri="{FF2B5EF4-FFF2-40B4-BE49-F238E27FC236}">
                <a16:creationId xmlns:a16="http://schemas.microsoft.com/office/drawing/2014/main" id="{FE9EC245-7DEA-466C-9045-9B65143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p03-full-002626</a:t>
            </a:r>
          </a:p>
        </p:txBody>
      </p:sp>
      <p:sp>
        <p:nvSpPr>
          <p:cNvPr id="3" name="qa-v2-r2-title-p03-full-002626-1">
            <a:extLst xmlns:a="http://schemas.openxmlformats.org/drawingml/2006/main">
              <a:ext uri="{FF2B5EF4-FFF2-40B4-BE49-F238E27FC236}">
                <a16:creationId xmlns:a16="http://schemas.microsoft.com/office/drawing/2014/main" id="{14718F67-CC13-4C52-ABEF-AE0A8CEA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626-1">
            <a:extLst xmlns:a="http://schemas.openxmlformats.org/drawingml/2006/main">
              <a:ext uri="{FF2B5EF4-FFF2-40B4-BE49-F238E27FC236}">
                <a16:creationId xmlns:a16="http://schemas.microsoft.com/office/drawing/2014/main" id="{E0ED0DC9-EE14-4DCD-8FE4-06CFF0CB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privacy risk assessment scope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privacy risk assessments.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p03-src-002626; p03-full-002456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scope assessment.</a:t>
            </a:r>
          </a:p>
        </p:txBody>
      </p:sp>
    </p:spTree>
    <p:extLst>
      <p:ext uri="{BB962C8B-B14F-4D97-AF65-F5344CB8AC3E}">
        <p14:creationId xmlns:p14="http://schemas.microsoft.com/office/powerpoint/2010/main" val="1133934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626-2">
            <a:extLst xmlns:a="http://schemas.openxmlformats.org/drawingml/2006/main">
              <a:ext uri="{FF2B5EF4-FFF2-40B4-BE49-F238E27FC236}">
                <a16:creationId xmlns:a16="http://schemas.microsoft.com/office/drawing/2014/main" id="{4D89C0F8-AD54-44FD-8FC3-B03C8EA8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626-2">
            <a:extLst xmlns:a="http://schemas.openxmlformats.org/drawingml/2006/main">
              <a:ext uri="{FF2B5EF4-FFF2-40B4-BE49-F238E27FC236}">
                <a16:creationId xmlns:a16="http://schemas.microsoft.com/office/drawing/2014/main" id="{801BCADA-4E66-4AF9-86FF-B0DDF079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p03-full-002626</a:t>
            </a:r>
          </a:p>
        </p:txBody>
      </p:sp>
      <p:sp>
        <p:nvSpPr>
          <p:cNvPr id="3" name="qa-v2-r2-title-p03-full-002626-2">
            <a:extLst xmlns:a="http://schemas.openxmlformats.org/drawingml/2006/main">
              <a:ext uri="{FF2B5EF4-FFF2-40B4-BE49-F238E27FC236}">
                <a16:creationId xmlns:a16="http://schemas.microsoft.com/office/drawing/2014/main" id="{82E1E9C3-4172-49C6-8606-36B7AFF7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626-2">
            <a:extLst xmlns:a="http://schemas.openxmlformats.org/drawingml/2006/main">
              <a:ext uri="{FF2B5EF4-FFF2-40B4-BE49-F238E27FC236}">
                <a16:creationId xmlns:a16="http://schemas.microsoft.com/office/drawing/2014/main" id="{EDDAE54F-B5C6-475B-9309-4639409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Trace the compensating-review sequence, then reject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 that later assessment wording rewrites the original attestation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133934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626-3">
            <a:extLst xmlns:a="http://schemas.openxmlformats.org/drawingml/2006/main">
              <a:ext uri="{FF2B5EF4-FFF2-40B4-BE49-F238E27FC236}">
                <a16:creationId xmlns:a16="http://schemas.microsoft.com/office/drawing/2014/main" id="{D51E3A7F-6056-4A14-9CB4-3F49E62B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626-3">
            <a:extLst xmlns:a="http://schemas.openxmlformats.org/drawingml/2006/main">
              <a:ext uri="{FF2B5EF4-FFF2-40B4-BE49-F238E27FC236}">
                <a16:creationId xmlns:a16="http://schemas.microsoft.com/office/drawing/2014/main" id="{00031BAA-892B-45D2-B247-E00291AD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p03-full-002626</a:t>
            </a:r>
          </a:p>
        </p:txBody>
      </p:sp>
      <p:sp>
        <p:nvSpPr>
          <p:cNvPr id="3" name="qa-v2-r2-title-p03-full-002626-3">
            <a:extLst xmlns:a="http://schemas.openxmlformats.org/drawingml/2006/main">
              <a:ext uri="{FF2B5EF4-FFF2-40B4-BE49-F238E27FC236}">
                <a16:creationId xmlns:a16="http://schemas.microsoft.com/office/drawing/2014/main" id="{28FF7CCC-5827-4A54-8B80-2F64F4B5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626-3">
            <a:extLst xmlns:a="http://schemas.openxmlformats.org/drawingml/2006/main">
              <a:ext uri="{FF2B5EF4-FFF2-40B4-BE49-F238E27FC236}">
                <a16:creationId xmlns:a16="http://schemas.microsoft.com/office/drawing/2014/main" id="{8A4E40F5-174D-421A-AF91-CB328907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request an explicit corroborating note; do not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carry 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133934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2026-08-25T13:00:22.0040000Z</dcterms:created>
  <dcterms:modified xsi:type="dcterms:W3CDTF">2026-08-25T13:00:22.0040000Z</dcterms:modified>
</coreProperties>
</file>