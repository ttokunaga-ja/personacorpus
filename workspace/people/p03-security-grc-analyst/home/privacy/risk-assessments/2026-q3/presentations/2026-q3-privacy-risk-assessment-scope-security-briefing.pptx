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ae373d35943cb" /><Relationship Type="http://schemas.openxmlformats.org/officeDocument/2006/relationships/extended-properties" Target="/docProps/app.xml" Id="R201b5d19c1d446d7" /><Relationship Type="http://schemas.openxmlformats.org/officeDocument/2006/relationships/officeDocument" Target="/ppt/presentation.xml" Id="R0c9c47bce51744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e8e3b336a24acb"/>
  </p:sldMasterIdLst>
  <p:notesMasterIdLst>
    <p:notesMasterId xmlns:r="http://schemas.openxmlformats.org/officeDocument/2006/relationships" r:id="R14679e9a35334fea"/>
  </p:notesMasterIdLst>
  <p:sldIdLst>
    <p:sldId xmlns:r="http://schemas.openxmlformats.org/officeDocument/2006/relationships" id="256" r:id="R12aa1dfcb7fc4023"/>
    <p:sldId xmlns:r="http://schemas.openxmlformats.org/officeDocument/2006/relationships" id="257" r:id="R9e9dffa064cc4c47"/>
    <p:sldId xmlns:r="http://schemas.openxmlformats.org/officeDocument/2006/relationships" id="258" r:id="R918fcab3cafa42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9ff96f1fce41fa" /><Relationship Type="http://schemas.openxmlformats.org/officeDocument/2006/relationships/slideMaster" Target="/ppt/slideMasters/slideMaster1.xml" Id="Rece8e3b336a24acb" /><Relationship Type="http://schemas.openxmlformats.org/officeDocument/2006/relationships/notesMaster" Target="/ppt/notesMasters/notesMaster1.xml" Id="R14679e9a35334fea" /><Relationship Type="http://schemas.openxmlformats.org/officeDocument/2006/relationships/presProps" Target="/ppt/presProps.xml" Id="Rb72956a00a2f4224" /><Relationship Type="http://schemas.openxmlformats.org/officeDocument/2006/relationships/tableStyles" Target="/ppt/tableStyles.xml" Id="R175a80b9497d4f07" /><Relationship Type="http://schemas.openxmlformats.org/officeDocument/2006/relationships/slide" Target="/ppt/slides/slide1.xml" Id="R12aa1dfcb7fc4023" /><Relationship Type="http://schemas.openxmlformats.org/officeDocument/2006/relationships/slide" Target="/ppt/slides/slide2.xml" Id="R9e9dffa064cc4c47" /><Relationship Type="http://schemas.openxmlformats.org/officeDocument/2006/relationships/slide" Target="/ppt/slides/slide3.xml" Id="R918fcab3cafa42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759299de1343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0e42f9d2e4d58" /><Relationship Type="http://schemas.openxmlformats.org/officeDocument/2006/relationships/notesMaster" Target="/ppt/notesMasters/notesMaster1.xml" Id="R2d837050164b47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ec5091442541db" /><Relationship Type="http://schemas.openxmlformats.org/officeDocument/2006/relationships/notesMaster" Target="/ppt/notesMasters/notesMaster1.xml" Id="R633fadfd64b648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b9c0689ad74881" /><Relationship Type="http://schemas.openxmlformats.org/officeDocument/2006/relationships/notesMaster" Target="/ppt/notesMasters/notesMaster1.xml" Id="R5878068ebe58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910bda4ef46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b5985a29a94021" /><Relationship Type="http://schemas.openxmlformats.org/officeDocument/2006/relationships/slideLayout" Target="/ppt/slideLayouts/slideLayout1.xml" Id="Rf6e96e66b6bb4d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e96e66b6bb4d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201cc26ac4d31" /><Relationship Type="http://schemas.openxmlformats.org/officeDocument/2006/relationships/notesSlide" Target="/ppt/notesSlides/notesSlide1.xml" Id="R142f36f873a54f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feaf13d834a1e" /><Relationship Type="http://schemas.openxmlformats.org/officeDocument/2006/relationships/notesSlide" Target="/ppt/notesSlides/notesSlide2.xml" Id="R25476e71c79545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c4f3359a9476c" /><Relationship Type="http://schemas.openxmlformats.org/officeDocument/2006/relationships/notesSlide" Target="/ppt/notesSlides/notesSlide3.xml" Id="Rb97c6461918241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026-1">
            <a:extLst xmlns:a="http://schemas.openxmlformats.org/drawingml/2006/main">
              <a:ext uri="{FF2B5EF4-FFF2-40B4-BE49-F238E27FC236}">
                <a16:creationId xmlns:a16="http://schemas.microsoft.com/office/drawing/2014/main" id="{6C621C85-8387-455C-BFED-547EAA5E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026-1">
            <a:extLst xmlns:a="http://schemas.openxmlformats.org/drawingml/2006/main">
              <a:ext uri="{FF2B5EF4-FFF2-40B4-BE49-F238E27FC236}">
                <a16:creationId xmlns:a16="http://schemas.microsoft.com/office/drawing/2014/main" id="{5CCC9932-7669-4379-9719-68FADCD9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p03-full-002026</a:t>
            </a:r>
          </a:p>
        </p:txBody>
      </p:sp>
      <p:sp>
        <p:nvSpPr>
          <p:cNvPr id="3" name="qa-v2-r2-title-p03-full-002026-1">
            <a:extLst xmlns:a="http://schemas.openxmlformats.org/drawingml/2006/main">
              <a:ext uri="{FF2B5EF4-FFF2-40B4-BE49-F238E27FC236}">
                <a16:creationId xmlns:a16="http://schemas.microsoft.com/office/drawing/2014/main" id="{83701768-F312-415A-97D7-6162E001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026-1">
            <a:extLst xmlns:a="http://schemas.openxmlformats.org/drawingml/2006/main">
              <a:ext uri="{FF2B5EF4-FFF2-40B4-BE49-F238E27FC236}">
                <a16:creationId xmlns:a16="http://schemas.microsoft.com/office/drawing/2014/main" id="{C4629204-0F8E-4900-A70C-8EBD5B2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privacy risk assessment scope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privacy risk assessments.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p03-src-002026; p03-full-002456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control scope assessment.</a:t>
            </a:r>
          </a:p>
        </p:txBody>
      </p:sp>
    </p:spTree>
    <p:extLst>
      <p:ext uri="{BB962C8B-B14F-4D97-AF65-F5344CB8AC3E}">
        <p14:creationId xmlns:p14="http://schemas.microsoft.com/office/powerpoint/2010/main" val="1700453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026-2">
            <a:extLst xmlns:a="http://schemas.openxmlformats.org/drawingml/2006/main">
              <a:ext uri="{FF2B5EF4-FFF2-40B4-BE49-F238E27FC236}">
                <a16:creationId xmlns:a16="http://schemas.microsoft.com/office/drawing/2014/main" id="{35574F97-C022-45B8-89C7-42CB1C95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026-2">
            <a:extLst xmlns:a="http://schemas.openxmlformats.org/drawingml/2006/main">
              <a:ext uri="{FF2B5EF4-FFF2-40B4-BE49-F238E27FC236}">
                <a16:creationId xmlns:a16="http://schemas.microsoft.com/office/drawing/2014/main" id="{68EC8701-18FA-4DD4-B2D1-A7F9F378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p03-full-002026</a:t>
            </a:r>
          </a:p>
        </p:txBody>
      </p:sp>
      <p:sp>
        <p:nvSpPr>
          <p:cNvPr id="3" name="qa-v2-r2-title-p03-full-002026-2">
            <a:extLst xmlns:a="http://schemas.openxmlformats.org/drawingml/2006/main">
              <a:ext uri="{FF2B5EF4-FFF2-40B4-BE49-F238E27FC236}">
                <a16:creationId xmlns:a16="http://schemas.microsoft.com/office/drawing/2014/main" id="{AF64A09B-2477-420B-9D37-6998568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026-2">
            <a:extLst xmlns:a="http://schemas.openxmlformats.org/drawingml/2006/main">
              <a:ext uri="{FF2B5EF4-FFF2-40B4-BE49-F238E27FC236}">
                <a16:creationId xmlns:a16="http://schemas.microsoft.com/office/drawing/2014/main" id="{0C68E30A-EE06-4558-A3FC-D41C87F8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First separate Q3 planning intent from the source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date, then reject the counterexample that a planning briefing can close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owner-to-approval accountability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700453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026-3">
            <a:extLst xmlns:a="http://schemas.openxmlformats.org/drawingml/2006/main">
              <a:ext uri="{FF2B5EF4-FFF2-40B4-BE49-F238E27FC236}">
                <a16:creationId xmlns:a16="http://schemas.microsoft.com/office/drawing/2014/main" id="{C26ED315-7DCF-472E-BD19-62797149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026-3">
            <a:extLst xmlns:a="http://schemas.openxmlformats.org/drawingml/2006/main">
              <a:ext uri="{FF2B5EF4-FFF2-40B4-BE49-F238E27FC236}">
                <a16:creationId xmlns:a16="http://schemas.microsoft.com/office/drawing/2014/main" id="{44821D3C-B6DC-4D00-84DE-AB4C54A8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p03-full-002026</a:t>
            </a:r>
          </a:p>
        </p:txBody>
      </p:sp>
      <p:sp>
        <p:nvSpPr>
          <p:cNvPr id="3" name="qa-v2-r2-title-p03-full-002026-3">
            <a:extLst xmlns:a="http://schemas.openxmlformats.org/drawingml/2006/main">
              <a:ext uri="{FF2B5EF4-FFF2-40B4-BE49-F238E27FC236}">
                <a16:creationId xmlns:a16="http://schemas.microsoft.com/office/drawing/2014/main" id="{8A8C1C75-F130-4B1E-B911-D9FBC360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026-3">
            <a:extLst xmlns:a="http://schemas.openxmlformats.org/drawingml/2006/main">
              <a:ext uri="{FF2B5EF4-FFF2-40B4-BE49-F238E27FC236}">
                <a16:creationId xmlns:a16="http://schemas.microsoft.com/office/drawing/2014/main" id="{8BA76FB0-0BAD-4742-8DF8-BC799441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compare the changed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700453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2026-08-25T13:01:04.6170000Z</dcterms:created>
  <dcterms:modified xsi:type="dcterms:W3CDTF">2026-08-25T13:01:04.6170000Z</dcterms:modified>
</coreProperties>
</file>