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f279addbb4e96" /><Relationship Type="http://schemas.openxmlformats.org/officeDocument/2006/relationships/extended-properties" Target="/docProps/app.xml" Id="Rf3643b40c1f6404d" /><Relationship Type="http://schemas.openxmlformats.org/officeDocument/2006/relationships/officeDocument" Target="/ppt/presentation.xml" Id="Rc1fca9f60ec1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d359c0c5a46cd"/>
  </p:sldMasterIdLst>
  <p:notesMasterIdLst>
    <p:notesMasterId xmlns:r="http://schemas.openxmlformats.org/officeDocument/2006/relationships" r:id="Rcbab6c49a6714c34"/>
  </p:notesMasterIdLst>
  <p:sldIdLst>
    <p:sldId xmlns:r="http://schemas.openxmlformats.org/officeDocument/2006/relationships" id="256" r:id="Rdcf00c8e067d41c7"/>
    <p:sldId xmlns:r="http://schemas.openxmlformats.org/officeDocument/2006/relationships" id="257" r:id="R2c8aa585f25945e3"/>
    <p:sldId xmlns:r="http://schemas.openxmlformats.org/officeDocument/2006/relationships" id="258" r:id="R714dd7174430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85ee111d245f4" /><Relationship Type="http://schemas.openxmlformats.org/officeDocument/2006/relationships/slideMaster" Target="/ppt/slideMasters/slideMaster1.xml" Id="R6a8d359c0c5a46cd" /><Relationship Type="http://schemas.openxmlformats.org/officeDocument/2006/relationships/notesMaster" Target="/ppt/notesMasters/notesMaster1.xml" Id="Rcbab6c49a6714c34" /><Relationship Type="http://schemas.openxmlformats.org/officeDocument/2006/relationships/presProps" Target="/ppt/presProps.xml" Id="Rc47ff2e2cdca45bc" /><Relationship Type="http://schemas.openxmlformats.org/officeDocument/2006/relationships/tableStyles" Target="/ppt/tableStyles.xml" Id="R287089462b8c4153" /><Relationship Type="http://schemas.openxmlformats.org/officeDocument/2006/relationships/slide" Target="/ppt/slides/slide1.xml" Id="Rdcf00c8e067d41c7" /><Relationship Type="http://schemas.openxmlformats.org/officeDocument/2006/relationships/slide" Target="/ppt/slides/slide2.xml" Id="R2c8aa585f25945e3" /><Relationship Type="http://schemas.openxmlformats.org/officeDocument/2006/relationships/slide" Target="/ppt/slides/slide3.xml" Id="R714dd7174430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2ba14d9ce341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7af6fe61fd45b4" /><Relationship Type="http://schemas.openxmlformats.org/officeDocument/2006/relationships/notesMaster" Target="/ppt/notesMasters/notesMaster1.xml" Id="R61722697dbc1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e9dc9c98a94e39" /><Relationship Type="http://schemas.openxmlformats.org/officeDocument/2006/relationships/notesMaster" Target="/ppt/notesMasters/notesMaster1.xml" Id="Ra3bbdbf6c7ef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74734a91a41a8" /><Relationship Type="http://schemas.openxmlformats.org/officeDocument/2006/relationships/notesMaster" Target="/ppt/notesMasters/notesMaster1.xml" Id="Rc8a8db5a07a74a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f2dede0be49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70e1cab894449" /><Relationship Type="http://schemas.openxmlformats.org/officeDocument/2006/relationships/slideLayout" Target="/ppt/slideLayouts/slideLayout1.xml" Id="R2e063949eca346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63949eca346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83c0b1f4b465f" /><Relationship Type="http://schemas.openxmlformats.org/officeDocument/2006/relationships/notesSlide" Target="/ppt/notesSlides/notesSlide1.xml" Id="Rbbd1d3ce673c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6cda3b614381" /><Relationship Type="http://schemas.openxmlformats.org/officeDocument/2006/relationships/notesSlide" Target="/ppt/notesSlides/notesSlide2.xml" Id="R0402ff5e5812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b4a47996145a9" /><Relationship Type="http://schemas.openxmlformats.org/officeDocument/2006/relationships/notesSlide" Target="/ppt/notesSlides/notesSlide3.xml" Id="Rc6738fcf420141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75-1">
            <a:extLst xmlns:a="http://schemas.openxmlformats.org/drawingml/2006/main">
              <a:ext uri="{FF2B5EF4-FFF2-40B4-BE49-F238E27FC236}">
                <a16:creationId xmlns:a16="http://schemas.microsoft.com/office/drawing/2014/main" id="{95FDF981-1523-4BD1-8132-5E78D547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75-1">
            <a:extLst xmlns:a="http://schemas.openxmlformats.org/drawingml/2006/main">
              <a:ext uri="{FF2B5EF4-FFF2-40B4-BE49-F238E27FC236}">
                <a16:creationId xmlns:a16="http://schemas.microsoft.com/office/drawing/2014/main" id="{6B9A0CB3-3FA5-498C-B202-9FB469E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p03-full-003775</a:t>
            </a:r>
          </a:p>
        </p:txBody>
      </p:sp>
      <p:sp>
        <p:nvSpPr>
          <p:cNvPr id="3" name="qa-v2-r2-title-p03-full-003775-1">
            <a:extLst xmlns:a="http://schemas.openxmlformats.org/drawingml/2006/main">
              <a:ext uri="{FF2B5EF4-FFF2-40B4-BE49-F238E27FC236}">
                <a16:creationId xmlns:a16="http://schemas.microsoft.com/office/drawing/2014/main" id="{BA366C7B-3311-4E51-A939-B378574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775-1">
            <a:extLst xmlns:a="http://schemas.openxmlformats.org/drawingml/2006/main">
              <a:ext uri="{FF2B5EF4-FFF2-40B4-BE49-F238E27FC236}">
                <a16:creationId xmlns:a16="http://schemas.microsoft.com/office/drawing/2014/main" id="{D27681C0-17F2-44FA-A989-DDB9F5D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privacy risk treatment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privacy risk assessments.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p03-src-003775; p03-full-001983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453840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75-2">
            <a:extLst xmlns:a="http://schemas.openxmlformats.org/drawingml/2006/main">
              <a:ext uri="{FF2B5EF4-FFF2-40B4-BE49-F238E27FC236}">
                <a16:creationId xmlns:a16="http://schemas.microsoft.com/office/drawing/2014/main" id="{6DE59F83-2941-4172-AF2E-E2D2607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75-2">
            <a:extLst xmlns:a="http://schemas.openxmlformats.org/drawingml/2006/main">
              <a:ext uri="{FF2B5EF4-FFF2-40B4-BE49-F238E27FC236}">
                <a16:creationId xmlns:a16="http://schemas.microsoft.com/office/drawing/2014/main" id="{3BFDC400-24AD-4B80-9D5F-8276CBE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p03-full-003775</a:t>
            </a:r>
          </a:p>
        </p:txBody>
      </p:sp>
      <p:sp>
        <p:nvSpPr>
          <p:cNvPr id="3" name="qa-v2-r2-title-p03-full-003775-2">
            <a:extLst xmlns:a="http://schemas.openxmlformats.org/drawingml/2006/main">
              <a:ext uri="{FF2B5EF4-FFF2-40B4-BE49-F238E27FC236}">
                <a16:creationId xmlns:a16="http://schemas.microsoft.com/office/drawing/2014/main" id="{C3A30825-6FB6-4690-9651-339ECBD1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775-2">
            <a:extLst xmlns:a="http://schemas.openxmlformats.org/drawingml/2006/main">
              <a:ext uri="{FF2B5EF4-FFF2-40B4-BE49-F238E27FC236}">
                <a16:creationId xmlns:a16="http://schemas.microsoft.com/office/drawing/2014/main" id="{75DFC5FA-BC92-4D15-B1E3-CD55A71F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Reconcile the source record period with the packet’s planning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window, then reject the counterexample that follow-up evidence automatically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settles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453840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75-3">
            <a:extLst xmlns:a="http://schemas.openxmlformats.org/drawingml/2006/main">
              <a:ext uri="{FF2B5EF4-FFF2-40B4-BE49-F238E27FC236}">
                <a16:creationId xmlns:a16="http://schemas.microsoft.com/office/drawing/2014/main" id="{C412FE45-0591-4D76-B031-8C4B0CF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75-3">
            <a:extLst xmlns:a="http://schemas.openxmlformats.org/drawingml/2006/main">
              <a:ext uri="{FF2B5EF4-FFF2-40B4-BE49-F238E27FC236}">
                <a16:creationId xmlns:a16="http://schemas.microsoft.com/office/drawing/2014/main" id="{1F1C9AA7-1EDD-4168-A686-71A2146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p03-full-003775</a:t>
            </a:r>
          </a:p>
        </p:txBody>
      </p:sp>
      <p:sp>
        <p:nvSpPr>
          <p:cNvPr id="3" name="qa-v2-r2-title-p03-full-003775-3">
            <a:extLst xmlns:a="http://schemas.openxmlformats.org/drawingml/2006/main">
              <a:ext uri="{FF2B5EF4-FFF2-40B4-BE49-F238E27FC236}">
                <a16:creationId xmlns:a16="http://schemas.microsoft.com/office/drawing/2014/main" id="{2076E480-ABEE-4A08-85C2-1F10DDD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775-3">
            <a:extLst xmlns:a="http://schemas.openxmlformats.org/drawingml/2006/main">
              <a:ext uri="{FF2B5EF4-FFF2-40B4-BE49-F238E27FC236}">
                <a16:creationId xmlns:a16="http://schemas.microsoft.com/office/drawing/2014/main" id="{A571F0D0-60E3-4222-A849-15BD224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453840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2026-08-25T13:01:25.9230000Z</dcterms:created>
  <dcterms:modified xsi:type="dcterms:W3CDTF">2026-08-25T13:01:25.9230000Z</dcterms:modified>
</coreProperties>
</file>