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af46f3fe4d4ef8" /><Relationship Type="http://schemas.openxmlformats.org/officeDocument/2006/relationships/extended-properties" Target="/docProps/app.xml" Id="Raaf84547ba5549e9" /><Relationship Type="http://schemas.openxmlformats.org/officeDocument/2006/relationships/officeDocument" Target="/ppt/presentation.xml" Id="R167d6bd483d748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1a9db0f6514461"/>
  </p:sldMasterIdLst>
  <p:notesMasterIdLst>
    <p:notesMasterId xmlns:r="http://schemas.openxmlformats.org/officeDocument/2006/relationships" r:id="R5c7de257ac344993"/>
  </p:notesMasterIdLst>
  <p:sldIdLst>
    <p:sldId xmlns:r="http://schemas.openxmlformats.org/officeDocument/2006/relationships" id="256" r:id="Rb508511456484e66"/>
    <p:sldId xmlns:r="http://schemas.openxmlformats.org/officeDocument/2006/relationships" id="257" r:id="Rfe24888dd8e64dff"/>
    <p:sldId xmlns:r="http://schemas.openxmlformats.org/officeDocument/2006/relationships" id="258" r:id="R94b8e523107346dc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489238cb3a47dc" /><Relationship Type="http://schemas.openxmlformats.org/officeDocument/2006/relationships/slideMaster" Target="/ppt/slideMasters/slideMaster1.xml" Id="Rb71a9db0f6514461" /><Relationship Type="http://schemas.openxmlformats.org/officeDocument/2006/relationships/notesMaster" Target="/ppt/notesMasters/notesMaster1.xml" Id="R5c7de257ac344993" /><Relationship Type="http://schemas.openxmlformats.org/officeDocument/2006/relationships/presProps" Target="/ppt/presProps.xml" Id="Re7950e3cffb040e9" /><Relationship Type="http://schemas.openxmlformats.org/officeDocument/2006/relationships/viewProps" Target="/ppt/viewProps.xml" Id="Rbf2ca0436df543d9" /><Relationship Type="http://schemas.openxmlformats.org/officeDocument/2006/relationships/tableStyles" Target="/ppt/tableStyles.xml" Id="R7bae92d7ead946f5" /><Relationship Type="http://schemas.openxmlformats.org/officeDocument/2006/relationships/slide" Target="/ppt/slides/slide1.xml" Id="Rb508511456484e66" /><Relationship Type="http://schemas.openxmlformats.org/officeDocument/2006/relationships/slide" Target="/ppt/slides/slide2.xml" Id="Rfe24888dd8e64dff" /><Relationship Type="http://schemas.openxmlformats.org/officeDocument/2006/relationships/slide" Target="/ppt/slides/slide3.xml" Id="R94b8e523107346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a8196e61c743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2073901ebc4562" /><Relationship Type="http://schemas.openxmlformats.org/officeDocument/2006/relationships/notesMaster" Target="/ppt/notesMasters/notesMaster1.xml" Id="Re8451c0074ef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5be70942f4442b" /><Relationship Type="http://schemas.openxmlformats.org/officeDocument/2006/relationships/notesMaster" Target="/ppt/notesMasters/notesMaster1.xml" Id="R58906bef729a46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26a5cdc2264e08" /><Relationship Type="http://schemas.openxmlformats.org/officeDocument/2006/relationships/notesMaster" Target="/ppt/notesMasters/notesMaster1.xml" Id="R48ab43adf8b24d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8cd5d7519244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52f13687249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d62e67f79345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f9506ce8a48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6a20e429c442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d32b2683a845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70414ab5d4d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0564563bab49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e82fba5b148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677c8fde1416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3f60294fc42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1901443-9996-4688-8E38-085625F46E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597819"/>
            <a:ext cx="7772400" cy="1102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00CE9EA-F0D2-41E5-AEE7-2F74E2F667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914650"/>
            <a:ext cx="6400800" cy="131445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68EAF9-32A4-4C83-B680-2CADEFA1D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67EA67-0387-43FF-B2EA-DF1B485CC9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8E6765-B20B-47E0-8EF8-8E6899E736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C44C40-FF67-471B-86D5-1C8DC12417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1075F0D-2C26-424A-831B-BFE76946D3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0563E35-9DFF-42D1-A18A-7819503F17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D0CDC48-9586-41E1-9C47-2D29B0DC4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8F897A-5B5F-4948-B75E-A4D080E1DD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D851D5-50B2-4D2E-9B0D-F2A2E7D9B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3305176"/>
            <a:ext cx="7772400" cy="1021556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3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9DD2909-6287-4522-85C8-1E0C5A2529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180035"/>
            <a:ext cx="7772400" cy="1125140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36481F-F9E8-4E7A-AB2A-8F042462DA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14697A7-6402-46E2-A2D5-117F70962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6A3F4B-6342-476C-AFD9-73FB59CE3A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62A4FF-3FE2-4FD8-BACF-A6B36535D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BFD58F6-13D3-4C98-802D-B5A448B483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6685FA9-4A49-4CA5-B1E0-50B833C05F8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200151"/>
            <a:ext cx="4038600" cy="3394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100"/>
            </a:lvl1pPr>
            <a:lvl2pPr>
              <a:buNone/>
              <a:defRPr sz="1800"/>
            </a:lvl2pPr>
            <a:lvl3pPr>
              <a:buNone/>
              <a:defRPr sz="1500"/>
            </a:lvl3pPr>
            <a:lvl4pPr>
              <a:buNone/>
              <a:defRPr sz="1350"/>
            </a:lvl4pPr>
            <a:lvl5pPr>
              <a:buNone/>
              <a:defRPr sz="1350"/>
            </a:lvl5pPr>
            <a:lvl6pPr>
              <a:buNone/>
              <a:defRPr sz="1350"/>
            </a:lvl6pPr>
            <a:lvl7pPr>
              <a:buNone/>
              <a:defRPr sz="1350"/>
            </a:lvl7pPr>
            <a:lvl8pPr>
              <a:buNone/>
              <a:defRPr sz="1350"/>
            </a:lvl8pPr>
            <a:lvl9pPr>
              <a:buNone/>
              <a:defRPr sz="135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643CDDC-C34B-4C91-B840-1F5AF79C43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7324099-F8EA-4996-BD88-6C2A7BFB40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802C400-5472-4968-BEBA-3231E8F24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DF83288-0D6D-427F-A252-A3344EE9F3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C6B76AD-A34B-492D-AFAE-E2E0B8B36F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151335"/>
            <a:ext cx="4040188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AE0F58A-58A5-4A0B-BC22-8E2D858BB78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1631156"/>
            <a:ext cx="4040188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A87B556-EC6A-4422-98E4-71459497484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6" y="1151335"/>
            <a:ext cx="4041775" cy="47982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7E1B6D5-CCD6-4519-A8F4-D23C71BA9D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6" y="1631156"/>
            <a:ext cx="4041775" cy="2963466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500"/>
            </a:lvl2pPr>
            <a:lvl3pPr>
              <a:buNone/>
              <a:defRPr sz="1350"/>
            </a:lvl3pPr>
            <a:lvl4pPr>
              <a:buNone/>
              <a:defRPr sz="1200"/>
            </a:lvl4pPr>
            <a:lvl5pPr>
              <a:buNone/>
              <a:defRPr sz="1200"/>
            </a:lvl5pPr>
            <a:lvl6pPr>
              <a:buNone/>
              <a:defRPr sz="1200"/>
            </a:lvl6pPr>
            <a:lvl7pPr>
              <a:buNone/>
              <a:defRPr sz="1200"/>
            </a:lvl7pPr>
            <a:lvl8pPr>
              <a:buNone/>
              <a:defRPr sz="1200"/>
            </a:lvl8pPr>
            <a:lvl9pPr>
              <a:buNone/>
              <a:defRPr sz="12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5BAA2B6-66C5-47DD-9A45-7C43F3C3D3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5546EAD-7EC5-449A-806B-834C6900C7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1D5726B-CFE7-40F4-A8DF-9A4812CAF9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7CE29F-DD68-4703-8B41-EEDE93FE27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F45A58E-B55F-4EAD-8D17-8F6963965D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6389BDD-E0A4-4223-9FF3-F41181A9B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F4494A-D00B-4234-A775-61B891B765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B06D537-7E6E-4E1C-8A97-4D68915AAA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5A78413-17B8-4F43-AB26-C54871EFFF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3E58118-859D-4219-94FD-EED2799549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9460494-4780-4593-9DAD-F6382A43D3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1" y="204787"/>
            <a:ext cx="3008313" cy="8715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242F994-F480-43F0-A5CA-655E71EA611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04788"/>
            <a:ext cx="5111750" cy="438983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8AED26-C8B8-474C-BD1B-50D82AE0E5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1" y="1076326"/>
            <a:ext cx="3008313" cy="351829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6E13718-8B64-4104-BDAB-BEA883E969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F580D0-5933-489C-9DA0-75FC89FDF3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037DB5-8FBD-4022-BBF8-9DE59C8BFF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C99F758-8EF6-4D14-99B5-3E3D4A59B1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3600450"/>
            <a:ext cx="5486400" cy="425054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15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9E9A5B6-DC59-4AEA-9007-EF32C62B7C7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459581"/>
            <a:ext cx="5486400" cy="30861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83A4835-F6B4-4D53-80CC-06AEAD705CB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4025503"/>
            <a:ext cx="5486400" cy="603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8AEF9BD-E90B-43D8-AF01-FE3A29A87F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4C5074F-A148-4E18-9BF8-CDB1636353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A18ABDA-6654-4A5F-B40C-405EA8261A4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AE591F-43C6-4591-824E-519CA7E84B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679C9B-EDD1-446B-B67F-A7881EC9FE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5051A2-CF0B-4745-B898-ECEE72001B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1D6DCC-8AC4-45C6-B8B8-0783486305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D636CE-2001-4BB9-914D-0F13B977FA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3FC0DE9-374F-4D0F-935C-C377AD6899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05979"/>
            <a:ext cx="20574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1EC9D0-FAC0-452C-AC18-3001D68F73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05979"/>
            <a:ext cx="6019800" cy="4388644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2C40BC-5A77-4067-BCB0-54BA5DCB0B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AB27AD-59EA-417B-AFA1-577021D005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EC4894-BB32-44AC-A38E-3735273145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93865469642be" /><Relationship Type="http://schemas.openxmlformats.org/officeDocument/2006/relationships/slideLayout" Target="/ppt/slideLayouts/slideLayout1.xml" Id="R1149c71de3024c18" /><Relationship Type="http://schemas.openxmlformats.org/officeDocument/2006/relationships/slideLayout" Target="/ppt/slideLayouts/slideLayout2.xml" Id="Rf3cf5c38614743f7" /><Relationship Type="http://schemas.openxmlformats.org/officeDocument/2006/relationships/slideLayout" Target="/ppt/slideLayouts/slideLayout3.xml" Id="R84f6144f7e204c7b" /><Relationship Type="http://schemas.openxmlformats.org/officeDocument/2006/relationships/slideLayout" Target="/ppt/slideLayouts/slideLayout4.xml" Id="R11df9b4f375946a1" /><Relationship Type="http://schemas.openxmlformats.org/officeDocument/2006/relationships/slideLayout" Target="/ppt/slideLayouts/slideLayout5.xml" Id="Re199173de2bb43fe" /><Relationship Type="http://schemas.openxmlformats.org/officeDocument/2006/relationships/slideLayout" Target="/ppt/slideLayouts/slideLayout6.xml" Id="R834a364113bb40ed" /><Relationship Type="http://schemas.openxmlformats.org/officeDocument/2006/relationships/slideLayout" Target="/ppt/slideLayouts/slideLayout7.xml" Id="R19f7ab60dd8249ed" /><Relationship Type="http://schemas.openxmlformats.org/officeDocument/2006/relationships/slideLayout" Target="/ppt/slideLayouts/slideLayout8.xml" Id="Rc093b1367d984855" /><Relationship Type="http://schemas.openxmlformats.org/officeDocument/2006/relationships/slideLayout" Target="/ppt/slideLayouts/slideLayout9.xml" Id="R972711c2e82546ad" /><Relationship Type="http://schemas.openxmlformats.org/officeDocument/2006/relationships/slideLayout" Target="/ppt/slideLayouts/slideLayout10.xml" Id="R389044a648234e88" /><Relationship Type="http://schemas.openxmlformats.org/officeDocument/2006/relationships/slideLayout" Target="/ppt/slideLayouts/slideLayout11.xml" Id="Rd0df7a5a25c74d4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99EA30F-E10C-4F38-A8A0-0A7D44AD21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05979"/>
            <a:ext cx="82296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A1B3645-49A3-40E9-ADFB-20028B000A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200151"/>
            <a:ext cx="8229600" cy="3394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0750430-E308-4A4F-9DAF-CA8F1BA09F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1EB5C9-1307-BA42-ABA2-0BC069CD8E7F}" type="datetimeFigureOut">
              <a:t>1/2/22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CA5C4F1-AB48-417C-ABF3-0719589A53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4767263"/>
            <a:ext cx="2895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652121D-5AB5-4F13-B3DC-484C90365B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4767263"/>
            <a:ext cx="21336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5EF2332-01BF-834F-8236-50238282D53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149c71de3024c18"/>
    <p:sldLayoutId xmlns:r="http://schemas.openxmlformats.org/officeDocument/2006/relationships" id="2147483650" r:id="Rf3cf5c38614743f7"/>
    <p:sldLayoutId xmlns:r="http://schemas.openxmlformats.org/officeDocument/2006/relationships" id="2147483651" r:id="R84f6144f7e204c7b"/>
    <p:sldLayoutId xmlns:r="http://schemas.openxmlformats.org/officeDocument/2006/relationships" id="2147483652" r:id="R11df9b4f375946a1"/>
    <p:sldLayoutId xmlns:r="http://schemas.openxmlformats.org/officeDocument/2006/relationships" id="2147483653" r:id="Re199173de2bb43fe"/>
    <p:sldLayoutId xmlns:r="http://schemas.openxmlformats.org/officeDocument/2006/relationships" id="2147483654" r:id="R834a364113bb40ed"/>
    <p:sldLayoutId xmlns:r="http://schemas.openxmlformats.org/officeDocument/2006/relationships" id="2147483655" r:id="R19f7ab60dd8249ed"/>
    <p:sldLayoutId xmlns:r="http://schemas.openxmlformats.org/officeDocument/2006/relationships" id="2147483656" r:id="Rc093b1367d984855"/>
    <p:sldLayoutId xmlns:r="http://schemas.openxmlformats.org/officeDocument/2006/relationships" id="2147483657" r:id="R972711c2e82546ad"/>
    <p:sldLayoutId xmlns:r="http://schemas.openxmlformats.org/officeDocument/2006/relationships" id="2147483658" r:id="R389044a648234e88"/>
    <p:sldLayoutId xmlns:r="http://schemas.openxmlformats.org/officeDocument/2006/relationships" id="2147483659" r:id="Rd0df7a5a25c74d43"/>
  </p:sldLayoutIdLst>
  <p:txStyles>
    <p:titleStyle>
      <a:lvl1pPr xmlns:a="http://schemas.openxmlformats.org/drawingml/2006/main" algn="ctr" defTabSz="342900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3429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342900" algn="l" defTabSz="342900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28700" indent="-342900" algn="l" defTabSz="342900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indent="-342900" algn="l" defTabSz="342900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14500" indent="-342900" algn="l" defTabSz="342900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0574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003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7432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086100" indent="-342900" algn="l" defTabSz="342900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3429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c6bfc8eb64447" /><Relationship Type="http://schemas.openxmlformats.org/officeDocument/2006/relationships/notesSlide" Target="/ppt/notesSlides/notesSlide1.xml" Id="R4a243370e2a447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243399a2e646d1" /><Relationship Type="http://schemas.openxmlformats.org/officeDocument/2006/relationships/notesSlide" Target="/ppt/notesSlides/notesSlide2.xml" Id="R15800ba68e024b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0f3f8ce23419a" /><Relationship Type="http://schemas.openxmlformats.org/officeDocument/2006/relationships/notesSlide" Target="/ppt/notesSlides/notesSlide3.xml" Id="R4debc3fa09c840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74-1">
            <a:extLst xmlns:a="http://schemas.openxmlformats.org/drawingml/2006/main">
              <a:ext uri="{FF2B5EF4-FFF2-40B4-BE49-F238E27FC236}">
                <a16:creationId xmlns:a16="http://schemas.microsoft.com/office/drawing/2014/main" id="{1E73ECEB-7F85-412E-BEDB-5C24D87C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74-1">
            <a:extLst xmlns:a="http://schemas.openxmlformats.org/drawingml/2006/main">
              <a:ext uri="{FF2B5EF4-FFF2-40B4-BE49-F238E27FC236}">
                <a16:creationId xmlns:a16="http://schemas.microsoft.com/office/drawing/2014/main" id="{84527D07-7940-4ABB-B7D6-D080BBCD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p03-full-000874</a:t>
            </a:r>
          </a:p>
        </p:txBody>
      </p:sp>
      <p:sp>
        <p:nvSpPr>
          <p:cNvPr id="3" name="qa-v2-r2-title-p03-full-000874-1">
            <a:extLst xmlns:a="http://schemas.openxmlformats.org/drawingml/2006/main">
              <a:ext uri="{FF2B5EF4-FFF2-40B4-BE49-F238E27FC236}">
                <a16:creationId xmlns:a16="http://schemas.microsoft.com/office/drawing/2014/main" id="{BC88F14D-65DE-4872-97A4-74C24693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Review question</a:t>
            </a:r>
          </a:p>
        </p:txBody>
      </p:sp>
      <p:sp>
        <p:nvSpPr>
          <p:cNvPr id="4" name="qa-v2-r2-body-p03-full-000874-1">
            <a:extLst xmlns:a="http://schemas.openxmlformats.org/drawingml/2006/main">
              <a:ext uri="{FF2B5EF4-FFF2-40B4-BE49-F238E27FC236}">
                <a16:creationId xmlns:a16="http://schemas.microsoft.com/office/drawing/2014/main" id="{C1939975-0EF6-4BCF-8E44-A7805E4D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Within documents reference, the 2026 Q3 reference review guide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security briefing frames RISK-031 as a reviewer-accountability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review. Cobalt Harbor records RISK-031 on 2026-07-20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and evaluates source reliability, provenance, and corroboration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p03-src-000874 is the declared source; p03-full-004237 is the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dependency that must explain the resulting control decision.</a:t>
            </a:r>
          </a:p>
        </p:txBody>
      </p:sp>
    </p:spTree>
    <p:extLst>
      <p:ext uri="{BB962C8B-B14F-4D97-AF65-F5344CB8AC3E}">
        <p14:creationId xmlns:p14="http://schemas.microsoft.com/office/powerpoint/2010/main" val="8532851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74-2">
            <a:extLst xmlns:a="http://schemas.openxmlformats.org/drawingml/2006/main">
              <a:ext uri="{FF2B5EF4-FFF2-40B4-BE49-F238E27FC236}">
                <a16:creationId xmlns:a16="http://schemas.microsoft.com/office/drawing/2014/main" id="{6E188B7A-9EB4-4C9D-98B1-9D98C625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74-2">
            <a:extLst xmlns:a="http://schemas.openxmlformats.org/drawingml/2006/main">
              <a:ext uri="{FF2B5EF4-FFF2-40B4-BE49-F238E27FC236}">
                <a16:creationId xmlns:a16="http://schemas.microsoft.com/office/drawing/2014/main" id="{75EA1456-9DD2-49DC-AC6A-162CB432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p03-full-000874</a:t>
            </a:r>
          </a:p>
        </p:txBody>
      </p:sp>
      <p:sp>
        <p:nvSpPr>
          <p:cNvPr id="3" name="qa-v2-r2-title-p03-full-000874-2">
            <a:extLst xmlns:a="http://schemas.openxmlformats.org/drawingml/2006/main">
              <a:ext uri="{FF2B5EF4-FFF2-40B4-BE49-F238E27FC236}">
                <a16:creationId xmlns:a16="http://schemas.microsoft.com/office/drawing/2014/main" id="{28415937-D408-42BD-B35A-0E76F8EE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Corroboration path</a:t>
            </a:r>
          </a:p>
        </p:txBody>
      </p:sp>
      <p:sp>
        <p:nvSpPr>
          <p:cNvPr id="4" name="qa-v2-r2-body-p03-full-000874-2">
            <a:extLst xmlns:a="http://schemas.openxmlformats.org/drawingml/2006/main">
              <a:ext uri="{FF2B5EF4-FFF2-40B4-BE49-F238E27FC236}">
                <a16:creationId xmlns:a16="http://schemas.microsoft.com/office/drawing/2014/main" id="{D8A84904-4B38-4EE3-A05C-388DF0FF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assigned record concerns 2026 q3 reference review guide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security briefing within documents reference and requires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a reviewer to explain how p03-src-000874 and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p03-full-004237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Evidence Set 184 is used with AC-27 to evaluate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claim-to-rationale support and source reliability, provenance,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and corroboration quality, rather than treat two identifiers as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proof by themselves.</a:t>
            </a:r>
          </a:p>
        </p:txBody>
      </p:sp>
    </p:spTree>
    <p:extLst>
      <p:ext uri="{BB962C8B-B14F-4D97-AF65-F5344CB8AC3E}">
        <p14:creationId xmlns:p14="http://schemas.microsoft.com/office/powerpoint/2010/main" val="16573073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874-3">
            <a:extLst xmlns:a="http://schemas.openxmlformats.org/drawingml/2006/main">
              <a:ext uri="{FF2B5EF4-FFF2-40B4-BE49-F238E27FC236}">
                <a16:creationId xmlns:a16="http://schemas.microsoft.com/office/drawing/2014/main" id="{DE9280CB-1A2E-4E31-A783-D7B74F00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77724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874-3">
            <a:extLst xmlns:a="http://schemas.openxmlformats.org/drawingml/2006/main">
              <a:ext uri="{FF2B5EF4-FFF2-40B4-BE49-F238E27FC236}">
                <a16:creationId xmlns:a16="http://schemas.microsoft.com/office/drawing/2014/main" id="{810F9207-826F-4927-AE2A-BD4CC16E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7200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p03-full-000874</a:t>
            </a:r>
          </a:p>
        </p:txBody>
      </p:sp>
      <p:sp>
        <p:nvSpPr>
          <p:cNvPr id="3" name="qa-v2-r2-title-p03-full-000874-3">
            <a:extLst xmlns:a="http://schemas.openxmlformats.org/drawingml/2006/main">
              <a:ext uri="{FF2B5EF4-FFF2-40B4-BE49-F238E27FC236}">
                <a16:creationId xmlns:a16="http://schemas.microsoft.com/office/drawing/2014/main" id="{756E5205-7268-4DC1-8F38-8C517AB6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720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Exception threshold</a:t>
            </a:r>
          </a:p>
        </p:txBody>
      </p:sp>
      <p:sp>
        <p:nvSpPr>
          <p:cNvPr id="4" name="qa-v2-r2-body-p03-full-000874-3">
            <a:extLst xmlns:a="http://schemas.openxmlformats.org/drawingml/2006/main">
              <a:ext uri="{FF2B5EF4-FFF2-40B4-BE49-F238E27FC236}">
                <a16:creationId xmlns:a16="http://schemas.microsoft.com/office/drawing/2014/main" id="{3A41125A-E1BD-49AC-8B50-C9CD1442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72009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No Kio material, system, workspace, or external connection is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used or represented in this briefing. A reviewer must identify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the causal bridge from source to dependency.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When that bridge is absent, record a reasoned exception; the</a:t>
            </a:r>
          </a:p>
          <a:p xmlns:a="http://schemas.openxmlformats.org/drawingml/2006/main">
            <a:pPr>
              <a:defRPr sz="1200">
                <a:solidFill>
                  <a:srgbClr val="314158"/>
                </a:solidFill>
              </a:defRPr>
            </a:pPr>
            <a:r>
              <a:rPr sz="1200">
                <a:solidFill>
                  <a:srgbClr val="314158"/>
                </a:solidFill>
              </a:rPr>
              <a:t>RISK-031 conclusion remains open.</a:t>
            </a:r>
          </a:p>
        </p:txBody>
      </p:sp>
    </p:spTree>
    <p:extLst>
      <p:ext uri="{BB962C8B-B14F-4D97-AF65-F5344CB8AC3E}">
        <p14:creationId xmlns:p14="http://schemas.microsoft.com/office/powerpoint/2010/main" val="16573073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2026-08-25T12:30:35.1970000Z</dcterms:created>
  <dcterms:modified xsi:type="dcterms:W3CDTF">2026-08-25T12:30:35.1970000Z</dcterms:modified>
</coreProperties>
</file>