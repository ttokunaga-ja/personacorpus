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a6a4623fb1b4e1a" /><Relationship Type="http://schemas.openxmlformats.org/officeDocument/2006/relationships/extended-properties" Target="/docProps/app.xml" Id="R4acbb36a9bcf4b1c" /><Relationship Type="http://schemas.openxmlformats.org/officeDocument/2006/relationships/officeDocument" Target="/ppt/presentation.xml" Id="R23ae94fb915045b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79b6acc1a574d50"/>
  </p:sldMasterIdLst>
  <p:notesMasterIdLst>
    <p:notesMasterId xmlns:r="http://schemas.openxmlformats.org/officeDocument/2006/relationships" r:id="R14d87583fb4948ee"/>
  </p:notesMasterIdLst>
  <p:sldIdLst>
    <p:sldId xmlns:r="http://schemas.openxmlformats.org/officeDocument/2006/relationships" id="256" r:id="R16952efdd23c42ee"/>
    <p:sldId xmlns:r="http://schemas.openxmlformats.org/officeDocument/2006/relationships" id="257" r:id="R752eda871c354b07"/>
    <p:sldId xmlns:r="http://schemas.openxmlformats.org/officeDocument/2006/relationships" id="258" r:id="R7983db44a0114569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3bf666b9a08480c" /><Relationship Type="http://schemas.openxmlformats.org/officeDocument/2006/relationships/slideMaster" Target="/ppt/slideMasters/slideMaster1.xml" Id="Rb79b6acc1a574d50" /><Relationship Type="http://schemas.openxmlformats.org/officeDocument/2006/relationships/notesMaster" Target="/ppt/notesMasters/notesMaster1.xml" Id="R14d87583fb4948ee" /><Relationship Type="http://schemas.openxmlformats.org/officeDocument/2006/relationships/presProps" Target="/ppt/presProps.xml" Id="Rc534453483034af8" /><Relationship Type="http://schemas.openxmlformats.org/officeDocument/2006/relationships/viewProps" Target="/ppt/viewProps.xml" Id="Ra0c75425c53a427a" /><Relationship Type="http://schemas.openxmlformats.org/officeDocument/2006/relationships/tableStyles" Target="/ppt/tableStyles.xml" Id="Re0186d7f912c4a9f" /><Relationship Type="http://schemas.openxmlformats.org/officeDocument/2006/relationships/slide" Target="/ppt/slides/slide1.xml" Id="R16952efdd23c42ee" /><Relationship Type="http://schemas.openxmlformats.org/officeDocument/2006/relationships/slide" Target="/ppt/slides/slide2.xml" Id="R752eda871c354b07" /><Relationship Type="http://schemas.openxmlformats.org/officeDocument/2006/relationships/slide" Target="/ppt/slides/slide3.xml" Id="R7983db44a011456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122ceb2c1fd43e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425ba00436344bf" /><Relationship Type="http://schemas.openxmlformats.org/officeDocument/2006/relationships/notesMaster" Target="/ppt/notesMasters/notesMaster1.xml" Id="R9c3cedc357d2465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19866b373554950" /><Relationship Type="http://schemas.openxmlformats.org/officeDocument/2006/relationships/notesMaster" Target="/ppt/notesMasters/notesMaster1.xml" Id="Rad992df8ae22415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9f0ffd2fd604a19" /><Relationship Type="http://schemas.openxmlformats.org/officeDocument/2006/relationships/notesMaster" Target="/ppt/notesMasters/notesMaster1.xml" Id="Re6f9c6128354464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2b0aea2c1d4c9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4f503cda15428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1fa539b99c4cb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1ed01bbaa8478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9d314672b346b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8bbe2033ae4ae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5280a89f77497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86073788344e2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561a81eb27420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3697d37e0e48c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53a39fdeb84003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AF33007-6C9C-43BD-BFD0-49C0F136B86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1597819"/>
            <a:ext cx="7772400" cy="110251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D12795D0-B5C5-4AD9-A30C-42634E454CC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2914650"/>
            <a:ext cx="6400800" cy="131445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35E7525-47DC-480F-AEFE-771179A88B9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1EB5C9-1307-BA42-ABA2-0BC069CD8E7F}" type="datetimeFigureOut">
              <a:t>1/2/22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1C3F597-D947-4A4C-8B11-A9D8DA59ABE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6AC5373-D8A9-4D3C-9C9C-87D4FFFDE23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5EF2332-01BF-834F-8236-50238282D533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5CF571E-9000-4288-8C18-546EF5A56A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F1786B8-7737-46DC-B250-B1454D6EDC9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980B4EF-AD8D-4726-854E-C9D0605C34B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1EB5C9-1307-BA42-ABA2-0BC069CD8E7F}" type="datetimeFigureOut">
              <a:t>1/2/22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5B89FA3-8C90-4D7E-BB47-95A5B33E490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DD8AAC8-CD2C-4DE3-A344-1783EFF7621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5EF2332-01BF-834F-8236-50238282D533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6C94378-BAFB-4662-9934-9A216E9583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3305176"/>
            <a:ext cx="7772400" cy="1021556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3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04BF84D-556B-4C4D-BDE1-E3CD6E42B6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180035"/>
            <a:ext cx="7772400" cy="1125140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CB5CF03-E278-4A4A-BFC3-7D06E51BFC4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1EB5C9-1307-BA42-ABA2-0BC069CD8E7F}" type="datetimeFigureOut">
              <a:t>1/2/22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EE588F1-26FB-446F-B54D-AF432FD3BDB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AACAECB-A0B2-478E-B516-C3304E15617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5EF2332-01BF-834F-8236-50238282D533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2E626F1-DAE9-41D2-B8D2-26E3AAFC5F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BAE0EE2-D96F-40B8-BCD8-7833535C635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200151"/>
            <a:ext cx="4038600" cy="3394472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100"/>
            </a:lvl1pPr>
            <a:lvl2pPr>
              <a:buNone/>
              <a:defRPr sz="1800"/>
            </a:lvl2pPr>
            <a:lvl3pPr>
              <a:buNone/>
              <a:defRPr sz="1500"/>
            </a:lvl3pPr>
            <a:lvl4pPr>
              <a:buNone/>
              <a:defRPr sz="1350"/>
            </a:lvl4pPr>
            <a:lvl5pPr>
              <a:buNone/>
              <a:defRPr sz="1350"/>
            </a:lvl5pPr>
            <a:lvl6pPr>
              <a:buNone/>
              <a:defRPr sz="1350"/>
            </a:lvl6pPr>
            <a:lvl7pPr>
              <a:buNone/>
              <a:defRPr sz="1350"/>
            </a:lvl7pPr>
            <a:lvl8pPr>
              <a:buNone/>
              <a:defRPr sz="1350"/>
            </a:lvl8pPr>
            <a:lvl9pPr>
              <a:buNone/>
              <a:defRPr sz="135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9FCDE89A-C7F4-4A81-88DC-9442F8706FD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200151"/>
            <a:ext cx="4038600" cy="3394472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100"/>
            </a:lvl1pPr>
            <a:lvl2pPr>
              <a:buNone/>
              <a:defRPr sz="1800"/>
            </a:lvl2pPr>
            <a:lvl3pPr>
              <a:buNone/>
              <a:defRPr sz="1500"/>
            </a:lvl3pPr>
            <a:lvl4pPr>
              <a:buNone/>
              <a:defRPr sz="1350"/>
            </a:lvl4pPr>
            <a:lvl5pPr>
              <a:buNone/>
              <a:defRPr sz="1350"/>
            </a:lvl5pPr>
            <a:lvl6pPr>
              <a:buNone/>
              <a:defRPr sz="1350"/>
            </a:lvl6pPr>
            <a:lvl7pPr>
              <a:buNone/>
              <a:defRPr sz="1350"/>
            </a:lvl7pPr>
            <a:lvl8pPr>
              <a:buNone/>
              <a:defRPr sz="1350"/>
            </a:lvl8pPr>
            <a:lvl9pPr>
              <a:buNone/>
              <a:defRPr sz="135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D29DA57-8AFD-42AD-A717-E7C13A68B40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1EB5C9-1307-BA42-ABA2-0BC069CD8E7F}" type="datetimeFigureOut">
              <a:t>1/2/22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751532BA-C928-4387-9909-89CE04EACE0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7C18036-8016-4CD0-AAE3-BB594F3804C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5EF2332-01BF-834F-8236-50238282D533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E4C8B7C-D0D4-4E7A-A084-417A8BF8C4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2A0A628-6C14-429C-842F-1CC4A647948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151335"/>
            <a:ext cx="4040188" cy="47982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CC303883-8647-445E-B448-CF1E2090265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1631156"/>
            <a:ext cx="4040188" cy="2963466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500"/>
            </a:lvl2pPr>
            <a:lvl3pPr>
              <a:buNone/>
              <a:defRPr sz="1350"/>
            </a:lvl3pPr>
            <a:lvl4pPr>
              <a:buNone/>
              <a:defRPr sz="1200"/>
            </a:lvl4pPr>
            <a:lvl5pPr>
              <a:buNone/>
              <a:defRPr sz="1200"/>
            </a:lvl5pPr>
            <a:lvl6pPr>
              <a:buNone/>
              <a:defRPr sz="1200"/>
            </a:lvl6pPr>
            <a:lvl7pPr>
              <a:buNone/>
              <a:defRPr sz="1200"/>
            </a:lvl7pPr>
            <a:lvl8pPr>
              <a:buNone/>
              <a:defRPr sz="1200"/>
            </a:lvl8pPr>
            <a:lvl9pPr>
              <a:buNone/>
              <a:defRPr sz="12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9506E3C3-8164-4C53-847E-4E71B411C895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6" y="1151335"/>
            <a:ext cx="4041775" cy="47982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BF10DDF9-C9C0-4795-8F0A-A6BC3C794A0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6" y="1631156"/>
            <a:ext cx="4041775" cy="2963466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500"/>
            </a:lvl2pPr>
            <a:lvl3pPr>
              <a:buNone/>
              <a:defRPr sz="1350"/>
            </a:lvl3pPr>
            <a:lvl4pPr>
              <a:buNone/>
              <a:defRPr sz="1200"/>
            </a:lvl4pPr>
            <a:lvl5pPr>
              <a:buNone/>
              <a:defRPr sz="1200"/>
            </a:lvl5pPr>
            <a:lvl6pPr>
              <a:buNone/>
              <a:defRPr sz="1200"/>
            </a:lvl6pPr>
            <a:lvl7pPr>
              <a:buNone/>
              <a:defRPr sz="1200"/>
            </a:lvl7pPr>
            <a:lvl8pPr>
              <a:buNone/>
              <a:defRPr sz="1200"/>
            </a:lvl8pPr>
            <a:lvl9pPr>
              <a:buNone/>
              <a:defRPr sz="12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847D7443-30C8-410F-883A-8172449F75C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1EB5C9-1307-BA42-ABA2-0BC069CD8E7F}" type="datetimeFigureOut">
              <a:t>1/2/22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0A885A89-468B-4A02-8EEE-A952C9F2F3A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53D8E7E0-6393-4A7E-B2CD-C513F32F194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5EF2332-01BF-834F-8236-50238282D533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1853D39-24C7-49EB-B37F-32D19EBD20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7B21B834-352A-4404-844D-AFB696E85A3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1EB5C9-1307-BA42-ABA2-0BC069CD8E7F}" type="datetimeFigureOut">
              <a:t>1/2/22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B70CE6B7-C1FA-42D6-88A9-39873AA1A4D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43964449-684F-458E-ABC9-F7F69E08032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5EF2332-01BF-834F-8236-50238282D533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2005D85F-9CC4-4D65-8627-661A15A9115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1EB5C9-1307-BA42-ABA2-0BC069CD8E7F}" type="datetimeFigureOut">
              <a:t>1/2/22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75B4F1DB-BD69-47D1-87E4-8324EDB7BCC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5F03E03-E044-4141-A934-4990D933204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5EF2332-01BF-834F-8236-50238282D533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385FCAE-B434-4837-BB18-A0CFF5A2CB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1" y="204787"/>
            <a:ext cx="3008313" cy="8715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15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B72C223-22B1-4F4C-B046-E37FF6A9318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04788"/>
            <a:ext cx="5111750" cy="438983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100"/>
            </a:lvl2pPr>
            <a:lvl3pPr>
              <a:buNone/>
              <a:defRPr sz="1800"/>
            </a:lvl3pPr>
            <a:lvl4pPr>
              <a:buNone/>
              <a:defRPr sz="1500"/>
            </a:lvl4pPr>
            <a:lvl5pPr>
              <a:buNone/>
              <a:defRPr sz="1500"/>
            </a:lvl5pPr>
            <a:lvl6pPr>
              <a:buNone/>
              <a:defRPr sz="1500"/>
            </a:lvl6pPr>
            <a:lvl7pPr>
              <a:buNone/>
              <a:defRPr sz="1500"/>
            </a:lvl7pPr>
            <a:lvl8pPr>
              <a:buNone/>
              <a:defRPr sz="1500"/>
            </a:lvl8pPr>
            <a:lvl9pPr>
              <a:buNone/>
              <a:defRPr sz="15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D6DDAE8-8B36-4967-A2C8-4E8CA67D4D7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1" y="1076326"/>
            <a:ext cx="3008313" cy="351829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33F759D-FBAA-498B-87CF-8F9908296F1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1EB5C9-1307-BA42-ABA2-0BC069CD8E7F}" type="datetimeFigureOut">
              <a:t>1/2/22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F3088C3-37E4-469B-862D-020B59BD419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421FACD-AAE7-4FF9-90C7-0B1909A9F9C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5EF2332-01BF-834F-8236-50238282D533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7C36EAB-60ED-4419-BC59-AD17FA842A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3600450"/>
            <a:ext cx="5486400" cy="425054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15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2A7156DB-1DBB-4BBF-92C4-8832AC5CCAF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459581"/>
            <a:ext cx="5486400" cy="30861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528520C5-C9E6-4A6C-8EAC-B04231B5633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4025503"/>
            <a:ext cx="5486400" cy="60364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0C53569-EB78-4697-BE58-BC39CC6456F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1EB5C9-1307-BA42-ABA2-0BC069CD8E7F}" type="datetimeFigureOut">
              <a:t>1/2/22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B0D4C49-84FD-42FE-8AAC-4667A3E8EA2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7B264BB-88C4-4D63-BF2B-C48727F65AD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5EF2332-01BF-834F-8236-50238282D533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A75EBD9-C187-4787-BEC9-5745B24CAF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64B4EBDF-4B21-4A54-9394-BF46F2DFE95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8FFFA05-97DF-449C-94A4-9682F2CBF65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1EB5C9-1307-BA42-ABA2-0BC069CD8E7F}" type="datetimeFigureOut">
              <a:t>1/2/22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CA39A23-A70A-4FCB-8543-750DFEF8DCC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3DB1482-ECFD-47F7-A784-510B3BF4905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5EF2332-01BF-834F-8236-50238282D533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D9C7CEC0-6AA6-4AAD-A8A2-F36D7921B4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05979"/>
            <a:ext cx="2057400" cy="4388644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7A8ED1FB-D82D-407E-80B7-BD9B560A15E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05979"/>
            <a:ext cx="6019800" cy="4388644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919E7F4-B352-4933-8CC5-2F17C1ED8AD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1EB5C9-1307-BA42-ABA2-0BC069CD8E7F}" type="datetimeFigureOut">
              <a:t>1/2/22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FD43EC2-FF03-4753-8CC8-F248D1DB034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E37AA27-EB55-442B-AD4F-8ED441A7107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5EF2332-01BF-834F-8236-50238282D533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bdd56d84c034487" /><Relationship Type="http://schemas.openxmlformats.org/officeDocument/2006/relationships/slideLayout" Target="/ppt/slideLayouts/slideLayout1.xml" Id="Rcb828305d5b64118" /><Relationship Type="http://schemas.openxmlformats.org/officeDocument/2006/relationships/slideLayout" Target="/ppt/slideLayouts/slideLayout2.xml" Id="Rf20f0775e688464a" /><Relationship Type="http://schemas.openxmlformats.org/officeDocument/2006/relationships/slideLayout" Target="/ppt/slideLayouts/slideLayout3.xml" Id="R43d7acf9788040ee" /><Relationship Type="http://schemas.openxmlformats.org/officeDocument/2006/relationships/slideLayout" Target="/ppt/slideLayouts/slideLayout4.xml" Id="R40e16debc47149bd" /><Relationship Type="http://schemas.openxmlformats.org/officeDocument/2006/relationships/slideLayout" Target="/ppt/slideLayouts/slideLayout5.xml" Id="R8f823922597e4f07" /><Relationship Type="http://schemas.openxmlformats.org/officeDocument/2006/relationships/slideLayout" Target="/ppt/slideLayouts/slideLayout6.xml" Id="Ra46dbe9aaa544883" /><Relationship Type="http://schemas.openxmlformats.org/officeDocument/2006/relationships/slideLayout" Target="/ppt/slideLayouts/slideLayout7.xml" Id="R66697b0db51b4ca9" /><Relationship Type="http://schemas.openxmlformats.org/officeDocument/2006/relationships/slideLayout" Target="/ppt/slideLayouts/slideLayout8.xml" Id="R69e8b50131c4465b" /><Relationship Type="http://schemas.openxmlformats.org/officeDocument/2006/relationships/slideLayout" Target="/ppt/slideLayouts/slideLayout9.xml" Id="R490a5fc89ad64af1" /><Relationship Type="http://schemas.openxmlformats.org/officeDocument/2006/relationships/slideLayout" Target="/ppt/slideLayouts/slideLayout10.xml" Id="Rff73ab986a3e4ffd" /><Relationship Type="http://schemas.openxmlformats.org/officeDocument/2006/relationships/slideLayout" Target="/ppt/slideLayouts/slideLayout11.xml" Id="R4b313c88d5c245d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697C72FD-B748-44B2-BEA0-F2A884274D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05979"/>
            <a:ext cx="82296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640F216-9D69-4C41-B9FA-087DB20814C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200151"/>
            <a:ext cx="8229600" cy="33944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A9AB74C-3088-4C9A-94DA-6169A9006BA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4767263"/>
            <a:ext cx="21336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241EB5C9-1307-BA42-ABA2-0BC069CD8E7F}" type="datetimeFigureOut">
              <a:t>1/2/22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3D70446-6CDD-4F8B-BE0C-7F024A2783C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4767263"/>
            <a:ext cx="28956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00BD2E5-BFC4-4939-BE0D-743D4C2419A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4767263"/>
            <a:ext cx="21336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5EF2332-01BF-834F-8236-50238282D533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b828305d5b64118"/>
    <p:sldLayoutId xmlns:r="http://schemas.openxmlformats.org/officeDocument/2006/relationships" id="2147483650" r:id="Rf20f0775e688464a"/>
    <p:sldLayoutId xmlns:r="http://schemas.openxmlformats.org/officeDocument/2006/relationships" id="2147483651" r:id="R43d7acf9788040ee"/>
    <p:sldLayoutId xmlns:r="http://schemas.openxmlformats.org/officeDocument/2006/relationships" id="2147483652" r:id="R40e16debc47149bd"/>
    <p:sldLayoutId xmlns:r="http://schemas.openxmlformats.org/officeDocument/2006/relationships" id="2147483653" r:id="R8f823922597e4f07"/>
    <p:sldLayoutId xmlns:r="http://schemas.openxmlformats.org/officeDocument/2006/relationships" id="2147483654" r:id="Ra46dbe9aaa544883"/>
    <p:sldLayoutId xmlns:r="http://schemas.openxmlformats.org/officeDocument/2006/relationships" id="2147483655" r:id="R66697b0db51b4ca9"/>
    <p:sldLayoutId xmlns:r="http://schemas.openxmlformats.org/officeDocument/2006/relationships" id="2147483656" r:id="R69e8b50131c4465b"/>
    <p:sldLayoutId xmlns:r="http://schemas.openxmlformats.org/officeDocument/2006/relationships" id="2147483657" r:id="R490a5fc89ad64af1"/>
    <p:sldLayoutId xmlns:r="http://schemas.openxmlformats.org/officeDocument/2006/relationships" id="2147483658" r:id="Rff73ab986a3e4ffd"/>
    <p:sldLayoutId xmlns:r="http://schemas.openxmlformats.org/officeDocument/2006/relationships" id="2147483659" r:id="R4b313c88d5c245dd"/>
  </p:sldLayoutIdLst>
  <p:txStyles>
    <p:titleStyle>
      <a:lvl1pPr xmlns:a="http://schemas.openxmlformats.org/drawingml/2006/main" algn="ctr" defTabSz="342900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3429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342900" algn="l" defTabSz="342900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28700" indent="-342900" algn="l" defTabSz="342900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indent="-342900" algn="l" defTabSz="342900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14500" indent="-342900" algn="l" defTabSz="342900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057400" indent="-342900" algn="l" defTabSz="342900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400300" indent="-342900" algn="l" defTabSz="342900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743200" indent="-342900" algn="l" defTabSz="342900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086100" indent="-342900" algn="l" defTabSz="342900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3429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42900" algn="l" defTabSz="3429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685800" algn="l" defTabSz="3429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028700" algn="l" defTabSz="3429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371600" algn="l" defTabSz="3429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714500" algn="l" defTabSz="3429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057400" algn="l" defTabSz="3429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400300" algn="l" defTabSz="3429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743200" algn="l" defTabSz="3429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07e1da6d7b043e1" /><Relationship Type="http://schemas.openxmlformats.org/officeDocument/2006/relationships/notesSlide" Target="/ppt/notesSlides/notesSlide1.xml" Id="R4d7f73675ce94b1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35fd602b6d493f" /><Relationship Type="http://schemas.openxmlformats.org/officeDocument/2006/relationships/notesSlide" Target="/ppt/notesSlides/notesSlide2.xml" Id="Ra867eacdca0c4dd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a974510fb7142f2" /><Relationship Type="http://schemas.openxmlformats.org/officeDocument/2006/relationships/notesSlide" Target="/ppt/notesSlides/notesSlide3.xml" Id="R0314da94b32a4a2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1729-1">
            <a:extLst xmlns:a="http://schemas.openxmlformats.org/drawingml/2006/main">
              <a:ext uri="{FF2B5EF4-FFF2-40B4-BE49-F238E27FC236}">
                <a16:creationId xmlns:a16="http://schemas.microsoft.com/office/drawing/2014/main" id="{BBBFDBBA-B7A5-4272-A730-2D47DD03B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7772400" cy="403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1729-1">
            <a:extLst xmlns:a="http://schemas.openxmlformats.org/drawingml/2006/main">
              <a:ext uri="{FF2B5EF4-FFF2-40B4-BE49-F238E27FC236}">
                <a16:creationId xmlns:a16="http://schemas.microsoft.com/office/drawing/2014/main" id="{E39C82AC-3499-4A5E-9F95-BB9031550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7200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p03-full-001729</a:t>
            </a:r>
          </a:p>
        </p:txBody>
      </p:sp>
      <p:sp>
        <p:nvSpPr>
          <p:cNvPr id="3" name="qa-v2-r2-title-p03-full-001729-1">
            <a:extLst xmlns:a="http://schemas.openxmlformats.org/drawingml/2006/main">
              <a:ext uri="{FF2B5EF4-FFF2-40B4-BE49-F238E27FC236}">
                <a16:creationId xmlns:a16="http://schemas.microsoft.com/office/drawing/2014/main" id="{1DCBB19E-BD38-42D1-8EF0-D0C04122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720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Review question</a:t>
            </a:r>
          </a:p>
        </p:txBody>
      </p:sp>
      <p:sp>
        <p:nvSpPr>
          <p:cNvPr id="4" name="qa-v2-r2-body-p03-full-001729-1">
            <a:extLst xmlns:a="http://schemas.openxmlformats.org/drawingml/2006/main">
              <a:ext uri="{FF2B5EF4-FFF2-40B4-BE49-F238E27FC236}">
                <a16:creationId xmlns:a16="http://schemas.microsoft.com/office/drawing/2014/main" id="{FBBEFD63-1594-49F5-8229-E2F0C2C96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7200900" cy="2371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14158"/>
                </a:solidFill>
              </a:defRPr>
            </a:pPr>
            <a:r>
              <a:rPr sz="1200">
                <a:solidFill>
                  <a:srgbClr val="314158"/>
                </a:solidFill>
              </a:rPr>
              <a:t>Within documents reference, the reference exception playbook security</a:t>
            </a:r>
          </a:p>
          <a:p xmlns:a="http://schemas.openxmlformats.org/drawingml/2006/main">
            <a:pPr>
              <a:defRPr sz="1200">
                <a:solidFill>
                  <a:srgbClr val="314158"/>
                </a:solidFill>
              </a:defRPr>
            </a:pPr>
            <a:r>
              <a:rPr sz="1200">
                <a:solidFill>
                  <a:srgbClr val="314158"/>
                </a:solidFill>
              </a:rPr>
              <a:t>briefing treats RISK-031 as a source-reliability review. Cobalt Harbor records</a:t>
            </a:r>
          </a:p>
          <a:p xmlns:a="http://schemas.openxmlformats.org/drawingml/2006/main">
            <a:pPr>
              <a:defRPr sz="1200">
                <a:solidFill>
                  <a:srgbClr val="314158"/>
                </a:solidFill>
              </a:defRPr>
            </a:pPr>
            <a:r>
              <a:rPr sz="1200">
                <a:solidFill>
                  <a:srgbClr val="314158"/>
                </a:solidFill>
              </a:rPr>
              <a:t>RISK-031 on 2026-07-15 and evaluates source reliability, provenance, and</a:t>
            </a:r>
          </a:p>
          <a:p xmlns:a="http://schemas.openxmlformats.org/drawingml/2006/main">
            <a:pPr>
              <a:defRPr sz="1200">
                <a:solidFill>
                  <a:srgbClr val="314158"/>
                </a:solidFill>
              </a:defRPr>
            </a:pPr>
            <a:r>
              <a:rPr sz="1200">
                <a:solidFill>
                  <a:srgbClr val="314158"/>
                </a:solidFill>
              </a:rPr>
              <a:t>corroboration quality.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314158"/>
                </a:solidFill>
              </a:defRPr>
            </a:pPr>
            <a:r>
              <a:rPr sz="1200">
                <a:solidFill>
                  <a:srgbClr val="314158"/>
                </a:solidFill>
              </a:rPr>
              <a:t>p03-src-001729 is the declared source; p03-full-001607 is the</a:t>
            </a:r>
          </a:p>
          <a:p xmlns:a="http://schemas.openxmlformats.org/drawingml/2006/main">
            <a:pPr>
              <a:defRPr sz="1200">
                <a:solidFill>
                  <a:srgbClr val="314158"/>
                </a:solidFill>
              </a:defRPr>
            </a:pPr>
            <a:r>
              <a:rPr sz="1200">
                <a:solidFill>
                  <a:srgbClr val="314158"/>
                </a:solidFill>
              </a:rPr>
              <a:t>dependency that must explain the resulting control decision.</a:t>
            </a:r>
          </a:p>
        </p:txBody>
      </p:sp>
    </p:spTree>
    <p:extLst>
      <p:ext uri="{BB962C8B-B14F-4D97-AF65-F5344CB8AC3E}">
        <p14:creationId xmlns:p14="http://schemas.microsoft.com/office/powerpoint/2010/main" val="173247242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1729-2">
            <a:extLst xmlns:a="http://schemas.openxmlformats.org/drawingml/2006/main">
              <a:ext uri="{FF2B5EF4-FFF2-40B4-BE49-F238E27FC236}">
                <a16:creationId xmlns:a16="http://schemas.microsoft.com/office/drawing/2014/main" id="{AB9EDAEE-0840-408B-B6F3-2B834B916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7772400" cy="403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1729-2">
            <a:extLst xmlns:a="http://schemas.openxmlformats.org/drawingml/2006/main">
              <a:ext uri="{FF2B5EF4-FFF2-40B4-BE49-F238E27FC236}">
                <a16:creationId xmlns:a16="http://schemas.microsoft.com/office/drawing/2014/main" id="{4E568202-8950-47F2-8581-25923D773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7200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p03-full-001729</a:t>
            </a:r>
          </a:p>
        </p:txBody>
      </p:sp>
      <p:sp>
        <p:nvSpPr>
          <p:cNvPr id="3" name="qa-v2-r2-title-p03-full-001729-2">
            <a:extLst xmlns:a="http://schemas.openxmlformats.org/drawingml/2006/main">
              <a:ext uri="{FF2B5EF4-FFF2-40B4-BE49-F238E27FC236}">
                <a16:creationId xmlns:a16="http://schemas.microsoft.com/office/drawing/2014/main" id="{BB547856-8ED4-4FEC-BA40-E89EA1380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720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Corroboration path</a:t>
            </a:r>
          </a:p>
        </p:txBody>
      </p:sp>
      <p:sp>
        <p:nvSpPr>
          <p:cNvPr id="4" name="qa-v2-r2-body-p03-full-001729-2">
            <a:extLst xmlns:a="http://schemas.openxmlformats.org/drawingml/2006/main">
              <a:ext uri="{FF2B5EF4-FFF2-40B4-BE49-F238E27FC236}">
                <a16:creationId xmlns:a16="http://schemas.microsoft.com/office/drawing/2014/main" id="{F1A39818-3B45-4F14-BCB2-23BB4E62D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7200900" cy="2371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14158"/>
                </a:solidFill>
              </a:defRPr>
            </a:pPr>
            <a:r>
              <a:rPr sz="1200">
                <a:solidFill>
                  <a:srgbClr val="314158"/>
                </a:solidFill>
              </a:rPr>
              <a:t>The assigned record concerns reference exception playbook</a:t>
            </a:r>
          </a:p>
          <a:p xmlns:a="http://schemas.openxmlformats.org/drawingml/2006/main">
            <a:pPr>
              <a:defRPr sz="1200">
                <a:solidFill>
                  <a:srgbClr val="314158"/>
                </a:solidFill>
              </a:defRPr>
            </a:pPr>
            <a:r>
              <a:rPr sz="1200">
                <a:solidFill>
                  <a:srgbClr val="314158"/>
                </a:solidFill>
              </a:rPr>
              <a:t>security briefing within documents reference and</a:t>
            </a:r>
          </a:p>
          <a:p xmlns:a="http://schemas.openxmlformats.org/drawingml/2006/main">
            <a:pPr>
              <a:defRPr sz="1200">
                <a:solidFill>
                  <a:srgbClr val="314158"/>
                </a:solidFill>
              </a:defRPr>
            </a:pPr>
            <a:r>
              <a:rPr sz="1200">
                <a:solidFill>
                  <a:srgbClr val="314158"/>
                </a:solidFill>
              </a:rPr>
              <a:t>requires a reviewer to explain how p03-src-001729 and</a:t>
            </a:r>
          </a:p>
          <a:p xmlns:a="http://schemas.openxmlformats.org/drawingml/2006/main">
            <a:pPr>
              <a:defRPr sz="1200">
                <a:solidFill>
                  <a:srgbClr val="314158"/>
                </a:solidFill>
              </a:defRPr>
            </a:pPr>
            <a:r>
              <a:rPr sz="1200">
                <a:solidFill>
                  <a:srgbClr val="314158"/>
                </a:solidFill>
              </a:rPr>
              <a:t>p03-full-001607 support the stated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314158"/>
                </a:solidFill>
              </a:defRPr>
            </a:pPr>
            <a:r>
              <a:rPr sz="1200">
                <a:solidFill>
                  <a:srgbClr val="314158"/>
                </a:solidFill>
              </a:rPr>
              <a:t>Evidence Set 184 is used with AC-27 to evaluate</a:t>
            </a:r>
          </a:p>
          <a:p xmlns:a="http://schemas.openxmlformats.org/drawingml/2006/main">
            <a:pPr>
              <a:defRPr sz="1200">
                <a:solidFill>
                  <a:srgbClr val="314158"/>
                </a:solidFill>
              </a:defRPr>
            </a:pPr>
            <a:r>
              <a:rPr sz="1200">
                <a:solidFill>
                  <a:srgbClr val="314158"/>
                </a:solidFill>
              </a:rPr>
              <a:t>review-to-closure continuity and source reliability, provenance,</a:t>
            </a:r>
          </a:p>
          <a:p xmlns:a="http://schemas.openxmlformats.org/drawingml/2006/main">
            <a:pPr>
              <a:defRPr sz="1200">
                <a:solidFill>
                  <a:srgbClr val="314158"/>
                </a:solidFill>
              </a:defRPr>
            </a:pPr>
            <a:r>
              <a:rPr sz="1200">
                <a:solidFill>
                  <a:srgbClr val="314158"/>
                </a:solidFill>
              </a:rPr>
              <a:t>and corroboration quality, rather than treat two identifiers as</a:t>
            </a:r>
          </a:p>
          <a:p xmlns:a="http://schemas.openxmlformats.org/drawingml/2006/main">
            <a:pPr>
              <a:defRPr sz="1200">
                <a:solidFill>
                  <a:srgbClr val="314158"/>
                </a:solidFill>
              </a:defRPr>
            </a:pPr>
            <a:r>
              <a:rPr sz="1200">
                <a:solidFill>
                  <a:srgbClr val="314158"/>
                </a:solidFill>
              </a:rPr>
              <a:t>proof by themselves.</a:t>
            </a:r>
          </a:p>
        </p:txBody>
      </p:sp>
    </p:spTree>
    <p:extLst>
      <p:ext uri="{BB962C8B-B14F-4D97-AF65-F5344CB8AC3E}">
        <p14:creationId xmlns:p14="http://schemas.microsoft.com/office/powerpoint/2010/main" val="95174293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1729-3">
            <a:extLst xmlns:a="http://schemas.openxmlformats.org/drawingml/2006/main">
              <a:ext uri="{FF2B5EF4-FFF2-40B4-BE49-F238E27FC236}">
                <a16:creationId xmlns:a16="http://schemas.microsoft.com/office/drawing/2014/main" id="{8A48131E-04A7-42F6-8628-DB3A6733E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7772400" cy="403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1729-3">
            <a:extLst xmlns:a="http://schemas.openxmlformats.org/drawingml/2006/main">
              <a:ext uri="{FF2B5EF4-FFF2-40B4-BE49-F238E27FC236}">
                <a16:creationId xmlns:a16="http://schemas.microsoft.com/office/drawing/2014/main" id="{24D36DD8-581F-4365-B624-42DD98A66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7200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p03-full-001729</a:t>
            </a:r>
          </a:p>
        </p:txBody>
      </p:sp>
      <p:sp>
        <p:nvSpPr>
          <p:cNvPr id="3" name="qa-v2-r2-title-p03-full-001729-3">
            <a:extLst xmlns:a="http://schemas.openxmlformats.org/drawingml/2006/main">
              <a:ext uri="{FF2B5EF4-FFF2-40B4-BE49-F238E27FC236}">
                <a16:creationId xmlns:a16="http://schemas.microsoft.com/office/drawing/2014/main" id="{6FA5777D-6DA4-4004-934C-402C465CC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720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Exception threshold</a:t>
            </a:r>
          </a:p>
        </p:txBody>
      </p:sp>
      <p:sp>
        <p:nvSpPr>
          <p:cNvPr id="4" name="qa-v2-r2-body-p03-full-001729-3">
            <a:extLst xmlns:a="http://schemas.openxmlformats.org/drawingml/2006/main">
              <a:ext uri="{FF2B5EF4-FFF2-40B4-BE49-F238E27FC236}">
                <a16:creationId xmlns:a16="http://schemas.microsoft.com/office/drawing/2014/main" id="{D00E3798-41CD-4644-BB82-EB919E0F2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7200900" cy="2371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14158"/>
                </a:solidFill>
              </a:defRPr>
            </a:pPr>
            <a:r>
              <a:rPr sz="1200">
                <a:solidFill>
                  <a:srgbClr val="314158"/>
                </a:solidFill>
              </a:rPr>
              <a:t>No Kio material, system, workspace, or external connection is</a:t>
            </a:r>
          </a:p>
          <a:p xmlns:a="http://schemas.openxmlformats.org/drawingml/2006/main">
            <a:pPr>
              <a:defRPr sz="1200">
                <a:solidFill>
                  <a:srgbClr val="314158"/>
                </a:solidFill>
              </a:defRPr>
            </a:pPr>
            <a:r>
              <a:rPr sz="1200">
                <a:solidFill>
                  <a:srgbClr val="314158"/>
                </a:solidFill>
              </a:rPr>
              <a:t>used or represented in this briefing. A reviewer must identify</a:t>
            </a:r>
          </a:p>
          <a:p xmlns:a="http://schemas.openxmlformats.org/drawingml/2006/main">
            <a:pPr>
              <a:defRPr sz="1200">
                <a:solidFill>
                  <a:srgbClr val="314158"/>
                </a:solidFill>
              </a:defRPr>
            </a:pPr>
            <a:r>
              <a:rPr sz="1200">
                <a:solidFill>
                  <a:srgbClr val="314158"/>
                </a:solidFill>
              </a:rPr>
              <a:t>the causal bridge from source to dependency.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314158"/>
                </a:solidFill>
              </a:defRPr>
            </a:pPr>
            <a:r>
              <a:rPr sz="1200">
                <a:solidFill>
                  <a:srgbClr val="314158"/>
                </a:solidFill>
              </a:rPr>
              <a:t>When that bridge is absent, retain the accountable record; the</a:t>
            </a:r>
          </a:p>
          <a:p xmlns:a="http://schemas.openxmlformats.org/drawingml/2006/main">
            <a:pPr>
              <a:defRPr sz="1200">
                <a:solidFill>
                  <a:srgbClr val="314158"/>
                </a:solidFill>
              </a:defRPr>
            </a:pPr>
            <a:r>
              <a:rPr sz="1200">
                <a:solidFill>
                  <a:srgbClr val="314158"/>
                </a:solidFill>
              </a:rPr>
              <a:t>RISK-031 conclusion remains open.</a:t>
            </a:r>
          </a:p>
        </p:txBody>
      </p:sp>
    </p:spTree>
    <p:extLst>
      <p:ext uri="{BB962C8B-B14F-4D97-AF65-F5344CB8AC3E}">
        <p14:creationId xmlns:p14="http://schemas.microsoft.com/office/powerpoint/2010/main" val="95174293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2026-08-25T12:29:52.4560000Z</dcterms:created>
  <dcterms:modified xsi:type="dcterms:W3CDTF">2026-08-25T12:29:52.4560000Z</dcterms:modified>
</coreProperties>
</file>