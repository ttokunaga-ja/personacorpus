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2746fcd2142eb" /><Relationship Type="http://schemas.openxmlformats.org/officeDocument/2006/relationships/extended-properties" Target="/docProps/app.xml" Id="R4a2a43555edb4d36" /><Relationship Type="http://schemas.openxmlformats.org/officeDocument/2006/relationships/officeDocument" Target="/ppt/presentation.xml" Id="Rdc8fd6056166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b414bbbd18481c"/>
  </p:sldMasterIdLst>
  <p:notesMasterIdLst>
    <p:notesMasterId xmlns:r="http://schemas.openxmlformats.org/officeDocument/2006/relationships" r:id="R7cc39a0d066844d7"/>
  </p:notesMasterIdLst>
  <p:sldIdLst>
    <p:sldId xmlns:r="http://schemas.openxmlformats.org/officeDocument/2006/relationships" id="256" r:id="R400bfede74874748"/>
    <p:sldId xmlns:r="http://schemas.openxmlformats.org/officeDocument/2006/relationships" id="257" r:id="Rfdf051993b1b4880"/>
    <p:sldId xmlns:r="http://schemas.openxmlformats.org/officeDocument/2006/relationships" id="258" r:id="R47606ebe2f2d452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d7156901f44368" /><Relationship Type="http://schemas.openxmlformats.org/officeDocument/2006/relationships/slideMaster" Target="/ppt/slideMasters/slideMaster1.xml" Id="R50b414bbbd18481c" /><Relationship Type="http://schemas.openxmlformats.org/officeDocument/2006/relationships/notesMaster" Target="/ppt/notesMasters/notesMaster1.xml" Id="R7cc39a0d066844d7" /><Relationship Type="http://schemas.openxmlformats.org/officeDocument/2006/relationships/presProps" Target="/ppt/presProps.xml" Id="R8364e8092c0e4a47" /><Relationship Type="http://schemas.openxmlformats.org/officeDocument/2006/relationships/viewProps" Target="/ppt/viewProps.xml" Id="R3b3984d825a64256" /><Relationship Type="http://schemas.openxmlformats.org/officeDocument/2006/relationships/tableStyles" Target="/ppt/tableStyles.xml" Id="R334de144eab94ef2" /><Relationship Type="http://schemas.openxmlformats.org/officeDocument/2006/relationships/slide" Target="/ppt/slides/slide1.xml" Id="R400bfede74874748" /><Relationship Type="http://schemas.openxmlformats.org/officeDocument/2006/relationships/slide" Target="/ppt/slides/slide2.xml" Id="Rfdf051993b1b4880" /><Relationship Type="http://schemas.openxmlformats.org/officeDocument/2006/relationships/slide" Target="/ppt/slides/slide3.xml" Id="R47606ebe2f2d45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a213879d646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a50bf92844ae5" /><Relationship Type="http://schemas.openxmlformats.org/officeDocument/2006/relationships/notesMaster" Target="/ppt/notesMasters/notesMaster1.xml" Id="R52d2d24cd613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0ee9880fcc4cff" /><Relationship Type="http://schemas.openxmlformats.org/officeDocument/2006/relationships/notesMaster" Target="/ppt/notesMasters/notesMaster1.xml" Id="Ree8779e2de3c43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654a4107ff43db" /><Relationship Type="http://schemas.openxmlformats.org/officeDocument/2006/relationships/notesMaster" Target="/ppt/notesMasters/notesMaster1.xml" Id="R86231a08b6a342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1d2ee4e584f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3a723675649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34a14de8340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1770bdeea4a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66e63df0646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f929fa34b4d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c06c4180d4a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d1e0dc47e48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abd32caef4d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c99579b6048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3bb1d6bee473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F55465-8D45-4E63-A088-9042F48514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59A1A0-91AF-4833-B954-DED2716ECF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2E3875-DFEB-42E1-A1CD-43F098BA6F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EE2758-7CEE-4328-A347-AD53DCFFC5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827805-BDA3-4581-B265-933E4B29DE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42F455-3B55-4102-B65A-45B59DA86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D10E8F-79FD-4387-BC24-2E98EBFC93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5316DC-C53E-4AC6-9B3C-0CC86F6CA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360807-4BFF-4C73-8BF7-3D960FB2B3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7AD62B-F4BB-4F80-BC77-E30FFA4EC6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49D0BD-A9B4-4B98-A543-FA90E57A4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6"/>
            <a:ext cx="77724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3CD750-74F1-4D19-8386-592D3730F7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93C7E8-7304-47E3-95E6-EC1ACD633F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E3D607-5483-49B7-8F6E-A1515FB1B2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FADF30-3B2A-4F13-9363-6359951CCB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D8340F-A49A-4073-9A02-9709DFCAD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8D891-568F-40DC-85BF-7F2194AE0F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5B699D-745D-410E-94AD-7CFA99E6699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7C25C55-976E-4020-BB2C-58094C882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31CD25-47B8-4DD3-A157-695A282D2B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DA2CC95-1596-47AD-A92C-CE96B315C7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82E708-DFE4-4A3E-89B3-E0091180EC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9F4AAF-3FE4-4884-9A66-BB37C3C79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6DC92A-ABDA-473F-A63B-BC01299402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631156"/>
            <a:ext cx="4040188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A17D55-EF35-4187-9A16-14B4567604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15133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649921-E700-42F9-8C57-F0F152F94CE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631156"/>
            <a:ext cx="4041775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9483AD-32A1-4D72-9E3E-1FCE8AE69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AF1CF30-D595-4BB7-BF95-43C0A41962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2104B3B-EDED-4E79-B8EC-A52697CCF5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0F2531-08CD-4559-AEF9-2B9E50F74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64071AA-D5A1-4EFF-9FCC-01783ABE00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3CD03FB-FC9B-441F-ADAE-CBF216FF8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E09349D-8F41-413F-AC23-FFD083F2D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4B157B0-583B-4673-AFD2-56D2BBEA0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01E873-FCDC-497C-AFC6-4F0CCC5600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ABBFB62-A8DE-4CE1-ABBB-C2B024EE6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C676F3-AA87-4146-A48F-C11899E63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204787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24C4ED-27F5-4F3D-AA59-F3804ED106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04788"/>
            <a:ext cx="5111750" cy="438983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719CA08-0519-40F2-BADC-B13E4AAC90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076326"/>
            <a:ext cx="3008313" cy="351829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697A0A-4AC2-4CEB-869C-64DD87563A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4BDAB3-921E-4E9A-8A29-6330FEF030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5D31B9-8440-4E00-B4F5-4FFBB05B7A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BDAF68-465D-47C8-B0F4-7DA3D01E7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9252AEC-BE7C-4C6F-B089-A41DA34FD0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3BE4FC-50E8-4B11-A6CE-14FA3E58CD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72073D-7F14-4111-8F5A-34ECD73921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EB2384-754E-4771-A530-0F3360DCA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4C6CAA-53C5-46F6-945E-64E391E613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D072D8-C12A-421F-987E-F865D0897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DFDE8C-635E-4EBD-8414-80C654220E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DD853F-1B16-45C8-B51E-246D6B0211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EA369-E4F2-4DAD-B41F-281E95AD3D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A38D96-DCB4-4A44-9723-BE8B7FF36A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956FCEC-094E-46F8-AD93-55D53C7B6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05979"/>
            <a:ext cx="20574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580923-C718-4689-9A50-2DF2AD631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979"/>
            <a:ext cx="60198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D4127A-ED41-4AA4-8EDA-33ED45D5F5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B4DAA1-9167-42F2-B390-A8F805DDED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522A37-E123-4712-80EB-1FED96EC53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3b69c9f334512" /><Relationship Type="http://schemas.openxmlformats.org/officeDocument/2006/relationships/slideLayout" Target="/ppt/slideLayouts/slideLayout1.xml" Id="R330627208f034d4c" /><Relationship Type="http://schemas.openxmlformats.org/officeDocument/2006/relationships/slideLayout" Target="/ppt/slideLayouts/slideLayout2.xml" Id="R14bddfb09e944e16" /><Relationship Type="http://schemas.openxmlformats.org/officeDocument/2006/relationships/slideLayout" Target="/ppt/slideLayouts/slideLayout3.xml" Id="R6bc33dbd7655491a" /><Relationship Type="http://schemas.openxmlformats.org/officeDocument/2006/relationships/slideLayout" Target="/ppt/slideLayouts/slideLayout4.xml" Id="Rb7c8a183e0e442de" /><Relationship Type="http://schemas.openxmlformats.org/officeDocument/2006/relationships/slideLayout" Target="/ppt/slideLayouts/slideLayout5.xml" Id="Re3f49d52e3ca4eae" /><Relationship Type="http://schemas.openxmlformats.org/officeDocument/2006/relationships/slideLayout" Target="/ppt/slideLayouts/slideLayout6.xml" Id="R227afbbe4f0a415b" /><Relationship Type="http://schemas.openxmlformats.org/officeDocument/2006/relationships/slideLayout" Target="/ppt/slideLayouts/slideLayout7.xml" Id="Rc601e21496314493" /><Relationship Type="http://schemas.openxmlformats.org/officeDocument/2006/relationships/slideLayout" Target="/ppt/slideLayouts/slideLayout8.xml" Id="R42d2865b83664a63" /><Relationship Type="http://schemas.openxmlformats.org/officeDocument/2006/relationships/slideLayout" Target="/ppt/slideLayouts/slideLayout9.xml" Id="R4dace19be10240a3" /><Relationship Type="http://schemas.openxmlformats.org/officeDocument/2006/relationships/slideLayout" Target="/ppt/slideLayouts/slideLayout10.xml" Id="Rf372396c526840a5" /><Relationship Type="http://schemas.openxmlformats.org/officeDocument/2006/relationships/slideLayout" Target="/ppt/slideLayouts/slideLayout11.xml" Id="Rd04a3f25906f4c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0935286-0BC9-4A23-8C38-81F69D471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3DDB4B-1284-4DC3-AB20-56691015A4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1"/>
            <a:ext cx="8229600" cy="339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38A377-7766-4334-A542-F1621CCB64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0BF44D-F501-4A7F-9CC7-61B86381C39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BFA517-6965-45DE-93C9-54AE7CB94C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627208f034d4c"/>
    <p:sldLayoutId xmlns:r="http://schemas.openxmlformats.org/officeDocument/2006/relationships" id="2147483650" r:id="R14bddfb09e944e16"/>
    <p:sldLayoutId xmlns:r="http://schemas.openxmlformats.org/officeDocument/2006/relationships" id="2147483651" r:id="R6bc33dbd7655491a"/>
    <p:sldLayoutId xmlns:r="http://schemas.openxmlformats.org/officeDocument/2006/relationships" id="2147483652" r:id="Rb7c8a183e0e442de"/>
    <p:sldLayoutId xmlns:r="http://schemas.openxmlformats.org/officeDocument/2006/relationships" id="2147483653" r:id="Re3f49d52e3ca4eae"/>
    <p:sldLayoutId xmlns:r="http://schemas.openxmlformats.org/officeDocument/2006/relationships" id="2147483654" r:id="R227afbbe4f0a415b"/>
    <p:sldLayoutId xmlns:r="http://schemas.openxmlformats.org/officeDocument/2006/relationships" id="2147483655" r:id="Rc601e21496314493"/>
    <p:sldLayoutId xmlns:r="http://schemas.openxmlformats.org/officeDocument/2006/relationships" id="2147483656" r:id="R42d2865b83664a63"/>
    <p:sldLayoutId xmlns:r="http://schemas.openxmlformats.org/officeDocument/2006/relationships" id="2147483657" r:id="R4dace19be10240a3"/>
    <p:sldLayoutId xmlns:r="http://schemas.openxmlformats.org/officeDocument/2006/relationships" id="2147483658" r:id="Rf372396c526840a5"/>
    <p:sldLayoutId xmlns:r="http://schemas.openxmlformats.org/officeDocument/2006/relationships" id="2147483659" r:id="Rd04a3f25906f4cb7"/>
  </p:sldLayoutIdLst>
  <p:txStyles>
    <p:titleStyle>
      <a:lvl1pPr xmlns:a="http://schemas.openxmlformats.org/drawingml/2006/main" algn="ctr" defTabSz="3429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3429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342900" algn="l" defTabSz="3429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28700" indent="-342900" algn="l" defTabSz="3429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-342900" algn="l" defTabSz="3429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14500" indent="-342900" algn="l" defTabSz="3429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0574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003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7432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861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248d84eca144b1" /><Relationship Type="http://schemas.openxmlformats.org/officeDocument/2006/relationships/notesSlide" Target="/ppt/notesSlides/notesSlide1.xml" Id="R75c560b626cc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b8583c29c44d3" /><Relationship Type="http://schemas.openxmlformats.org/officeDocument/2006/relationships/notesSlide" Target="/ppt/notesSlides/notesSlide2.xml" Id="R2af2267fc183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251295e4494f7d" /><Relationship Type="http://schemas.openxmlformats.org/officeDocument/2006/relationships/notesSlide" Target="/ppt/notesSlides/notesSlide3.xml" Id="Rbea8a90fceb240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473-1">
            <a:extLst xmlns:a="http://schemas.openxmlformats.org/drawingml/2006/main">
              <a:ext uri="{FF2B5EF4-FFF2-40B4-BE49-F238E27FC236}">
                <a16:creationId xmlns:a16="http://schemas.microsoft.com/office/drawing/2014/main" id="{04164931-3061-4B18-A7C0-75A0C6A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473-1">
            <a:extLst xmlns:a="http://schemas.openxmlformats.org/drawingml/2006/main">
              <a:ext uri="{FF2B5EF4-FFF2-40B4-BE49-F238E27FC236}">
                <a16:creationId xmlns:a16="http://schemas.microsoft.com/office/drawing/2014/main" id="{6424FB9D-65A8-4E8B-B3AD-8D05FC0A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p03-full-001473</a:t>
            </a:r>
          </a:p>
        </p:txBody>
      </p:sp>
      <p:sp>
        <p:nvSpPr>
          <p:cNvPr id="3" name="qa-v2-r2-title-p03-full-001473-1">
            <a:extLst xmlns:a="http://schemas.openxmlformats.org/drawingml/2006/main">
              <a:ext uri="{FF2B5EF4-FFF2-40B4-BE49-F238E27FC236}">
                <a16:creationId xmlns:a16="http://schemas.microsoft.com/office/drawing/2014/main" id="{A3BAEB18-E6AF-45A9-AA44-B4C051CF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473-1">
            <a:extLst xmlns:a="http://schemas.openxmlformats.org/drawingml/2006/main">
              <a:ext uri="{FF2B5EF4-FFF2-40B4-BE49-F238E27FC236}">
                <a16:creationId xmlns:a16="http://schemas.microsoft.com/office/drawing/2014/main" id="{DCE51461-DA20-4E87-B336-950F32E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Cobalt Harbor's RISK-031 review covers reference exception playbook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security briefing within documents reference. Declared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review date: 2026-07-13. The assessment emphasizes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chronology, recency, and 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declared source is p03-src-001473; p03-full-003906 supplies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dependency 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16700554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473-2">
            <a:extLst xmlns:a="http://schemas.openxmlformats.org/drawingml/2006/main">
              <a:ext uri="{FF2B5EF4-FFF2-40B4-BE49-F238E27FC236}">
                <a16:creationId xmlns:a16="http://schemas.microsoft.com/office/drawing/2014/main" id="{F9AB24E8-728D-43EA-94D5-D2006BB9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473-2">
            <a:extLst xmlns:a="http://schemas.openxmlformats.org/drawingml/2006/main">
              <a:ext uri="{FF2B5EF4-FFF2-40B4-BE49-F238E27FC236}">
                <a16:creationId xmlns:a16="http://schemas.microsoft.com/office/drawing/2014/main" id="{0462F7EF-DC16-4D7E-B28B-F1DC74C9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p03-full-001473</a:t>
            </a:r>
          </a:p>
        </p:txBody>
      </p:sp>
      <p:sp>
        <p:nvSpPr>
          <p:cNvPr id="3" name="qa-v2-r2-title-p03-full-001473-2">
            <a:extLst xmlns:a="http://schemas.openxmlformats.org/drawingml/2006/main">
              <a:ext uri="{FF2B5EF4-FFF2-40B4-BE49-F238E27FC236}">
                <a16:creationId xmlns:a16="http://schemas.microsoft.com/office/drawing/2014/main" id="{B9BE9A1D-E270-43E0-B12D-E6A0F7B4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473-2">
            <a:extLst xmlns:a="http://schemas.openxmlformats.org/drawingml/2006/main">
              <a:ext uri="{FF2B5EF4-FFF2-40B4-BE49-F238E27FC236}">
                <a16:creationId xmlns:a16="http://schemas.microsoft.com/office/drawing/2014/main" id="{A4C2DA13-4EFF-4A2A-8960-2C6B94E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Source evidence: The assigned record concerns reference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exception playbook security briefing within documents reference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and requires a reviewer to explain how p03-src-001473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p03-full-003906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source-to-dependency corroboration review of the source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dependency through 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9077554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473-3">
            <a:extLst xmlns:a="http://schemas.openxmlformats.org/drawingml/2006/main">
              <a:ext uri="{FF2B5EF4-FFF2-40B4-BE49-F238E27FC236}">
                <a16:creationId xmlns:a16="http://schemas.microsoft.com/office/drawing/2014/main" id="{2FD2D6C1-D405-4696-914B-2EA686A4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473-3">
            <a:extLst xmlns:a="http://schemas.openxmlformats.org/drawingml/2006/main">
              <a:ext uri="{FF2B5EF4-FFF2-40B4-BE49-F238E27FC236}">
                <a16:creationId xmlns:a16="http://schemas.microsoft.com/office/drawing/2014/main" id="{A9DA87D9-8AC6-4F5A-A176-8CFB05E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p03-full-001473</a:t>
            </a:r>
          </a:p>
        </p:txBody>
      </p:sp>
      <p:sp>
        <p:nvSpPr>
          <p:cNvPr id="3" name="qa-v2-r2-title-p03-full-001473-3">
            <a:extLst xmlns:a="http://schemas.openxmlformats.org/drawingml/2006/main">
              <a:ext uri="{FF2B5EF4-FFF2-40B4-BE49-F238E27FC236}">
                <a16:creationId xmlns:a16="http://schemas.microsoft.com/office/drawing/2014/main" id="{6809AF0E-4196-4B72-A3CD-79DE9AFE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473-3">
            <a:extLst xmlns:a="http://schemas.openxmlformats.org/drawingml/2006/main">
              <a:ext uri="{FF2B5EF4-FFF2-40B4-BE49-F238E27FC236}">
                <a16:creationId xmlns:a16="http://schemas.microsoft.com/office/drawing/2014/main" id="{E640B02B-2A93-4197-81A1-203F1879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No Kio material, system, workspace, or external connection is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used or represented in this briefing. The reviewer tests whether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dependency 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If the record fails that test, retain the accountable record; do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not 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077554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2026-08-25T12:29:30.9180000Z</dcterms:created>
  <dcterms:modified xsi:type="dcterms:W3CDTF">2026-08-25T12:29:30.9180000Z</dcterms:modified>
</coreProperties>
</file>