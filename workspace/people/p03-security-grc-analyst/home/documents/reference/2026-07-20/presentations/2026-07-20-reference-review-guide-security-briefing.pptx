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a9add7bd8441e" /><Relationship Type="http://schemas.openxmlformats.org/officeDocument/2006/relationships/extended-properties" Target="/docProps/app.xml" Id="R41249d591e68498d" /><Relationship Type="http://schemas.openxmlformats.org/officeDocument/2006/relationships/officeDocument" Target="/ppt/presentation.xml" Id="R32bfb7c5ce91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39ed9ecc14666"/>
  </p:sldMasterIdLst>
  <p:notesMasterIdLst>
    <p:notesMasterId xmlns:r="http://schemas.openxmlformats.org/officeDocument/2006/relationships" r:id="R731835b36f8c427d"/>
  </p:notesMasterIdLst>
  <p:sldIdLst>
    <p:sldId xmlns:r="http://schemas.openxmlformats.org/officeDocument/2006/relationships" id="256" r:id="Ra59bb5f3e4ff445a"/>
    <p:sldId xmlns:r="http://schemas.openxmlformats.org/officeDocument/2006/relationships" id="257" r:id="Rc9ddd3eb4c464caa"/>
    <p:sldId xmlns:r="http://schemas.openxmlformats.org/officeDocument/2006/relationships" id="258" r:id="R3fe2633fb18b4eb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79af89ae7458c" /><Relationship Type="http://schemas.openxmlformats.org/officeDocument/2006/relationships/slideMaster" Target="/ppt/slideMasters/slideMaster1.xml" Id="Rc7c39ed9ecc14666" /><Relationship Type="http://schemas.openxmlformats.org/officeDocument/2006/relationships/notesMaster" Target="/ppt/notesMasters/notesMaster1.xml" Id="R731835b36f8c427d" /><Relationship Type="http://schemas.openxmlformats.org/officeDocument/2006/relationships/presProps" Target="/ppt/presProps.xml" Id="R4b48946c221440af" /><Relationship Type="http://schemas.openxmlformats.org/officeDocument/2006/relationships/viewProps" Target="/ppt/viewProps.xml" Id="R5f07ceb3f2b24da7" /><Relationship Type="http://schemas.openxmlformats.org/officeDocument/2006/relationships/tableStyles" Target="/ppt/tableStyles.xml" Id="R5661415c86c84e07" /><Relationship Type="http://schemas.openxmlformats.org/officeDocument/2006/relationships/slide" Target="/ppt/slides/slide1.xml" Id="Ra59bb5f3e4ff445a" /><Relationship Type="http://schemas.openxmlformats.org/officeDocument/2006/relationships/slide" Target="/ppt/slides/slide2.xml" Id="Rc9ddd3eb4c464caa" /><Relationship Type="http://schemas.openxmlformats.org/officeDocument/2006/relationships/slide" Target="/ppt/slides/slide3.xml" Id="R3fe2633fb18b4e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971019d81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f11e7c472841e9" /><Relationship Type="http://schemas.openxmlformats.org/officeDocument/2006/relationships/notesMaster" Target="/ppt/notesMasters/notesMaster1.xml" Id="R7c8920a12ed6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f71c6a5be46b9" /><Relationship Type="http://schemas.openxmlformats.org/officeDocument/2006/relationships/notesMaster" Target="/ppt/notesMasters/notesMaster1.xml" Id="R2db19a9bc750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c53c41ef734bee" /><Relationship Type="http://schemas.openxmlformats.org/officeDocument/2006/relationships/notesMaster" Target="/ppt/notesMasters/notesMaster1.xml" Id="R357a0df9b6d4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2a0454abc4e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ffa3018b446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64cdccf6a4b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344dbc63245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cbbfe5c8840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52067972240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cde4cf6e1464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8e88652b349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e5cbfa76440e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9697054714a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589d196244aa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86AE2-9E73-41E7-8971-8C29922DA0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74E209A-6536-4C87-9A71-1EC7726AD6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5848F5-CAFA-4EC3-B20A-F55F001E5B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A63C1D-2FFE-4143-8802-DDDD4F8298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26FC1D-1ED7-4DF3-B940-856F05F2E0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9666FE-D353-47D1-A2E8-AC225486C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F9D91EC-1D82-459C-954D-3D0E4ECD15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B1F141-9CE7-4818-A615-956DF26884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57CFD-72B5-4EC0-B726-44A8F07557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7AFEF8-3E19-41C9-BCB4-7C4D1EC85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89A860-0960-48B8-852B-7E63594C6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6"/>
            <a:ext cx="77724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63B4E0-9774-4671-B9C5-50EBC6C18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413990-FC67-4A8F-864D-644870157E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263FBD-5C79-47E0-8F80-881CC3B6A9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B65AF2-1803-4584-8BFD-403DA43BA3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A21A53-ADD7-4C0F-A9A7-F0334716B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B54C47-1325-4FF3-883A-7BDF215222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E1A77CF-D6D0-4A94-A5DC-EDE1537B4A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146B4D-5743-4FA6-9D17-D5ED1F6EF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69E19D3-1DDD-4E05-8485-32DE1A5155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D4488FA-C1C1-408A-8D01-4E162BF56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5336D7-96E9-4262-8D84-866133F22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71EB56-B83D-49CA-B02A-BF15BE769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24A10B-C26A-45E7-9F14-5F458F53CB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631156"/>
            <a:ext cx="4040188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CC0230C-5EF4-4703-9D86-4EDE8387674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15133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563D4A2-624E-4669-9F4B-3B25F0180F0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631156"/>
            <a:ext cx="4041775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6008105-0AD0-490C-AB69-17A1BF219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840B04E-DD54-4B74-8D1F-0DAB15349E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2C5C7B9-B203-4DCF-AD74-6EE1ED67DA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17E66F-1283-41E8-81B9-45275ABC4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88DFC1C-C78D-446E-A9B3-DDC19399BA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77B94A4-A84F-4291-BFE2-2512BDF9D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034DD6B-FD6A-4607-8A34-B80DDDDA4B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EF7F684-9C02-4394-B9E3-15683C91F8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3FD74C-2424-417D-8FFC-8C13918EE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507ACA-8C62-4B41-8DFB-8B90578D3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5EC4F8-7603-4511-98D5-1B89024AB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204787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8331B1-C72D-40E1-B70A-EC6C74FAB4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04788"/>
            <a:ext cx="5111750" cy="438983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95B127-4AD1-4D8B-A0B3-7D0DCDBA12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076326"/>
            <a:ext cx="3008313" cy="351829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A58B43-334D-4834-BD38-CD16CB08C2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BCDC17-2074-4DF9-801C-81EBA71D10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8DE856-3855-4035-9815-DF9ECA1A33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9D5651-31F7-4EC6-8500-8FCD40E75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8C57092-C850-45F5-8C68-D6104EDBD9B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0C3C0CD-C288-4C82-BA2A-E58F215895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C7EC11-5ED5-41F6-8DCA-C7C097347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C8BC25C-686D-4EE6-AA6A-1DE597B3AE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DEA211-E4ED-46DF-9534-8166799BF5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6E4E90-326F-4817-90EE-6CDE8144C0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62DA85-53EF-4609-B079-12B21ADCB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460B32-6EAB-4AFD-B6BE-81DCA3AF80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473EB6-8242-4A43-8089-A9550A4E2C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0DF004-B252-48C5-87C6-C1E327896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2851DBC-1680-47C3-A502-78CA6FC09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05979"/>
            <a:ext cx="20574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461085-CD08-442F-8ACB-84CB30D07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05979"/>
            <a:ext cx="60198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F96093-95B8-4D6B-95D2-ABA7F05D62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12637D-D399-449A-AD27-245C8BD627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0DF4A9-DB71-4459-96A4-17B407F94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0d9675137c4199" /><Relationship Type="http://schemas.openxmlformats.org/officeDocument/2006/relationships/slideLayout" Target="/ppt/slideLayouts/slideLayout1.xml" Id="R7d2e5d36a9bb4cdf" /><Relationship Type="http://schemas.openxmlformats.org/officeDocument/2006/relationships/slideLayout" Target="/ppt/slideLayouts/slideLayout2.xml" Id="R9c52844e487b4941" /><Relationship Type="http://schemas.openxmlformats.org/officeDocument/2006/relationships/slideLayout" Target="/ppt/slideLayouts/slideLayout3.xml" Id="R380dbce7e9794e87" /><Relationship Type="http://schemas.openxmlformats.org/officeDocument/2006/relationships/slideLayout" Target="/ppt/slideLayouts/slideLayout4.xml" Id="Rd90561d4d2d74339" /><Relationship Type="http://schemas.openxmlformats.org/officeDocument/2006/relationships/slideLayout" Target="/ppt/slideLayouts/slideLayout5.xml" Id="R3efc9326c61140f7" /><Relationship Type="http://schemas.openxmlformats.org/officeDocument/2006/relationships/slideLayout" Target="/ppt/slideLayouts/slideLayout6.xml" Id="Re6e88374b0b147cf" /><Relationship Type="http://schemas.openxmlformats.org/officeDocument/2006/relationships/slideLayout" Target="/ppt/slideLayouts/slideLayout7.xml" Id="Rb4edf9e22fca4201" /><Relationship Type="http://schemas.openxmlformats.org/officeDocument/2006/relationships/slideLayout" Target="/ppt/slideLayouts/slideLayout8.xml" Id="R3ef97c13e1b248ce" /><Relationship Type="http://schemas.openxmlformats.org/officeDocument/2006/relationships/slideLayout" Target="/ppt/slideLayouts/slideLayout9.xml" Id="R849633baa5e045a1" /><Relationship Type="http://schemas.openxmlformats.org/officeDocument/2006/relationships/slideLayout" Target="/ppt/slideLayouts/slideLayout10.xml" Id="Re8d7040f6d4841ab" /><Relationship Type="http://schemas.openxmlformats.org/officeDocument/2006/relationships/slideLayout" Target="/ppt/slideLayouts/slideLayout11.xml" Id="R837755410d854f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4C1933-E6DD-41A1-9297-FEA868E17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F88324-FE8E-43FF-993A-D701456CFC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1"/>
            <a:ext cx="8229600" cy="339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7E2D51-8D34-4584-9208-4899921F86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3D00B6-1674-409E-B97A-EB87B86B6A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654231-F03D-41AE-895F-8EE8CF15908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e5d36a9bb4cdf"/>
    <p:sldLayoutId xmlns:r="http://schemas.openxmlformats.org/officeDocument/2006/relationships" id="2147483650" r:id="R9c52844e487b4941"/>
    <p:sldLayoutId xmlns:r="http://schemas.openxmlformats.org/officeDocument/2006/relationships" id="2147483651" r:id="R380dbce7e9794e87"/>
    <p:sldLayoutId xmlns:r="http://schemas.openxmlformats.org/officeDocument/2006/relationships" id="2147483652" r:id="Rd90561d4d2d74339"/>
    <p:sldLayoutId xmlns:r="http://schemas.openxmlformats.org/officeDocument/2006/relationships" id="2147483653" r:id="R3efc9326c61140f7"/>
    <p:sldLayoutId xmlns:r="http://schemas.openxmlformats.org/officeDocument/2006/relationships" id="2147483654" r:id="Re6e88374b0b147cf"/>
    <p:sldLayoutId xmlns:r="http://schemas.openxmlformats.org/officeDocument/2006/relationships" id="2147483655" r:id="Rb4edf9e22fca4201"/>
    <p:sldLayoutId xmlns:r="http://schemas.openxmlformats.org/officeDocument/2006/relationships" id="2147483656" r:id="R3ef97c13e1b248ce"/>
    <p:sldLayoutId xmlns:r="http://schemas.openxmlformats.org/officeDocument/2006/relationships" id="2147483657" r:id="R849633baa5e045a1"/>
    <p:sldLayoutId xmlns:r="http://schemas.openxmlformats.org/officeDocument/2006/relationships" id="2147483658" r:id="Re8d7040f6d4841ab"/>
    <p:sldLayoutId xmlns:r="http://schemas.openxmlformats.org/officeDocument/2006/relationships" id="2147483659" r:id="R837755410d854fc8"/>
  </p:sldLayoutIdLst>
  <p:txStyles>
    <p:titleStyle>
      <a:lvl1pPr xmlns:a="http://schemas.openxmlformats.org/drawingml/2006/main" algn="ctr" defTabSz="3429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3429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342900" algn="l" defTabSz="3429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28700" indent="-342900" algn="l" defTabSz="3429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-342900" algn="l" defTabSz="3429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14500" indent="-342900" algn="l" defTabSz="3429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0574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003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7432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0861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efb888d754d67" /><Relationship Type="http://schemas.openxmlformats.org/officeDocument/2006/relationships/notesSlide" Target="/ppt/notesSlides/notesSlide1.xml" Id="R82fc8cf60d7a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5913c1f774f24" /><Relationship Type="http://schemas.openxmlformats.org/officeDocument/2006/relationships/notesSlide" Target="/ppt/notesSlides/notesSlide2.xml" Id="R4920b5f39aa3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7e475bf0b74bd7" /><Relationship Type="http://schemas.openxmlformats.org/officeDocument/2006/relationships/notesSlide" Target="/ppt/notesSlides/notesSlide3.xml" Id="Red78a4fd5f6b49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774-1">
            <a:extLst xmlns:a="http://schemas.openxmlformats.org/drawingml/2006/main">
              <a:ext uri="{FF2B5EF4-FFF2-40B4-BE49-F238E27FC236}">
                <a16:creationId xmlns:a16="http://schemas.microsoft.com/office/drawing/2014/main" id="{9F1D0B2D-181E-4538-9515-BF8240A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774-1">
            <a:extLst xmlns:a="http://schemas.openxmlformats.org/drawingml/2006/main">
              <a:ext uri="{FF2B5EF4-FFF2-40B4-BE49-F238E27FC236}">
                <a16:creationId xmlns:a16="http://schemas.microsoft.com/office/drawing/2014/main" id="{4888B2E5-F6B5-431B-A4DA-BCE42A8F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p03-full-001774</a:t>
            </a:r>
          </a:p>
        </p:txBody>
      </p:sp>
      <p:sp>
        <p:nvSpPr>
          <p:cNvPr id="3" name="qa-v2-r2-title-p03-full-001774-1">
            <a:extLst xmlns:a="http://schemas.openxmlformats.org/drawingml/2006/main">
              <a:ext uri="{FF2B5EF4-FFF2-40B4-BE49-F238E27FC236}">
                <a16:creationId xmlns:a16="http://schemas.microsoft.com/office/drawing/2014/main" id="{09B36381-E883-4577-A3D6-64A7461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774-1">
            <a:extLst xmlns:a="http://schemas.openxmlformats.org/drawingml/2006/main">
              <a:ext uri="{FF2B5EF4-FFF2-40B4-BE49-F238E27FC236}">
                <a16:creationId xmlns:a16="http://schemas.microsoft.com/office/drawing/2014/main" id="{4967E58A-0819-4788-A1DB-1047A59F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Cobalt Harbor's RISK-031 review covers reference review guide security briefing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within documents reference. The record treats RISK-031 on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2026-07-20 as an evidence recency question focused on source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reliability, 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p03-src-001774 is the declared source; p03-full-004237 is the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dependency that 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9182891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774-2">
            <a:extLst xmlns:a="http://schemas.openxmlformats.org/drawingml/2006/main">
              <a:ext uri="{FF2B5EF4-FFF2-40B4-BE49-F238E27FC236}">
                <a16:creationId xmlns:a16="http://schemas.microsoft.com/office/drawing/2014/main" id="{19795337-0A57-495C-9808-05E83989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774-2">
            <a:extLst xmlns:a="http://schemas.openxmlformats.org/drawingml/2006/main">
              <a:ext uri="{FF2B5EF4-FFF2-40B4-BE49-F238E27FC236}">
                <a16:creationId xmlns:a16="http://schemas.microsoft.com/office/drawing/2014/main" id="{669C08B2-8202-43C0-9C9F-870AFEB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p03-full-001774</a:t>
            </a:r>
          </a:p>
        </p:txBody>
      </p:sp>
      <p:sp>
        <p:nvSpPr>
          <p:cNvPr id="3" name="qa-v2-r2-title-p03-full-001774-2">
            <a:extLst xmlns:a="http://schemas.openxmlformats.org/drawingml/2006/main">
              <a:ext uri="{FF2B5EF4-FFF2-40B4-BE49-F238E27FC236}">
                <a16:creationId xmlns:a16="http://schemas.microsoft.com/office/drawing/2014/main" id="{E753960D-7FB7-4487-9863-A8E8E75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774-2">
            <a:extLst xmlns:a="http://schemas.openxmlformats.org/drawingml/2006/main">
              <a:ext uri="{FF2B5EF4-FFF2-40B4-BE49-F238E27FC236}">
                <a16:creationId xmlns:a16="http://schemas.microsoft.com/office/drawing/2014/main" id="{F886765A-85AE-4A4A-B92D-F42F498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assigned record concerns reference review guide security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briefing within documents reference and requires a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reviewer to explain how p03-src-001774 and p03-full-004237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Evidence Set 184 is used with AC-27 to evaluate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evidence-to-conclusion sufficiency and source reliability,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provenance, and corroboration quality, rather than treat two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13709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774-3">
            <a:extLst xmlns:a="http://schemas.openxmlformats.org/drawingml/2006/main">
              <a:ext uri="{FF2B5EF4-FFF2-40B4-BE49-F238E27FC236}">
                <a16:creationId xmlns:a16="http://schemas.microsoft.com/office/drawing/2014/main" id="{EBC10FCE-7611-4D6C-B180-51F05896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774-3">
            <a:extLst xmlns:a="http://schemas.openxmlformats.org/drawingml/2006/main">
              <a:ext uri="{FF2B5EF4-FFF2-40B4-BE49-F238E27FC236}">
                <a16:creationId xmlns:a16="http://schemas.microsoft.com/office/drawing/2014/main" id="{C0FB1CAB-0B18-456E-A6F5-00BD866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p03-full-001774</a:t>
            </a:r>
          </a:p>
        </p:txBody>
      </p:sp>
      <p:sp>
        <p:nvSpPr>
          <p:cNvPr id="3" name="qa-v2-r2-title-p03-full-001774-3">
            <a:extLst xmlns:a="http://schemas.openxmlformats.org/drawingml/2006/main">
              <a:ext uri="{FF2B5EF4-FFF2-40B4-BE49-F238E27FC236}">
                <a16:creationId xmlns:a16="http://schemas.microsoft.com/office/drawing/2014/main" id="{E9577D65-DAFC-4093-AFD0-1D3635B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774-3">
            <a:extLst xmlns:a="http://schemas.openxmlformats.org/drawingml/2006/main">
              <a:ext uri="{FF2B5EF4-FFF2-40B4-BE49-F238E27FC236}">
                <a16:creationId xmlns:a16="http://schemas.microsoft.com/office/drawing/2014/main" id="{5A48C6F0-887F-472A-8926-BEDDA567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No Kio material, system, workspace, or external connection is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used or represented in this briefing. A reviewer must identify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causal bridge from 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When that bridge is absent, compare the changed record; the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137095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2026-08-25T12:30:13.8520000Z</dcterms:created>
  <dcterms:modified xsi:type="dcterms:W3CDTF">2026-08-25T12:30:13.8520000Z</dcterms:modified>
</coreProperties>
</file>