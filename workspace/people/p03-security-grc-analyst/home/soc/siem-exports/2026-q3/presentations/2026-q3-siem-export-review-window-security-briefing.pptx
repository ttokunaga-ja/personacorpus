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049e058e76444c6" /><Relationship Type="http://schemas.openxmlformats.org/officeDocument/2006/relationships/extended-properties" Target="/docProps/app.xml" Id="R0081c819c95544ad" /><Relationship Type="http://schemas.openxmlformats.org/officeDocument/2006/relationships/officeDocument" Target="/ppt/presentation.xml" Id="Rb8e8ee3bfd6a493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9ea83d75ca74024"/>
  </p:sldMasterIdLst>
  <p:notesMasterIdLst>
    <p:notesMasterId xmlns:r="http://schemas.openxmlformats.org/officeDocument/2006/relationships" r:id="Rbf314aa8a94140f9"/>
  </p:notesMasterIdLst>
  <p:sldIdLst>
    <p:sldId xmlns:r="http://schemas.openxmlformats.org/officeDocument/2006/relationships" id="256" r:id="R6552bde231bb4729"/>
    <p:sldId xmlns:r="http://schemas.openxmlformats.org/officeDocument/2006/relationships" id="257" r:id="Rfc9c817033ba4021"/>
    <p:sldId xmlns:r="http://schemas.openxmlformats.org/officeDocument/2006/relationships" id="258" r:id="R871a3855bef04357"/>
    <p:sldId xmlns:r="http://schemas.openxmlformats.org/officeDocument/2006/relationships" id="259" r:id="Rc6d7a1c6775e483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a869be9c9b4475b" /><Relationship Type="http://schemas.openxmlformats.org/officeDocument/2006/relationships/slideMaster" Target="/ppt/slideMasters/slideMaster1.xml" Id="R59ea83d75ca74024" /><Relationship Type="http://schemas.openxmlformats.org/officeDocument/2006/relationships/notesMaster" Target="/ppt/notesMasters/notesMaster1.xml" Id="Rbf314aa8a94140f9" /><Relationship Type="http://schemas.openxmlformats.org/officeDocument/2006/relationships/presProps" Target="/ppt/presProps.xml" Id="R2dcbf551fbed4392" /><Relationship Type="http://schemas.openxmlformats.org/officeDocument/2006/relationships/tableStyles" Target="/ppt/tableStyles.xml" Id="Rb8658ceae4c24375" /><Relationship Type="http://schemas.openxmlformats.org/officeDocument/2006/relationships/slide" Target="/ppt/slides/slide1.xml" Id="R6552bde231bb4729" /><Relationship Type="http://schemas.openxmlformats.org/officeDocument/2006/relationships/slide" Target="/ppt/slides/slide2.xml" Id="Rfc9c817033ba4021" /><Relationship Type="http://schemas.openxmlformats.org/officeDocument/2006/relationships/slide" Target="/ppt/slides/slide3.xml" Id="R871a3855bef04357" /><Relationship Type="http://schemas.openxmlformats.org/officeDocument/2006/relationships/slide" Target="/ppt/slides/slide4.xml" Id="Rc6d7a1c6775e483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fd4c51236a1402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b983568c5a34689" /><Relationship Type="http://schemas.openxmlformats.org/officeDocument/2006/relationships/notesMaster" Target="/ppt/notesMasters/notesMaster1.xml" Id="R0c3431d03d3c4ad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3e9061cde3747f6" /><Relationship Type="http://schemas.openxmlformats.org/officeDocument/2006/relationships/notesMaster" Target="/ppt/notesMasters/notesMaster1.xml" Id="R773a1caea1a64ba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d68f4e8705a4c5a" /><Relationship Type="http://schemas.openxmlformats.org/officeDocument/2006/relationships/notesMaster" Target="/ppt/notesMasters/notesMaster1.xml" Id="R81ccbf677600419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346758e01004177" /><Relationship Type="http://schemas.openxmlformats.org/officeDocument/2006/relationships/notesMaster" Target="/ppt/notesMasters/notesMaster1.xml" Id="R479ae3b1f7fd478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66c21c4d014e3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f23d6c1440d4737" /><Relationship Type="http://schemas.openxmlformats.org/officeDocument/2006/relationships/slideLayout" Target="/ppt/slideLayouts/slideLayout1.xml" Id="R75b5e4e7dda7407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5b5e4e7dda7407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995102f9494ed4" /><Relationship Type="http://schemas.openxmlformats.org/officeDocument/2006/relationships/notesSlide" Target="/ppt/notesSlides/notesSlide1.xml" Id="R538b5865f71a41d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0de11ac48e4c0e" /><Relationship Type="http://schemas.openxmlformats.org/officeDocument/2006/relationships/notesSlide" Target="/ppt/notesSlides/notesSlide2.xml" Id="R7ddb5206593f415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1234dec9d64dd6" /><Relationship Type="http://schemas.openxmlformats.org/officeDocument/2006/relationships/notesSlide" Target="/ppt/notesSlides/notesSlide3.xml" Id="Rcd68f70fc318472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89bd624dee4c30" /><Relationship Type="http://schemas.openxmlformats.org/officeDocument/2006/relationships/notesSlide" Target="/ppt/notesSlides/notesSlide4.xml" Id="R8d3a626ac8ae4ea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5527-1">
            <a:extLst xmlns:a="http://schemas.openxmlformats.org/drawingml/2006/main">
              <a:ext uri="{FF2B5EF4-FFF2-40B4-BE49-F238E27FC236}">
                <a16:creationId xmlns:a16="http://schemas.microsoft.com/office/drawing/2014/main" id="{DB3ACE8B-6BBA-4714-A59F-85EB67BE0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5527-1">
            <a:extLst xmlns:a="http://schemas.openxmlformats.org/drawingml/2006/main">
              <a:ext uri="{FF2B5EF4-FFF2-40B4-BE49-F238E27FC236}">
                <a16:creationId xmlns:a16="http://schemas.microsoft.com/office/drawing/2014/main" id="{485F2B54-7848-4C54-9FA2-23E4C819B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p03-full-005527</a:t>
            </a:r>
          </a:p>
        </p:txBody>
      </p:sp>
      <p:sp>
        <p:nvSpPr>
          <p:cNvPr id="3" name="qa-v2-r2-title-p03-full-005527-1">
            <a:extLst xmlns:a="http://schemas.openxmlformats.org/drawingml/2006/main">
              <a:ext uri="{FF2B5EF4-FFF2-40B4-BE49-F238E27FC236}">
                <a16:creationId xmlns:a16="http://schemas.microsoft.com/office/drawing/2014/main" id="{84D22FB9-3B33-4381-9069-ADC4884A6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context</a:t>
            </a:r>
          </a:p>
        </p:txBody>
      </p:sp>
      <p:sp>
        <p:nvSpPr>
          <p:cNvPr id="4" name="qa-v2-r2-body-p03-full-005527-1">
            <a:extLst xmlns:a="http://schemas.openxmlformats.org/drawingml/2006/main">
              <a:ext uri="{FF2B5EF4-FFF2-40B4-BE49-F238E27FC236}">
                <a16:creationId xmlns:a16="http://schemas.microsoft.com/office/drawing/2014/main" id="{41C3F9F6-3B68-4C2E-BED7-F5F4793ED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Cobalt Harbor's RISK-031 review covers 2026 q3 siem export review window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security briefing within soc siem exports. Declared review date: 2026-07-20.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assessment emphasizes chronology, recency, and decision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timing.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declared source is p03-src-005527; p03-full-001796 supplies the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for an evidence recency assessment.</a:t>
            </a:r>
          </a:p>
        </p:txBody>
      </p:sp>
    </p:spTree>
    <p:extLst>
      <p:ext uri="{BB962C8B-B14F-4D97-AF65-F5344CB8AC3E}">
        <p14:creationId xmlns:p14="http://schemas.microsoft.com/office/powerpoint/2010/main" val="119344864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5527-2">
            <a:extLst xmlns:a="http://schemas.openxmlformats.org/drawingml/2006/main">
              <a:ext uri="{FF2B5EF4-FFF2-40B4-BE49-F238E27FC236}">
                <a16:creationId xmlns:a16="http://schemas.microsoft.com/office/drawing/2014/main" id="{27815489-F0D5-48F3-87F5-0B1573113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5527-2">
            <a:extLst xmlns:a="http://schemas.openxmlformats.org/drawingml/2006/main">
              <a:ext uri="{FF2B5EF4-FFF2-40B4-BE49-F238E27FC236}">
                <a16:creationId xmlns:a16="http://schemas.microsoft.com/office/drawing/2014/main" id="{7698EE98-C962-4B42-96BD-5C17102F9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p03-full-005527</a:t>
            </a:r>
          </a:p>
        </p:txBody>
      </p:sp>
      <p:sp>
        <p:nvSpPr>
          <p:cNvPr id="3" name="qa-v2-r2-title-p03-full-005527-2">
            <a:extLst xmlns:a="http://schemas.openxmlformats.org/drawingml/2006/main">
              <a:ext uri="{FF2B5EF4-FFF2-40B4-BE49-F238E27FC236}">
                <a16:creationId xmlns:a16="http://schemas.microsoft.com/office/drawing/2014/main" id="{EE55ED60-6F1F-4B15-96F5-BFB2243C5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Evidence and relationship</a:t>
            </a:r>
          </a:p>
        </p:txBody>
      </p:sp>
      <p:sp>
        <p:nvSpPr>
          <p:cNvPr id="4" name="qa-v2-r2-body-p03-full-005527-2">
            <a:extLst xmlns:a="http://schemas.openxmlformats.org/drawingml/2006/main">
              <a:ext uri="{FF2B5EF4-FFF2-40B4-BE49-F238E27FC236}">
                <a16:creationId xmlns:a16="http://schemas.microsoft.com/office/drawing/2014/main" id="{26F8AE59-2FB9-4D3B-87B1-1314425C8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Source evidence: Trace the decision through the category grouping; reject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decorative grouping.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AC-27 frames the relationship, while Evidence Set 184 supports a timing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consistency review of the source and dependency through chronology, recency,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and decision timing.</a:t>
            </a:r>
          </a:p>
        </p:txBody>
      </p:sp>
    </p:spTree>
    <p:extLst>
      <p:ext uri="{BB962C8B-B14F-4D97-AF65-F5344CB8AC3E}">
        <p14:creationId xmlns:p14="http://schemas.microsoft.com/office/powerpoint/2010/main" val="203220727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5527-3">
            <a:extLst xmlns:a="http://schemas.openxmlformats.org/drawingml/2006/main">
              <a:ext uri="{FF2B5EF4-FFF2-40B4-BE49-F238E27FC236}">
                <a16:creationId xmlns:a16="http://schemas.microsoft.com/office/drawing/2014/main" id="{2AB347B8-5F93-4EA3-ADB4-313412FA3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5527-3">
            <a:extLst xmlns:a="http://schemas.openxmlformats.org/drawingml/2006/main">
              <a:ext uri="{FF2B5EF4-FFF2-40B4-BE49-F238E27FC236}">
                <a16:creationId xmlns:a16="http://schemas.microsoft.com/office/drawing/2014/main" id="{1819E190-8143-4CEC-88C5-EA06BF25C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p03-full-005527</a:t>
            </a:r>
          </a:p>
        </p:txBody>
      </p:sp>
      <p:sp>
        <p:nvSpPr>
          <p:cNvPr id="3" name="qa-v2-r2-title-p03-full-005527-3">
            <a:extLst xmlns:a="http://schemas.openxmlformats.org/drawingml/2006/main">
              <a:ext uri="{FF2B5EF4-FFF2-40B4-BE49-F238E27FC236}">
                <a16:creationId xmlns:a16="http://schemas.microsoft.com/office/drawing/2014/main" id="{FCAD2738-B796-46C7-BEEF-6A59000FA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test</a:t>
            </a:r>
          </a:p>
        </p:txBody>
      </p:sp>
      <p:sp>
        <p:nvSpPr>
          <p:cNvPr id="4" name="qa-v2-r2-body-p03-full-005527-3">
            <a:extLst xmlns:a="http://schemas.openxmlformats.org/drawingml/2006/main">
              <a:ext uri="{FF2B5EF4-FFF2-40B4-BE49-F238E27FC236}">
                <a16:creationId xmlns:a16="http://schemas.microsoft.com/office/drawing/2014/main" id="{18FB223A-80FE-4366-8F5A-8121D7DD7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No Kio material, system, workspace, or external connection is used or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represented in this briefing. The reviewer tests whether the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corroborates the source.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If the record fails that test, confirm the evidence chain; do not carry the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RISK-031 treatment forward by default.</a:t>
            </a:r>
          </a:p>
        </p:txBody>
      </p:sp>
    </p:spTree>
    <p:extLst>
      <p:ext uri="{BB962C8B-B14F-4D97-AF65-F5344CB8AC3E}">
        <p14:creationId xmlns:p14="http://schemas.microsoft.com/office/powerpoint/2010/main" val="72688644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5527-4">
            <a:extLst xmlns:a="http://schemas.openxmlformats.org/drawingml/2006/main">
              <a:ext uri="{FF2B5EF4-FFF2-40B4-BE49-F238E27FC236}">
                <a16:creationId xmlns:a16="http://schemas.microsoft.com/office/drawing/2014/main" id="{0760E26F-713B-4029-AD19-598D64324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5527-4">
            <a:extLst xmlns:a="http://schemas.openxmlformats.org/drawingml/2006/main">
              <a:ext uri="{FF2B5EF4-FFF2-40B4-BE49-F238E27FC236}">
                <a16:creationId xmlns:a16="http://schemas.microsoft.com/office/drawing/2014/main" id="{CE659A65-0395-4434-8AFD-821663BCD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p03-full-005527</a:t>
            </a:r>
          </a:p>
        </p:txBody>
      </p:sp>
      <p:sp>
        <p:nvSpPr>
          <p:cNvPr id="3" name="qa-v2-r2-title-p03-full-005527-4">
            <a:extLst xmlns:a="http://schemas.openxmlformats.org/drawingml/2006/main">
              <a:ext uri="{FF2B5EF4-FFF2-40B4-BE49-F238E27FC236}">
                <a16:creationId xmlns:a16="http://schemas.microsoft.com/office/drawing/2014/main" id="{C977D8A3-560E-4328-990B-B78B57D1C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Boundary and next action</a:t>
            </a:r>
          </a:p>
        </p:txBody>
      </p:sp>
      <p:sp>
        <p:nvSpPr>
          <p:cNvPr id="4" name="qa-v2-r2-body-p03-full-005527-4">
            <a:extLst xmlns:a="http://schemas.openxmlformats.org/drawingml/2006/main">
              <a:ext uri="{FF2B5EF4-FFF2-40B4-BE49-F238E27FC236}">
                <a16:creationId xmlns:a16="http://schemas.microsoft.com/office/drawing/2014/main" id="{33C3F60E-99B8-4AB6-AC54-5A168E149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At the next checkpoint, compare p03-src-005527 with p03-full-001796 and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document the change in evidence recency.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closure note must distinguish evidence that supports the decision from a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similar-looking but unrelated record.</a:t>
            </a:r>
          </a:p>
        </p:txBody>
      </p:sp>
    </p:spTree>
    <p:extLst>
      <p:ext uri="{BB962C8B-B14F-4D97-AF65-F5344CB8AC3E}">
        <p14:creationId xmlns:p14="http://schemas.microsoft.com/office/powerpoint/2010/main" val="7268864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2026-08-25T12:46:51.3800000Z</dcterms:created>
  <dcterms:modified xsi:type="dcterms:W3CDTF">2026-08-25T12:46:51.3800000Z</dcterms:modified>
</coreProperties>
</file>