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b242de64c4855" /><Relationship Type="http://schemas.openxmlformats.org/officeDocument/2006/relationships/extended-properties" Target="/docProps/app.xml" Id="R82faed67d1894e10" /><Relationship Type="http://schemas.openxmlformats.org/officeDocument/2006/relationships/officeDocument" Target="/ppt/presentation.xml" Id="R4c174a145d694d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bcd6f7488242f7"/>
  </p:sldMasterIdLst>
  <p:notesMasterIdLst>
    <p:notesMasterId xmlns:r="http://schemas.openxmlformats.org/officeDocument/2006/relationships" r:id="R73ddb88fa0c74b0b"/>
  </p:notesMasterIdLst>
  <p:sldIdLst>
    <p:sldId xmlns:r="http://schemas.openxmlformats.org/officeDocument/2006/relationships" id="256" r:id="Rce99cfa246a74029"/>
    <p:sldId xmlns:r="http://schemas.openxmlformats.org/officeDocument/2006/relationships" id="257" r:id="R647a13ed3fd94edc"/>
    <p:sldId xmlns:r="http://schemas.openxmlformats.org/officeDocument/2006/relationships" id="258" r:id="R02fac9eaaac74833"/>
    <p:sldId xmlns:r="http://schemas.openxmlformats.org/officeDocument/2006/relationships" id="259" r:id="Rfd2892d645c946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10c289d0c048f6" /><Relationship Type="http://schemas.openxmlformats.org/officeDocument/2006/relationships/slideMaster" Target="/ppt/slideMasters/slideMaster1.xml" Id="Rc2bcd6f7488242f7" /><Relationship Type="http://schemas.openxmlformats.org/officeDocument/2006/relationships/notesMaster" Target="/ppt/notesMasters/notesMaster1.xml" Id="R73ddb88fa0c74b0b" /><Relationship Type="http://schemas.openxmlformats.org/officeDocument/2006/relationships/presProps" Target="/ppt/presProps.xml" Id="R32be0d734f474c0a" /><Relationship Type="http://schemas.openxmlformats.org/officeDocument/2006/relationships/tableStyles" Target="/ppt/tableStyles.xml" Id="R137fa1715114471f" /><Relationship Type="http://schemas.openxmlformats.org/officeDocument/2006/relationships/slide" Target="/ppt/slides/slide1.xml" Id="Rce99cfa246a74029" /><Relationship Type="http://schemas.openxmlformats.org/officeDocument/2006/relationships/slide" Target="/ppt/slides/slide2.xml" Id="R647a13ed3fd94edc" /><Relationship Type="http://schemas.openxmlformats.org/officeDocument/2006/relationships/slide" Target="/ppt/slides/slide3.xml" Id="R02fac9eaaac74833" /><Relationship Type="http://schemas.openxmlformats.org/officeDocument/2006/relationships/slide" Target="/ppt/slides/slide4.xml" Id="Rfd2892d645c9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12294b17c048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e581a56be42b7" /><Relationship Type="http://schemas.openxmlformats.org/officeDocument/2006/relationships/notesMaster" Target="/ppt/notesMasters/notesMaster1.xml" Id="Reb126c9075794f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16fec4d2874c92" /><Relationship Type="http://schemas.openxmlformats.org/officeDocument/2006/relationships/notesMaster" Target="/ppt/notesMasters/notesMaster1.xml" Id="Rc5f00c1bc92643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0a4a7dab554b6a" /><Relationship Type="http://schemas.openxmlformats.org/officeDocument/2006/relationships/notesMaster" Target="/ppt/notesMasters/notesMaster1.xml" Id="Re04722d2989c46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a477e918fa4b3d" /><Relationship Type="http://schemas.openxmlformats.org/officeDocument/2006/relationships/notesMaster" Target="/ppt/notesMasters/notesMaster1.xml" Id="Rf0e2099e1b1842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ca7c5009a44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80a7ab79724ec7" /><Relationship Type="http://schemas.openxmlformats.org/officeDocument/2006/relationships/slideLayout" Target="/ppt/slideLayouts/slideLayout1.xml" Id="R3e70eead50c44f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70eead50c44f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a364f5ab5469c" /><Relationship Type="http://schemas.openxmlformats.org/officeDocument/2006/relationships/notesSlide" Target="/ppt/notesSlides/notesSlide1.xml" Id="R6e48b746676044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2720aed8f4de6" /><Relationship Type="http://schemas.openxmlformats.org/officeDocument/2006/relationships/notesSlide" Target="/ppt/notesSlides/notesSlide2.xml" Id="R15f0f2cdcf5943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0acbc90784826" /><Relationship Type="http://schemas.openxmlformats.org/officeDocument/2006/relationships/notesSlide" Target="/ppt/notesSlides/notesSlide3.xml" Id="Rf13e6ad0a9af4b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1170542e64900" /><Relationship Type="http://schemas.openxmlformats.org/officeDocument/2006/relationships/notesSlide" Target="/ppt/notesSlides/notesSlide4.xml" Id="Rf1f0f0ce671745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873-1">
            <a:extLst xmlns:a="http://schemas.openxmlformats.org/drawingml/2006/main">
              <a:ext uri="{FF2B5EF4-FFF2-40B4-BE49-F238E27FC236}">
                <a16:creationId xmlns:a16="http://schemas.microsoft.com/office/drawing/2014/main" id="{C541622C-9EAC-4EB0-9E2C-F1842962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873-1">
            <a:extLst xmlns:a="http://schemas.openxmlformats.org/drawingml/2006/main">
              <a:ext uri="{FF2B5EF4-FFF2-40B4-BE49-F238E27FC236}">
                <a16:creationId xmlns:a16="http://schemas.microsoft.com/office/drawing/2014/main" id="{25E37DB8-49C7-4577-9AAD-485D877E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p03-full-005873</a:t>
            </a:r>
          </a:p>
        </p:txBody>
      </p:sp>
      <p:sp>
        <p:nvSpPr>
          <p:cNvPr id="3" name="qa-v2-r2-title-p03-full-005873-1">
            <a:extLst xmlns:a="http://schemas.openxmlformats.org/drawingml/2006/main">
              <a:ext uri="{FF2B5EF4-FFF2-40B4-BE49-F238E27FC236}">
                <a16:creationId xmlns:a16="http://schemas.microsoft.com/office/drawing/2014/main" id="{7B77F1D8-35EF-40B5-8C00-701F891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873-1">
            <a:extLst xmlns:a="http://schemas.openxmlformats.org/drawingml/2006/main">
              <a:ext uri="{FF2B5EF4-FFF2-40B4-BE49-F238E27FC236}">
                <a16:creationId xmlns:a16="http://schemas.microsoft.com/office/drawing/2014/main" id="{0E8DDFB1-F5EC-43D8-A4AC-6D4886DF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SIEM export minimization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soc siem exports.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p03-src-005873; p03-full-001656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scope assessment.</a:t>
            </a:r>
          </a:p>
        </p:txBody>
      </p:sp>
    </p:spTree>
    <p:extLst>
      <p:ext uri="{BB962C8B-B14F-4D97-AF65-F5344CB8AC3E}">
        <p14:creationId xmlns:p14="http://schemas.microsoft.com/office/powerpoint/2010/main" val="53966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873-2">
            <a:extLst xmlns:a="http://schemas.openxmlformats.org/drawingml/2006/main">
              <a:ext uri="{FF2B5EF4-FFF2-40B4-BE49-F238E27FC236}">
                <a16:creationId xmlns:a16="http://schemas.microsoft.com/office/drawing/2014/main" id="{4FC99E31-54AA-4AD7-8661-A6FCC182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873-2">
            <a:extLst xmlns:a="http://schemas.openxmlformats.org/drawingml/2006/main">
              <a:ext uri="{FF2B5EF4-FFF2-40B4-BE49-F238E27FC236}">
                <a16:creationId xmlns:a16="http://schemas.microsoft.com/office/drawing/2014/main" id="{EF1E18CD-136E-464A-B8B6-ABABD0C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p03-full-005873</a:t>
            </a:r>
          </a:p>
        </p:txBody>
      </p:sp>
      <p:sp>
        <p:nvSpPr>
          <p:cNvPr id="3" name="qa-v2-r2-title-p03-full-005873-2">
            <a:extLst xmlns:a="http://schemas.openxmlformats.org/drawingml/2006/main">
              <a:ext uri="{FF2B5EF4-FFF2-40B4-BE49-F238E27FC236}">
                <a16:creationId xmlns:a16="http://schemas.microsoft.com/office/drawing/2014/main" id="{CA9C09A2-4BFF-4FC6-9702-29E02A8A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873-2">
            <a:extLst xmlns:a="http://schemas.openxmlformats.org/drawingml/2006/main">
              <a:ext uri="{FF2B5EF4-FFF2-40B4-BE49-F238E27FC236}">
                <a16:creationId xmlns:a16="http://schemas.microsoft.com/office/drawing/2014/main" id="{6D8A2C3D-6947-4A37-8F05-5D1FA681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Distinguish a documentation variance from an incident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trigger.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evidence-to-conclusion sufficiency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634486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873-3">
            <a:extLst xmlns:a="http://schemas.openxmlformats.org/drawingml/2006/main">
              <a:ext uri="{FF2B5EF4-FFF2-40B4-BE49-F238E27FC236}">
                <a16:creationId xmlns:a16="http://schemas.microsoft.com/office/drawing/2014/main" id="{5DE18796-3CAB-4DB9-A66D-2B894E67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873-3">
            <a:extLst xmlns:a="http://schemas.openxmlformats.org/drawingml/2006/main">
              <a:ext uri="{FF2B5EF4-FFF2-40B4-BE49-F238E27FC236}">
                <a16:creationId xmlns:a16="http://schemas.microsoft.com/office/drawing/2014/main" id="{E72DDF43-7CAA-4714-8B83-BA9D05F0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p03-full-005873</a:t>
            </a:r>
          </a:p>
        </p:txBody>
      </p:sp>
      <p:sp>
        <p:nvSpPr>
          <p:cNvPr id="3" name="qa-v2-r2-title-p03-full-005873-3">
            <a:extLst xmlns:a="http://schemas.openxmlformats.org/drawingml/2006/main">
              <a:ext uri="{FF2B5EF4-FFF2-40B4-BE49-F238E27FC236}">
                <a16:creationId xmlns:a16="http://schemas.microsoft.com/office/drawing/2014/main" id="{0AE04AA5-69C1-4569-B2FC-8BA62DEE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873-3">
            <a:extLst xmlns:a="http://schemas.openxmlformats.org/drawingml/2006/main">
              <a:ext uri="{FF2B5EF4-FFF2-40B4-BE49-F238E27FC236}">
                <a16:creationId xmlns:a16="http://schemas.microsoft.com/office/drawing/2014/main" id="{5FC5E560-A72C-403F-BCC0-17387F11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defer closure pending evidence;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7446945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873-4">
            <a:extLst xmlns:a="http://schemas.openxmlformats.org/drawingml/2006/main">
              <a:ext uri="{FF2B5EF4-FFF2-40B4-BE49-F238E27FC236}">
                <a16:creationId xmlns:a16="http://schemas.microsoft.com/office/drawing/2014/main" id="{363963DB-9A5B-4BDD-A3C0-4FE7D921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873-4">
            <a:extLst xmlns:a="http://schemas.openxmlformats.org/drawingml/2006/main">
              <a:ext uri="{FF2B5EF4-FFF2-40B4-BE49-F238E27FC236}">
                <a16:creationId xmlns:a16="http://schemas.microsoft.com/office/drawing/2014/main" id="{98A2F435-FB05-4716-A11D-61A98EF4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p03-full-005873</a:t>
            </a:r>
          </a:p>
        </p:txBody>
      </p:sp>
      <p:sp>
        <p:nvSpPr>
          <p:cNvPr id="3" name="qa-v2-r2-title-p03-full-005873-4">
            <a:extLst xmlns:a="http://schemas.openxmlformats.org/drawingml/2006/main">
              <a:ext uri="{FF2B5EF4-FFF2-40B4-BE49-F238E27FC236}">
                <a16:creationId xmlns:a16="http://schemas.microsoft.com/office/drawing/2014/main" id="{B99DD77A-8A02-4C31-B9F5-D2B09BEB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873-4">
            <a:extLst xmlns:a="http://schemas.openxmlformats.org/drawingml/2006/main">
              <a:ext uri="{FF2B5EF4-FFF2-40B4-BE49-F238E27FC236}">
                <a16:creationId xmlns:a16="http://schemas.microsoft.com/office/drawing/2014/main" id="{4E4B4D28-9F52-4DF6-81D2-3E50FFDB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p03-src-005873 with p03-full-001656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control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744694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2026-08-25T12:46:08.6790000Z</dcterms:created>
  <dcterms:modified xsi:type="dcterms:W3CDTF">2026-08-25T12:46:08.6790000Z</dcterms:modified>
</coreProperties>
</file>