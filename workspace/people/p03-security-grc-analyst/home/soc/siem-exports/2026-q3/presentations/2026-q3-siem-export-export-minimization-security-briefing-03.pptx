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90b52777ceb4c12" /><Relationship Type="http://schemas.openxmlformats.org/officeDocument/2006/relationships/extended-properties" Target="/docProps/app.xml" Id="R051fd3d6e964493c" /><Relationship Type="http://schemas.openxmlformats.org/officeDocument/2006/relationships/officeDocument" Target="/ppt/presentation.xml" Id="Ra65e887f3175404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e859179b8714833"/>
  </p:sldMasterIdLst>
  <p:notesMasterIdLst>
    <p:notesMasterId xmlns:r="http://schemas.openxmlformats.org/officeDocument/2006/relationships" r:id="R192e929c95e54f17"/>
  </p:notesMasterIdLst>
  <p:sldIdLst>
    <p:sldId xmlns:r="http://schemas.openxmlformats.org/officeDocument/2006/relationships" id="256" r:id="R004aad45993b49e8"/>
    <p:sldId xmlns:r="http://schemas.openxmlformats.org/officeDocument/2006/relationships" id="257" r:id="R8c678bbda2d9438a"/>
    <p:sldId xmlns:r="http://schemas.openxmlformats.org/officeDocument/2006/relationships" id="258" r:id="Re9aeb041b2b046b0"/>
    <p:sldId xmlns:r="http://schemas.openxmlformats.org/officeDocument/2006/relationships" id="259" r:id="R5574191629b2400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5db32d0a3bd4155" /><Relationship Type="http://schemas.openxmlformats.org/officeDocument/2006/relationships/slideMaster" Target="/ppt/slideMasters/slideMaster1.xml" Id="R7e859179b8714833" /><Relationship Type="http://schemas.openxmlformats.org/officeDocument/2006/relationships/notesMaster" Target="/ppt/notesMasters/notesMaster1.xml" Id="R192e929c95e54f17" /><Relationship Type="http://schemas.openxmlformats.org/officeDocument/2006/relationships/presProps" Target="/ppt/presProps.xml" Id="R8e063ffc9c3345ef" /><Relationship Type="http://schemas.openxmlformats.org/officeDocument/2006/relationships/tableStyles" Target="/ppt/tableStyles.xml" Id="R4518dd22d75348b9" /><Relationship Type="http://schemas.openxmlformats.org/officeDocument/2006/relationships/slide" Target="/ppt/slides/slide1.xml" Id="R004aad45993b49e8" /><Relationship Type="http://schemas.openxmlformats.org/officeDocument/2006/relationships/slide" Target="/ppt/slides/slide2.xml" Id="R8c678bbda2d9438a" /><Relationship Type="http://schemas.openxmlformats.org/officeDocument/2006/relationships/slide" Target="/ppt/slides/slide3.xml" Id="Re9aeb041b2b046b0" /><Relationship Type="http://schemas.openxmlformats.org/officeDocument/2006/relationships/slide" Target="/ppt/slides/slide4.xml" Id="R5574191629b2400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5ceae788b174b4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efaf91051d24875" /><Relationship Type="http://schemas.openxmlformats.org/officeDocument/2006/relationships/notesMaster" Target="/ppt/notesMasters/notesMaster1.xml" Id="Rfe833d4b23b748c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3788a103bcf4b86" /><Relationship Type="http://schemas.openxmlformats.org/officeDocument/2006/relationships/notesMaster" Target="/ppt/notesMasters/notesMaster1.xml" Id="Refc81f644c1a43d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78c1fea540c4d2c" /><Relationship Type="http://schemas.openxmlformats.org/officeDocument/2006/relationships/notesMaster" Target="/ppt/notesMasters/notesMaster1.xml" Id="R55e1591593cc42c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253f4a21de64c60" /><Relationship Type="http://schemas.openxmlformats.org/officeDocument/2006/relationships/notesMaster" Target="/ppt/notesMasters/notesMaster1.xml" Id="R15eb75d98b92443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fa6f748b9340d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dffde2bd4154b68" /><Relationship Type="http://schemas.openxmlformats.org/officeDocument/2006/relationships/slideLayout" Target="/ppt/slideLayouts/slideLayout1.xml" Id="R0157f989f4cd405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157f989f4cd405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e1cf5ad52a4b9e" /><Relationship Type="http://schemas.openxmlformats.org/officeDocument/2006/relationships/notesSlide" Target="/ppt/notesSlides/notesSlide1.xml" Id="R876956b003c54df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6e0dbe646d4747" /><Relationship Type="http://schemas.openxmlformats.org/officeDocument/2006/relationships/notesSlide" Target="/ppt/notesSlides/notesSlide2.xml" Id="Rbbb60a514a7e41b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3242d83f004023" /><Relationship Type="http://schemas.openxmlformats.org/officeDocument/2006/relationships/notesSlide" Target="/ppt/notesSlides/notesSlide3.xml" Id="R38e54332ccfe43d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449c3177e142d5" /><Relationship Type="http://schemas.openxmlformats.org/officeDocument/2006/relationships/notesSlide" Target="/ppt/notesSlides/notesSlide4.xml" Id="R0c84066774c2433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7173-1">
            <a:extLst xmlns:a="http://schemas.openxmlformats.org/drawingml/2006/main">
              <a:ext uri="{FF2B5EF4-FFF2-40B4-BE49-F238E27FC236}">
                <a16:creationId xmlns:a16="http://schemas.microsoft.com/office/drawing/2014/main" id="{FDCF0C06-8906-4583-938A-B08195145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7173-1">
            <a:extLst xmlns:a="http://schemas.openxmlformats.org/drawingml/2006/main">
              <a:ext uri="{FF2B5EF4-FFF2-40B4-BE49-F238E27FC236}">
                <a16:creationId xmlns:a16="http://schemas.microsoft.com/office/drawing/2014/main" id="{4DD8AF43-2F2E-45E5-AA85-347BBA7D8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p03-full-007173</a:t>
            </a:r>
          </a:p>
        </p:txBody>
      </p:sp>
      <p:sp>
        <p:nvSpPr>
          <p:cNvPr id="3" name="qa-v2-r2-title-p03-full-007173-1">
            <a:extLst xmlns:a="http://schemas.openxmlformats.org/drawingml/2006/main">
              <a:ext uri="{FF2B5EF4-FFF2-40B4-BE49-F238E27FC236}">
                <a16:creationId xmlns:a16="http://schemas.microsoft.com/office/drawing/2014/main" id="{FC83035D-2AC7-4E38-A31D-475AA2D12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Decision context</a:t>
            </a:r>
          </a:p>
        </p:txBody>
      </p:sp>
      <p:sp>
        <p:nvSpPr>
          <p:cNvPr id="4" name="qa-v2-r2-body-p03-full-007173-1">
            <a:extLst xmlns:a="http://schemas.openxmlformats.org/drawingml/2006/main">
              <a:ext uri="{FF2B5EF4-FFF2-40B4-BE49-F238E27FC236}">
                <a16:creationId xmlns:a16="http://schemas.microsoft.com/office/drawing/2014/main" id="{0EED05F2-C869-4C72-A180-5C8A00774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Cobalt Harbor's RISK-031 review covers 2026 q3 SIEM export minimization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security briefing within soc siem exports. Declared review date: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2026-07-20. The assessment emphasizes chronology, recency, and decision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timing.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declared source is p03-src-007173; p03-full-002407 supplies the dependency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for a residual-risk basis assessment.</a:t>
            </a:r>
          </a:p>
        </p:txBody>
      </p:sp>
    </p:spTree>
    <p:extLst>
      <p:ext uri="{BB962C8B-B14F-4D97-AF65-F5344CB8AC3E}">
        <p14:creationId xmlns:p14="http://schemas.microsoft.com/office/powerpoint/2010/main" val="189475199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7173-2">
            <a:extLst xmlns:a="http://schemas.openxmlformats.org/drawingml/2006/main">
              <a:ext uri="{FF2B5EF4-FFF2-40B4-BE49-F238E27FC236}">
                <a16:creationId xmlns:a16="http://schemas.microsoft.com/office/drawing/2014/main" id="{805F4595-6B93-4F8C-8B73-10910FABC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7173-2">
            <a:extLst xmlns:a="http://schemas.openxmlformats.org/drawingml/2006/main">
              <a:ext uri="{FF2B5EF4-FFF2-40B4-BE49-F238E27FC236}">
                <a16:creationId xmlns:a16="http://schemas.microsoft.com/office/drawing/2014/main" id="{C3319271-9EFE-4DCE-AD5A-B06A73D12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p03-full-007173</a:t>
            </a:r>
          </a:p>
        </p:txBody>
      </p:sp>
      <p:sp>
        <p:nvSpPr>
          <p:cNvPr id="3" name="qa-v2-r2-title-p03-full-007173-2">
            <a:extLst xmlns:a="http://schemas.openxmlformats.org/drawingml/2006/main">
              <a:ext uri="{FF2B5EF4-FFF2-40B4-BE49-F238E27FC236}">
                <a16:creationId xmlns:a16="http://schemas.microsoft.com/office/drawing/2014/main" id="{3CABF544-7C15-447B-A173-DC747B95E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Evidence and relationship</a:t>
            </a:r>
          </a:p>
        </p:txBody>
      </p:sp>
      <p:sp>
        <p:nvSpPr>
          <p:cNvPr id="4" name="qa-v2-r2-body-p03-full-007173-2">
            <a:extLst xmlns:a="http://schemas.openxmlformats.org/drawingml/2006/main">
              <a:ext uri="{FF2B5EF4-FFF2-40B4-BE49-F238E27FC236}">
                <a16:creationId xmlns:a16="http://schemas.microsoft.com/office/drawing/2014/main" id="{6F616CC7-3FCA-43E2-A60A-8D7B59E3F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Source evidence: Keep checksum wording inside integrity scope, outside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telemetry scope.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AC-27 frames the relationship, while Evidence Set 184 supports a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claim-to-rationale support review of the source and dependency through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chronology, recency, and decision timing.</a:t>
            </a:r>
          </a:p>
        </p:txBody>
      </p:sp>
    </p:spTree>
    <p:extLst>
      <p:ext uri="{BB962C8B-B14F-4D97-AF65-F5344CB8AC3E}">
        <p14:creationId xmlns:p14="http://schemas.microsoft.com/office/powerpoint/2010/main" val="111965696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7173-3">
            <a:extLst xmlns:a="http://schemas.openxmlformats.org/drawingml/2006/main">
              <a:ext uri="{FF2B5EF4-FFF2-40B4-BE49-F238E27FC236}">
                <a16:creationId xmlns:a16="http://schemas.microsoft.com/office/drawing/2014/main" id="{BC18033F-C741-4BA7-AFEF-2391539CD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7173-3">
            <a:extLst xmlns:a="http://schemas.openxmlformats.org/drawingml/2006/main">
              <a:ext uri="{FF2B5EF4-FFF2-40B4-BE49-F238E27FC236}">
                <a16:creationId xmlns:a16="http://schemas.microsoft.com/office/drawing/2014/main" id="{47FB47A9-C758-4774-988D-6B36A7FA7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p03-full-007173</a:t>
            </a:r>
          </a:p>
        </p:txBody>
      </p:sp>
      <p:sp>
        <p:nvSpPr>
          <p:cNvPr id="3" name="qa-v2-r2-title-p03-full-007173-3">
            <a:extLst xmlns:a="http://schemas.openxmlformats.org/drawingml/2006/main">
              <a:ext uri="{FF2B5EF4-FFF2-40B4-BE49-F238E27FC236}">
                <a16:creationId xmlns:a16="http://schemas.microsoft.com/office/drawing/2014/main" id="{7058F72A-6ABE-41F9-936E-18FD2F728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Decision test</a:t>
            </a:r>
          </a:p>
        </p:txBody>
      </p:sp>
      <p:sp>
        <p:nvSpPr>
          <p:cNvPr id="4" name="qa-v2-r2-body-p03-full-007173-3">
            <a:extLst xmlns:a="http://schemas.openxmlformats.org/drawingml/2006/main">
              <a:ext uri="{FF2B5EF4-FFF2-40B4-BE49-F238E27FC236}">
                <a16:creationId xmlns:a16="http://schemas.microsoft.com/office/drawing/2014/main" id="{DCACAB18-54A7-4104-9145-E7F017950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No Kio material, system, workspace, or external connection is used or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represented in this briefing. The reviewer tests whether the dependency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corroborates the source.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If the record fails that test, record a reasoned exception; do not carry the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RISK-031 treatment forward by default.</a:t>
            </a:r>
          </a:p>
        </p:txBody>
      </p:sp>
    </p:spTree>
    <p:extLst>
      <p:ext uri="{BB962C8B-B14F-4D97-AF65-F5344CB8AC3E}">
        <p14:creationId xmlns:p14="http://schemas.microsoft.com/office/powerpoint/2010/main" val="148155361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7173-4">
            <a:extLst xmlns:a="http://schemas.openxmlformats.org/drawingml/2006/main">
              <a:ext uri="{FF2B5EF4-FFF2-40B4-BE49-F238E27FC236}">
                <a16:creationId xmlns:a16="http://schemas.microsoft.com/office/drawing/2014/main" id="{20885DEC-A9EE-4FAE-AD47-5A94720B2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7173-4">
            <a:extLst xmlns:a="http://schemas.openxmlformats.org/drawingml/2006/main">
              <a:ext uri="{FF2B5EF4-FFF2-40B4-BE49-F238E27FC236}">
                <a16:creationId xmlns:a16="http://schemas.microsoft.com/office/drawing/2014/main" id="{D6FF5131-DA74-43A7-BBC2-C8E26F7F6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p03-full-007173</a:t>
            </a:r>
          </a:p>
        </p:txBody>
      </p:sp>
      <p:sp>
        <p:nvSpPr>
          <p:cNvPr id="3" name="qa-v2-r2-title-p03-full-007173-4">
            <a:extLst xmlns:a="http://schemas.openxmlformats.org/drawingml/2006/main">
              <a:ext uri="{FF2B5EF4-FFF2-40B4-BE49-F238E27FC236}">
                <a16:creationId xmlns:a16="http://schemas.microsoft.com/office/drawing/2014/main" id="{EE7EF041-4F4F-483D-8592-8D8E7A0F9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Boundary and next action</a:t>
            </a:r>
          </a:p>
        </p:txBody>
      </p:sp>
      <p:sp>
        <p:nvSpPr>
          <p:cNvPr id="4" name="qa-v2-r2-body-p03-full-007173-4">
            <a:extLst xmlns:a="http://schemas.openxmlformats.org/drawingml/2006/main">
              <a:ext uri="{FF2B5EF4-FFF2-40B4-BE49-F238E27FC236}">
                <a16:creationId xmlns:a16="http://schemas.microsoft.com/office/drawing/2014/main" id="{DA5E9A1F-5F87-45BD-8121-0D9ECFB30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At the next checkpoint, compare p03-src-007173 with p03-full-002407 and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document the change in residual-risk basis.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closure note must distinguish evidence that supports the decision from a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similar-looking but unrelated record.</a:t>
            </a:r>
          </a:p>
        </p:txBody>
      </p:sp>
    </p:spTree>
    <p:extLst>
      <p:ext uri="{BB962C8B-B14F-4D97-AF65-F5344CB8AC3E}">
        <p14:creationId xmlns:p14="http://schemas.microsoft.com/office/powerpoint/2010/main" val="14815536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2026-08-25T12:46:30.0250000Z</dcterms:created>
  <dcterms:modified xsi:type="dcterms:W3CDTF">2026-08-25T12:46:30.0250000Z</dcterms:modified>
</coreProperties>
</file>