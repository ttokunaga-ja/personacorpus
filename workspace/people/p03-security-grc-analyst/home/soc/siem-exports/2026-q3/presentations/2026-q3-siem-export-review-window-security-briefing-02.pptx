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664aaacd394ae6" /><Relationship Type="http://schemas.openxmlformats.org/officeDocument/2006/relationships/extended-properties" Target="/docProps/app.xml" Id="R9a8e330a9029494d" /><Relationship Type="http://schemas.openxmlformats.org/officeDocument/2006/relationships/officeDocument" Target="/ppt/presentation.xml" Id="R1d371764177742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99152cc8714d92"/>
  </p:sldMasterIdLst>
  <p:notesMasterIdLst>
    <p:notesMasterId xmlns:r="http://schemas.openxmlformats.org/officeDocument/2006/relationships" r:id="Ra806ded22f594b71"/>
  </p:notesMasterIdLst>
  <p:sldIdLst>
    <p:sldId xmlns:r="http://schemas.openxmlformats.org/officeDocument/2006/relationships" id="256" r:id="R0681ca1c81ff4e66"/>
    <p:sldId xmlns:r="http://schemas.openxmlformats.org/officeDocument/2006/relationships" id="257" r:id="Rd42b071495844a8a"/>
    <p:sldId xmlns:r="http://schemas.openxmlformats.org/officeDocument/2006/relationships" id="258" r:id="Rb2df8e8184494b5f"/>
    <p:sldId xmlns:r="http://schemas.openxmlformats.org/officeDocument/2006/relationships" id="259" r:id="Rf35f0292f52944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614c841ea54ca8" /><Relationship Type="http://schemas.openxmlformats.org/officeDocument/2006/relationships/slideMaster" Target="/ppt/slideMasters/slideMaster1.xml" Id="R0f99152cc8714d92" /><Relationship Type="http://schemas.openxmlformats.org/officeDocument/2006/relationships/notesMaster" Target="/ppt/notesMasters/notesMaster1.xml" Id="Ra806ded22f594b71" /><Relationship Type="http://schemas.openxmlformats.org/officeDocument/2006/relationships/presProps" Target="/ppt/presProps.xml" Id="R315478076cdd436a" /><Relationship Type="http://schemas.openxmlformats.org/officeDocument/2006/relationships/tableStyles" Target="/ppt/tableStyles.xml" Id="Rb1019ddb73d146e5" /><Relationship Type="http://schemas.openxmlformats.org/officeDocument/2006/relationships/slide" Target="/ppt/slides/slide1.xml" Id="R0681ca1c81ff4e66" /><Relationship Type="http://schemas.openxmlformats.org/officeDocument/2006/relationships/slide" Target="/ppt/slides/slide2.xml" Id="Rd42b071495844a8a" /><Relationship Type="http://schemas.openxmlformats.org/officeDocument/2006/relationships/slide" Target="/ppt/slides/slide3.xml" Id="Rb2df8e8184494b5f" /><Relationship Type="http://schemas.openxmlformats.org/officeDocument/2006/relationships/slide" Target="/ppt/slides/slide4.xml" Id="Rf35f0292f52944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ddce8422ec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78aa6749b64fc6" /><Relationship Type="http://schemas.openxmlformats.org/officeDocument/2006/relationships/notesMaster" Target="/ppt/notesMasters/notesMaster1.xml" Id="Rf3abb8add72044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413232f5324a68" /><Relationship Type="http://schemas.openxmlformats.org/officeDocument/2006/relationships/notesMaster" Target="/ppt/notesMasters/notesMaster1.xml" Id="R82b942f39f53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01f97cde84349" /><Relationship Type="http://schemas.openxmlformats.org/officeDocument/2006/relationships/notesMaster" Target="/ppt/notesMasters/notesMaster1.xml" Id="Rce849733b5b743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41309c38f2455d" /><Relationship Type="http://schemas.openxmlformats.org/officeDocument/2006/relationships/notesMaster" Target="/ppt/notesMasters/notesMaster1.xml" Id="R8c903bad00f942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693b05a0346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873c28c2cf4b74" /><Relationship Type="http://schemas.openxmlformats.org/officeDocument/2006/relationships/slideLayout" Target="/ppt/slideLayouts/slideLayout1.xml" Id="R530690cfff9243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0690cfff9243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c4fae51204dae" /><Relationship Type="http://schemas.openxmlformats.org/officeDocument/2006/relationships/notesSlide" Target="/ppt/notesSlides/notesSlide1.xml" Id="Raecd15040082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bb74d95324d6b" /><Relationship Type="http://schemas.openxmlformats.org/officeDocument/2006/relationships/notesSlide" Target="/ppt/notesSlides/notesSlide2.xml" Id="R374c4264f4cc49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2dc6faab44fbb" /><Relationship Type="http://schemas.openxmlformats.org/officeDocument/2006/relationships/notesSlide" Target="/ppt/notesSlides/notesSlide3.xml" Id="R9334e9874937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f5d073a784254" /><Relationship Type="http://schemas.openxmlformats.org/officeDocument/2006/relationships/notesSlide" Target="/ppt/notesSlides/notesSlide4.xml" Id="Ra4fb4475402e4b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571-1">
            <a:extLst xmlns:a="http://schemas.openxmlformats.org/drawingml/2006/main">
              <a:ext uri="{FF2B5EF4-FFF2-40B4-BE49-F238E27FC236}">
                <a16:creationId xmlns:a16="http://schemas.microsoft.com/office/drawing/2014/main" id="{25668768-41D0-4C4D-9D29-76C5BEF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571-1">
            <a:extLst xmlns:a="http://schemas.openxmlformats.org/drawingml/2006/main">
              <a:ext uri="{FF2B5EF4-FFF2-40B4-BE49-F238E27FC236}">
                <a16:creationId xmlns:a16="http://schemas.microsoft.com/office/drawing/2014/main" id="{DAAAACE5-3ACE-4183-B5AB-D214355F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p03-full-008571</a:t>
            </a:r>
          </a:p>
        </p:txBody>
      </p:sp>
      <p:sp>
        <p:nvSpPr>
          <p:cNvPr id="3" name="qa-v2-r2-title-p03-full-008571-1">
            <a:extLst xmlns:a="http://schemas.openxmlformats.org/drawingml/2006/main">
              <a:ext uri="{FF2B5EF4-FFF2-40B4-BE49-F238E27FC236}">
                <a16:creationId xmlns:a16="http://schemas.microsoft.com/office/drawing/2014/main" id="{51EB7325-7A14-4334-AAE8-71EEA7F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571-1">
            <a:extLst xmlns:a="http://schemas.openxmlformats.org/drawingml/2006/main">
              <a:ext uri="{FF2B5EF4-FFF2-40B4-BE49-F238E27FC236}">
                <a16:creationId xmlns:a16="http://schemas.microsoft.com/office/drawing/2014/main" id="{524A5CB8-5BF7-45F2-A0A2-459D5099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siem export review window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siem exports.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p03-src-008571; p03-full-001485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ownership handoff assessment.</a:t>
            </a:r>
          </a:p>
        </p:txBody>
      </p:sp>
    </p:spTree>
    <p:extLst>
      <p:ext uri="{BB962C8B-B14F-4D97-AF65-F5344CB8AC3E}">
        <p14:creationId xmlns:p14="http://schemas.microsoft.com/office/powerpoint/2010/main" val="170372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571-2">
            <a:extLst xmlns:a="http://schemas.openxmlformats.org/drawingml/2006/main">
              <a:ext uri="{FF2B5EF4-FFF2-40B4-BE49-F238E27FC236}">
                <a16:creationId xmlns:a16="http://schemas.microsoft.com/office/drawing/2014/main" id="{70A5B5B0-F436-4517-B44F-D3D5BD50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571-2">
            <a:extLst xmlns:a="http://schemas.openxmlformats.org/drawingml/2006/main">
              <a:ext uri="{FF2B5EF4-FFF2-40B4-BE49-F238E27FC236}">
                <a16:creationId xmlns:a16="http://schemas.microsoft.com/office/drawing/2014/main" id="{D869F9DB-C6DC-43B6-B6DE-999920F0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p03-full-008571</a:t>
            </a:r>
          </a:p>
        </p:txBody>
      </p:sp>
      <p:sp>
        <p:nvSpPr>
          <p:cNvPr id="3" name="qa-v2-r2-title-p03-full-008571-2">
            <a:extLst xmlns:a="http://schemas.openxmlformats.org/drawingml/2006/main">
              <a:ext uri="{FF2B5EF4-FFF2-40B4-BE49-F238E27FC236}">
                <a16:creationId xmlns:a16="http://schemas.microsoft.com/office/drawing/2014/main" id="{41770DDD-DA15-4B41-BD91-09EE27A4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8571-2">
            <a:extLst xmlns:a="http://schemas.openxmlformats.org/drawingml/2006/main">
              <a:ext uri="{FF2B5EF4-FFF2-40B4-BE49-F238E27FC236}">
                <a16:creationId xmlns:a16="http://schemas.microsoft.com/office/drawing/2014/main" id="{387372CF-B257-4A69-8F84-A1835433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Name the recipient, trigger, and re-review condition before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551722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571-3">
            <a:extLst xmlns:a="http://schemas.openxmlformats.org/drawingml/2006/main">
              <a:ext uri="{FF2B5EF4-FFF2-40B4-BE49-F238E27FC236}">
                <a16:creationId xmlns:a16="http://schemas.microsoft.com/office/drawing/2014/main" id="{C5CE21D3-BA0C-45EB-8639-8EBE2F0F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571-3">
            <a:extLst xmlns:a="http://schemas.openxmlformats.org/drawingml/2006/main">
              <a:ext uri="{FF2B5EF4-FFF2-40B4-BE49-F238E27FC236}">
                <a16:creationId xmlns:a16="http://schemas.microsoft.com/office/drawing/2014/main" id="{F42690ED-F9DD-491F-811B-B76138F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p03-full-008571</a:t>
            </a:r>
          </a:p>
        </p:txBody>
      </p:sp>
      <p:sp>
        <p:nvSpPr>
          <p:cNvPr id="3" name="qa-v2-r2-title-p03-full-008571-3">
            <a:extLst xmlns:a="http://schemas.openxmlformats.org/drawingml/2006/main">
              <a:ext uri="{FF2B5EF4-FFF2-40B4-BE49-F238E27FC236}">
                <a16:creationId xmlns:a16="http://schemas.microsoft.com/office/drawing/2014/main" id="{4AB8FDD5-635F-4AB6-8880-DEF1F757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8571-3">
            <a:extLst xmlns:a="http://schemas.openxmlformats.org/drawingml/2006/main">
              <a:ext uri="{FF2B5EF4-FFF2-40B4-BE49-F238E27FC236}">
                <a16:creationId xmlns:a16="http://schemas.microsoft.com/office/drawing/2014/main" id="{5DF82223-4D64-4A0F-911A-F001BD27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restate the approval boundary;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283334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571-4">
            <a:extLst xmlns:a="http://schemas.openxmlformats.org/drawingml/2006/main">
              <a:ext uri="{FF2B5EF4-FFF2-40B4-BE49-F238E27FC236}">
                <a16:creationId xmlns:a16="http://schemas.microsoft.com/office/drawing/2014/main" id="{096C691D-8D36-428C-9C10-439EBED5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571-4">
            <a:extLst xmlns:a="http://schemas.openxmlformats.org/drawingml/2006/main">
              <a:ext uri="{FF2B5EF4-FFF2-40B4-BE49-F238E27FC236}">
                <a16:creationId xmlns:a16="http://schemas.microsoft.com/office/drawing/2014/main" id="{625CED2E-3956-4078-BB2B-CB809BF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p03-full-008571</a:t>
            </a:r>
          </a:p>
        </p:txBody>
      </p:sp>
      <p:sp>
        <p:nvSpPr>
          <p:cNvPr id="3" name="qa-v2-r2-title-p03-full-008571-4">
            <a:extLst xmlns:a="http://schemas.openxmlformats.org/drawingml/2006/main">
              <a:ext uri="{FF2B5EF4-FFF2-40B4-BE49-F238E27FC236}">
                <a16:creationId xmlns:a16="http://schemas.microsoft.com/office/drawing/2014/main" id="{7EC5F8DD-362F-4603-86A9-6D9D54DE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8571-4">
            <a:extLst xmlns:a="http://schemas.openxmlformats.org/drawingml/2006/main">
              <a:ext uri="{FF2B5EF4-FFF2-40B4-BE49-F238E27FC236}">
                <a16:creationId xmlns:a16="http://schemas.microsoft.com/office/drawing/2014/main" id="{205BBD22-F6CF-4002-8692-23E079DB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p03-src-008571 with p03-full-001485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ownership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283334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2026-08-25T12:47:12.7490000Z</dcterms:created>
  <dcterms:modified xsi:type="dcterms:W3CDTF">2026-08-25T12:47:12.7490000Z</dcterms:modified>
</coreProperties>
</file>