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16d7d140b14bf2" /><Relationship Type="http://schemas.openxmlformats.org/officeDocument/2006/relationships/extended-properties" Target="/docProps/app.xml" Id="R6d1bc7393ac941a7" /><Relationship Type="http://schemas.openxmlformats.org/officeDocument/2006/relationships/officeDocument" Target="/ppt/presentation.xml" Id="Re5ee1b63fcdc40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a628b87be74e14"/>
  </p:sldMasterIdLst>
  <p:notesMasterIdLst>
    <p:notesMasterId xmlns:r="http://schemas.openxmlformats.org/officeDocument/2006/relationships" r:id="Rb2bfd36f20cd40d0"/>
  </p:notesMasterIdLst>
  <p:sldIdLst>
    <p:sldId xmlns:r="http://schemas.openxmlformats.org/officeDocument/2006/relationships" id="256" r:id="R8944f42460c84258"/>
    <p:sldId xmlns:r="http://schemas.openxmlformats.org/officeDocument/2006/relationships" id="257" r:id="R56f9c7b81cc0458d"/>
    <p:sldId xmlns:r="http://schemas.openxmlformats.org/officeDocument/2006/relationships" id="258" r:id="R0bab7d6c9a6f4fde"/>
    <p:sldId xmlns:r="http://schemas.openxmlformats.org/officeDocument/2006/relationships" id="259" r:id="R62e72d0e9e8b49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eb16814bcc43e7" /><Relationship Type="http://schemas.openxmlformats.org/officeDocument/2006/relationships/slideMaster" Target="/ppt/slideMasters/slideMaster1.xml" Id="Rf7a628b87be74e14" /><Relationship Type="http://schemas.openxmlformats.org/officeDocument/2006/relationships/notesMaster" Target="/ppt/notesMasters/notesMaster1.xml" Id="Rb2bfd36f20cd40d0" /><Relationship Type="http://schemas.openxmlformats.org/officeDocument/2006/relationships/presProps" Target="/ppt/presProps.xml" Id="R8b9a9e977ef24a03" /><Relationship Type="http://schemas.openxmlformats.org/officeDocument/2006/relationships/tableStyles" Target="/ppt/tableStyles.xml" Id="Rc3e84a8a2f7e44f9" /><Relationship Type="http://schemas.openxmlformats.org/officeDocument/2006/relationships/slide" Target="/ppt/slides/slide1.xml" Id="R8944f42460c84258" /><Relationship Type="http://schemas.openxmlformats.org/officeDocument/2006/relationships/slide" Target="/ppt/slides/slide2.xml" Id="R56f9c7b81cc0458d" /><Relationship Type="http://schemas.openxmlformats.org/officeDocument/2006/relationships/slide" Target="/ppt/slides/slide3.xml" Id="R0bab7d6c9a6f4fde" /><Relationship Type="http://schemas.openxmlformats.org/officeDocument/2006/relationships/slide" Target="/ppt/slides/slide4.xml" Id="R62e72d0e9e8b49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36e1cf1db46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34b5d670d44169" /><Relationship Type="http://schemas.openxmlformats.org/officeDocument/2006/relationships/notesMaster" Target="/ppt/notesMasters/notesMaster1.xml" Id="Rd1f56e20c15a43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0383dc37d94e3c" /><Relationship Type="http://schemas.openxmlformats.org/officeDocument/2006/relationships/notesMaster" Target="/ppt/notesMasters/notesMaster1.xml" Id="R99689906929045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ab44fe4c7743a8" /><Relationship Type="http://schemas.openxmlformats.org/officeDocument/2006/relationships/notesMaster" Target="/ppt/notesMasters/notesMaster1.xml" Id="Re7cfdbe23c7346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f116f811df4ac7" /><Relationship Type="http://schemas.openxmlformats.org/officeDocument/2006/relationships/notesMaster" Target="/ppt/notesMasters/notesMaster1.xml" Id="R4f20077d78e14a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5dc9ef07d49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cbe9f53af341f9" /><Relationship Type="http://schemas.openxmlformats.org/officeDocument/2006/relationships/slideLayout" Target="/ppt/slideLayouts/slideLayout1.xml" Id="R63859411734342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859411734342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326662b6a45d9" /><Relationship Type="http://schemas.openxmlformats.org/officeDocument/2006/relationships/notesSlide" Target="/ppt/notesSlides/notesSlide1.xml" Id="R25a792c728a540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fd485d0b64a4f" /><Relationship Type="http://schemas.openxmlformats.org/officeDocument/2006/relationships/notesSlide" Target="/ppt/notesSlides/notesSlide2.xml" Id="R3c31901736f348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a9c251dcd48b2" /><Relationship Type="http://schemas.openxmlformats.org/officeDocument/2006/relationships/notesSlide" Target="/ppt/notesSlides/notesSlide3.xml" Id="R7ed755dd23b243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02ac5f80d4eb3" /><Relationship Type="http://schemas.openxmlformats.org/officeDocument/2006/relationships/notesSlide" Target="/ppt/notesSlides/notesSlide4.xml" Id="Rb188cec66d2a47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773-1">
            <a:extLst xmlns:a="http://schemas.openxmlformats.org/drawingml/2006/main">
              <a:ext uri="{FF2B5EF4-FFF2-40B4-BE49-F238E27FC236}">
                <a16:creationId xmlns:a16="http://schemas.microsoft.com/office/drawing/2014/main" id="{C71397EB-AAC5-4B85-BBAA-6E1976D2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773-1">
            <a:extLst xmlns:a="http://schemas.openxmlformats.org/drawingml/2006/main">
              <a:ext uri="{FF2B5EF4-FFF2-40B4-BE49-F238E27FC236}">
                <a16:creationId xmlns:a16="http://schemas.microsoft.com/office/drawing/2014/main" id="{AD327E8C-B71D-4650-8817-2B8B5975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p03-full-005773</a:t>
            </a:r>
          </a:p>
        </p:txBody>
      </p:sp>
      <p:sp>
        <p:nvSpPr>
          <p:cNvPr id="3" name="qa-v2-r2-title-p03-full-005773-1">
            <a:extLst xmlns:a="http://schemas.openxmlformats.org/drawingml/2006/main">
              <a:ext uri="{FF2B5EF4-FFF2-40B4-BE49-F238E27FC236}">
                <a16:creationId xmlns:a16="http://schemas.microsoft.com/office/drawing/2014/main" id="{2CFF0349-265F-4F1B-B5A1-3B383D00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773-1">
            <a:extLst xmlns:a="http://schemas.openxmlformats.org/drawingml/2006/main">
              <a:ext uri="{FF2B5EF4-FFF2-40B4-BE49-F238E27FC236}">
                <a16:creationId xmlns:a16="http://schemas.microsoft.com/office/drawing/2014/main" id="{0EAA1823-BFEE-484E-A764-2FE5F461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SIEM export minimization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soc siem exports.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p03-src-005773; p03-full-000496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residual-risk basis assessment.</a:t>
            </a:r>
          </a:p>
        </p:txBody>
      </p:sp>
    </p:spTree>
    <p:extLst>
      <p:ext uri="{BB962C8B-B14F-4D97-AF65-F5344CB8AC3E}">
        <p14:creationId xmlns:p14="http://schemas.microsoft.com/office/powerpoint/2010/main" val="902054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773-2">
            <a:extLst xmlns:a="http://schemas.openxmlformats.org/drawingml/2006/main">
              <a:ext uri="{FF2B5EF4-FFF2-40B4-BE49-F238E27FC236}">
                <a16:creationId xmlns:a16="http://schemas.microsoft.com/office/drawing/2014/main" id="{2D69B068-EA3D-4CD5-91C1-0E192207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773-2">
            <a:extLst xmlns:a="http://schemas.openxmlformats.org/drawingml/2006/main">
              <a:ext uri="{FF2B5EF4-FFF2-40B4-BE49-F238E27FC236}">
                <a16:creationId xmlns:a16="http://schemas.microsoft.com/office/drawing/2014/main" id="{38BBB685-7452-43F5-AD95-EA39D0D8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p03-full-005773</a:t>
            </a:r>
          </a:p>
        </p:txBody>
      </p:sp>
      <p:sp>
        <p:nvSpPr>
          <p:cNvPr id="3" name="qa-v2-r2-title-p03-full-005773-2">
            <a:extLst xmlns:a="http://schemas.openxmlformats.org/drawingml/2006/main">
              <a:ext uri="{FF2B5EF4-FFF2-40B4-BE49-F238E27FC236}">
                <a16:creationId xmlns:a16="http://schemas.microsoft.com/office/drawing/2014/main" id="{40C2BF9D-EE96-4D2D-AD81-68A6751E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773-2">
            <a:extLst xmlns:a="http://schemas.openxmlformats.org/drawingml/2006/main">
              <a:ext uri="{FF2B5EF4-FFF2-40B4-BE49-F238E27FC236}">
                <a16:creationId xmlns:a16="http://schemas.microsoft.com/office/drawing/2014/main" id="{9F4C7F39-3110-4C34-9C6A-4509DBE6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Read the finding without technical context; reject any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owner-to-approval accountability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347505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773-3">
            <a:extLst xmlns:a="http://schemas.openxmlformats.org/drawingml/2006/main">
              <a:ext uri="{FF2B5EF4-FFF2-40B4-BE49-F238E27FC236}">
                <a16:creationId xmlns:a16="http://schemas.microsoft.com/office/drawing/2014/main" id="{5550F743-BEB6-46AD-A1FF-7CD31AE5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773-3">
            <a:extLst xmlns:a="http://schemas.openxmlformats.org/drawingml/2006/main">
              <a:ext uri="{FF2B5EF4-FFF2-40B4-BE49-F238E27FC236}">
                <a16:creationId xmlns:a16="http://schemas.microsoft.com/office/drawing/2014/main" id="{DAD091A0-6CD7-418C-BE8D-99893359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p03-full-005773</a:t>
            </a:r>
          </a:p>
        </p:txBody>
      </p:sp>
      <p:sp>
        <p:nvSpPr>
          <p:cNvPr id="3" name="qa-v2-r2-title-p03-full-005773-3">
            <a:extLst xmlns:a="http://schemas.openxmlformats.org/drawingml/2006/main">
              <a:ext uri="{FF2B5EF4-FFF2-40B4-BE49-F238E27FC236}">
                <a16:creationId xmlns:a16="http://schemas.microsoft.com/office/drawing/2014/main" id="{A66823FF-2569-4FA3-A12F-92DC8945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773-3">
            <a:extLst xmlns:a="http://schemas.openxmlformats.org/drawingml/2006/main">
              <a:ext uri="{FF2B5EF4-FFF2-40B4-BE49-F238E27FC236}">
                <a16:creationId xmlns:a16="http://schemas.microsoft.com/office/drawing/2014/main" id="{C9DFEA74-7A48-4F85-8B03-7BB87735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reassess the control response;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2242434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773-4">
            <a:extLst xmlns:a="http://schemas.openxmlformats.org/drawingml/2006/main">
              <a:ext uri="{FF2B5EF4-FFF2-40B4-BE49-F238E27FC236}">
                <a16:creationId xmlns:a16="http://schemas.microsoft.com/office/drawing/2014/main" id="{CDAFB476-4D14-4051-9599-9364502A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773-4">
            <a:extLst xmlns:a="http://schemas.openxmlformats.org/drawingml/2006/main">
              <a:ext uri="{FF2B5EF4-FFF2-40B4-BE49-F238E27FC236}">
                <a16:creationId xmlns:a16="http://schemas.microsoft.com/office/drawing/2014/main" id="{A1ED7E2D-A0DD-403D-AB76-29975D1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p03-full-005773</a:t>
            </a:r>
          </a:p>
        </p:txBody>
      </p:sp>
      <p:sp>
        <p:nvSpPr>
          <p:cNvPr id="3" name="qa-v2-r2-title-p03-full-005773-4">
            <a:extLst xmlns:a="http://schemas.openxmlformats.org/drawingml/2006/main">
              <a:ext uri="{FF2B5EF4-FFF2-40B4-BE49-F238E27FC236}">
                <a16:creationId xmlns:a16="http://schemas.microsoft.com/office/drawing/2014/main" id="{5F4C7E4B-05F6-490B-B372-B7FF4B29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773-4">
            <a:extLst xmlns:a="http://schemas.openxmlformats.org/drawingml/2006/main">
              <a:ext uri="{FF2B5EF4-FFF2-40B4-BE49-F238E27FC236}">
                <a16:creationId xmlns:a16="http://schemas.microsoft.com/office/drawing/2014/main" id="{55B35986-E8BF-4592-A1FB-6D8E910C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p03-src-005773 with p03-full-000496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residual-risk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2242434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2026-08-25T12:45:47.3320000Z</dcterms:created>
  <dcterms:modified xsi:type="dcterms:W3CDTF">2026-08-25T12:45:47.3320000Z</dcterms:modified>
</coreProperties>
</file>