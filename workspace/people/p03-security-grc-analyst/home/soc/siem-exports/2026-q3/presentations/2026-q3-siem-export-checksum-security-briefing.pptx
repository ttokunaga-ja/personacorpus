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3509ffd3c4d1e" /><Relationship Type="http://schemas.openxmlformats.org/officeDocument/2006/relationships/extended-properties" Target="/docProps/app.xml" Id="R82205a03e552408d" /><Relationship Type="http://schemas.openxmlformats.org/officeDocument/2006/relationships/officeDocument" Target="/ppt/presentation.xml" Id="R845bf1a1c5944e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d70088387d4795"/>
  </p:sldMasterIdLst>
  <p:notesMasterIdLst>
    <p:notesMasterId xmlns:r="http://schemas.openxmlformats.org/officeDocument/2006/relationships" r:id="R38a11294ffc44044"/>
  </p:notesMasterIdLst>
  <p:sldIdLst>
    <p:sldId xmlns:r="http://schemas.openxmlformats.org/officeDocument/2006/relationships" id="256" r:id="Rab3536097b0a4639"/>
    <p:sldId xmlns:r="http://schemas.openxmlformats.org/officeDocument/2006/relationships" id="257" r:id="Rf1d2ed97d4854940"/>
    <p:sldId xmlns:r="http://schemas.openxmlformats.org/officeDocument/2006/relationships" id="258" r:id="Re6a5cb5e57ad4edb"/>
    <p:sldId xmlns:r="http://schemas.openxmlformats.org/officeDocument/2006/relationships" id="259" r:id="Rf1ae27261c7c40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3a134271104b2a" /><Relationship Type="http://schemas.openxmlformats.org/officeDocument/2006/relationships/slideMaster" Target="/ppt/slideMasters/slideMaster1.xml" Id="R20d70088387d4795" /><Relationship Type="http://schemas.openxmlformats.org/officeDocument/2006/relationships/notesMaster" Target="/ppt/notesMasters/notesMaster1.xml" Id="R38a11294ffc44044" /><Relationship Type="http://schemas.openxmlformats.org/officeDocument/2006/relationships/presProps" Target="/ppt/presProps.xml" Id="Rc364d474b69d4e31" /><Relationship Type="http://schemas.openxmlformats.org/officeDocument/2006/relationships/tableStyles" Target="/ppt/tableStyles.xml" Id="R9cd5cd446fd04c79" /><Relationship Type="http://schemas.openxmlformats.org/officeDocument/2006/relationships/slide" Target="/ppt/slides/slide1.xml" Id="Rab3536097b0a4639" /><Relationship Type="http://schemas.openxmlformats.org/officeDocument/2006/relationships/slide" Target="/ppt/slides/slide2.xml" Id="Rf1d2ed97d4854940" /><Relationship Type="http://schemas.openxmlformats.org/officeDocument/2006/relationships/slide" Target="/ppt/slides/slide3.xml" Id="Re6a5cb5e57ad4edb" /><Relationship Type="http://schemas.openxmlformats.org/officeDocument/2006/relationships/slide" Target="/ppt/slides/slide4.xml" Id="Rf1ae27261c7c40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84f42aba6a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451728305a4a0a" /><Relationship Type="http://schemas.openxmlformats.org/officeDocument/2006/relationships/notesMaster" Target="/ppt/notesMasters/notesMaster1.xml" Id="R72d56faeb14a44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7affd640cd49d3" /><Relationship Type="http://schemas.openxmlformats.org/officeDocument/2006/relationships/notesMaster" Target="/ppt/notesMasters/notesMaster1.xml" Id="Re9244ac5d80b4b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071dea7ca54dc2" /><Relationship Type="http://schemas.openxmlformats.org/officeDocument/2006/relationships/notesMaster" Target="/ppt/notesMasters/notesMaster1.xml" Id="R01681184544048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d875a1de454456" /><Relationship Type="http://schemas.openxmlformats.org/officeDocument/2006/relationships/notesMaster" Target="/ppt/notesMasters/notesMaster1.xml" Id="R1ad07eb3055c4c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c2281c41a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c2cd1737f74afe" /><Relationship Type="http://schemas.openxmlformats.org/officeDocument/2006/relationships/slideLayout" Target="/ppt/slideLayouts/slideLayout1.xml" Id="Rde603644ee4a44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603644ee4a44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e678df068409c" /><Relationship Type="http://schemas.openxmlformats.org/officeDocument/2006/relationships/notesSlide" Target="/ppt/notesSlides/notesSlide1.xml" Id="R2e2965642ea0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d3ee4bcf24a2b" /><Relationship Type="http://schemas.openxmlformats.org/officeDocument/2006/relationships/notesSlide" Target="/ppt/notesSlides/notesSlide2.xml" Id="Rf666d71bfb5c4f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4ab5422454532" /><Relationship Type="http://schemas.openxmlformats.org/officeDocument/2006/relationships/notesSlide" Target="/ppt/notesSlides/notesSlide3.xml" Id="R3593a2f11300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1479a84904eaa" /><Relationship Type="http://schemas.openxmlformats.org/officeDocument/2006/relationships/notesSlide" Target="/ppt/notesSlides/notesSlide4.xml" Id="R3814b0b9a5f04d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674-1">
            <a:extLst xmlns:a="http://schemas.openxmlformats.org/drawingml/2006/main">
              <a:ext uri="{FF2B5EF4-FFF2-40B4-BE49-F238E27FC236}">
                <a16:creationId xmlns:a16="http://schemas.microsoft.com/office/drawing/2014/main" id="{DF918695-521A-47C7-838E-ABA47A97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674-1">
            <a:extLst xmlns:a="http://schemas.openxmlformats.org/drawingml/2006/main">
              <a:ext uri="{FF2B5EF4-FFF2-40B4-BE49-F238E27FC236}">
                <a16:creationId xmlns:a16="http://schemas.microsoft.com/office/drawing/2014/main" id="{722DB293-009B-4102-B993-87F8032C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p03-full-003674</a:t>
            </a:r>
          </a:p>
        </p:txBody>
      </p:sp>
      <p:sp>
        <p:nvSpPr>
          <p:cNvPr id="3" name="qa-v2-r2-title-p03-full-003674-1">
            <a:extLst xmlns:a="http://schemas.openxmlformats.org/drawingml/2006/main">
              <a:ext uri="{FF2B5EF4-FFF2-40B4-BE49-F238E27FC236}">
                <a16:creationId xmlns:a16="http://schemas.microsoft.com/office/drawing/2014/main" id="{5E676708-5177-44C3-874D-26D54915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674-1">
            <a:extLst xmlns:a="http://schemas.openxmlformats.org/drawingml/2006/main">
              <a:ext uri="{FF2B5EF4-FFF2-40B4-BE49-F238E27FC236}">
                <a16:creationId xmlns:a16="http://schemas.microsoft.com/office/drawing/2014/main" id="{ECFCF677-7292-4903-9F02-E2F8B7F0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siem export checksum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p03-src-003674; p03-full-000907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reviewer accountability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1581181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674-2">
            <a:extLst xmlns:a="http://schemas.openxmlformats.org/drawingml/2006/main">
              <a:ext uri="{FF2B5EF4-FFF2-40B4-BE49-F238E27FC236}">
                <a16:creationId xmlns:a16="http://schemas.microsoft.com/office/drawing/2014/main" id="{E8C85ED5-E9BC-4B8A-889B-46F5F7E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674-2">
            <a:extLst xmlns:a="http://schemas.openxmlformats.org/drawingml/2006/main">
              <a:ext uri="{FF2B5EF4-FFF2-40B4-BE49-F238E27FC236}">
                <a16:creationId xmlns:a16="http://schemas.microsoft.com/office/drawing/2014/main" id="{7A3D4E2B-3C0C-4593-A3A2-7EBD94E5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p03-full-003674</a:t>
            </a:r>
          </a:p>
        </p:txBody>
      </p:sp>
      <p:sp>
        <p:nvSpPr>
          <p:cNvPr id="3" name="qa-v2-r2-title-p03-full-003674-2">
            <a:extLst xmlns:a="http://schemas.openxmlformats.org/drawingml/2006/main">
              <a:ext uri="{FF2B5EF4-FFF2-40B4-BE49-F238E27FC236}">
                <a16:creationId xmlns:a16="http://schemas.microsoft.com/office/drawing/2014/main" id="{647F1CF9-A5AD-4181-B933-89D9FFB7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674-2">
            <a:extLst xmlns:a="http://schemas.openxmlformats.org/drawingml/2006/main">
              <a:ext uri="{FF2B5EF4-FFF2-40B4-BE49-F238E27FC236}">
                <a16:creationId xmlns:a16="http://schemas.microsoft.com/office/drawing/2014/main" id="{724B1EB8-4A30-4823-A943-C1F6D04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Seek an explicit recipient for the next window; inherited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 is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source-to-review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2143232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674-3">
            <a:extLst xmlns:a="http://schemas.openxmlformats.org/drawingml/2006/main">
              <a:ext uri="{FF2B5EF4-FFF2-40B4-BE49-F238E27FC236}">
                <a16:creationId xmlns:a16="http://schemas.microsoft.com/office/drawing/2014/main" id="{CB59E423-9C50-462A-B6E6-55863E6B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674-3">
            <a:extLst xmlns:a="http://schemas.openxmlformats.org/drawingml/2006/main">
              <a:ext uri="{FF2B5EF4-FFF2-40B4-BE49-F238E27FC236}">
                <a16:creationId xmlns:a16="http://schemas.microsoft.com/office/drawing/2014/main" id="{547629B5-CF7A-4264-80D5-39528F3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p03-full-003674</a:t>
            </a:r>
          </a:p>
        </p:txBody>
      </p:sp>
      <p:sp>
        <p:nvSpPr>
          <p:cNvPr id="3" name="qa-v2-r2-title-p03-full-003674-3">
            <a:extLst xmlns:a="http://schemas.openxmlformats.org/drawingml/2006/main">
              <a:ext uri="{FF2B5EF4-FFF2-40B4-BE49-F238E27FC236}">
                <a16:creationId xmlns:a16="http://schemas.microsoft.com/office/drawing/2014/main" id="{CFE0C414-7D38-4149-A502-156E304D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674-3">
            <a:extLst xmlns:a="http://schemas.openxmlformats.org/drawingml/2006/main">
              <a:ext uri="{FF2B5EF4-FFF2-40B4-BE49-F238E27FC236}">
                <a16:creationId xmlns:a16="http://schemas.microsoft.com/office/drawing/2014/main" id="{66C2D5B7-FF24-49B5-B474-46B2BB6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reasoned exception;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113727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674-4">
            <a:extLst xmlns:a="http://schemas.openxmlformats.org/drawingml/2006/main">
              <a:ext uri="{FF2B5EF4-FFF2-40B4-BE49-F238E27FC236}">
                <a16:creationId xmlns:a16="http://schemas.microsoft.com/office/drawing/2014/main" id="{D66EA252-BC13-4898-828F-EC6AA802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674-4">
            <a:extLst xmlns:a="http://schemas.openxmlformats.org/drawingml/2006/main">
              <a:ext uri="{FF2B5EF4-FFF2-40B4-BE49-F238E27FC236}">
                <a16:creationId xmlns:a16="http://schemas.microsoft.com/office/drawing/2014/main" id="{0737CD0A-44D7-4821-BC65-49966BEF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p03-full-003674</a:t>
            </a:r>
          </a:p>
        </p:txBody>
      </p:sp>
      <p:sp>
        <p:nvSpPr>
          <p:cNvPr id="3" name="qa-v2-r2-title-p03-full-003674-4">
            <a:extLst xmlns:a="http://schemas.openxmlformats.org/drawingml/2006/main">
              <a:ext uri="{FF2B5EF4-FFF2-40B4-BE49-F238E27FC236}">
                <a16:creationId xmlns:a16="http://schemas.microsoft.com/office/drawing/2014/main" id="{28B42698-DC15-4663-A062-CA7B560A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674-4">
            <a:extLst xmlns:a="http://schemas.openxmlformats.org/drawingml/2006/main">
              <a:ext uri="{FF2B5EF4-FFF2-40B4-BE49-F238E27FC236}">
                <a16:creationId xmlns:a16="http://schemas.microsoft.com/office/drawing/2014/main" id="{73E8FBCC-71A1-4451-B877-0846433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p03-src-003674 with p03-full-000907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reviewer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2113727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2026-08-25T12:45:25.9530000Z</dcterms:created>
  <dcterms:modified xsi:type="dcterms:W3CDTF">2026-08-25T12:45:25.9530000Z</dcterms:modified>
</coreProperties>
</file>