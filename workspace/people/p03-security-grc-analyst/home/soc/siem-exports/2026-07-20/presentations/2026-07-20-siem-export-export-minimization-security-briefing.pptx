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e855007534aac" /><Relationship Type="http://schemas.openxmlformats.org/officeDocument/2006/relationships/extended-properties" Target="/docProps/app.xml" Id="Rb72a74330c1f40f8" /><Relationship Type="http://schemas.openxmlformats.org/officeDocument/2006/relationships/officeDocument" Target="/ppt/presentation.xml" Id="Re43fe3ed2bfd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68f19e4dee4146"/>
  </p:sldMasterIdLst>
  <p:notesMasterIdLst>
    <p:notesMasterId xmlns:r="http://schemas.openxmlformats.org/officeDocument/2006/relationships" r:id="Ra5a5b996bbaf4d42"/>
  </p:notesMasterIdLst>
  <p:sldIdLst>
    <p:sldId xmlns:r="http://schemas.openxmlformats.org/officeDocument/2006/relationships" id="256" r:id="R29acb0a074ba4319"/>
    <p:sldId xmlns:r="http://schemas.openxmlformats.org/officeDocument/2006/relationships" id="257" r:id="Rb7b7226e77db4bd8"/>
    <p:sldId xmlns:r="http://schemas.openxmlformats.org/officeDocument/2006/relationships" id="258" r:id="R8b0be459b554417a"/>
    <p:sldId xmlns:r="http://schemas.openxmlformats.org/officeDocument/2006/relationships" id="259" r:id="Rcef0739e304d4f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41641bff64a01" /><Relationship Type="http://schemas.openxmlformats.org/officeDocument/2006/relationships/slideMaster" Target="/ppt/slideMasters/slideMaster1.xml" Id="Rcd68f19e4dee4146" /><Relationship Type="http://schemas.openxmlformats.org/officeDocument/2006/relationships/notesMaster" Target="/ppt/notesMasters/notesMaster1.xml" Id="Ra5a5b996bbaf4d42" /><Relationship Type="http://schemas.openxmlformats.org/officeDocument/2006/relationships/presProps" Target="/ppt/presProps.xml" Id="R9d67138f376d4656" /><Relationship Type="http://schemas.openxmlformats.org/officeDocument/2006/relationships/tableStyles" Target="/ppt/tableStyles.xml" Id="R95b3ee5d80a34353" /><Relationship Type="http://schemas.openxmlformats.org/officeDocument/2006/relationships/slide" Target="/ppt/slides/slide1.xml" Id="R29acb0a074ba4319" /><Relationship Type="http://schemas.openxmlformats.org/officeDocument/2006/relationships/slide" Target="/ppt/slides/slide2.xml" Id="Rb7b7226e77db4bd8" /><Relationship Type="http://schemas.openxmlformats.org/officeDocument/2006/relationships/slide" Target="/ppt/slides/slide3.xml" Id="R8b0be459b554417a" /><Relationship Type="http://schemas.openxmlformats.org/officeDocument/2006/relationships/slide" Target="/ppt/slides/slide4.xml" Id="Rcef0739e304d4f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11b6ba87e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c268d1b7db44dc" /><Relationship Type="http://schemas.openxmlformats.org/officeDocument/2006/relationships/notesMaster" Target="/ppt/notesMasters/notesMaster1.xml" Id="R3b0382f462994e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684fc4a7a4a52" /><Relationship Type="http://schemas.openxmlformats.org/officeDocument/2006/relationships/notesMaster" Target="/ppt/notesMasters/notesMaster1.xml" Id="R28fdaa657cf84c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3f28bafaf34d02" /><Relationship Type="http://schemas.openxmlformats.org/officeDocument/2006/relationships/notesMaster" Target="/ppt/notesMasters/notesMaster1.xml" Id="R6f9e6d819fd14d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36a2c1cb4c4b77" /><Relationship Type="http://schemas.openxmlformats.org/officeDocument/2006/relationships/notesMaster" Target="/ppt/notesMasters/notesMaster1.xml" Id="R467371d96e6d4f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cb15733fb40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083e2551545f4" /><Relationship Type="http://schemas.openxmlformats.org/officeDocument/2006/relationships/slideLayout" Target="/ppt/slideLayouts/slideLayout1.xml" Id="R66217899299841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17899299841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17429aeba4ec8" /><Relationship Type="http://schemas.openxmlformats.org/officeDocument/2006/relationships/notesSlide" Target="/ppt/notesSlides/notesSlide1.xml" Id="R5e8a2d8ec34043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acee1ec6d4892" /><Relationship Type="http://schemas.openxmlformats.org/officeDocument/2006/relationships/notesSlide" Target="/ppt/notesSlides/notesSlide2.xml" Id="R44b497aa3ebb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301420e7428d" /><Relationship Type="http://schemas.openxmlformats.org/officeDocument/2006/relationships/notesSlide" Target="/ppt/notesSlides/notesSlide3.xml" Id="Rd058615bbc26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e53f0ebee4b11" /><Relationship Type="http://schemas.openxmlformats.org/officeDocument/2006/relationships/notesSlide" Target="/ppt/notesSlides/notesSlide4.xml" Id="Ra080e6b3810a40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73-1">
            <a:extLst xmlns:a="http://schemas.openxmlformats.org/drawingml/2006/main">
              <a:ext uri="{FF2B5EF4-FFF2-40B4-BE49-F238E27FC236}">
                <a16:creationId xmlns:a16="http://schemas.microsoft.com/office/drawing/2014/main" id="{DBEF42E1-727D-492C-AC2D-AB06B74D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73-1">
            <a:extLst xmlns:a="http://schemas.openxmlformats.org/drawingml/2006/main">
              <a:ext uri="{FF2B5EF4-FFF2-40B4-BE49-F238E27FC236}">
                <a16:creationId xmlns:a16="http://schemas.microsoft.com/office/drawing/2014/main" id="{4B709D34-D70B-4D03-A37B-25EBA6D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p03-full-005273</a:t>
            </a:r>
          </a:p>
        </p:txBody>
      </p:sp>
      <p:sp>
        <p:nvSpPr>
          <p:cNvPr id="3" name="qa-v2-r2-title-p03-full-005273-1">
            <a:extLst xmlns:a="http://schemas.openxmlformats.org/drawingml/2006/main">
              <a:ext uri="{FF2B5EF4-FFF2-40B4-BE49-F238E27FC236}">
                <a16:creationId xmlns:a16="http://schemas.microsoft.com/office/drawing/2014/main" id="{83511A39-E424-4BA9-B771-55BC73E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273-1">
            <a:extLst xmlns:a="http://schemas.openxmlformats.org/drawingml/2006/main">
              <a:ext uri="{FF2B5EF4-FFF2-40B4-BE49-F238E27FC236}">
                <a16:creationId xmlns:a16="http://schemas.microsoft.com/office/drawing/2014/main" id="{0E7E2679-9972-45F8-8AFB-E4C438D0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p03-src-005273; p03-full-001656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639418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73-2">
            <a:extLst xmlns:a="http://schemas.openxmlformats.org/drawingml/2006/main">
              <a:ext uri="{FF2B5EF4-FFF2-40B4-BE49-F238E27FC236}">
                <a16:creationId xmlns:a16="http://schemas.microsoft.com/office/drawing/2014/main" id="{4DA86760-9C1E-417A-ABCA-870BC53B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73-2">
            <a:extLst xmlns:a="http://schemas.openxmlformats.org/drawingml/2006/main">
              <a:ext uri="{FF2B5EF4-FFF2-40B4-BE49-F238E27FC236}">
                <a16:creationId xmlns:a16="http://schemas.microsoft.com/office/drawing/2014/main" id="{84A3E515-3F8F-4062-A438-875B2A4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p03-full-005273</a:t>
            </a:r>
          </a:p>
        </p:txBody>
      </p:sp>
      <p:sp>
        <p:nvSpPr>
          <p:cNvPr id="3" name="qa-v2-r2-title-p03-full-005273-2">
            <a:extLst xmlns:a="http://schemas.openxmlformats.org/drawingml/2006/main">
              <a:ext uri="{FF2B5EF4-FFF2-40B4-BE49-F238E27FC236}">
                <a16:creationId xmlns:a16="http://schemas.microsoft.com/office/drawing/2014/main" id="{499AE81E-8081-41BF-99A8-49E1B808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273-2">
            <a:extLst xmlns:a="http://schemas.openxmlformats.org/drawingml/2006/main">
              <a:ext uri="{FF2B5EF4-FFF2-40B4-BE49-F238E27FC236}">
                <a16:creationId xmlns:a16="http://schemas.microsoft.com/office/drawing/2014/main" id="{79887654-23E2-4409-921B-8EE1DB1B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Name the evidence-register recipient before calling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coverage change a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95691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73-3">
            <a:extLst xmlns:a="http://schemas.openxmlformats.org/drawingml/2006/main">
              <a:ext uri="{FF2B5EF4-FFF2-40B4-BE49-F238E27FC236}">
                <a16:creationId xmlns:a16="http://schemas.microsoft.com/office/drawing/2014/main" id="{1DC2CC4B-907E-48FA-BE1F-899ECB1A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73-3">
            <a:extLst xmlns:a="http://schemas.openxmlformats.org/drawingml/2006/main">
              <a:ext uri="{FF2B5EF4-FFF2-40B4-BE49-F238E27FC236}">
                <a16:creationId xmlns:a16="http://schemas.microsoft.com/office/drawing/2014/main" id="{CC92C3F4-975E-45D8-B268-BBB1DCC7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p03-full-005273</a:t>
            </a:r>
          </a:p>
        </p:txBody>
      </p:sp>
      <p:sp>
        <p:nvSpPr>
          <p:cNvPr id="3" name="qa-v2-r2-title-p03-full-005273-3">
            <a:extLst xmlns:a="http://schemas.openxmlformats.org/drawingml/2006/main">
              <a:ext uri="{FF2B5EF4-FFF2-40B4-BE49-F238E27FC236}">
                <a16:creationId xmlns:a16="http://schemas.microsoft.com/office/drawing/2014/main" id="{BF51F531-8F81-45CB-AB31-3ED31C90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273-3">
            <a:extLst xmlns:a="http://schemas.openxmlformats.org/drawingml/2006/main">
              <a:ext uri="{FF2B5EF4-FFF2-40B4-BE49-F238E27FC236}">
                <a16:creationId xmlns:a16="http://schemas.microsoft.com/office/drawing/2014/main" id="{4043EAA0-A3FA-47F4-AFFB-AC00084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93540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273-4">
            <a:extLst xmlns:a="http://schemas.openxmlformats.org/drawingml/2006/main">
              <a:ext uri="{FF2B5EF4-FFF2-40B4-BE49-F238E27FC236}">
                <a16:creationId xmlns:a16="http://schemas.microsoft.com/office/drawing/2014/main" id="{881C569E-64A5-45E5-92B4-DC45B3BF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273-4">
            <a:extLst xmlns:a="http://schemas.openxmlformats.org/drawingml/2006/main">
              <a:ext uri="{FF2B5EF4-FFF2-40B4-BE49-F238E27FC236}">
                <a16:creationId xmlns:a16="http://schemas.microsoft.com/office/drawing/2014/main" id="{28E37620-6383-4C83-9530-FD0E197B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p03-full-005273</a:t>
            </a:r>
          </a:p>
        </p:txBody>
      </p:sp>
      <p:sp>
        <p:nvSpPr>
          <p:cNvPr id="3" name="qa-v2-r2-title-p03-full-005273-4">
            <a:extLst xmlns:a="http://schemas.openxmlformats.org/drawingml/2006/main">
              <a:ext uri="{FF2B5EF4-FFF2-40B4-BE49-F238E27FC236}">
                <a16:creationId xmlns:a16="http://schemas.microsoft.com/office/drawing/2014/main" id="{2361EAA5-F56A-4A4A-87A3-9AC80CA0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273-4">
            <a:extLst xmlns:a="http://schemas.openxmlformats.org/drawingml/2006/main">
              <a:ext uri="{FF2B5EF4-FFF2-40B4-BE49-F238E27FC236}">
                <a16:creationId xmlns:a16="http://schemas.microsoft.com/office/drawing/2014/main" id="{09E0C0F3-C270-444E-8C2C-A1C38B4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p03-src-005273 with p03-full-001656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93540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2026-08-25T12:44:21.8750000Z</dcterms:created>
  <dcterms:modified xsi:type="dcterms:W3CDTF">2026-08-25T12:44:21.8750000Z</dcterms:modified>
</coreProperties>
</file>