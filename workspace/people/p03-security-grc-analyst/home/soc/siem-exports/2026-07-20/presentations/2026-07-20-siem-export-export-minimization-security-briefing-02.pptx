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2b77bd1278e4d54" /><Relationship Type="http://schemas.openxmlformats.org/officeDocument/2006/relationships/extended-properties" Target="/docProps/app.xml" Id="R84099ee748cc4ccc" /><Relationship Type="http://schemas.openxmlformats.org/officeDocument/2006/relationships/officeDocument" Target="/ppt/presentation.xml" Id="R19d016380ecb437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d4d0ac300e841b2"/>
  </p:sldMasterIdLst>
  <p:notesMasterIdLst>
    <p:notesMasterId xmlns:r="http://schemas.openxmlformats.org/officeDocument/2006/relationships" r:id="R7bbef420ce244660"/>
  </p:notesMasterIdLst>
  <p:sldIdLst>
    <p:sldId xmlns:r="http://schemas.openxmlformats.org/officeDocument/2006/relationships" id="256" r:id="R83c8c34adaa24b9a"/>
    <p:sldId xmlns:r="http://schemas.openxmlformats.org/officeDocument/2006/relationships" id="257" r:id="R36eb0c5f1b7d4e94"/>
    <p:sldId xmlns:r="http://schemas.openxmlformats.org/officeDocument/2006/relationships" id="258" r:id="Re2bbf38f26894775"/>
    <p:sldId xmlns:r="http://schemas.openxmlformats.org/officeDocument/2006/relationships" id="259" r:id="R5d7ca6399ecc4b5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03ed1e702b44ef3" /><Relationship Type="http://schemas.openxmlformats.org/officeDocument/2006/relationships/slideMaster" Target="/ppt/slideMasters/slideMaster1.xml" Id="Rdd4d0ac300e841b2" /><Relationship Type="http://schemas.openxmlformats.org/officeDocument/2006/relationships/notesMaster" Target="/ppt/notesMasters/notesMaster1.xml" Id="R7bbef420ce244660" /><Relationship Type="http://schemas.openxmlformats.org/officeDocument/2006/relationships/presProps" Target="/ppt/presProps.xml" Id="R3a076ababace4cfb" /><Relationship Type="http://schemas.openxmlformats.org/officeDocument/2006/relationships/tableStyles" Target="/ppt/tableStyles.xml" Id="R01fc3866f7204571" /><Relationship Type="http://schemas.openxmlformats.org/officeDocument/2006/relationships/slide" Target="/ppt/slides/slide1.xml" Id="R83c8c34adaa24b9a" /><Relationship Type="http://schemas.openxmlformats.org/officeDocument/2006/relationships/slide" Target="/ppt/slides/slide2.xml" Id="R36eb0c5f1b7d4e94" /><Relationship Type="http://schemas.openxmlformats.org/officeDocument/2006/relationships/slide" Target="/ppt/slides/slide3.xml" Id="Re2bbf38f26894775" /><Relationship Type="http://schemas.openxmlformats.org/officeDocument/2006/relationships/slide" Target="/ppt/slides/slide4.xml" Id="R5d7ca6399ecc4b5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545f5f011144f9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b0ff06d496545e8" /><Relationship Type="http://schemas.openxmlformats.org/officeDocument/2006/relationships/notesMaster" Target="/ppt/notesMasters/notesMaster1.xml" Id="R21d25fb1284b4eb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473f357db8640cf" /><Relationship Type="http://schemas.openxmlformats.org/officeDocument/2006/relationships/notesMaster" Target="/ppt/notesMasters/notesMaster1.xml" Id="Rcbb5c072981d498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10cc33b84004066" /><Relationship Type="http://schemas.openxmlformats.org/officeDocument/2006/relationships/notesMaster" Target="/ppt/notesMasters/notesMaster1.xml" Id="R2b736c2f0370483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200939d5fb64154" /><Relationship Type="http://schemas.openxmlformats.org/officeDocument/2006/relationships/notesMaster" Target="/ppt/notesMasters/notesMaster1.xml" Id="R0112c27eb8964bc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12fa254ed149c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947ff8ba57843ec" /><Relationship Type="http://schemas.openxmlformats.org/officeDocument/2006/relationships/slideLayout" Target="/ppt/slideLayouts/slideLayout1.xml" Id="R86c68a040db140f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6c68a040db140f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10b68f3cbc447b" /><Relationship Type="http://schemas.openxmlformats.org/officeDocument/2006/relationships/notesSlide" Target="/ppt/notesSlides/notesSlide1.xml" Id="Ra9451d265f68481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775008e6bb4523" /><Relationship Type="http://schemas.openxmlformats.org/officeDocument/2006/relationships/notesSlide" Target="/ppt/notesSlides/notesSlide2.xml" Id="R7ca2b7a0e70048b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afda2cf1ce4062" /><Relationship Type="http://schemas.openxmlformats.org/officeDocument/2006/relationships/notesSlide" Target="/ppt/notesSlides/notesSlide3.xml" Id="R5df9bedf10ef4f0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79482048e54280" /><Relationship Type="http://schemas.openxmlformats.org/officeDocument/2006/relationships/notesSlide" Target="/ppt/notesSlides/notesSlide4.xml" Id="Rf337ecb873af48a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6673-1">
            <a:extLst xmlns:a="http://schemas.openxmlformats.org/drawingml/2006/main">
              <a:ext uri="{FF2B5EF4-FFF2-40B4-BE49-F238E27FC236}">
                <a16:creationId xmlns:a16="http://schemas.microsoft.com/office/drawing/2014/main" id="{481DDCF7-E4D5-492F-9FFA-C99278290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6673-1">
            <a:extLst xmlns:a="http://schemas.openxmlformats.org/drawingml/2006/main">
              <a:ext uri="{FF2B5EF4-FFF2-40B4-BE49-F238E27FC236}">
                <a16:creationId xmlns:a16="http://schemas.microsoft.com/office/drawing/2014/main" id="{47967404-AF68-44B6-B2AD-468375D37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p03-full-006673</a:t>
            </a:r>
          </a:p>
        </p:txBody>
      </p:sp>
      <p:sp>
        <p:nvSpPr>
          <p:cNvPr id="3" name="qa-v2-r2-title-p03-full-006673-1">
            <a:extLst xmlns:a="http://schemas.openxmlformats.org/drawingml/2006/main">
              <a:ext uri="{FF2B5EF4-FFF2-40B4-BE49-F238E27FC236}">
                <a16:creationId xmlns:a16="http://schemas.microsoft.com/office/drawing/2014/main" id="{227C0CCB-269E-4667-9E3C-A05C69DB2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Decision context</a:t>
            </a:r>
          </a:p>
        </p:txBody>
      </p:sp>
      <p:sp>
        <p:nvSpPr>
          <p:cNvPr id="4" name="qa-v2-r2-body-p03-full-006673-1">
            <a:extLst xmlns:a="http://schemas.openxmlformats.org/drawingml/2006/main">
              <a:ext uri="{FF2B5EF4-FFF2-40B4-BE49-F238E27FC236}">
                <a16:creationId xmlns:a16="http://schemas.microsoft.com/office/drawing/2014/main" id="{E73998FC-7C1D-49E3-8CFE-3B737192E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Cobalt Harbor's RISK-031 review covers SIEM export minimization security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briefing within soc siem exports. Declared review date: 2026-07-20.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assessment emphasizes exception rationale, counterexamples,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and control treatment.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declared source is p03-src-006673; p03-full-000496 supplies the dependency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for a review chronology assessment.</a:t>
            </a:r>
          </a:p>
        </p:txBody>
      </p:sp>
    </p:spTree>
    <p:extLst>
      <p:ext uri="{BB962C8B-B14F-4D97-AF65-F5344CB8AC3E}">
        <p14:creationId xmlns:p14="http://schemas.microsoft.com/office/powerpoint/2010/main" val="105547833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6673-2">
            <a:extLst xmlns:a="http://schemas.openxmlformats.org/drawingml/2006/main">
              <a:ext uri="{FF2B5EF4-FFF2-40B4-BE49-F238E27FC236}">
                <a16:creationId xmlns:a16="http://schemas.microsoft.com/office/drawing/2014/main" id="{6BAAD001-58B5-4FFD-A0D2-CDF879A71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6673-2">
            <a:extLst xmlns:a="http://schemas.openxmlformats.org/drawingml/2006/main">
              <a:ext uri="{FF2B5EF4-FFF2-40B4-BE49-F238E27FC236}">
                <a16:creationId xmlns:a16="http://schemas.microsoft.com/office/drawing/2014/main" id="{096D49E1-6DAA-42E4-B07B-58A77E919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p03-full-006673</a:t>
            </a:r>
          </a:p>
        </p:txBody>
      </p:sp>
      <p:sp>
        <p:nvSpPr>
          <p:cNvPr id="3" name="qa-v2-r2-title-p03-full-006673-2">
            <a:extLst xmlns:a="http://schemas.openxmlformats.org/drawingml/2006/main">
              <a:ext uri="{FF2B5EF4-FFF2-40B4-BE49-F238E27FC236}">
                <a16:creationId xmlns:a16="http://schemas.microsoft.com/office/drawing/2014/main" id="{E7DB69C4-1AB3-4C4E-B72A-003B59BFB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Evidence and relationship</a:t>
            </a:r>
          </a:p>
        </p:txBody>
      </p:sp>
      <p:sp>
        <p:nvSpPr>
          <p:cNvPr id="4" name="qa-v2-r2-body-p03-full-006673-2">
            <a:extLst xmlns:a="http://schemas.openxmlformats.org/drawingml/2006/main">
              <a:ext uri="{FF2B5EF4-FFF2-40B4-BE49-F238E27FC236}">
                <a16:creationId xmlns:a16="http://schemas.microsoft.com/office/drawing/2014/main" id="{23154BED-D06D-4900-AB24-3F9566B7D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Source evidence: Reconstruct the rationale from selected facts, not author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intent.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AC-27 frames the relationship, while Evidence Set 184 supports a timing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consistency review of the source and dependency through exception rationale,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counterexamples, and control treatment.</a:t>
            </a:r>
          </a:p>
        </p:txBody>
      </p:sp>
    </p:spTree>
    <p:extLst>
      <p:ext uri="{BB962C8B-B14F-4D97-AF65-F5344CB8AC3E}">
        <p14:creationId xmlns:p14="http://schemas.microsoft.com/office/powerpoint/2010/main" val="30423915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6673-3">
            <a:extLst xmlns:a="http://schemas.openxmlformats.org/drawingml/2006/main">
              <a:ext uri="{FF2B5EF4-FFF2-40B4-BE49-F238E27FC236}">
                <a16:creationId xmlns:a16="http://schemas.microsoft.com/office/drawing/2014/main" id="{82FC1BC1-89E3-4581-8274-05BD8D280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6673-3">
            <a:extLst xmlns:a="http://schemas.openxmlformats.org/drawingml/2006/main">
              <a:ext uri="{FF2B5EF4-FFF2-40B4-BE49-F238E27FC236}">
                <a16:creationId xmlns:a16="http://schemas.microsoft.com/office/drawing/2014/main" id="{29448D07-60B5-466B-A7AC-5FC824AD1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p03-full-006673</a:t>
            </a:r>
          </a:p>
        </p:txBody>
      </p:sp>
      <p:sp>
        <p:nvSpPr>
          <p:cNvPr id="3" name="qa-v2-r2-title-p03-full-006673-3">
            <a:extLst xmlns:a="http://schemas.openxmlformats.org/drawingml/2006/main">
              <a:ext uri="{FF2B5EF4-FFF2-40B4-BE49-F238E27FC236}">
                <a16:creationId xmlns:a16="http://schemas.microsoft.com/office/drawing/2014/main" id="{7CCE3D51-E29F-4498-9D77-627A7EC9A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Decision test</a:t>
            </a:r>
          </a:p>
        </p:txBody>
      </p:sp>
      <p:sp>
        <p:nvSpPr>
          <p:cNvPr id="4" name="qa-v2-r2-body-p03-full-006673-3">
            <a:extLst xmlns:a="http://schemas.openxmlformats.org/drawingml/2006/main">
              <a:ext uri="{FF2B5EF4-FFF2-40B4-BE49-F238E27FC236}">
                <a16:creationId xmlns:a16="http://schemas.microsoft.com/office/drawing/2014/main" id="{011FB381-1F1C-43F5-B890-E1CFFF3A5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No Kio material, system, workspace, or external connection is used or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represented in this briefing. The reviewer tests whether the dependency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corroborates the source.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If the record fails that test, reassess the control response; do not carry the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RISK-031 treatment forward by default.</a:t>
            </a:r>
          </a:p>
        </p:txBody>
      </p:sp>
    </p:spTree>
    <p:extLst>
      <p:ext uri="{BB962C8B-B14F-4D97-AF65-F5344CB8AC3E}">
        <p14:creationId xmlns:p14="http://schemas.microsoft.com/office/powerpoint/2010/main" val="159980311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6673-4">
            <a:extLst xmlns:a="http://schemas.openxmlformats.org/drawingml/2006/main">
              <a:ext uri="{FF2B5EF4-FFF2-40B4-BE49-F238E27FC236}">
                <a16:creationId xmlns:a16="http://schemas.microsoft.com/office/drawing/2014/main" id="{B718DAC5-DBCD-4951-A4A1-A91666761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6673-4">
            <a:extLst xmlns:a="http://schemas.openxmlformats.org/drawingml/2006/main">
              <a:ext uri="{FF2B5EF4-FFF2-40B4-BE49-F238E27FC236}">
                <a16:creationId xmlns:a16="http://schemas.microsoft.com/office/drawing/2014/main" id="{5271343D-D730-4607-93AF-1548293AF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p03-full-006673</a:t>
            </a:r>
          </a:p>
        </p:txBody>
      </p:sp>
      <p:sp>
        <p:nvSpPr>
          <p:cNvPr id="3" name="qa-v2-r2-title-p03-full-006673-4">
            <a:extLst xmlns:a="http://schemas.openxmlformats.org/drawingml/2006/main">
              <a:ext uri="{FF2B5EF4-FFF2-40B4-BE49-F238E27FC236}">
                <a16:creationId xmlns:a16="http://schemas.microsoft.com/office/drawing/2014/main" id="{279EDA49-0B48-46FB-A906-4276045BB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Boundary and next action</a:t>
            </a:r>
          </a:p>
        </p:txBody>
      </p:sp>
      <p:sp>
        <p:nvSpPr>
          <p:cNvPr id="4" name="qa-v2-r2-body-p03-full-006673-4">
            <a:extLst xmlns:a="http://schemas.openxmlformats.org/drawingml/2006/main">
              <a:ext uri="{FF2B5EF4-FFF2-40B4-BE49-F238E27FC236}">
                <a16:creationId xmlns:a16="http://schemas.microsoft.com/office/drawing/2014/main" id="{743A711E-0342-46D4-9E07-46B64FB02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At the next checkpoint, compare p03-src-006673 with p03-full-000496 and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document the change in review chronology.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closure note must distinguish evidence that supports the decision from a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similar-looking but unrelated record.</a:t>
            </a:r>
          </a:p>
        </p:txBody>
      </p:sp>
    </p:spTree>
    <p:extLst>
      <p:ext uri="{BB962C8B-B14F-4D97-AF65-F5344CB8AC3E}">
        <p14:creationId xmlns:p14="http://schemas.microsoft.com/office/powerpoint/2010/main" val="159980311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2026-08-25T12:44:43.2380000Z</dcterms:created>
  <dcterms:modified xsi:type="dcterms:W3CDTF">2026-08-25T12:44:43.2380000Z</dcterms:modified>
</coreProperties>
</file>