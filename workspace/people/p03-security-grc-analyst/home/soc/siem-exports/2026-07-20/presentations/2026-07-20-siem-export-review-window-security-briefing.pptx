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798b39e7f84169" /><Relationship Type="http://schemas.openxmlformats.org/officeDocument/2006/relationships/extended-properties" Target="/docProps/app.xml" Id="R69f8694fdc1e4157" /><Relationship Type="http://schemas.openxmlformats.org/officeDocument/2006/relationships/officeDocument" Target="/ppt/presentation.xml" Id="R0cf1dd77e23b4d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8b614c473d48b8"/>
  </p:sldMasterIdLst>
  <p:notesMasterIdLst>
    <p:notesMasterId xmlns:r="http://schemas.openxmlformats.org/officeDocument/2006/relationships" r:id="R5d9741ec81bf4f40"/>
  </p:notesMasterIdLst>
  <p:sldIdLst>
    <p:sldId xmlns:r="http://schemas.openxmlformats.org/officeDocument/2006/relationships" id="256" r:id="R9ab2efe49ee64ec6"/>
    <p:sldId xmlns:r="http://schemas.openxmlformats.org/officeDocument/2006/relationships" id="257" r:id="Rfd2759817859445a"/>
    <p:sldId xmlns:r="http://schemas.openxmlformats.org/officeDocument/2006/relationships" id="258" r:id="R3abc1a621eb14738"/>
    <p:sldId xmlns:r="http://schemas.openxmlformats.org/officeDocument/2006/relationships" id="259" r:id="R65e01451f09d47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716a8a399745c8" /><Relationship Type="http://schemas.openxmlformats.org/officeDocument/2006/relationships/slideMaster" Target="/ppt/slideMasters/slideMaster1.xml" Id="R528b614c473d48b8" /><Relationship Type="http://schemas.openxmlformats.org/officeDocument/2006/relationships/notesMaster" Target="/ppt/notesMasters/notesMaster1.xml" Id="R5d9741ec81bf4f40" /><Relationship Type="http://schemas.openxmlformats.org/officeDocument/2006/relationships/presProps" Target="/ppt/presProps.xml" Id="Rc2a7ed36f51e4dc9" /><Relationship Type="http://schemas.openxmlformats.org/officeDocument/2006/relationships/tableStyles" Target="/ppt/tableStyles.xml" Id="Rdfab05bcecfd408f" /><Relationship Type="http://schemas.openxmlformats.org/officeDocument/2006/relationships/slide" Target="/ppt/slides/slide1.xml" Id="R9ab2efe49ee64ec6" /><Relationship Type="http://schemas.openxmlformats.org/officeDocument/2006/relationships/slide" Target="/ppt/slides/slide2.xml" Id="Rfd2759817859445a" /><Relationship Type="http://schemas.openxmlformats.org/officeDocument/2006/relationships/slide" Target="/ppt/slides/slide3.xml" Id="R3abc1a621eb14738" /><Relationship Type="http://schemas.openxmlformats.org/officeDocument/2006/relationships/slide" Target="/ppt/slides/slide4.xml" Id="R65e01451f09d47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440d282a7146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4e7f5e48834d23" /><Relationship Type="http://schemas.openxmlformats.org/officeDocument/2006/relationships/notesMaster" Target="/ppt/notesMasters/notesMaster1.xml" Id="Rbb858cf07bad4c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b480c0e0dc40de" /><Relationship Type="http://schemas.openxmlformats.org/officeDocument/2006/relationships/notesMaster" Target="/ppt/notesMasters/notesMaster1.xml" Id="R6f3df33e054141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06ed56182e4652" /><Relationship Type="http://schemas.openxmlformats.org/officeDocument/2006/relationships/notesMaster" Target="/ppt/notesMasters/notesMaster1.xml" Id="R125fcdf894f34e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7a4a6f3d464f74" /><Relationship Type="http://schemas.openxmlformats.org/officeDocument/2006/relationships/notesMaster" Target="/ppt/notesMasters/notesMaster1.xml" Id="R50b3a7e664d14b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5f7abe6f24d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ca6d0dc97d43ec" /><Relationship Type="http://schemas.openxmlformats.org/officeDocument/2006/relationships/slideLayout" Target="/ppt/slideLayouts/slideLayout1.xml" Id="R6355e0c8b6ad4d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55e0c8b6ad4d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133dce75b4f0a" /><Relationship Type="http://schemas.openxmlformats.org/officeDocument/2006/relationships/notesSlide" Target="/ppt/notesSlides/notesSlide1.xml" Id="R9ac39d6e9fe243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d3320ec0e4bff" /><Relationship Type="http://schemas.openxmlformats.org/officeDocument/2006/relationships/notesSlide" Target="/ppt/notesSlides/notesSlide2.xml" Id="Ra3d4eebebd7b42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f10ed51554ec7" /><Relationship Type="http://schemas.openxmlformats.org/officeDocument/2006/relationships/notesSlide" Target="/ppt/notesSlides/notesSlide3.xml" Id="Rffd4054f865e41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60af1b5c044e7" /><Relationship Type="http://schemas.openxmlformats.org/officeDocument/2006/relationships/notesSlide" Target="/ppt/notesSlides/notesSlide4.xml" Id="Rae85e0ad813b4a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327-1">
            <a:extLst xmlns:a="http://schemas.openxmlformats.org/drawingml/2006/main">
              <a:ext uri="{FF2B5EF4-FFF2-40B4-BE49-F238E27FC236}">
                <a16:creationId xmlns:a16="http://schemas.microsoft.com/office/drawing/2014/main" id="{85C623AB-8603-48E4-B29A-CF4A6E0A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327-1">
            <a:extLst xmlns:a="http://schemas.openxmlformats.org/drawingml/2006/main">
              <a:ext uri="{FF2B5EF4-FFF2-40B4-BE49-F238E27FC236}">
                <a16:creationId xmlns:a16="http://schemas.microsoft.com/office/drawing/2014/main" id="{AE7CB68A-D6D4-4AE4-9D06-DBB1E90E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p03-full-004327</a:t>
            </a:r>
          </a:p>
        </p:txBody>
      </p:sp>
      <p:sp>
        <p:nvSpPr>
          <p:cNvPr id="3" name="qa-v2-r2-title-p03-full-004327-1">
            <a:extLst xmlns:a="http://schemas.openxmlformats.org/drawingml/2006/main">
              <a:ext uri="{FF2B5EF4-FFF2-40B4-BE49-F238E27FC236}">
                <a16:creationId xmlns:a16="http://schemas.microsoft.com/office/drawing/2014/main" id="{652462F0-6A80-4440-BFD2-2A834416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4327-1">
            <a:extLst xmlns:a="http://schemas.openxmlformats.org/drawingml/2006/main">
              <a:ext uri="{FF2B5EF4-FFF2-40B4-BE49-F238E27FC236}">
                <a16:creationId xmlns:a16="http://schemas.microsoft.com/office/drawing/2014/main" id="{44853B46-42C6-4466-ADED-124C82D0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review window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p03-src-004327; p03-full-001796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record completeness assessment.</a:t>
            </a:r>
          </a:p>
        </p:txBody>
      </p:sp>
    </p:spTree>
    <p:extLst>
      <p:ext uri="{BB962C8B-B14F-4D97-AF65-F5344CB8AC3E}">
        <p14:creationId xmlns:p14="http://schemas.microsoft.com/office/powerpoint/2010/main" val="14533979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327-2">
            <a:extLst xmlns:a="http://schemas.openxmlformats.org/drawingml/2006/main">
              <a:ext uri="{FF2B5EF4-FFF2-40B4-BE49-F238E27FC236}">
                <a16:creationId xmlns:a16="http://schemas.microsoft.com/office/drawing/2014/main" id="{81A0BDA2-5C85-46BE-88A6-862516E7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327-2">
            <a:extLst xmlns:a="http://schemas.openxmlformats.org/drawingml/2006/main">
              <a:ext uri="{FF2B5EF4-FFF2-40B4-BE49-F238E27FC236}">
                <a16:creationId xmlns:a16="http://schemas.microsoft.com/office/drawing/2014/main" id="{EE4A00A9-5C6F-4B11-ADCF-FE5EFD01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p03-full-004327</a:t>
            </a:r>
          </a:p>
        </p:txBody>
      </p:sp>
      <p:sp>
        <p:nvSpPr>
          <p:cNvPr id="3" name="qa-v2-r2-title-p03-full-004327-2">
            <a:extLst xmlns:a="http://schemas.openxmlformats.org/drawingml/2006/main">
              <a:ext uri="{FF2B5EF4-FFF2-40B4-BE49-F238E27FC236}">
                <a16:creationId xmlns:a16="http://schemas.microsoft.com/office/drawing/2014/main" id="{7BD9B123-2745-4EEC-9061-DD307323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4327-2">
            <a:extLst xmlns:a="http://schemas.openxmlformats.org/drawingml/2006/main">
              <a:ext uri="{FF2B5EF4-FFF2-40B4-BE49-F238E27FC236}">
                <a16:creationId xmlns:a16="http://schemas.microsoft.com/office/drawing/2014/main" id="{AAD0F36D-EE6C-43E1-B800-FF4E4E24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Read a category without a target identifier; reject labels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that imply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review-to-closure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2694934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327-3">
            <a:extLst xmlns:a="http://schemas.openxmlformats.org/drawingml/2006/main">
              <a:ext uri="{FF2B5EF4-FFF2-40B4-BE49-F238E27FC236}">
                <a16:creationId xmlns:a16="http://schemas.microsoft.com/office/drawing/2014/main" id="{714C2CFF-2ACD-47D7-952A-D6A203A3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327-3">
            <a:extLst xmlns:a="http://schemas.openxmlformats.org/drawingml/2006/main">
              <a:ext uri="{FF2B5EF4-FFF2-40B4-BE49-F238E27FC236}">
                <a16:creationId xmlns:a16="http://schemas.microsoft.com/office/drawing/2014/main" id="{750D09E4-0505-4075-A1DD-1A5C907F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p03-full-004327</a:t>
            </a:r>
          </a:p>
        </p:txBody>
      </p:sp>
      <p:sp>
        <p:nvSpPr>
          <p:cNvPr id="3" name="qa-v2-r2-title-p03-full-004327-3">
            <a:extLst xmlns:a="http://schemas.openxmlformats.org/drawingml/2006/main">
              <a:ext uri="{FF2B5EF4-FFF2-40B4-BE49-F238E27FC236}">
                <a16:creationId xmlns:a16="http://schemas.microsoft.com/office/drawing/2014/main" id="{A6B9573E-2189-47B8-BEA1-F7CECC75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4327-3">
            <a:extLst xmlns:a="http://schemas.openxmlformats.org/drawingml/2006/main">
              <a:ext uri="{FF2B5EF4-FFF2-40B4-BE49-F238E27FC236}">
                <a16:creationId xmlns:a16="http://schemas.microsoft.com/office/drawing/2014/main" id="{307B8466-B45B-42E3-ABB1-847AB73A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preserve the review question;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3324754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327-4">
            <a:extLst xmlns:a="http://schemas.openxmlformats.org/drawingml/2006/main">
              <a:ext uri="{FF2B5EF4-FFF2-40B4-BE49-F238E27FC236}">
                <a16:creationId xmlns:a16="http://schemas.microsoft.com/office/drawing/2014/main" id="{A22C0AE5-BD3C-446B-8859-6705E095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327-4">
            <a:extLst xmlns:a="http://schemas.openxmlformats.org/drawingml/2006/main">
              <a:ext uri="{FF2B5EF4-FFF2-40B4-BE49-F238E27FC236}">
                <a16:creationId xmlns:a16="http://schemas.microsoft.com/office/drawing/2014/main" id="{4C487947-0CE5-48CF-A853-83E0F10C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p03-full-004327</a:t>
            </a:r>
          </a:p>
        </p:txBody>
      </p:sp>
      <p:sp>
        <p:nvSpPr>
          <p:cNvPr id="3" name="qa-v2-r2-title-p03-full-004327-4">
            <a:extLst xmlns:a="http://schemas.openxmlformats.org/drawingml/2006/main">
              <a:ext uri="{FF2B5EF4-FFF2-40B4-BE49-F238E27FC236}">
                <a16:creationId xmlns:a16="http://schemas.microsoft.com/office/drawing/2014/main" id="{55AB7D78-549E-4C40-8D4F-27FE47CD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4327-4">
            <a:extLst xmlns:a="http://schemas.openxmlformats.org/drawingml/2006/main">
              <a:ext uri="{FF2B5EF4-FFF2-40B4-BE49-F238E27FC236}">
                <a16:creationId xmlns:a16="http://schemas.microsoft.com/office/drawing/2014/main" id="{3C25F8BC-FC7B-41CD-8867-1204454F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p03-src-004327 with p03-full-001796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record completeness.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332475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2026-08-25T12:45:04.5970000Z</dcterms:created>
  <dcterms:modified xsi:type="dcterms:W3CDTF">2026-08-25T12:45:04.5970000Z</dcterms:modified>
</coreProperties>
</file>