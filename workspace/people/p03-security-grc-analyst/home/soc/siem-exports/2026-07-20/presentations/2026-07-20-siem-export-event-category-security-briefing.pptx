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9fe856eb004888" /><Relationship Type="http://schemas.openxmlformats.org/officeDocument/2006/relationships/extended-properties" Target="/docProps/app.xml" Id="R92eec4561b594ef7" /><Relationship Type="http://schemas.openxmlformats.org/officeDocument/2006/relationships/officeDocument" Target="/ppt/presentation.xml" Id="R22f32c34b6e740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323953a6e84c4b"/>
  </p:sldMasterIdLst>
  <p:notesMasterIdLst>
    <p:notesMasterId xmlns:r="http://schemas.openxmlformats.org/officeDocument/2006/relationships" r:id="Rdacd4c72fb764631"/>
  </p:notesMasterIdLst>
  <p:sldIdLst>
    <p:sldId xmlns:r="http://schemas.openxmlformats.org/officeDocument/2006/relationships" id="256" r:id="R04b5037dcc8e4052"/>
    <p:sldId xmlns:r="http://schemas.openxmlformats.org/officeDocument/2006/relationships" id="257" r:id="R4bac05e2a7664ae1"/>
    <p:sldId xmlns:r="http://schemas.openxmlformats.org/officeDocument/2006/relationships" id="258" r:id="R6442c1cf2d604660"/>
    <p:sldId xmlns:r="http://schemas.openxmlformats.org/officeDocument/2006/relationships" id="259" r:id="Rc3e6350469014a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b3110f97e41eb" /><Relationship Type="http://schemas.openxmlformats.org/officeDocument/2006/relationships/slideMaster" Target="/ppt/slideMasters/slideMaster1.xml" Id="R29323953a6e84c4b" /><Relationship Type="http://schemas.openxmlformats.org/officeDocument/2006/relationships/notesMaster" Target="/ppt/notesMasters/notesMaster1.xml" Id="Rdacd4c72fb764631" /><Relationship Type="http://schemas.openxmlformats.org/officeDocument/2006/relationships/presProps" Target="/ppt/presProps.xml" Id="Rce2d18967c2e4f93" /><Relationship Type="http://schemas.openxmlformats.org/officeDocument/2006/relationships/tableStyles" Target="/ppt/tableStyles.xml" Id="Ra9440662343d4417" /><Relationship Type="http://schemas.openxmlformats.org/officeDocument/2006/relationships/slide" Target="/ppt/slides/slide1.xml" Id="R04b5037dcc8e4052" /><Relationship Type="http://schemas.openxmlformats.org/officeDocument/2006/relationships/slide" Target="/ppt/slides/slide2.xml" Id="R4bac05e2a7664ae1" /><Relationship Type="http://schemas.openxmlformats.org/officeDocument/2006/relationships/slide" Target="/ppt/slides/slide3.xml" Id="R6442c1cf2d604660" /><Relationship Type="http://schemas.openxmlformats.org/officeDocument/2006/relationships/slide" Target="/ppt/slides/slide4.xml" Id="Rc3e6350469014a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9685243102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ae71ae28964e20" /><Relationship Type="http://schemas.openxmlformats.org/officeDocument/2006/relationships/notesMaster" Target="/ppt/notesMasters/notesMaster1.xml" Id="R184569b208b5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e4c8c594d4c53" /><Relationship Type="http://schemas.openxmlformats.org/officeDocument/2006/relationships/notesMaster" Target="/ppt/notesMasters/notesMaster1.xml" Id="Rbce12a85a4d044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36a70106e645d2" /><Relationship Type="http://schemas.openxmlformats.org/officeDocument/2006/relationships/notesMaster" Target="/ppt/notesMasters/notesMaster1.xml" Id="R44dde130182a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fe46b5a97045fe" /><Relationship Type="http://schemas.openxmlformats.org/officeDocument/2006/relationships/notesMaster" Target="/ppt/notesMasters/notesMaster1.xml" Id="R74af7993c70643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405befd2445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3853578cb24ac8" /><Relationship Type="http://schemas.openxmlformats.org/officeDocument/2006/relationships/slideLayout" Target="/ppt/slideLayouts/slideLayout1.xml" Id="R3a974b91dcb146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974b91dcb146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7e347a2dc4e68" /><Relationship Type="http://schemas.openxmlformats.org/officeDocument/2006/relationships/notesSlide" Target="/ppt/notesSlides/notesSlide1.xml" Id="R1f1633010fda40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34ef8e37a42f8" /><Relationship Type="http://schemas.openxmlformats.org/officeDocument/2006/relationships/notesSlide" Target="/ppt/notesSlides/notesSlide2.xml" Id="R55bec30d4c494b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bd585a98343f2" /><Relationship Type="http://schemas.openxmlformats.org/officeDocument/2006/relationships/notesSlide" Target="/ppt/notesSlides/notesSlide3.xml" Id="Rda2a4c4bc64044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cc4b13164252" /><Relationship Type="http://schemas.openxmlformats.org/officeDocument/2006/relationships/notesSlide" Target="/ppt/notesSlides/notesSlide4.xml" Id="R548bfc98ceb241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428-1">
            <a:extLst xmlns:a="http://schemas.openxmlformats.org/drawingml/2006/main">
              <a:ext uri="{FF2B5EF4-FFF2-40B4-BE49-F238E27FC236}">
                <a16:creationId xmlns:a16="http://schemas.microsoft.com/office/drawing/2014/main" id="{2992B121-BF45-4A9A-9389-0C4AEFA1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428-1">
            <a:extLst xmlns:a="http://schemas.openxmlformats.org/drawingml/2006/main">
              <a:ext uri="{FF2B5EF4-FFF2-40B4-BE49-F238E27FC236}">
                <a16:creationId xmlns:a16="http://schemas.microsoft.com/office/drawing/2014/main" id="{DE8552DA-CF40-4868-BEF9-79E8DE58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p03-full-006428</a:t>
            </a:r>
          </a:p>
        </p:txBody>
      </p:sp>
      <p:sp>
        <p:nvSpPr>
          <p:cNvPr id="3" name="qa-v2-r2-title-p03-full-006428-1">
            <a:extLst xmlns:a="http://schemas.openxmlformats.org/drawingml/2006/main">
              <a:ext uri="{FF2B5EF4-FFF2-40B4-BE49-F238E27FC236}">
                <a16:creationId xmlns:a16="http://schemas.microsoft.com/office/drawing/2014/main" id="{AC4869F5-AD22-42C0-8AF0-A1F7A4B0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6428-1">
            <a:extLst xmlns:a="http://schemas.openxmlformats.org/drawingml/2006/main">
              <a:ext uri="{FF2B5EF4-FFF2-40B4-BE49-F238E27FC236}">
                <a16:creationId xmlns:a16="http://schemas.microsoft.com/office/drawing/2014/main" id="{0B363C67-E39F-4594-A8A0-8C5C3625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event category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p03-src-006428; p03-full-002339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383029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428-2">
            <a:extLst xmlns:a="http://schemas.openxmlformats.org/drawingml/2006/main">
              <a:ext uri="{FF2B5EF4-FFF2-40B4-BE49-F238E27FC236}">
                <a16:creationId xmlns:a16="http://schemas.microsoft.com/office/drawing/2014/main" id="{175F33BA-20EC-4EFC-A294-0846C848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428-2">
            <a:extLst xmlns:a="http://schemas.openxmlformats.org/drawingml/2006/main">
              <a:ext uri="{FF2B5EF4-FFF2-40B4-BE49-F238E27FC236}">
                <a16:creationId xmlns:a16="http://schemas.microsoft.com/office/drawing/2014/main" id="{BED8B8F6-9DE3-4692-AAC7-30F8D174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p03-full-006428</a:t>
            </a:r>
          </a:p>
        </p:txBody>
      </p:sp>
      <p:sp>
        <p:nvSpPr>
          <p:cNvPr id="3" name="qa-v2-r2-title-p03-full-006428-2">
            <a:extLst xmlns:a="http://schemas.openxmlformats.org/drawingml/2006/main">
              <a:ext uri="{FF2B5EF4-FFF2-40B4-BE49-F238E27FC236}">
                <a16:creationId xmlns:a16="http://schemas.microsoft.com/office/drawing/2014/main" id="{8D37E24D-D4AB-44B9-BA65-E4D0612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6428-2">
            <a:extLst xmlns:a="http://schemas.openxmlformats.org/drawingml/2006/main">
              <a:ext uri="{FF2B5EF4-FFF2-40B4-BE49-F238E27FC236}">
                <a16:creationId xmlns:a16="http://schemas.microsoft.com/office/drawing/2014/main" id="{54AE84C0-AFD9-4E89-AA56-11B98769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Check reader-facing summary against the access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assessment-to-control linkage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7226118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428-3">
            <a:extLst xmlns:a="http://schemas.openxmlformats.org/drawingml/2006/main">
              <a:ext uri="{FF2B5EF4-FFF2-40B4-BE49-F238E27FC236}">
                <a16:creationId xmlns:a16="http://schemas.microsoft.com/office/drawing/2014/main" id="{177469DF-33E5-4571-8A13-FDC9E80E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428-3">
            <a:extLst xmlns:a="http://schemas.openxmlformats.org/drawingml/2006/main">
              <a:ext uri="{FF2B5EF4-FFF2-40B4-BE49-F238E27FC236}">
                <a16:creationId xmlns:a16="http://schemas.microsoft.com/office/drawing/2014/main" id="{FFCD43A6-26B2-486A-94D6-85E1B6C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p03-full-006428</a:t>
            </a:r>
          </a:p>
        </p:txBody>
      </p:sp>
      <p:sp>
        <p:nvSpPr>
          <p:cNvPr id="3" name="qa-v2-r2-title-p03-full-006428-3">
            <a:extLst xmlns:a="http://schemas.openxmlformats.org/drawingml/2006/main">
              <a:ext uri="{FF2B5EF4-FFF2-40B4-BE49-F238E27FC236}">
                <a16:creationId xmlns:a16="http://schemas.microsoft.com/office/drawing/2014/main" id="{26821816-0DCD-4596-BD40-43286829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6428-3">
            <a:extLst xmlns:a="http://schemas.openxmlformats.org/drawingml/2006/main">
              <a:ext uri="{FF2B5EF4-FFF2-40B4-BE49-F238E27FC236}">
                <a16:creationId xmlns:a16="http://schemas.microsoft.com/office/drawing/2014/main" id="{4DFCD5A0-6CC9-4136-9C8E-DA149DC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preserve the review question;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894394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6428-4">
            <a:extLst xmlns:a="http://schemas.openxmlformats.org/drawingml/2006/main">
              <a:ext uri="{FF2B5EF4-FFF2-40B4-BE49-F238E27FC236}">
                <a16:creationId xmlns:a16="http://schemas.microsoft.com/office/drawing/2014/main" id="{3ED7E149-91C4-48B0-8FE3-341B0A4C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6428-4">
            <a:extLst xmlns:a="http://schemas.openxmlformats.org/drawingml/2006/main">
              <a:ext uri="{FF2B5EF4-FFF2-40B4-BE49-F238E27FC236}">
                <a16:creationId xmlns:a16="http://schemas.microsoft.com/office/drawing/2014/main" id="{835848FE-7042-4A93-94AA-5AFB3A3D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p03-full-006428</a:t>
            </a:r>
          </a:p>
        </p:txBody>
      </p:sp>
      <p:sp>
        <p:nvSpPr>
          <p:cNvPr id="3" name="qa-v2-r2-title-p03-full-006428-4">
            <a:extLst xmlns:a="http://schemas.openxmlformats.org/drawingml/2006/main">
              <a:ext uri="{FF2B5EF4-FFF2-40B4-BE49-F238E27FC236}">
                <a16:creationId xmlns:a16="http://schemas.microsoft.com/office/drawing/2014/main" id="{D08620B7-F058-4A2E-996A-28246615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6428-4">
            <a:extLst xmlns:a="http://schemas.openxmlformats.org/drawingml/2006/main">
              <a:ext uri="{FF2B5EF4-FFF2-40B4-BE49-F238E27FC236}">
                <a16:creationId xmlns:a16="http://schemas.microsoft.com/office/drawing/2014/main" id="{E98006FA-104F-4635-8A2D-78F18DE3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p03-src-006428 with p03-full-002339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894394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2026-08-25T12:44:00.5340000Z</dcterms:created>
  <dcterms:modified xsi:type="dcterms:W3CDTF">2026-08-25T12:44:00.5340000Z</dcterms:modified>
</coreProperties>
</file>