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990efde930466a" /><Relationship Type="http://schemas.openxmlformats.org/officeDocument/2006/relationships/extended-properties" Target="/docProps/app.xml" Id="R798f8cb6dd564c45" /><Relationship Type="http://schemas.openxmlformats.org/officeDocument/2006/relationships/officeDocument" Target="/ppt/presentation.xml" Id="R91da92e5a0284d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040ec648a44581"/>
  </p:sldMasterIdLst>
  <p:notesMasterIdLst>
    <p:notesMasterId xmlns:r="http://schemas.openxmlformats.org/officeDocument/2006/relationships" r:id="Ra6d58b9b395846ce"/>
  </p:notesMasterIdLst>
  <p:sldIdLst>
    <p:sldId xmlns:r="http://schemas.openxmlformats.org/officeDocument/2006/relationships" id="256" r:id="R2a75b84edde44bf0"/>
    <p:sldId xmlns:r="http://schemas.openxmlformats.org/officeDocument/2006/relationships" id="257" r:id="R267470e7e4154f5b"/>
    <p:sldId xmlns:r="http://schemas.openxmlformats.org/officeDocument/2006/relationships" id="258" r:id="R8bcc75036a434221"/>
    <p:sldId xmlns:r="http://schemas.openxmlformats.org/officeDocument/2006/relationships" id="259" r:id="R9b7b98edb23b45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a1943371dc4309" /><Relationship Type="http://schemas.openxmlformats.org/officeDocument/2006/relationships/slideMaster" Target="/ppt/slideMasters/slideMaster1.xml" Id="R64040ec648a44581" /><Relationship Type="http://schemas.openxmlformats.org/officeDocument/2006/relationships/notesMaster" Target="/ppt/notesMasters/notesMaster1.xml" Id="Ra6d58b9b395846ce" /><Relationship Type="http://schemas.openxmlformats.org/officeDocument/2006/relationships/presProps" Target="/ppt/presProps.xml" Id="R2aa6580a16af4069" /><Relationship Type="http://schemas.openxmlformats.org/officeDocument/2006/relationships/tableStyles" Target="/ppt/tableStyles.xml" Id="Ra1d2cd182d0f4f6d" /><Relationship Type="http://schemas.openxmlformats.org/officeDocument/2006/relationships/slide" Target="/ppt/slides/slide1.xml" Id="R2a75b84edde44bf0" /><Relationship Type="http://schemas.openxmlformats.org/officeDocument/2006/relationships/slide" Target="/ppt/slides/slide2.xml" Id="R267470e7e4154f5b" /><Relationship Type="http://schemas.openxmlformats.org/officeDocument/2006/relationships/slide" Target="/ppt/slides/slide3.xml" Id="R8bcc75036a434221" /><Relationship Type="http://schemas.openxmlformats.org/officeDocument/2006/relationships/slide" Target="/ppt/slides/slide4.xml" Id="R9b7b98edb23b45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bf4de95f8a40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d73d4a58d24dbd" /><Relationship Type="http://schemas.openxmlformats.org/officeDocument/2006/relationships/notesMaster" Target="/ppt/notesMasters/notesMaster1.xml" Id="Rcbcbaf23a6334b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7b5040f13047d7" /><Relationship Type="http://schemas.openxmlformats.org/officeDocument/2006/relationships/notesMaster" Target="/ppt/notesMasters/notesMaster1.xml" Id="R7dc0aab936584c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2657c4abbd4c5a" /><Relationship Type="http://schemas.openxmlformats.org/officeDocument/2006/relationships/notesMaster" Target="/ppt/notesMasters/notesMaster1.xml" Id="R0e299078f19346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558f7c18e04031" /><Relationship Type="http://schemas.openxmlformats.org/officeDocument/2006/relationships/notesMaster" Target="/ppt/notesMasters/notesMaster1.xml" Id="R7ddb411c30f345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c84f90c2fc4d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86ef917f9248de" /><Relationship Type="http://schemas.openxmlformats.org/officeDocument/2006/relationships/slideLayout" Target="/ppt/slideLayouts/slideLayout1.xml" Id="R8df284eb8bae4c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f284eb8bae4c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3bfa5599f469b" /><Relationship Type="http://schemas.openxmlformats.org/officeDocument/2006/relationships/notesSlide" Target="/ppt/notesSlides/notesSlide1.xml" Id="R28fa19872e6f43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72704e67540aa" /><Relationship Type="http://schemas.openxmlformats.org/officeDocument/2006/relationships/notesSlide" Target="/ppt/notesSlides/notesSlide2.xml" Id="R61e9761b5ee748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04e61712334e65" /><Relationship Type="http://schemas.openxmlformats.org/officeDocument/2006/relationships/notesSlide" Target="/ppt/notesSlides/notesSlide3.xml" Id="R4910de5e56b94d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cde766504e472b" /><Relationship Type="http://schemas.openxmlformats.org/officeDocument/2006/relationships/notesSlide" Target="/ppt/notesSlides/notesSlide4.xml" Id="R973302385fda4d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6373-1">
            <a:extLst xmlns:a="http://schemas.openxmlformats.org/drawingml/2006/main">
              <a:ext uri="{FF2B5EF4-FFF2-40B4-BE49-F238E27FC236}">
                <a16:creationId xmlns:a16="http://schemas.microsoft.com/office/drawing/2014/main" id="{970C2F92-278F-4974-92B3-1648D2CE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6373-1">
            <a:extLst xmlns:a="http://schemas.openxmlformats.org/drawingml/2006/main">
              <a:ext uri="{FF2B5EF4-FFF2-40B4-BE49-F238E27FC236}">
                <a16:creationId xmlns:a16="http://schemas.microsoft.com/office/drawing/2014/main" id="{B6ED353B-62C3-4858-BE4D-CFC68947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p03-full-006373</a:t>
            </a:r>
          </a:p>
        </p:txBody>
      </p:sp>
      <p:sp>
        <p:nvSpPr>
          <p:cNvPr id="3" name="qa-v2-r2-title-p03-full-006373-1">
            <a:extLst xmlns:a="http://schemas.openxmlformats.org/drawingml/2006/main">
              <a:ext uri="{FF2B5EF4-FFF2-40B4-BE49-F238E27FC236}">
                <a16:creationId xmlns:a16="http://schemas.microsoft.com/office/drawing/2014/main" id="{33984834-48A4-48BB-9C69-D2845C16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6373-1">
            <a:extLst xmlns:a="http://schemas.openxmlformats.org/drawingml/2006/main">
              <a:ext uri="{FF2B5EF4-FFF2-40B4-BE49-F238E27FC236}">
                <a16:creationId xmlns:a16="http://schemas.microsoft.com/office/drawing/2014/main" id="{3339E942-689E-4893-96A6-4E035B3A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SIEM export minimization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soc siem exports. Declared review date: 2026-07-13.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dependency meaning, operational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relevance, and follow-up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p03-src-006373; p03-full-000496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review chronology assessment.</a:t>
            </a:r>
          </a:p>
        </p:txBody>
      </p:sp>
    </p:spTree>
    <p:extLst>
      <p:ext uri="{BB962C8B-B14F-4D97-AF65-F5344CB8AC3E}">
        <p14:creationId xmlns:p14="http://schemas.microsoft.com/office/powerpoint/2010/main" val="13157197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6373-2">
            <a:extLst xmlns:a="http://schemas.openxmlformats.org/drawingml/2006/main">
              <a:ext uri="{FF2B5EF4-FFF2-40B4-BE49-F238E27FC236}">
                <a16:creationId xmlns:a16="http://schemas.microsoft.com/office/drawing/2014/main" id="{E9E74CDD-5774-4029-9F35-992047E3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6373-2">
            <a:extLst xmlns:a="http://schemas.openxmlformats.org/drawingml/2006/main">
              <a:ext uri="{FF2B5EF4-FFF2-40B4-BE49-F238E27FC236}">
                <a16:creationId xmlns:a16="http://schemas.microsoft.com/office/drawing/2014/main" id="{78FD1FF2-FE61-4FEA-939A-1C6993C0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p03-full-006373</a:t>
            </a:r>
          </a:p>
        </p:txBody>
      </p:sp>
      <p:sp>
        <p:nvSpPr>
          <p:cNvPr id="3" name="qa-v2-r2-title-p03-full-006373-2">
            <a:extLst xmlns:a="http://schemas.openxmlformats.org/drawingml/2006/main">
              <a:ext uri="{FF2B5EF4-FFF2-40B4-BE49-F238E27FC236}">
                <a16:creationId xmlns:a16="http://schemas.microsoft.com/office/drawing/2014/main" id="{B823C667-D81F-4500-ADE7-73F6E5BE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6373-2">
            <a:extLst xmlns:a="http://schemas.openxmlformats.org/drawingml/2006/main">
              <a:ext uri="{FF2B5EF4-FFF2-40B4-BE49-F238E27FC236}">
                <a16:creationId xmlns:a16="http://schemas.microsoft.com/office/drawing/2014/main" id="{C692BF22-F200-4E67-B1BB-87806B46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Derive the next decision from bounded facts; do not request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raw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source-to-review continuity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dependency meaning, operational relevance, and follow-up action.</a:t>
            </a:r>
          </a:p>
        </p:txBody>
      </p:sp>
    </p:spTree>
    <p:extLst>
      <p:ext uri="{BB962C8B-B14F-4D97-AF65-F5344CB8AC3E}">
        <p14:creationId xmlns:p14="http://schemas.microsoft.com/office/powerpoint/2010/main" val="15864015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6373-3">
            <a:extLst xmlns:a="http://schemas.openxmlformats.org/drawingml/2006/main">
              <a:ext uri="{FF2B5EF4-FFF2-40B4-BE49-F238E27FC236}">
                <a16:creationId xmlns:a16="http://schemas.microsoft.com/office/drawing/2014/main" id="{55DA6375-55A2-4779-95D2-C66CA594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6373-3">
            <a:extLst xmlns:a="http://schemas.openxmlformats.org/drawingml/2006/main">
              <a:ext uri="{FF2B5EF4-FFF2-40B4-BE49-F238E27FC236}">
                <a16:creationId xmlns:a16="http://schemas.microsoft.com/office/drawing/2014/main" id="{2C2456AC-EA50-46AF-A865-814B414B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p03-full-006373</a:t>
            </a:r>
          </a:p>
        </p:txBody>
      </p:sp>
      <p:sp>
        <p:nvSpPr>
          <p:cNvPr id="3" name="qa-v2-r2-title-p03-full-006373-3">
            <a:extLst xmlns:a="http://schemas.openxmlformats.org/drawingml/2006/main">
              <a:ext uri="{FF2B5EF4-FFF2-40B4-BE49-F238E27FC236}">
                <a16:creationId xmlns:a16="http://schemas.microsoft.com/office/drawing/2014/main" id="{A3A5ADE3-8952-489E-AF4E-7DC15749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6373-3">
            <a:extLst xmlns:a="http://schemas.openxmlformats.org/drawingml/2006/main">
              <a:ext uri="{FF2B5EF4-FFF2-40B4-BE49-F238E27FC236}">
                <a16:creationId xmlns:a16="http://schemas.microsoft.com/office/drawing/2014/main" id="{D5625313-6E08-49FA-A250-6BF6BE2C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verify the dependency meaning;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8552340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6373-4">
            <a:extLst xmlns:a="http://schemas.openxmlformats.org/drawingml/2006/main">
              <a:ext uri="{FF2B5EF4-FFF2-40B4-BE49-F238E27FC236}">
                <a16:creationId xmlns:a16="http://schemas.microsoft.com/office/drawing/2014/main" id="{9EA860E4-B35F-4CF5-A97B-3D91871C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6373-4">
            <a:extLst xmlns:a="http://schemas.openxmlformats.org/drawingml/2006/main">
              <a:ext uri="{FF2B5EF4-FFF2-40B4-BE49-F238E27FC236}">
                <a16:creationId xmlns:a16="http://schemas.microsoft.com/office/drawing/2014/main" id="{8ECC88AC-360A-4374-976E-51964A8B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p03-full-006373</a:t>
            </a:r>
          </a:p>
        </p:txBody>
      </p:sp>
      <p:sp>
        <p:nvSpPr>
          <p:cNvPr id="3" name="qa-v2-r2-title-p03-full-006373-4">
            <a:extLst xmlns:a="http://schemas.openxmlformats.org/drawingml/2006/main">
              <a:ext uri="{FF2B5EF4-FFF2-40B4-BE49-F238E27FC236}">
                <a16:creationId xmlns:a16="http://schemas.microsoft.com/office/drawing/2014/main" id="{CBCCC985-8C47-4278-A51A-BD2FA737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6373-4">
            <a:extLst xmlns:a="http://schemas.openxmlformats.org/drawingml/2006/main">
              <a:ext uri="{FF2B5EF4-FFF2-40B4-BE49-F238E27FC236}">
                <a16:creationId xmlns:a16="http://schemas.microsoft.com/office/drawing/2014/main" id="{F6574018-718C-4521-AA02-CECC52DF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p03-src-006373 with p03-full-000496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review chronology.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18552340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2026-08-25T12:37:56.0230000Z</dcterms:created>
  <dcterms:modified xsi:type="dcterms:W3CDTF">2026-08-25T12:37:56.0230000Z</dcterms:modified>
</coreProperties>
</file>