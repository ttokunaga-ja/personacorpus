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bc46d1af24a4d" /><Relationship Type="http://schemas.openxmlformats.org/officeDocument/2006/relationships/extended-properties" Target="/docProps/app.xml" Id="R9dcc55e9793244fb" /><Relationship Type="http://schemas.openxmlformats.org/officeDocument/2006/relationships/officeDocument" Target="/ppt/presentation.xml" Id="R71447e535260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1b5fe8668483f"/>
  </p:sldMasterIdLst>
  <p:notesMasterIdLst>
    <p:notesMasterId xmlns:r="http://schemas.openxmlformats.org/officeDocument/2006/relationships" r:id="Ree5e7e903c6c4656"/>
  </p:notesMasterIdLst>
  <p:sldIdLst>
    <p:sldId xmlns:r="http://schemas.openxmlformats.org/officeDocument/2006/relationships" id="256" r:id="R6869d344dea74a8f"/>
    <p:sldId xmlns:r="http://schemas.openxmlformats.org/officeDocument/2006/relationships" id="257" r:id="R70281e3d6afb4a22"/>
    <p:sldId xmlns:r="http://schemas.openxmlformats.org/officeDocument/2006/relationships" id="258" r:id="R39f5fff779da40d7"/>
    <p:sldId xmlns:r="http://schemas.openxmlformats.org/officeDocument/2006/relationships" id="259" r:id="R74f181292c4242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225797eff4139" /><Relationship Type="http://schemas.openxmlformats.org/officeDocument/2006/relationships/slideMaster" Target="/ppt/slideMasters/slideMaster1.xml" Id="R1581b5fe8668483f" /><Relationship Type="http://schemas.openxmlformats.org/officeDocument/2006/relationships/notesMaster" Target="/ppt/notesMasters/notesMaster1.xml" Id="Ree5e7e903c6c4656" /><Relationship Type="http://schemas.openxmlformats.org/officeDocument/2006/relationships/presProps" Target="/ppt/presProps.xml" Id="R91876e822b564dc1" /><Relationship Type="http://schemas.openxmlformats.org/officeDocument/2006/relationships/tableStyles" Target="/ppt/tableStyles.xml" Id="R7ce22594b676460d" /><Relationship Type="http://schemas.openxmlformats.org/officeDocument/2006/relationships/slide" Target="/ppt/slides/slide1.xml" Id="R6869d344dea74a8f" /><Relationship Type="http://schemas.openxmlformats.org/officeDocument/2006/relationships/slide" Target="/ppt/slides/slide2.xml" Id="R70281e3d6afb4a22" /><Relationship Type="http://schemas.openxmlformats.org/officeDocument/2006/relationships/slide" Target="/ppt/slides/slide3.xml" Id="R39f5fff779da40d7" /><Relationship Type="http://schemas.openxmlformats.org/officeDocument/2006/relationships/slide" Target="/ppt/slides/slide4.xml" Id="R74f181292c42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bb7ed25f3f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03727a24b04e06" /><Relationship Type="http://schemas.openxmlformats.org/officeDocument/2006/relationships/notesMaster" Target="/ppt/notesMasters/notesMaster1.xml" Id="Rc26b9b172b27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01b356679c415d" /><Relationship Type="http://schemas.openxmlformats.org/officeDocument/2006/relationships/notesMaster" Target="/ppt/notesMasters/notesMaster1.xml" Id="R88d11b61641d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31b2963c2414b" /><Relationship Type="http://schemas.openxmlformats.org/officeDocument/2006/relationships/notesMaster" Target="/ppt/notesMasters/notesMaster1.xml" Id="Rb83d7d3a9271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cb43b8e39c4270" /><Relationship Type="http://schemas.openxmlformats.org/officeDocument/2006/relationships/notesMaster" Target="/ppt/notesMasters/notesMaster1.xml" Id="Rba593ee75bad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f967a12cd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78b3d795a4eca" /><Relationship Type="http://schemas.openxmlformats.org/officeDocument/2006/relationships/slideLayout" Target="/ppt/slideLayouts/slideLayout1.xml" Id="R8f988611b65540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988611b65540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f17c7c28a4feb" /><Relationship Type="http://schemas.openxmlformats.org/officeDocument/2006/relationships/notesSlide" Target="/ppt/notesSlides/notesSlide1.xml" Id="Rbd5d14212acd49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7790bfd854c84" /><Relationship Type="http://schemas.openxmlformats.org/officeDocument/2006/relationships/notesSlide" Target="/ppt/notesSlides/notesSlide2.xml" Id="R6ed3974404b2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3b3c3b764412f" /><Relationship Type="http://schemas.openxmlformats.org/officeDocument/2006/relationships/notesSlide" Target="/ppt/notesSlides/notesSlide3.xml" Id="R8179632b4a7f46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9e32ec08a40a4" /><Relationship Type="http://schemas.openxmlformats.org/officeDocument/2006/relationships/notesSlide" Target="/ppt/notesSlides/notesSlide4.xml" Id="R4b31e9735d5f43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27-1">
            <a:extLst xmlns:a="http://schemas.openxmlformats.org/drawingml/2006/main">
              <a:ext uri="{FF2B5EF4-FFF2-40B4-BE49-F238E27FC236}">
                <a16:creationId xmlns:a16="http://schemas.microsoft.com/office/drawing/2014/main" id="{E5D70F11-B013-4AD0-A753-823163E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27-1">
            <a:extLst xmlns:a="http://schemas.openxmlformats.org/drawingml/2006/main">
              <a:ext uri="{FF2B5EF4-FFF2-40B4-BE49-F238E27FC236}">
                <a16:creationId xmlns:a16="http://schemas.microsoft.com/office/drawing/2014/main" id="{02C013C2-CEF2-49B4-A6BF-150F659C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p03-full-005427</a:t>
            </a:r>
          </a:p>
        </p:txBody>
      </p:sp>
      <p:sp>
        <p:nvSpPr>
          <p:cNvPr id="3" name="qa-v2-r2-title-p03-full-005427-1">
            <a:extLst xmlns:a="http://schemas.openxmlformats.org/drawingml/2006/main">
              <a:ext uri="{FF2B5EF4-FFF2-40B4-BE49-F238E27FC236}">
                <a16:creationId xmlns:a16="http://schemas.microsoft.com/office/drawing/2014/main" id="{2234D4D9-C18E-4B0B-BFFF-7BE51415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427-1">
            <a:extLst xmlns:a="http://schemas.openxmlformats.org/drawingml/2006/main">
              <a:ext uri="{FF2B5EF4-FFF2-40B4-BE49-F238E27FC236}">
                <a16:creationId xmlns:a16="http://schemas.microsoft.com/office/drawing/2014/main" id="{900567BE-21CE-409A-B844-99E71729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p03-src-005427; p03-full-001485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807658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27-2">
            <a:extLst xmlns:a="http://schemas.openxmlformats.org/drawingml/2006/main">
              <a:ext uri="{FF2B5EF4-FFF2-40B4-BE49-F238E27FC236}">
                <a16:creationId xmlns:a16="http://schemas.microsoft.com/office/drawing/2014/main" id="{B8675F53-F6D7-431E-8DDC-7891576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27-2">
            <a:extLst xmlns:a="http://schemas.openxmlformats.org/drawingml/2006/main">
              <a:ext uri="{FF2B5EF4-FFF2-40B4-BE49-F238E27FC236}">
                <a16:creationId xmlns:a16="http://schemas.microsoft.com/office/drawing/2014/main" id="{5F6113BA-B11C-48CE-BDFE-E3359025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p03-full-005427</a:t>
            </a:r>
          </a:p>
        </p:txBody>
      </p:sp>
      <p:sp>
        <p:nvSpPr>
          <p:cNvPr id="3" name="qa-v2-r2-title-p03-full-005427-2">
            <a:extLst xmlns:a="http://schemas.openxmlformats.org/drawingml/2006/main">
              <a:ext uri="{FF2B5EF4-FFF2-40B4-BE49-F238E27FC236}">
                <a16:creationId xmlns:a16="http://schemas.microsoft.com/office/drawing/2014/main" id="{5FF7B85A-1F9D-4BC3-B56F-5EE4E24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427-2">
            <a:extLst xmlns:a="http://schemas.openxmlformats.org/drawingml/2006/main">
              <a:ext uri="{FF2B5EF4-FFF2-40B4-BE49-F238E27FC236}">
                <a16:creationId xmlns:a16="http://schemas.microsoft.com/office/drawing/2014/main" id="{99BC8231-39B5-49B8-8200-7D9D47C2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Compare each assurance phrase to the synthetic boundary;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reject production assertions.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288797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27-3">
            <a:extLst xmlns:a="http://schemas.openxmlformats.org/drawingml/2006/main">
              <a:ext uri="{FF2B5EF4-FFF2-40B4-BE49-F238E27FC236}">
                <a16:creationId xmlns:a16="http://schemas.microsoft.com/office/drawing/2014/main" id="{3695A67A-BAD0-40A4-94C5-DB560E8D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27-3">
            <a:extLst xmlns:a="http://schemas.openxmlformats.org/drawingml/2006/main">
              <a:ext uri="{FF2B5EF4-FFF2-40B4-BE49-F238E27FC236}">
                <a16:creationId xmlns:a16="http://schemas.microsoft.com/office/drawing/2014/main" id="{3D75ADE4-1A98-497C-BF67-A4905A49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p03-full-005427</a:t>
            </a:r>
          </a:p>
        </p:txBody>
      </p:sp>
      <p:sp>
        <p:nvSpPr>
          <p:cNvPr id="3" name="qa-v2-r2-title-p03-full-005427-3">
            <a:extLst xmlns:a="http://schemas.openxmlformats.org/drawingml/2006/main">
              <a:ext uri="{FF2B5EF4-FFF2-40B4-BE49-F238E27FC236}">
                <a16:creationId xmlns:a16="http://schemas.microsoft.com/office/drawing/2014/main" id="{62FFE275-80DE-4B30-84C4-64963658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427-3">
            <a:extLst xmlns:a="http://schemas.openxmlformats.org/drawingml/2006/main">
              <a:ext uri="{FF2B5EF4-FFF2-40B4-BE49-F238E27FC236}">
                <a16:creationId xmlns:a16="http://schemas.microsoft.com/office/drawing/2014/main" id="{AFE65FEF-7120-440F-B036-465B7FE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61167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27-4">
            <a:extLst xmlns:a="http://schemas.openxmlformats.org/drawingml/2006/main">
              <a:ext uri="{FF2B5EF4-FFF2-40B4-BE49-F238E27FC236}">
                <a16:creationId xmlns:a16="http://schemas.microsoft.com/office/drawing/2014/main" id="{9CFD9947-990E-47E0-9900-85764BE1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27-4">
            <a:extLst xmlns:a="http://schemas.openxmlformats.org/drawingml/2006/main">
              <a:ext uri="{FF2B5EF4-FFF2-40B4-BE49-F238E27FC236}">
                <a16:creationId xmlns:a16="http://schemas.microsoft.com/office/drawing/2014/main" id="{34D25FA6-3D51-4326-8462-5F7D6C11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p03-full-005427</a:t>
            </a:r>
          </a:p>
        </p:txBody>
      </p:sp>
      <p:sp>
        <p:nvSpPr>
          <p:cNvPr id="3" name="qa-v2-r2-title-p03-full-005427-4">
            <a:extLst xmlns:a="http://schemas.openxmlformats.org/drawingml/2006/main">
              <a:ext uri="{FF2B5EF4-FFF2-40B4-BE49-F238E27FC236}">
                <a16:creationId xmlns:a16="http://schemas.microsoft.com/office/drawing/2014/main" id="{AB5A2D7D-486D-4B13-B5CC-38A8D889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427-4">
            <a:extLst xmlns:a="http://schemas.openxmlformats.org/drawingml/2006/main">
              <a:ext uri="{FF2B5EF4-FFF2-40B4-BE49-F238E27FC236}">
                <a16:creationId xmlns:a16="http://schemas.microsoft.com/office/drawing/2014/main" id="{36BEF73F-F1EA-49A5-AA9D-51BE462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p03-src-005427 with p03-full-001485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761167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2026-08-25T12:38:39.0760000Z</dcterms:created>
  <dcterms:modified xsi:type="dcterms:W3CDTF">2026-08-25T12:38:39.0760000Z</dcterms:modified>
</coreProperties>
</file>