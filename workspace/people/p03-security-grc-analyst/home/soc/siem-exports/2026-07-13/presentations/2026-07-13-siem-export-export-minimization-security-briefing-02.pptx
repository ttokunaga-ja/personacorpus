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46b6b36d6242fe" /><Relationship Type="http://schemas.openxmlformats.org/officeDocument/2006/relationships/extended-properties" Target="/docProps/app.xml" Id="R110ceab26b5f443a" /><Relationship Type="http://schemas.openxmlformats.org/officeDocument/2006/relationships/officeDocument" Target="/ppt/presentation.xml" Id="Re4667ce4a2fc41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e74844d7f2465a"/>
  </p:sldMasterIdLst>
  <p:notesMasterIdLst>
    <p:notesMasterId xmlns:r="http://schemas.openxmlformats.org/officeDocument/2006/relationships" r:id="R84f76fcd3d124b77"/>
  </p:notesMasterIdLst>
  <p:sldIdLst>
    <p:sldId xmlns:r="http://schemas.openxmlformats.org/officeDocument/2006/relationships" id="256" r:id="R34a1131dad7247bc"/>
    <p:sldId xmlns:r="http://schemas.openxmlformats.org/officeDocument/2006/relationships" id="257" r:id="R34f6abb2fa91426a"/>
    <p:sldId xmlns:r="http://schemas.openxmlformats.org/officeDocument/2006/relationships" id="258" r:id="R737bc3312efc4265"/>
    <p:sldId xmlns:r="http://schemas.openxmlformats.org/officeDocument/2006/relationships" id="259" r:id="R37f848876d434d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e4bd9fb6bf46e5" /><Relationship Type="http://schemas.openxmlformats.org/officeDocument/2006/relationships/slideMaster" Target="/ppt/slideMasters/slideMaster1.xml" Id="Rf7e74844d7f2465a" /><Relationship Type="http://schemas.openxmlformats.org/officeDocument/2006/relationships/notesMaster" Target="/ppt/notesMasters/notesMaster1.xml" Id="R84f76fcd3d124b77" /><Relationship Type="http://schemas.openxmlformats.org/officeDocument/2006/relationships/presProps" Target="/ppt/presProps.xml" Id="R5ce53b262c514386" /><Relationship Type="http://schemas.openxmlformats.org/officeDocument/2006/relationships/tableStyles" Target="/ppt/tableStyles.xml" Id="R152eb9d7988047e5" /><Relationship Type="http://schemas.openxmlformats.org/officeDocument/2006/relationships/slide" Target="/ppt/slides/slide1.xml" Id="R34a1131dad7247bc" /><Relationship Type="http://schemas.openxmlformats.org/officeDocument/2006/relationships/slide" Target="/ppt/slides/slide2.xml" Id="R34f6abb2fa91426a" /><Relationship Type="http://schemas.openxmlformats.org/officeDocument/2006/relationships/slide" Target="/ppt/slides/slide3.xml" Id="R737bc3312efc4265" /><Relationship Type="http://schemas.openxmlformats.org/officeDocument/2006/relationships/slide" Target="/ppt/slides/slide4.xml" Id="R37f848876d434d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49c1a7639542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ded4faf45b455d" /><Relationship Type="http://schemas.openxmlformats.org/officeDocument/2006/relationships/notesMaster" Target="/ppt/notesMasters/notesMaster1.xml" Id="Rc7aab174709c4b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b2278fb59143b7" /><Relationship Type="http://schemas.openxmlformats.org/officeDocument/2006/relationships/notesMaster" Target="/ppt/notesMasters/notesMaster1.xml" Id="Rb0d7dc3cd25e43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de666b75d84f40" /><Relationship Type="http://schemas.openxmlformats.org/officeDocument/2006/relationships/notesMaster" Target="/ppt/notesMasters/notesMaster1.xml" Id="R12dea902b81e40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d98f5078854efa" /><Relationship Type="http://schemas.openxmlformats.org/officeDocument/2006/relationships/notesMaster" Target="/ppt/notesMasters/notesMaster1.xml" Id="R81edce1ed0804f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357eaef48149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427992956644a5" /><Relationship Type="http://schemas.openxmlformats.org/officeDocument/2006/relationships/slideLayout" Target="/ppt/slideLayouts/slideLayout1.xml" Id="Rf9e822bfd2ab49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e822bfd2ab49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00859bec042a4" /><Relationship Type="http://schemas.openxmlformats.org/officeDocument/2006/relationships/notesSlide" Target="/ppt/notesSlides/notesSlide1.xml" Id="Rc9f66c732b7d43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65cf83c234209" /><Relationship Type="http://schemas.openxmlformats.org/officeDocument/2006/relationships/notesSlide" Target="/ppt/notesSlides/notesSlide2.xml" Id="Rea07f8107adf45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94adf34e64533" /><Relationship Type="http://schemas.openxmlformats.org/officeDocument/2006/relationships/notesSlide" Target="/ppt/notesSlides/notesSlide3.xml" Id="R1a193ef894a141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b878f36914df5" /><Relationship Type="http://schemas.openxmlformats.org/officeDocument/2006/relationships/notesSlide" Target="/ppt/notesSlides/notesSlide4.xml" Id="R4d0fd76f51cd4c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073-1">
            <a:extLst xmlns:a="http://schemas.openxmlformats.org/drawingml/2006/main">
              <a:ext uri="{FF2B5EF4-FFF2-40B4-BE49-F238E27FC236}">
                <a16:creationId xmlns:a16="http://schemas.microsoft.com/office/drawing/2014/main" id="{54B7BB1C-27A5-4D50-81F1-5F9C77E0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073-1">
            <a:extLst xmlns:a="http://schemas.openxmlformats.org/drawingml/2006/main">
              <a:ext uri="{FF2B5EF4-FFF2-40B4-BE49-F238E27FC236}">
                <a16:creationId xmlns:a16="http://schemas.microsoft.com/office/drawing/2014/main" id="{7E93E557-2052-44EF-B39E-B339A4E6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p03-full-007073</a:t>
            </a:r>
          </a:p>
        </p:txBody>
      </p:sp>
      <p:sp>
        <p:nvSpPr>
          <p:cNvPr id="3" name="qa-v2-r2-title-p03-full-007073-1">
            <a:extLst xmlns:a="http://schemas.openxmlformats.org/drawingml/2006/main">
              <a:ext uri="{FF2B5EF4-FFF2-40B4-BE49-F238E27FC236}">
                <a16:creationId xmlns:a16="http://schemas.microsoft.com/office/drawing/2014/main" id="{EEC27EFD-377C-485A-A4EA-153661F3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7073-1">
            <a:extLst xmlns:a="http://schemas.openxmlformats.org/drawingml/2006/main">
              <a:ext uri="{FF2B5EF4-FFF2-40B4-BE49-F238E27FC236}">
                <a16:creationId xmlns:a16="http://schemas.microsoft.com/office/drawing/2014/main" id="{F59BE0E7-F323-4E7E-B063-3BCF9D2E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minimization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siem exports. Declared review date: 2026-07-13.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p03-src-007073; p03-full-001656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decision trace assessment.</a:t>
            </a:r>
          </a:p>
        </p:txBody>
      </p:sp>
    </p:spTree>
    <p:extLst>
      <p:ext uri="{BB962C8B-B14F-4D97-AF65-F5344CB8AC3E}">
        <p14:creationId xmlns:p14="http://schemas.microsoft.com/office/powerpoint/2010/main" val="257567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073-2">
            <a:extLst xmlns:a="http://schemas.openxmlformats.org/drawingml/2006/main">
              <a:ext uri="{FF2B5EF4-FFF2-40B4-BE49-F238E27FC236}">
                <a16:creationId xmlns:a16="http://schemas.microsoft.com/office/drawing/2014/main" id="{ACDD0235-076A-43A0-AB7A-415F8C4E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073-2">
            <a:extLst xmlns:a="http://schemas.openxmlformats.org/drawingml/2006/main">
              <a:ext uri="{FF2B5EF4-FFF2-40B4-BE49-F238E27FC236}">
                <a16:creationId xmlns:a16="http://schemas.microsoft.com/office/drawing/2014/main" id="{1EC92427-4723-4B3B-AFCB-4B9F0ADA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p03-full-007073</a:t>
            </a:r>
          </a:p>
        </p:txBody>
      </p:sp>
      <p:sp>
        <p:nvSpPr>
          <p:cNvPr id="3" name="qa-v2-r2-title-p03-full-007073-2">
            <a:extLst xmlns:a="http://schemas.openxmlformats.org/drawingml/2006/main">
              <a:ext uri="{FF2B5EF4-FFF2-40B4-BE49-F238E27FC236}">
                <a16:creationId xmlns:a16="http://schemas.microsoft.com/office/drawing/2014/main" id="{CA59ECF5-3EE3-4194-82A4-38FD3E4A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7073-2">
            <a:extLst xmlns:a="http://schemas.openxmlformats.org/drawingml/2006/main">
              <a:ext uri="{FF2B5EF4-FFF2-40B4-BE49-F238E27FC236}">
                <a16:creationId xmlns:a16="http://schemas.microsoft.com/office/drawing/2014/main" id="{E72D0570-AF54-41D0-9F0F-6F39C071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Treat the period as cadence; reject its use as an event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timestamp.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evidence-to-conclusion sufficiency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1063319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073-3">
            <a:extLst xmlns:a="http://schemas.openxmlformats.org/drawingml/2006/main">
              <a:ext uri="{FF2B5EF4-FFF2-40B4-BE49-F238E27FC236}">
                <a16:creationId xmlns:a16="http://schemas.microsoft.com/office/drawing/2014/main" id="{B04CD0DD-9C5E-4F76-9B9E-7C8DFC6D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073-3">
            <a:extLst xmlns:a="http://schemas.openxmlformats.org/drawingml/2006/main">
              <a:ext uri="{FF2B5EF4-FFF2-40B4-BE49-F238E27FC236}">
                <a16:creationId xmlns:a16="http://schemas.microsoft.com/office/drawing/2014/main" id="{BF72BA31-E83B-4AD1-BDFC-D9DA215F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p03-full-007073</a:t>
            </a:r>
          </a:p>
        </p:txBody>
      </p:sp>
      <p:sp>
        <p:nvSpPr>
          <p:cNvPr id="3" name="qa-v2-r2-title-p03-full-007073-3">
            <a:extLst xmlns:a="http://schemas.openxmlformats.org/drawingml/2006/main">
              <a:ext uri="{FF2B5EF4-FFF2-40B4-BE49-F238E27FC236}">
                <a16:creationId xmlns:a16="http://schemas.microsoft.com/office/drawing/2014/main" id="{D0B9FEF3-049B-49C4-A5D6-A7ED7894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7073-3">
            <a:extLst xmlns:a="http://schemas.openxmlformats.org/drawingml/2006/main">
              <a:ext uri="{FF2B5EF4-FFF2-40B4-BE49-F238E27FC236}">
                <a16:creationId xmlns:a16="http://schemas.microsoft.com/office/drawing/2014/main" id="{397D9BC2-0D5F-4C73-810C-C5C292ED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preserve the review question;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8133893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073-4">
            <a:extLst xmlns:a="http://schemas.openxmlformats.org/drawingml/2006/main">
              <a:ext uri="{FF2B5EF4-FFF2-40B4-BE49-F238E27FC236}">
                <a16:creationId xmlns:a16="http://schemas.microsoft.com/office/drawing/2014/main" id="{2018084D-5F85-40C9-B53E-BF15EAB3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073-4">
            <a:extLst xmlns:a="http://schemas.openxmlformats.org/drawingml/2006/main">
              <a:ext uri="{FF2B5EF4-FFF2-40B4-BE49-F238E27FC236}">
                <a16:creationId xmlns:a16="http://schemas.microsoft.com/office/drawing/2014/main" id="{6AB91DD2-034E-4199-ACBF-790B71E8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p03-full-007073</a:t>
            </a:r>
          </a:p>
        </p:txBody>
      </p:sp>
      <p:sp>
        <p:nvSpPr>
          <p:cNvPr id="3" name="qa-v2-r2-title-p03-full-007073-4">
            <a:extLst xmlns:a="http://schemas.openxmlformats.org/drawingml/2006/main">
              <a:ext uri="{FF2B5EF4-FFF2-40B4-BE49-F238E27FC236}">
                <a16:creationId xmlns:a16="http://schemas.microsoft.com/office/drawing/2014/main" id="{ABC8C486-E733-4392-AEA1-66754F0D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7073-4">
            <a:extLst xmlns:a="http://schemas.openxmlformats.org/drawingml/2006/main">
              <a:ext uri="{FF2B5EF4-FFF2-40B4-BE49-F238E27FC236}">
                <a16:creationId xmlns:a16="http://schemas.microsoft.com/office/drawing/2014/main" id="{AF49DB63-95E9-4565-A301-6A844509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p03-src-007073 with p03-full-001656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decision trace.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8133893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2026-08-25T12:38:17.6080000Z</dcterms:created>
  <dcterms:modified xsi:type="dcterms:W3CDTF">2026-08-25T12:38:17.6080000Z</dcterms:modified>
</coreProperties>
</file>