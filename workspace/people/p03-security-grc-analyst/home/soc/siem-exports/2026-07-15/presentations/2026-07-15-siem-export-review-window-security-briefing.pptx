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4caf72e6d24ae3" /><Relationship Type="http://schemas.openxmlformats.org/officeDocument/2006/relationships/extended-properties" Target="/docProps/app.xml" Id="R7cbc68fc42a54fab" /><Relationship Type="http://schemas.openxmlformats.org/officeDocument/2006/relationships/officeDocument" Target="/ppt/presentation.xml" Id="R602106412c6d43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729ab3f80a4bf4"/>
  </p:sldMasterIdLst>
  <p:notesMasterIdLst>
    <p:notesMasterId xmlns:r="http://schemas.openxmlformats.org/officeDocument/2006/relationships" r:id="Rd5cf5fc40c1044f0"/>
  </p:notesMasterIdLst>
  <p:sldIdLst>
    <p:sldId xmlns:r="http://schemas.openxmlformats.org/officeDocument/2006/relationships" id="256" r:id="Re4980dcb31584f25"/>
    <p:sldId xmlns:r="http://schemas.openxmlformats.org/officeDocument/2006/relationships" id="257" r:id="R1c029d8a277547bf"/>
    <p:sldId xmlns:r="http://schemas.openxmlformats.org/officeDocument/2006/relationships" id="258" r:id="R1e4793a886b54d5e"/>
    <p:sldId xmlns:r="http://schemas.openxmlformats.org/officeDocument/2006/relationships" id="259" r:id="R4c0c8d1b06f540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c918b4d8db45a6" /><Relationship Type="http://schemas.openxmlformats.org/officeDocument/2006/relationships/slideMaster" Target="/ppt/slideMasters/slideMaster1.xml" Id="R61729ab3f80a4bf4" /><Relationship Type="http://schemas.openxmlformats.org/officeDocument/2006/relationships/notesMaster" Target="/ppt/notesMasters/notesMaster1.xml" Id="Rd5cf5fc40c1044f0" /><Relationship Type="http://schemas.openxmlformats.org/officeDocument/2006/relationships/presProps" Target="/ppt/presProps.xml" Id="Re2b8a2e701c042b3" /><Relationship Type="http://schemas.openxmlformats.org/officeDocument/2006/relationships/tableStyles" Target="/ppt/tableStyles.xml" Id="Rb6649a484def47e9" /><Relationship Type="http://schemas.openxmlformats.org/officeDocument/2006/relationships/slide" Target="/ppt/slides/slide1.xml" Id="Re4980dcb31584f25" /><Relationship Type="http://schemas.openxmlformats.org/officeDocument/2006/relationships/slide" Target="/ppt/slides/slide2.xml" Id="R1c029d8a277547bf" /><Relationship Type="http://schemas.openxmlformats.org/officeDocument/2006/relationships/slide" Target="/ppt/slides/slide3.xml" Id="R1e4793a886b54d5e" /><Relationship Type="http://schemas.openxmlformats.org/officeDocument/2006/relationships/slide" Target="/ppt/slides/slide4.xml" Id="R4c0c8d1b06f540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b5ab21d77844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1773c4689e4823" /><Relationship Type="http://schemas.openxmlformats.org/officeDocument/2006/relationships/notesMaster" Target="/ppt/notesMasters/notesMaster1.xml" Id="R92b437d0dd0c48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2264638c7d4fba" /><Relationship Type="http://schemas.openxmlformats.org/officeDocument/2006/relationships/notesMaster" Target="/ppt/notesMasters/notesMaster1.xml" Id="R67812105737246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2fac3d07f34f0c" /><Relationship Type="http://schemas.openxmlformats.org/officeDocument/2006/relationships/notesMaster" Target="/ppt/notesMasters/notesMaster1.xml" Id="Rec76c9268d084d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a9e67a185342c3" /><Relationship Type="http://schemas.openxmlformats.org/officeDocument/2006/relationships/notesMaster" Target="/ppt/notesMasters/notesMaster1.xml" Id="R815d2e6a17ec49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5d265de9a41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0ac098ee20426f" /><Relationship Type="http://schemas.openxmlformats.org/officeDocument/2006/relationships/slideLayout" Target="/ppt/slideLayouts/slideLayout1.xml" Id="R6ef770e505c745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f770e505c745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7e5a297a9489f" /><Relationship Type="http://schemas.openxmlformats.org/officeDocument/2006/relationships/notesSlide" Target="/ppt/notesSlides/notesSlide1.xml" Id="R71f4644c68a54e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5526f19f34112" /><Relationship Type="http://schemas.openxmlformats.org/officeDocument/2006/relationships/notesSlide" Target="/ppt/notesSlides/notesSlide2.xml" Id="R234173962ede48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56ec60c234d15" /><Relationship Type="http://schemas.openxmlformats.org/officeDocument/2006/relationships/notesSlide" Target="/ppt/notesSlides/notesSlide3.xml" Id="R1493106e25d64a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35cdd23f54ff9" /><Relationship Type="http://schemas.openxmlformats.org/officeDocument/2006/relationships/notesSlide" Target="/ppt/notesSlides/notesSlide4.xml" Id="R18eb6982d9624d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627-1">
            <a:extLst xmlns:a="http://schemas.openxmlformats.org/drawingml/2006/main">
              <a:ext uri="{FF2B5EF4-FFF2-40B4-BE49-F238E27FC236}">
                <a16:creationId xmlns:a16="http://schemas.microsoft.com/office/drawing/2014/main" id="{7759E4CB-65AE-4642-9490-E8B405AA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627-1">
            <a:extLst xmlns:a="http://schemas.openxmlformats.org/drawingml/2006/main">
              <a:ext uri="{FF2B5EF4-FFF2-40B4-BE49-F238E27FC236}">
                <a16:creationId xmlns:a16="http://schemas.microsoft.com/office/drawing/2014/main" id="{C137ED12-1DDB-4509-A71B-1D6501A6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p03-full-001627</a:t>
            </a:r>
          </a:p>
        </p:txBody>
      </p:sp>
      <p:sp>
        <p:nvSpPr>
          <p:cNvPr id="3" name="qa-v2-r2-title-p03-full-001627-1">
            <a:extLst xmlns:a="http://schemas.openxmlformats.org/drawingml/2006/main">
              <a:ext uri="{FF2B5EF4-FFF2-40B4-BE49-F238E27FC236}">
                <a16:creationId xmlns:a16="http://schemas.microsoft.com/office/drawing/2014/main" id="{AB1F6483-E07A-446E-A4D5-6C849FD4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1627-1">
            <a:extLst xmlns:a="http://schemas.openxmlformats.org/drawingml/2006/main">
              <a:ext uri="{FF2B5EF4-FFF2-40B4-BE49-F238E27FC236}">
                <a16:creationId xmlns:a16="http://schemas.microsoft.com/office/drawing/2014/main" id="{C984C12F-48D1-4EA3-A78C-0F6D2D53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review window security briefing within soc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siem exports. The record treats RISK-031 on 2026-07-15 as a record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completeness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p03-src-001627 is the declared source; p03-full-001796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453797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627-2">
            <a:extLst xmlns:a="http://schemas.openxmlformats.org/drawingml/2006/main">
              <a:ext uri="{FF2B5EF4-FFF2-40B4-BE49-F238E27FC236}">
                <a16:creationId xmlns:a16="http://schemas.microsoft.com/office/drawing/2014/main" id="{B4AD9AA3-5241-4E2C-AFCE-DDE39666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627-2">
            <a:extLst xmlns:a="http://schemas.openxmlformats.org/drawingml/2006/main">
              <a:ext uri="{FF2B5EF4-FFF2-40B4-BE49-F238E27FC236}">
                <a16:creationId xmlns:a16="http://schemas.microsoft.com/office/drawing/2014/main" id="{F869499B-6B9E-44ED-8218-6703B514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p03-full-001627</a:t>
            </a:r>
          </a:p>
        </p:txBody>
      </p:sp>
      <p:sp>
        <p:nvSpPr>
          <p:cNvPr id="3" name="qa-v2-r2-title-p03-full-001627-2">
            <a:extLst xmlns:a="http://schemas.openxmlformats.org/drawingml/2006/main">
              <a:ext uri="{FF2B5EF4-FFF2-40B4-BE49-F238E27FC236}">
                <a16:creationId xmlns:a16="http://schemas.microsoft.com/office/drawing/2014/main" id="{E2C7EB1D-EF5D-4285-B232-89F92072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1627-2">
            <a:extLst xmlns:a="http://schemas.openxmlformats.org/drawingml/2006/main">
              <a:ext uri="{FF2B5EF4-FFF2-40B4-BE49-F238E27FC236}">
                <a16:creationId xmlns:a16="http://schemas.microsoft.com/office/drawing/2014/main" id="{58E83333-6473-4763-95BA-DF55264B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Reconcile the approval population before treating aggregate completion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 a decision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scope-to-treatment alignment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009656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627-3">
            <a:extLst xmlns:a="http://schemas.openxmlformats.org/drawingml/2006/main">
              <a:ext uri="{FF2B5EF4-FFF2-40B4-BE49-F238E27FC236}">
                <a16:creationId xmlns:a16="http://schemas.microsoft.com/office/drawing/2014/main" id="{4D109917-81E1-454E-AFAD-28207D81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627-3">
            <a:extLst xmlns:a="http://schemas.openxmlformats.org/drawingml/2006/main">
              <a:ext uri="{FF2B5EF4-FFF2-40B4-BE49-F238E27FC236}">
                <a16:creationId xmlns:a16="http://schemas.microsoft.com/office/drawing/2014/main" id="{74DD7510-3A37-4AF0-813A-F86B6F8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p03-full-001627</a:t>
            </a:r>
          </a:p>
        </p:txBody>
      </p:sp>
      <p:sp>
        <p:nvSpPr>
          <p:cNvPr id="3" name="qa-v2-r2-title-p03-full-001627-3">
            <a:extLst xmlns:a="http://schemas.openxmlformats.org/drawingml/2006/main">
              <a:ext uri="{FF2B5EF4-FFF2-40B4-BE49-F238E27FC236}">
                <a16:creationId xmlns:a16="http://schemas.microsoft.com/office/drawing/2014/main" id="{52368E3B-4DCA-440C-980F-F0A7924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1627-3">
            <a:extLst xmlns:a="http://schemas.openxmlformats.org/drawingml/2006/main">
              <a:ext uri="{FF2B5EF4-FFF2-40B4-BE49-F238E27FC236}">
                <a16:creationId xmlns:a16="http://schemas.microsoft.com/office/drawing/2014/main" id="{F7E6E7DE-46B5-4B44-B576-8BB446C5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route the discrepancy to the reviewer;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026041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627-4">
            <a:extLst xmlns:a="http://schemas.openxmlformats.org/drawingml/2006/main">
              <a:ext uri="{FF2B5EF4-FFF2-40B4-BE49-F238E27FC236}">
                <a16:creationId xmlns:a16="http://schemas.microsoft.com/office/drawing/2014/main" id="{3118870C-988B-4587-9622-174D30C5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627-4">
            <a:extLst xmlns:a="http://schemas.openxmlformats.org/drawingml/2006/main">
              <a:ext uri="{FF2B5EF4-FFF2-40B4-BE49-F238E27FC236}">
                <a16:creationId xmlns:a16="http://schemas.microsoft.com/office/drawing/2014/main" id="{756D8E81-DABF-4B06-BB90-47410E5F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p03-full-001627</a:t>
            </a:r>
          </a:p>
        </p:txBody>
      </p:sp>
      <p:sp>
        <p:nvSpPr>
          <p:cNvPr id="3" name="qa-v2-r2-title-p03-full-001627-4">
            <a:extLst xmlns:a="http://schemas.openxmlformats.org/drawingml/2006/main">
              <a:ext uri="{FF2B5EF4-FFF2-40B4-BE49-F238E27FC236}">
                <a16:creationId xmlns:a16="http://schemas.microsoft.com/office/drawing/2014/main" id="{E652F6EF-9095-4242-9501-AB09EF0C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1627-4">
            <a:extLst xmlns:a="http://schemas.openxmlformats.org/drawingml/2006/main">
              <a:ext uri="{FF2B5EF4-FFF2-40B4-BE49-F238E27FC236}">
                <a16:creationId xmlns:a16="http://schemas.microsoft.com/office/drawing/2014/main" id="{E22628F1-6ECC-497C-B7F4-BBCEE3CC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p03-full-001796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record completeness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026041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2026-08-25T12:42:35.0840000Z</dcterms:created>
  <dcterms:modified xsi:type="dcterms:W3CDTF">2026-08-25T12:42:35.0840000Z</dcterms:modified>
</coreProperties>
</file>