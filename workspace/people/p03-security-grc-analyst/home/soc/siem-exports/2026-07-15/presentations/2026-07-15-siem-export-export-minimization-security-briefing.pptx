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d3bd4bfbd4400a" /><Relationship Type="http://schemas.openxmlformats.org/officeDocument/2006/relationships/extended-properties" Target="/docProps/app.xml" Id="R0fa9e70d0fe740a5" /><Relationship Type="http://schemas.openxmlformats.org/officeDocument/2006/relationships/officeDocument" Target="/ppt/presentation.xml" Id="Rb49818330e2144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6f2e96dcd4447b"/>
  </p:sldMasterIdLst>
  <p:notesMasterIdLst>
    <p:notesMasterId xmlns:r="http://schemas.openxmlformats.org/officeDocument/2006/relationships" r:id="Ra3b735671f5741b7"/>
  </p:notesMasterIdLst>
  <p:sldIdLst>
    <p:sldId xmlns:r="http://schemas.openxmlformats.org/officeDocument/2006/relationships" id="256" r:id="R2cfb9e19bd5d4d2a"/>
    <p:sldId xmlns:r="http://schemas.openxmlformats.org/officeDocument/2006/relationships" id="257" r:id="R19141c42c1bd4a9f"/>
    <p:sldId xmlns:r="http://schemas.openxmlformats.org/officeDocument/2006/relationships" id="258" r:id="R2947f12516b74c16"/>
    <p:sldId xmlns:r="http://schemas.openxmlformats.org/officeDocument/2006/relationships" id="259" r:id="R402541f1905245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a1ee9b86c64506" /><Relationship Type="http://schemas.openxmlformats.org/officeDocument/2006/relationships/slideMaster" Target="/ppt/slideMasters/slideMaster1.xml" Id="R986f2e96dcd4447b" /><Relationship Type="http://schemas.openxmlformats.org/officeDocument/2006/relationships/notesMaster" Target="/ppt/notesMasters/notesMaster1.xml" Id="Ra3b735671f5741b7" /><Relationship Type="http://schemas.openxmlformats.org/officeDocument/2006/relationships/presProps" Target="/ppt/presProps.xml" Id="R189e6cf7159b4c10" /><Relationship Type="http://schemas.openxmlformats.org/officeDocument/2006/relationships/tableStyles" Target="/ppt/tableStyles.xml" Id="Rd7011d6f8e3c4475" /><Relationship Type="http://schemas.openxmlformats.org/officeDocument/2006/relationships/slide" Target="/ppt/slides/slide1.xml" Id="R2cfb9e19bd5d4d2a" /><Relationship Type="http://schemas.openxmlformats.org/officeDocument/2006/relationships/slide" Target="/ppt/slides/slide2.xml" Id="R19141c42c1bd4a9f" /><Relationship Type="http://schemas.openxmlformats.org/officeDocument/2006/relationships/slide" Target="/ppt/slides/slide3.xml" Id="R2947f12516b74c16" /><Relationship Type="http://schemas.openxmlformats.org/officeDocument/2006/relationships/slide" Target="/ppt/slides/slide4.xml" Id="R402541f1905245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53e665106743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fe045688334bfa" /><Relationship Type="http://schemas.openxmlformats.org/officeDocument/2006/relationships/notesMaster" Target="/ppt/notesMasters/notesMaster1.xml" Id="Rdf1b898a650d41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213ffadc024c3d" /><Relationship Type="http://schemas.openxmlformats.org/officeDocument/2006/relationships/notesMaster" Target="/ppt/notesMasters/notesMaster1.xml" Id="R65511d59da444f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4c0bc8c7924590" /><Relationship Type="http://schemas.openxmlformats.org/officeDocument/2006/relationships/notesMaster" Target="/ppt/notesMasters/notesMaster1.xml" Id="R74b7f67f84584b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bf0dcb7a7440d8" /><Relationship Type="http://schemas.openxmlformats.org/officeDocument/2006/relationships/notesMaster" Target="/ppt/notesMasters/notesMaster1.xml" Id="Re6122ed1f54b4f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b8bcb338a4a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16689d673843da" /><Relationship Type="http://schemas.openxmlformats.org/officeDocument/2006/relationships/slideLayout" Target="/ppt/slideLayouts/slideLayout1.xml" Id="Rcea5f59c63784d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a5f59c63784d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6525dc505417c" /><Relationship Type="http://schemas.openxmlformats.org/officeDocument/2006/relationships/notesSlide" Target="/ppt/notesSlides/notesSlide1.xml" Id="R09036cc1d9d24b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e7fd5e9d54f3d" /><Relationship Type="http://schemas.openxmlformats.org/officeDocument/2006/relationships/notesSlide" Target="/ppt/notesSlides/notesSlide2.xml" Id="R2c60dcdc9c3a4f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6030688024dca" /><Relationship Type="http://schemas.openxmlformats.org/officeDocument/2006/relationships/notesSlide" Target="/ppt/notesSlides/notesSlide3.xml" Id="R4632292c33294d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87fb9345e47fe" /><Relationship Type="http://schemas.openxmlformats.org/officeDocument/2006/relationships/notesSlide" Target="/ppt/notesSlides/notesSlide4.xml" Id="R83ebe702022348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073-1">
            <a:extLst xmlns:a="http://schemas.openxmlformats.org/drawingml/2006/main">
              <a:ext uri="{FF2B5EF4-FFF2-40B4-BE49-F238E27FC236}">
                <a16:creationId xmlns:a16="http://schemas.microsoft.com/office/drawing/2014/main" id="{FB93849F-9CD4-45E1-8C96-A4E42759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073-1">
            <a:extLst xmlns:a="http://schemas.openxmlformats.org/drawingml/2006/main">
              <a:ext uri="{FF2B5EF4-FFF2-40B4-BE49-F238E27FC236}">
                <a16:creationId xmlns:a16="http://schemas.microsoft.com/office/drawing/2014/main" id="{B6F41202-8835-4579-9BC6-46D14860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p03-full-006073</a:t>
            </a:r>
          </a:p>
        </p:txBody>
      </p:sp>
      <p:sp>
        <p:nvSpPr>
          <p:cNvPr id="3" name="qa-v2-r2-title-p03-full-006073-1">
            <a:extLst xmlns:a="http://schemas.openxmlformats.org/drawingml/2006/main">
              <a:ext uri="{FF2B5EF4-FFF2-40B4-BE49-F238E27FC236}">
                <a16:creationId xmlns:a16="http://schemas.microsoft.com/office/drawing/2014/main" id="{776FC67A-DC53-4948-A69A-04E03C71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6073-1">
            <a:extLst xmlns:a="http://schemas.openxmlformats.org/drawingml/2006/main">
              <a:ext uri="{FF2B5EF4-FFF2-40B4-BE49-F238E27FC236}">
                <a16:creationId xmlns:a16="http://schemas.microsoft.com/office/drawing/2014/main" id="{EDF81BFC-63BB-4221-A753-D5841C0F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minimization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2026-07-15.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p03-src-006073; p03-full-000496 supplies the dependency for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 assessment of the review context.</a:t>
            </a:r>
          </a:p>
        </p:txBody>
      </p:sp>
    </p:spTree>
    <p:extLst>
      <p:ext uri="{BB962C8B-B14F-4D97-AF65-F5344CB8AC3E}">
        <p14:creationId xmlns:p14="http://schemas.microsoft.com/office/powerpoint/2010/main" val="689315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073-2">
            <a:extLst xmlns:a="http://schemas.openxmlformats.org/drawingml/2006/main">
              <a:ext uri="{FF2B5EF4-FFF2-40B4-BE49-F238E27FC236}">
                <a16:creationId xmlns:a16="http://schemas.microsoft.com/office/drawing/2014/main" id="{769C8052-CB59-4C86-A030-673FF348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073-2">
            <a:extLst xmlns:a="http://schemas.openxmlformats.org/drawingml/2006/main">
              <a:ext uri="{FF2B5EF4-FFF2-40B4-BE49-F238E27FC236}">
                <a16:creationId xmlns:a16="http://schemas.microsoft.com/office/drawing/2014/main" id="{AD46A441-C996-47F2-8E33-B1AB4782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p03-full-006073</a:t>
            </a:r>
          </a:p>
        </p:txBody>
      </p:sp>
      <p:sp>
        <p:nvSpPr>
          <p:cNvPr id="3" name="qa-v2-r2-title-p03-full-006073-2">
            <a:extLst xmlns:a="http://schemas.openxmlformats.org/drawingml/2006/main">
              <a:ext uri="{FF2B5EF4-FFF2-40B4-BE49-F238E27FC236}">
                <a16:creationId xmlns:a16="http://schemas.microsoft.com/office/drawing/2014/main" id="{39DD18C6-32C7-46EA-9874-26A08556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6073-2">
            <a:extLst xmlns:a="http://schemas.openxmlformats.org/drawingml/2006/main">
              <a:ext uri="{FF2B5EF4-FFF2-40B4-BE49-F238E27FC236}">
                <a16:creationId xmlns:a16="http://schemas.microsoft.com/office/drawing/2014/main" id="{D638EF28-FDFA-435C-8328-9CE6FE8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Evaluate population context without a target list; reject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object identification.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dependency-to-action relevance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988397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073-3">
            <a:extLst xmlns:a="http://schemas.openxmlformats.org/drawingml/2006/main">
              <a:ext uri="{FF2B5EF4-FFF2-40B4-BE49-F238E27FC236}">
                <a16:creationId xmlns:a16="http://schemas.microsoft.com/office/drawing/2014/main" id="{3A204832-58F6-4752-B75C-9C9054F1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073-3">
            <a:extLst xmlns:a="http://schemas.openxmlformats.org/drawingml/2006/main">
              <a:ext uri="{FF2B5EF4-FFF2-40B4-BE49-F238E27FC236}">
                <a16:creationId xmlns:a16="http://schemas.microsoft.com/office/drawing/2014/main" id="{C0854C10-A20E-46FA-B49C-89228DE3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p03-full-006073</a:t>
            </a:r>
          </a:p>
        </p:txBody>
      </p:sp>
      <p:sp>
        <p:nvSpPr>
          <p:cNvPr id="3" name="qa-v2-r2-title-p03-full-006073-3">
            <a:extLst xmlns:a="http://schemas.openxmlformats.org/drawingml/2006/main">
              <a:ext uri="{FF2B5EF4-FFF2-40B4-BE49-F238E27FC236}">
                <a16:creationId xmlns:a16="http://schemas.microsoft.com/office/drawing/2014/main" id="{F080AF36-41D3-485B-9FB3-855343F3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6073-3">
            <a:extLst xmlns:a="http://schemas.openxmlformats.org/drawingml/2006/main">
              <a:ext uri="{FF2B5EF4-FFF2-40B4-BE49-F238E27FC236}">
                <a16:creationId xmlns:a16="http://schemas.microsoft.com/office/drawing/2014/main" id="{AB28AFFD-952A-4EB3-9D05-1284EB67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document the decision condition;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15303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073-4">
            <a:extLst xmlns:a="http://schemas.openxmlformats.org/drawingml/2006/main">
              <a:ext uri="{FF2B5EF4-FFF2-40B4-BE49-F238E27FC236}">
                <a16:creationId xmlns:a16="http://schemas.microsoft.com/office/drawing/2014/main" id="{999D5F6A-BA5E-47BA-BD3D-A2D36ADC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073-4">
            <a:extLst xmlns:a="http://schemas.openxmlformats.org/drawingml/2006/main">
              <a:ext uri="{FF2B5EF4-FFF2-40B4-BE49-F238E27FC236}">
                <a16:creationId xmlns:a16="http://schemas.microsoft.com/office/drawing/2014/main" id="{7594AC89-F67B-4991-8919-48511620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p03-full-006073</a:t>
            </a:r>
          </a:p>
        </p:txBody>
      </p:sp>
      <p:sp>
        <p:nvSpPr>
          <p:cNvPr id="3" name="qa-v2-r2-title-p03-full-006073-4">
            <a:extLst xmlns:a="http://schemas.openxmlformats.org/drawingml/2006/main">
              <a:ext uri="{FF2B5EF4-FFF2-40B4-BE49-F238E27FC236}">
                <a16:creationId xmlns:a16="http://schemas.microsoft.com/office/drawing/2014/main" id="{E7EBDB06-35A7-4DCA-8CAE-2CBCE9D9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6073-4">
            <a:extLst xmlns:a="http://schemas.openxmlformats.org/drawingml/2006/main">
              <a:ext uri="{FF2B5EF4-FFF2-40B4-BE49-F238E27FC236}">
                <a16:creationId xmlns:a16="http://schemas.microsoft.com/office/drawing/2014/main" id="{36E47458-F5AB-46BD-887B-CD49C7AF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p03-src-006073 with p03-full-000496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assessment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815303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2026-08-25T12:42:13.7010000Z</dcterms:created>
  <dcterms:modified xsi:type="dcterms:W3CDTF">2026-08-25T12:42:13.7010000Z</dcterms:modified>
</coreProperties>
</file>