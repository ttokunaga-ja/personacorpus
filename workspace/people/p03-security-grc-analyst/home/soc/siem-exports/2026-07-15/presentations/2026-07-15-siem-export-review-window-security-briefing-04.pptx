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05cbf0df3f4878" /><Relationship Type="http://schemas.openxmlformats.org/officeDocument/2006/relationships/extended-properties" Target="/docProps/app.xml" Id="R43492e77cf5140bf" /><Relationship Type="http://schemas.openxmlformats.org/officeDocument/2006/relationships/officeDocument" Target="/ppt/presentation.xml" Id="Rfa821ef92f7a4b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eed469dcee438e"/>
  </p:sldMasterIdLst>
  <p:notesMasterIdLst>
    <p:notesMasterId xmlns:r="http://schemas.openxmlformats.org/officeDocument/2006/relationships" r:id="R188322ecf4ec4541"/>
  </p:notesMasterIdLst>
  <p:sldIdLst>
    <p:sldId xmlns:r="http://schemas.openxmlformats.org/officeDocument/2006/relationships" id="256" r:id="Rf72514ddd3624fd8"/>
    <p:sldId xmlns:r="http://schemas.openxmlformats.org/officeDocument/2006/relationships" id="257" r:id="R33a4d7a0a01c4cac"/>
    <p:sldId xmlns:r="http://schemas.openxmlformats.org/officeDocument/2006/relationships" id="258" r:id="R6e7471ca31ee4900"/>
    <p:sldId xmlns:r="http://schemas.openxmlformats.org/officeDocument/2006/relationships" id="259" r:id="Rd11682b5dbe44a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595c00d72949bd" /><Relationship Type="http://schemas.openxmlformats.org/officeDocument/2006/relationships/slideMaster" Target="/ppt/slideMasters/slideMaster1.xml" Id="R25eed469dcee438e" /><Relationship Type="http://schemas.openxmlformats.org/officeDocument/2006/relationships/notesMaster" Target="/ppt/notesMasters/notesMaster1.xml" Id="R188322ecf4ec4541" /><Relationship Type="http://schemas.openxmlformats.org/officeDocument/2006/relationships/presProps" Target="/ppt/presProps.xml" Id="R2af5ed5ca29e4d9b" /><Relationship Type="http://schemas.openxmlformats.org/officeDocument/2006/relationships/tableStyles" Target="/ppt/tableStyles.xml" Id="R252ad36cea4541b3" /><Relationship Type="http://schemas.openxmlformats.org/officeDocument/2006/relationships/slide" Target="/ppt/slides/slide1.xml" Id="Rf72514ddd3624fd8" /><Relationship Type="http://schemas.openxmlformats.org/officeDocument/2006/relationships/slide" Target="/ppt/slides/slide2.xml" Id="R33a4d7a0a01c4cac" /><Relationship Type="http://schemas.openxmlformats.org/officeDocument/2006/relationships/slide" Target="/ppt/slides/slide3.xml" Id="R6e7471ca31ee4900" /><Relationship Type="http://schemas.openxmlformats.org/officeDocument/2006/relationships/slide" Target="/ppt/slides/slide4.xml" Id="Rd11682b5dbe44a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7ea4b6d9a94e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570b71089c45a0" /><Relationship Type="http://schemas.openxmlformats.org/officeDocument/2006/relationships/notesMaster" Target="/ppt/notesMasters/notesMaster1.xml" Id="R8ff3c660c6894a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112aac42fb4ed8" /><Relationship Type="http://schemas.openxmlformats.org/officeDocument/2006/relationships/notesMaster" Target="/ppt/notesMasters/notesMaster1.xml" Id="Rab9353bb49d545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b921a8b99244cc" /><Relationship Type="http://schemas.openxmlformats.org/officeDocument/2006/relationships/notesMaster" Target="/ppt/notesMasters/notesMaster1.xml" Id="R855286fdb8b14c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c35e89d0a4651" /><Relationship Type="http://schemas.openxmlformats.org/officeDocument/2006/relationships/notesMaster" Target="/ppt/notesMasters/notesMaster1.xml" Id="Rc476e5da7de84d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d7d3f48cf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ef528ee8e1400a" /><Relationship Type="http://schemas.openxmlformats.org/officeDocument/2006/relationships/slideLayout" Target="/ppt/slideLayouts/slideLayout1.xml" Id="Re6baf491555a4a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baf491555a4a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6b1f5185f4d35" /><Relationship Type="http://schemas.openxmlformats.org/officeDocument/2006/relationships/notesSlide" Target="/ppt/notesSlides/notesSlide1.xml" Id="R7030220f39dc4e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823b094944f25" /><Relationship Type="http://schemas.openxmlformats.org/officeDocument/2006/relationships/notesSlide" Target="/ppt/notesSlides/notesSlide2.xml" Id="R8bb127244ac5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8ce52c4c945a2" /><Relationship Type="http://schemas.openxmlformats.org/officeDocument/2006/relationships/notesSlide" Target="/ppt/notesSlides/notesSlide3.xml" Id="R86bb911ce6d94c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3152722d944ce" /><Relationship Type="http://schemas.openxmlformats.org/officeDocument/2006/relationships/notesSlide" Target="/ppt/notesSlides/notesSlide4.xml" Id="R5a06fa17c7f249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827-1">
            <a:extLst xmlns:a="http://schemas.openxmlformats.org/drawingml/2006/main">
              <a:ext uri="{FF2B5EF4-FFF2-40B4-BE49-F238E27FC236}">
                <a16:creationId xmlns:a16="http://schemas.microsoft.com/office/drawing/2014/main" id="{C024614F-7BA5-455C-996E-4F75D155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827-1">
            <a:extLst xmlns:a="http://schemas.openxmlformats.org/drawingml/2006/main">
              <a:ext uri="{FF2B5EF4-FFF2-40B4-BE49-F238E27FC236}">
                <a16:creationId xmlns:a16="http://schemas.microsoft.com/office/drawing/2014/main" id="{F1BB1477-66AD-4F7D-9EA9-38F65675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p03-full-005827</a:t>
            </a:r>
          </a:p>
        </p:txBody>
      </p:sp>
      <p:sp>
        <p:nvSpPr>
          <p:cNvPr id="3" name="qa-v2-r2-title-p03-full-005827-1">
            <a:extLst xmlns:a="http://schemas.openxmlformats.org/drawingml/2006/main">
              <a:ext uri="{FF2B5EF4-FFF2-40B4-BE49-F238E27FC236}">
                <a16:creationId xmlns:a16="http://schemas.microsoft.com/office/drawing/2014/main" id="{296659BE-2FB3-47B8-904B-868C622E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827-1">
            <a:extLst xmlns:a="http://schemas.openxmlformats.org/drawingml/2006/main">
              <a:ext uri="{FF2B5EF4-FFF2-40B4-BE49-F238E27FC236}">
                <a16:creationId xmlns:a16="http://schemas.microsoft.com/office/drawing/2014/main" id="{E30CD7C6-9138-4A4D-9DD7-12625E52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review window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p03-src-005827; p03-full-001796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approval boundary assessment.</a:t>
            </a:r>
          </a:p>
        </p:txBody>
      </p:sp>
    </p:spTree>
    <p:extLst>
      <p:ext uri="{BB962C8B-B14F-4D97-AF65-F5344CB8AC3E}">
        <p14:creationId xmlns:p14="http://schemas.microsoft.com/office/powerpoint/2010/main" val="1774776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827-2">
            <a:extLst xmlns:a="http://schemas.openxmlformats.org/drawingml/2006/main">
              <a:ext uri="{FF2B5EF4-FFF2-40B4-BE49-F238E27FC236}">
                <a16:creationId xmlns:a16="http://schemas.microsoft.com/office/drawing/2014/main" id="{10D843E0-D37B-48DC-AF12-AFE94569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827-2">
            <a:extLst xmlns:a="http://schemas.openxmlformats.org/drawingml/2006/main">
              <a:ext uri="{FF2B5EF4-FFF2-40B4-BE49-F238E27FC236}">
                <a16:creationId xmlns:a16="http://schemas.microsoft.com/office/drawing/2014/main" id="{5D3095F9-175F-417F-844A-9F254BE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p03-full-005827</a:t>
            </a:r>
          </a:p>
        </p:txBody>
      </p:sp>
      <p:sp>
        <p:nvSpPr>
          <p:cNvPr id="3" name="qa-v2-r2-title-p03-full-005827-2">
            <a:extLst xmlns:a="http://schemas.openxmlformats.org/drawingml/2006/main">
              <a:ext uri="{FF2B5EF4-FFF2-40B4-BE49-F238E27FC236}">
                <a16:creationId xmlns:a16="http://schemas.microsoft.com/office/drawing/2014/main" id="{D6A15EF6-B410-459D-A87B-8ED25D73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827-2">
            <a:extLst xmlns:a="http://schemas.openxmlformats.org/drawingml/2006/main">
              <a:ext uri="{FF2B5EF4-FFF2-40B4-BE49-F238E27FC236}">
                <a16:creationId xmlns:a16="http://schemas.microsoft.com/office/drawing/2014/main" id="{A9B4ED6C-FBC0-492F-99B3-039608AA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Give the integrity reference one purpose; reject duplicate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meanings.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review-to-closure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423413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827-3">
            <a:extLst xmlns:a="http://schemas.openxmlformats.org/drawingml/2006/main">
              <a:ext uri="{FF2B5EF4-FFF2-40B4-BE49-F238E27FC236}">
                <a16:creationId xmlns:a16="http://schemas.microsoft.com/office/drawing/2014/main" id="{32904D8A-485D-4DBB-BDBF-7017BFC6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827-3">
            <a:extLst xmlns:a="http://schemas.openxmlformats.org/drawingml/2006/main">
              <a:ext uri="{FF2B5EF4-FFF2-40B4-BE49-F238E27FC236}">
                <a16:creationId xmlns:a16="http://schemas.microsoft.com/office/drawing/2014/main" id="{53FD0E3E-5E97-4642-8613-01294B8D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p03-full-005827</a:t>
            </a:r>
          </a:p>
        </p:txBody>
      </p:sp>
      <p:sp>
        <p:nvSpPr>
          <p:cNvPr id="3" name="qa-v2-r2-title-p03-full-005827-3">
            <a:extLst xmlns:a="http://schemas.openxmlformats.org/drawingml/2006/main">
              <a:ext uri="{FF2B5EF4-FFF2-40B4-BE49-F238E27FC236}">
                <a16:creationId xmlns:a16="http://schemas.microsoft.com/office/drawing/2014/main" id="{E387B175-C771-4B04-8B2F-73D453BA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827-3">
            <a:extLst xmlns:a="http://schemas.openxmlformats.org/drawingml/2006/main">
              <a:ext uri="{FF2B5EF4-FFF2-40B4-BE49-F238E27FC236}">
                <a16:creationId xmlns:a16="http://schemas.microsoft.com/office/drawing/2014/main" id="{70DF96D6-D2CD-478A-A394-6D1A1983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request an explicit corroborating note; do not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carry 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35185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827-4">
            <a:extLst xmlns:a="http://schemas.openxmlformats.org/drawingml/2006/main">
              <a:ext uri="{FF2B5EF4-FFF2-40B4-BE49-F238E27FC236}">
                <a16:creationId xmlns:a16="http://schemas.microsoft.com/office/drawing/2014/main" id="{65A260B2-2241-4DEF-9394-AE10849D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827-4">
            <a:extLst xmlns:a="http://schemas.openxmlformats.org/drawingml/2006/main">
              <a:ext uri="{FF2B5EF4-FFF2-40B4-BE49-F238E27FC236}">
                <a16:creationId xmlns:a16="http://schemas.microsoft.com/office/drawing/2014/main" id="{9E759B14-77B2-4882-A010-32C28FA6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p03-full-005827</a:t>
            </a:r>
          </a:p>
        </p:txBody>
      </p:sp>
      <p:sp>
        <p:nvSpPr>
          <p:cNvPr id="3" name="qa-v2-r2-title-p03-full-005827-4">
            <a:extLst xmlns:a="http://schemas.openxmlformats.org/drawingml/2006/main">
              <a:ext uri="{FF2B5EF4-FFF2-40B4-BE49-F238E27FC236}">
                <a16:creationId xmlns:a16="http://schemas.microsoft.com/office/drawing/2014/main" id="{C2247D6C-458C-4F62-981D-B2335119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827-4">
            <a:extLst xmlns:a="http://schemas.openxmlformats.org/drawingml/2006/main">
              <a:ext uri="{FF2B5EF4-FFF2-40B4-BE49-F238E27FC236}">
                <a16:creationId xmlns:a16="http://schemas.microsoft.com/office/drawing/2014/main" id="{4E1E604F-897C-4F64-B630-A32B42FB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p03-src-005827 with p03-full-001796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approval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935185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2026-08-25T12:43:39.2160000Z</dcterms:created>
  <dcterms:modified xsi:type="dcterms:W3CDTF">2026-08-25T12:43:39.2160000Z</dcterms:modified>
</coreProperties>
</file>