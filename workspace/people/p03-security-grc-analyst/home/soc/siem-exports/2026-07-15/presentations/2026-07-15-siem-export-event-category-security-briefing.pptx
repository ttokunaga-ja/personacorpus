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b7e7fedd3c4439" /><Relationship Type="http://schemas.openxmlformats.org/officeDocument/2006/relationships/extended-properties" Target="/docProps/app.xml" Id="R5842bd8ddfe94401" /><Relationship Type="http://schemas.openxmlformats.org/officeDocument/2006/relationships/officeDocument" Target="/ppt/presentation.xml" Id="R0a2516bafdde41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779fd2d7e74e71"/>
  </p:sldMasterIdLst>
  <p:notesMasterIdLst>
    <p:notesMasterId xmlns:r="http://schemas.openxmlformats.org/officeDocument/2006/relationships" r:id="R6cc9bda1de4141b2"/>
  </p:notesMasterIdLst>
  <p:sldIdLst>
    <p:sldId xmlns:r="http://schemas.openxmlformats.org/officeDocument/2006/relationships" id="256" r:id="Rf841e450115c415d"/>
    <p:sldId xmlns:r="http://schemas.openxmlformats.org/officeDocument/2006/relationships" id="257" r:id="R6a477ebee5794501"/>
    <p:sldId xmlns:r="http://schemas.openxmlformats.org/officeDocument/2006/relationships" id="258" r:id="R9b7c0dad1c65457b"/>
    <p:sldId xmlns:r="http://schemas.openxmlformats.org/officeDocument/2006/relationships" id="259" r:id="Rbdd1a489e04741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0d5ceeb2774b38" /><Relationship Type="http://schemas.openxmlformats.org/officeDocument/2006/relationships/slideMaster" Target="/ppt/slideMasters/slideMaster1.xml" Id="R5e779fd2d7e74e71" /><Relationship Type="http://schemas.openxmlformats.org/officeDocument/2006/relationships/notesMaster" Target="/ppt/notesMasters/notesMaster1.xml" Id="R6cc9bda1de4141b2" /><Relationship Type="http://schemas.openxmlformats.org/officeDocument/2006/relationships/presProps" Target="/ppt/presProps.xml" Id="R66bfe031aa9e43c2" /><Relationship Type="http://schemas.openxmlformats.org/officeDocument/2006/relationships/tableStyles" Target="/ppt/tableStyles.xml" Id="R8e80caf17e3c4a16" /><Relationship Type="http://schemas.openxmlformats.org/officeDocument/2006/relationships/slide" Target="/ppt/slides/slide1.xml" Id="Rf841e450115c415d" /><Relationship Type="http://schemas.openxmlformats.org/officeDocument/2006/relationships/slide" Target="/ppt/slides/slide2.xml" Id="R6a477ebee5794501" /><Relationship Type="http://schemas.openxmlformats.org/officeDocument/2006/relationships/slide" Target="/ppt/slides/slide3.xml" Id="R9b7c0dad1c65457b" /><Relationship Type="http://schemas.openxmlformats.org/officeDocument/2006/relationships/slide" Target="/ppt/slides/slide4.xml" Id="Rbdd1a489e04741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f045d2b8a24e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5fb59126a5412c" /><Relationship Type="http://schemas.openxmlformats.org/officeDocument/2006/relationships/notesMaster" Target="/ppt/notesMasters/notesMaster1.xml" Id="R49c37d85efe04c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6a27e793514835" /><Relationship Type="http://schemas.openxmlformats.org/officeDocument/2006/relationships/notesMaster" Target="/ppt/notesMasters/notesMaster1.xml" Id="Re8bfa4f0e81046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1a7161b0d9444d" /><Relationship Type="http://schemas.openxmlformats.org/officeDocument/2006/relationships/notesMaster" Target="/ppt/notesMasters/notesMaster1.xml" Id="R0776b1cf5af64b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e60435eba74879" /><Relationship Type="http://schemas.openxmlformats.org/officeDocument/2006/relationships/notesMaster" Target="/ppt/notesMasters/notesMaster1.xml" Id="R97d53b5ad60f40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9739623acd43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e7bc4253cf44e3" /><Relationship Type="http://schemas.openxmlformats.org/officeDocument/2006/relationships/slideLayout" Target="/ppt/slideLayouts/slideLayout1.xml" Id="R523e1f7410a64a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3e1f7410a64a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8dec4c57e4ba7" /><Relationship Type="http://schemas.openxmlformats.org/officeDocument/2006/relationships/notesSlide" Target="/ppt/notesSlides/notesSlide1.xml" Id="R320f5ed751e748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0405ae95a4de5" /><Relationship Type="http://schemas.openxmlformats.org/officeDocument/2006/relationships/notesSlide" Target="/ppt/notesSlides/notesSlide2.xml" Id="Rcf36668a234647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78933c41b4a24" /><Relationship Type="http://schemas.openxmlformats.org/officeDocument/2006/relationships/notesSlide" Target="/ppt/notesSlides/notesSlide3.xml" Id="R159aefbeb40841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8fcfcd5c14849" /><Relationship Type="http://schemas.openxmlformats.org/officeDocument/2006/relationships/notesSlide" Target="/ppt/notesSlides/notesSlide4.xml" Id="R412b8206192245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472-1">
            <a:extLst xmlns:a="http://schemas.openxmlformats.org/drawingml/2006/main">
              <a:ext uri="{FF2B5EF4-FFF2-40B4-BE49-F238E27FC236}">
                <a16:creationId xmlns:a16="http://schemas.microsoft.com/office/drawing/2014/main" id="{C809C1B6-47FF-42A9-8D8A-0B799D8B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472-1">
            <a:extLst xmlns:a="http://schemas.openxmlformats.org/drawingml/2006/main">
              <a:ext uri="{FF2B5EF4-FFF2-40B4-BE49-F238E27FC236}">
                <a16:creationId xmlns:a16="http://schemas.microsoft.com/office/drawing/2014/main" id="{7EE968DD-AD35-48A0-BC69-BB52E1AA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p03-full-007472</a:t>
            </a:r>
          </a:p>
        </p:txBody>
      </p:sp>
      <p:sp>
        <p:nvSpPr>
          <p:cNvPr id="3" name="qa-v2-r2-title-p03-full-007472-1">
            <a:extLst xmlns:a="http://schemas.openxmlformats.org/drawingml/2006/main">
              <a:ext uri="{FF2B5EF4-FFF2-40B4-BE49-F238E27FC236}">
                <a16:creationId xmlns:a16="http://schemas.microsoft.com/office/drawing/2014/main" id="{291B4F44-8004-4973-B664-785A4AA9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7472-1">
            <a:extLst xmlns:a="http://schemas.openxmlformats.org/drawingml/2006/main">
              <a:ext uri="{FF2B5EF4-FFF2-40B4-BE49-F238E27FC236}">
                <a16:creationId xmlns:a16="http://schemas.microsoft.com/office/drawing/2014/main" id="{1D877E0E-F557-4959-9FA3-1A092643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siem export event category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soc siem exports. Declared review date: 2026-07-15.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p03-src-007472; p03-full-002339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dependency relevance assessment.</a:t>
            </a:r>
          </a:p>
        </p:txBody>
      </p:sp>
    </p:spTree>
    <p:extLst>
      <p:ext uri="{BB962C8B-B14F-4D97-AF65-F5344CB8AC3E}">
        <p14:creationId xmlns:p14="http://schemas.microsoft.com/office/powerpoint/2010/main" val="4125345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472-2">
            <a:extLst xmlns:a="http://schemas.openxmlformats.org/drawingml/2006/main">
              <a:ext uri="{FF2B5EF4-FFF2-40B4-BE49-F238E27FC236}">
                <a16:creationId xmlns:a16="http://schemas.microsoft.com/office/drawing/2014/main" id="{22BEEBDA-4A36-4051-91B6-A8CC9F3F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472-2">
            <a:extLst xmlns:a="http://schemas.openxmlformats.org/drawingml/2006/main">
              <a:ext uri="{FF2B5EF4-FFF2-40B4-BE49-F238E27FC236}">
                <a16:creationId xmlns:a16="http://schemas.microsoft.com/office/drawing/2014/main" id="{52FE8F03-BADE-4E25-B852-414F2D1E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p03-full-007472</a:t>
            </a:r>
          </a:p>
        </p:txBody>
      </p:sp>
      <p:sp>
        <p:nvSpPr>
          <p:cNvPr id="3" name="qa-v2-r2-title-p03-full-007472-2">
            <a:extLst xmlns:a="http://schemas.openxmlformats.org/drawingml/2006/main">
              <a:ext uri="{FF2B5EF4-FFF2-40B4-BE49-F238E27FC236}">
                <a16:creationId xmlns:a16="http://schemas.microsoft.com/office/drawing/2014/main" id="{99729140-93ED-43CA-BC2D-3210FEA1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7472-2">
            <a:extLst xmlns:a="http://schemas.openxmlformats.org/drawingml/2006/main">
              <a:ext uri="{FF2B5EF4-FFF2-40B4-BE49-F238E27FC236}">
                <a16:creationId xmlns:a16="http://schemas.microsoft.com/office/drawing/2014/main" id="{C314732D-B0D4-4D24-B260-FA0D7B94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Do not infer system privilege from aggregated counts.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record-to-decision continuity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16874399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472-3">
            <a:extLst xmlns:a="http://schemas.openxmlformats.org/drawingml/2006/main">
              <a:ext uri="{FF2B5EF4-FFF2-40B4-BE49-F238E27FC236}">
                <a16:creationId xmlns:a16="http://schemas.microsoft.com/office/drawing/2014/main" id="{22EC90BA-A60A-433E-9E77-0EC26BBA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472-3">
            <a:extLst xmlns:a="http://schemas.openxmlformats.org/drawingml/2006/main">
              <a:ext uri="{FF2B5EF4-FFF2-40B4-BE49-F238E27FC236}">
                <a16:creationId xmlns:a16="http://schemas.microsoft.com/office/drawing/2014/main" id="{95E97F2A-CC5B-4EC3-8450-63D088D8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p03-full-007472</a:t>
            </a:r>
          </a:p>
        </p:txBody>
      </p:sp>
      <p:sp>
        <p:nvSpPr>
          <p:cNvPr id="3" name="qa-v2-r2-title-p03-full-007472-3">
            <a:extLst xmlns:a="http://schemas.openxmlformats.org/drawingml/2006/main">
              <a:ext uri="{FF2B5EF4-FFF2-40B4-BE49-F238E27FC236}">
                <a16:creationId xmlns:a16="http://schemas.microsoft.com/office/drawing/2014/main" id="{BFC5E6CE-3636-4E54-880E-B3CF64C3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7472-3">
            <a:extLst xmlns:a="http://schemas.openxmlformats.org/drawingml/2006/main">
              <a:ext uri="{FF2B5EF4-FFF2-40B4-BE49-F238E27FC236}">
                <a16:creationId xmlns:a16="http://schemas.microsoft.com/office/drawing/2014/main" id="{4B164F20-953F-4D6B-A6BA-C3789A55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retain the accountable record;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4065798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472-4">
            <a:extLst xmlns:a="http://schemas.openxmlformats.org/drawingml/2006/main">
              <a:ext uri="{FF2B5EF4-FFF2-40B4-BE49-F238E27FC236}">
                <a16:creationId xmlns:a16="http://schemas.microsoft.com/office/drawing/2014/main" id="{C8A4C961-5841-4B17-8B72-E9FFF7A0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472-4">
            <a:extLst xmlns:a="http://schemas.openxmlformats.org/drawingml/2006/main">
              <a:ext uri="{FF2B5EF4-FFF2-40B4-BE49-F238E27FC236}">
                <a16:creationId xmlns:a16="http://schemas.microsoft.com/office/drawing/2014/main" id="{CA05A03F-DB27-443A-81C3-E1EDF0B7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p03-full-007472</a:t>
            </a:r>
          </a:p>
        </p:txBody>
      </p:sp>
      <p:sp>
        <p:nvSpPr>
          <p:cNvPr id="3" name="qa-v2-r2-title-p03-full-007472-4">
            <a:extLst xmlns:a="http://schemas.openxmlformats.org/drawingml/2006/main">
              <a:ext uri="{FF2B5EF4-FFF2-40B4-BE49-F238E27FC236}">
                <a16:creationId xmlns:a16="http://schemas.microsoft.com/office/drawing/2014/main" id="{5AA6CFC1-465D-46E7-982F-B2D2F1E3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7472-4">
            <a:extLst xmlns:a="http://schemas.openxmlformats.org/drawingml/2006/main">
              <a:ext uri="{FF2B5EF4-FFF2-40B4-BE49-F238E27FC236}">
                <a16:creationId xmlns:a16="http://schemas.microsoft.com/office/drawing/2014/main" id="{39E28572-F5EF-42C4-808F-4F15AA7A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p03-src-007472 with p03-full-002339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dependency relevance.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4065798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2026-08-25T12:41:52.3160000Z</dcterms:created>
  <dcterms:modified xsi:type="dcterms:W3CDTF">2026-08-25T12:41:52.3160000Z</dcterms:modified>
</coreProperties>
</file>