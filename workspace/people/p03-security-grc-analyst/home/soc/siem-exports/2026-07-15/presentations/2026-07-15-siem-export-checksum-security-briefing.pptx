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dd3e34b97493b" /><Relationship Type="http://schemas.openxmlformats.org/officeDocument/2006/relationships/extended-properties" Target="/docProps/app.xml" Id="R6eae1da6b42b4370" /><Relationship Type="http://schemas.openxmlformats.org/officeDocument/2006/relationships/officeDocument" Target="/ppt/presentation.xml" Id="Rafcbfb75e903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75bebbc86e4146"/>
  </p:sldMasterIdLst>
  <p:notesMasterIdLst>
    <p:notesMasterId xmlns:r="http://schemas.openxmlformats.org/officeDocument/2006/relationships" r:id="Rc92252ffe4e74ca6"/>
  </p:notesMasterIdLst>
  <p:sldIdLst>
    <p:sldId xmlns:r="http://schemas.openxmlformats.org/officeDocument/2006/relationships" id="256" r:id="R00e551e7a46745ba"/>
    <p:sldId xmlns:r="http://schemas.openxmlformats.org/officeDocument/2006/relationships" id="257" r:id="Rb4e1553384774b39"/>
    <p:sldId xmlns:r="http://schemas.openxmlformats.org/officeDocument/2006/relationships" id="258" r:id="R9d4b0e38e6f44b52"/>
    <p:sldId xmlns:r="http://schemas.openxmlformats.org/officeDocument/2006/relationships" id="259" r:id="Rd0a895ef930740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5c8a2b512b4b4c" /><Relationship Type="http://schemas.openxmlformats.org/officeDocument/2006/relationships/slideMaster" Target="/ppt/slideMasters/slideMaster1.xml" Id="R6375bebbc86e4146" /><Relationship Type="http://schemas.openxmlformats.org/officeDocument/2006/relationships/notesMaster" Target="/ppt/notesMasters/notesMaster1.xml" Id="Rc92252ffe4e74ca6" /><Relationship Type="http://schemas.openxmlformats.org/officeDocument/2006/relationships/presProps" Target="/ppt/presProps.xml" Id="R23145d3edec54faf" /><Relationship Type="http://schemas.openxmlformats.org/officeDocument/2006/relationships/tableStyles" Target="/ppt/tableStyles.xml" Id="R445abef574464b32" /><Relationship Type="http://schemas.openxmlformats.org/officeDocument/2006/relationships/slide" Target="/ppt/slides/slide1.xml" Id="R00e551e7a46745ba" /><Relationship Type="http://schemas.openxmlformats.org/officeDocument/2006/relationships/slide" Target="/ppt/slides/slide2.xml" Id="Rb4e1553384774b39" /><Relationship Type="http://schemas.openxmlformats.org/officeDocument/2006/relationships/slide" Target="/ppt/slides/slide3.xml" Id="R9d4b0e38e6f44b52" /><Relationship Type="http://schemas.openxmlformats.org/officeDocument/2006/relationships/slide" Target="/ppt/slides/slide4.xml" Id="Rd0a895ef930740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1d92d31c6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db3be2aa24620" /><Relationship Type="http://schemas.openxmlformats.org/officeDocument/2006/relationships/notesMaster" Target="/ppt/notesMasters/notesMaster1.xml" Id="R6583a25408724e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b55919f7994dc5" /><Relationship Type="http://schemas.openxmlformats.org/officeDocument/2006/relationships/notesMaster" Target="/ppt/notesMasters/notesMaster1.xml" Id="Rc87eab21887247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a741135bba4d4b" /><Relationship Type="http://schemas.openxmlformats.org/officeDocument/2006/relationships/notesMaster" Target="/ppt/notesMasters/notesMaster1.xml" Id="R36e52e95ef9043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0890e378594432" /><Relationship Type="http://schemas.openxmlformats.org/officeDocument/2006/relationships/notesMaster" Target="/ppt/notesMasters/notesMaster1.xml" Id="Rbf1df6868199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89bc4792449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75319ec15c4c1d" /><Relationship Type="http://schemas.openxmlformats.org/officeDocument/2006/relationships/slideLayout" Target="/ppt/slideLayouts/slideLayout1.xml" Id="R2f75e06c8a714e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75e06c8a714e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c28e6c517474c" /><Relationship Type="http://schemas.openxmlformats.org/officeDocument/2006/relationships/notesSlide" Target="/ppt/notesSlides/notesSlide1.xml" Id="R4c04522e69d7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7db31e93e4a33" /><Relationship Type="http://schemas.openxmlformats.org/officeDocument/2006/relationships/notesSlide" Target="/ppt/notesSlides/notesSlide2.xml" Id="Rab27838404f84e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02cb2359c4c99" /><Relationship Type="http://schemas.openxmlformats.org/officeDocument/2006/relationships/notesSlide" Target="/ppt/notesSlides/notesSlide3.xml" Id="R4c5002b079f847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316a963c341f0" /><Relationship Type="http://schemas.openxmlformats.org/officeDocument/2006/relationships/notesSlide" Target="/ppt/notesSlides/notesSlide4.xml" Id="Rc80a05f0b4634a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574-1">
            <a:extLst xmlns:a="http://schemas.openxmlformats.org/drawingml/2006/main">
              <a:ext uri="{FF2B5EF4-FFF2-40B4-BE49-F238E27FC236}">
                <a16:creationId xmlns:a16="http://schemas.microsoft.com/office/drawing/2014/main" id="{E6681DE3-E98D-4BAC-876D-3D845773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574-1">
            <a:extLst xmlns:a="http://schemas.openxmlformats.org/drawingml/2006/main">
              <a:ext uri="{FF2B5EF4-FFF2-40B4-BE49-F238E27FC236}">
                <a16:creationId xmlns:a16="http://schemas.microsoft.com/office/drawing/2014/main" id="{7157329E-64E8-452D-A6ED-3FCEA870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p03-full-002574</a:t>
            </a:r>
          </a:p>
        </p:txBody>
      </p:sp>
      <p:sp>
        <p:nvSpPr>
          <p:cNvPr id="3" name="qa-v2-r2-title-p03-full-002574-1">
            <a:extLst xmlns:a="http://schemas.openxmlformats.org/drawingml/2006/main">
              <a:ext uri="{FF2B5EF4-FFF2-40B4-BE49-F238E27FC236}">
                <a16:creationId xmlns:a16="http://schemas.microsoft.com/office/drawing/2014/main" id="{8F98E7D9-85AD-4B54-A031-857925EF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2574-1">
            <a:extLst xmlns:a="http://schemas.openxmlformats.org/drawingml/2006/main">
              <a:ext uri="{FF2B5EF4-FFF2-40B4-BE49-F238E27FC236}">
                <a16:creationId xmlns:a16="http://schemas.microsoft.com/office/drawing/2014/main" id="{5F8DBF7E-244F-4A33-9069-1FF9A5C2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checksum security briefing within soc siem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exports. The record treats RISK-031 on 2026-07-15 as a residual-risk basis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question focused on ownership, approval 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p03-src-002574 is the declared source; p03-full-001696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379979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574-2">
            <a:extLst xmlns:a="http://schemas.openxmlformats.org/drawingml/2006/main">
              <a:ext uri="{FF2B5EF4-FFF2-40B4-BE49-F238E27FC236}">
                <a16:creationId xmlns:a16="http://schemas.microsoft.com/office/drawing/2014/main" id="{B2521F57-EDC8-4C4E-BC07-7A6931B1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574-2">
            <a:extLst xmlns:a="http://schemas.openxmlformats.org/drawingml/2006/main">
              <a:ext uri="{FF2B5EF4-FFF2-40B4-BE49-F238E27FC236}">
                <a16:creationId xmlns:a16="http://schemas.microsoft.com/office/drawing/2014/main" id="{3EACD6B6-FFB3-4E78-98EC-D6987651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p03-full-002574</a:t>
            </a:r>
          </a:p>
        </p:txBody>
      </p:sp>
      <p:sp>
        <p:nvSpPr>
          <p:cNvPr id="3" name="qa-v2-r2-title-p03-full-002574-2">
            <a:extLst xmlns:a="http://schemas.openxmlformats.org/drawingml/2006/main">
              <a:ext uri="{FF2B5EF4-FFF2-40B4-BE49-F238E27FC236}">
                <a16:creationId xmlns:a16="http://schemas.microsoft.com/office/drawing/2014/main" id="{FA6D51EB-2011-4230-A2EE-D56D43C4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2574-2">
            <a:extLst xmlns:a="http://schemas.openxmlformats.org/drawingml/2006/main">
              <a:ext uri="{FF2B5EF4-FFF2-40B4-BE49-F238E27FC236}">
                <a16:creationId xmlns:a16="http://schemas.microsoft.com/office/drawing/2014/main" id="{EC60A4C0-B9FE-49E9-811F-DC1A6E71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Use integrity linkage only; reject a checksum as proof of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export contents.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record-to-decision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1628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574-3">
            <a:extLst xmlns:a="http://schemas.openxmlformats.org/drawingml/2006/main">
              <a:ext uri="{FF2B5EF4-FFF2-40B4-BE49-F238E27FC236}">
                <a16:creationId xmlns:a16="http://schemas.microsoft.com/office/drawing/2014/main" id="{F7E873E7-C21B-4F11-9515-DAA7ED7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574-3">
            <a:extLst xmlns:a="http://schemas.openxmlformats.org/drawingml/2006/main">
              <a:ext uri="{FF2B5EF4-FFF2-40B4-BE49-F238E27FC236}">
                <a16:creationId xmlns:a16="http://schemas.microsoft.com/office/drawing/2014/main" id="{267B821D-F990-4D0A-B45C-CB1B9D3A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p03-full-002574</a:t>
            </a:r>
          </a:p>
        </p:txBody>
      </p:sp>
      <p:sp>
        <p:nvSpPr>
          <p:cNvPr id="3" name="qa-v2-r2-title-p03-full-002574-3">
            <a:extLst xmlns:a="http://schemas.openxmlformats.org/drawingml/2006/main">
              <a:ext uri="{FF2B5EF4-FFF2-40B4-BE49-F238E27FC236}">
                <a16:creationId xmlns:a16="http://schemas.microsoft.com/office/drawing/2014/main" id="{4ED6AAFA-669E-4636-865E-6DA6FAE5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2574-3">
            <a:extLst xmlns:a="http://schemas.openxmlformats.org/drawingml/2006/main">
              <a:ext uri="{FF2B5EF4-FFF2-40B4-BE49-F238E27FC236}">
                <a16:creationId xmlns:a16="http://schemas.microsoft.com/office/drawing/2014/main" id="{75A4FD2A-1044-448E-A8F5-03C854F8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compare the changed record;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039670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574-4">
            <a:extLst xmlns:a="http://schemas.openxmlformats.org/drawingml/2006/main">
              <a:ext uri="{FF2B5EF4-FFF2-40B4-BE49-F238E27FC236}">
                <a16:creationId xmlns:a16="http://schemas.microsoft.com/office/drawing/2014/main" id="{A3F17924-3B59-4791-B459-E04BACA9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574-4">
            <a:extLst xmlns:a="http://schemas.openxmlformats.org/drawingml/2006/main">
              <a:ext uri="{FF2B5EF4-FFF2-40B4-BE49-F238E27FC236}">
                <a16:creationId xmlns:a16="http://schemas.microsoft.com/office/drawing/2014/main" id="{88D9F698-53CA-4D16-ACE9-8805069E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p03-full-002574</a:t>
            </a:r>
          </a:p>
        </p:txBody>
      </p:sp>
      <p:sp>
        <p:nvSpPr>
          <p:cNvPr id="3" name="qa-v2-r2-title-p03-full-002574-4">
            <a:extLst xmlns:a="http://schemas.openxmlformats.org/drawingml/2006/main">
              <a:ext uri="{FF2B5EF4-FFF2-40B4-BE49-F238E27FC236}">
                <a16:creationId xmlns:a16="http://schemas.microsoft.com/office/drawing/2014/main" id="{EF8593FB-7BB5-4170-9988-AABC4DD9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2574-4">
            <a:extLst xmlns:a="http://schemas.openxmlformats.org/drawingml/2006/main">
              <a:ext uri="{FF2B5EF4-FFF2-40B4-BE49-F238E27FC236}">
                <a16:creationId xmlns:a16="http://schemas.microsoft.com/office/drawing/2014/main" id="{CB21BCD8-FE53-42F9-A16E-0CCBCB4A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p03-full-001696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residual-risk basis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2039670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2026-08-25T12:41:30.9410000Z</dcterms:created>
  <dcterms:modified xsi:type="dcterms:W3CDTF">2026-08-25T12:41:30.9410000Z</dcterms:modified>
</coreProperties>
</file>