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3a5d16e034d84" /><Relationship Type="http://schemas.openxmlformats.org/officeDocument/2006/relationships/extended-properties" Target="/docProps/app.xml" Id="Rd9018fde0bbb4511" /><Relationship Type="http://schemas.openxmlformats.org/officeDocument/2006/relationships/officeDocument" Target="/ppt/presentation.xml" Id="R61c8bc8e400b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ebae798e9e49ca"/>
  </p:sldMasterIdLst>
  <p:notesMasterIdLst>
    <p:notesMasterId xmlns:r="http://schemas.openxmlformats.org/officeDocument/2006/relationships" r:id="R484ffaac19ba4d0b"/>
  </p:notesMasterIdLst>
  <p:sldIdLst>
    <p:sldId xmlns:r="http://schemas.openxmlformats.org/officeDocument/2006/relationships" id="256" r:id="Rfaa7832e46034340"/>
    <p:sldId xmlns:r="http://schemas.openxmlformats.org/officeDocument/2006/relationships" id="257" r:id="Ref3c2d660d554a34"/>
    <p:sldId xmlns:r="http://schemas.openxmlformats.org/officeDocument/2006/relationships" id="258" r:id="Rfab081893c9c4a69"/>
    <p:sldId xmlns:r="http://schemas.openxmlformats.org/officeDocument/2006/relationships" id="259" r:id="R6df168f6ec5e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5603ac98cc4ed4" /><Relationship Type="http://schemas.openxmlformats.org/officeDocument/2006/relationships/slideMaster" Target="/ppt/slideMasters/slideMaster1.xml" Id="R1eebae798e9e49ca" /><Relationship Type="http://schemas.openxmlformats.org/officeDocument/2006/relationships/notesMaster" Target="/ppt/notesMasters/notesMaster1.xml" Id="R484ffaac19ba4d0b" /><Relationship Type="http://schemas.openxmlformats.org/officeDocument/2006/relationships/presProps" Target="/ppt/presProps.xml" Id="R386fde85b3e64bb3" /><Relationship Type="http://schemas.openxmlformats.org/officeDocument/2006/relationships/tableStyles" Target="/ppt/tableStyles.xml" Id="R7830ee89397f480a" /><Relationship Type="http://schemas.openxmlformats.org/officeDocument/2006/relationships/slide" Target="/ppt/slides/slide1.xml" Id="Rfaa7832e46034340" /><Relationship Type="http://schemas.openxmlformats.org/officeDocument/2006/relationships/slide" Target="/ppt/slides/slide2.xml" Id="Ref3c2d660d554a34" /><Relationship Type="http://schemas.openxmlformats.org/officeDocument/2006/relationships/slide" Target="/ppt/slides/slide3.xml" Id="Rfab081893c9c4a69" /><Relationship Type="http://schemas.openxmlformats.org/officeDocument/2006/relationships/slide" Target="/ppt/slides/slide4.xml" Id="R6df168f6ec5e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ab58c89e004d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66d65e3d944f8d" /><Relationship Type="http://schemas.openxmlformats.org/officeDocument/2006/relationships/notesMaster" Target="/ppt/notesMasters/notesMaster1.xml" Id="Rae95493fd409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8f3132b6de4b21" /><Relationship Type="http://schemas.openxmlformats.org/officeDocument/2006/relationships/notesMaster" Target="/ppt/notesMasters/notesMaster1.xml" Id="R6bd209ba25e1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bae9b92d84ce5" /><Relationship Type="http://schemas.openxmlformats.org/officeDocument/2006/relationships/notesMaster" Target="/ppt/notesMasters/notesMaster1.xml" Id="Rdb641f66c027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d3a65cc114afa" /><Relationship Type="http://schemas.openxmlformats.org/officeDocument/2006/relationships/notesMaster" Target="/ppt/notesMasters/notesMaster1.xml" Id="R65e24e927431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120bd54bb40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c4e1ea2e7d4ae9" /><Relationship Type="http://schemas.openxmlformats.org/officeDocument/2006/relationships/slideLayout" Target="/ppt/slideLayouts/slideLayout1.xml" Id="R5e56c85b632d40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6c85b632d40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a924ed988483c" /><Relationship Type="http://schemas.openxmlformats.org/officeDocument/2006/relationships/notesSlide" Target="/ppt/notesSlides/notesSlide1.xml" Id="Rdc38c50003e241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e95930164a70" /><Relationship Type="http://schemas.openxmlformats.org/officeDocument/2006/relationships/notesSlide" Target="/ppt/notesSlides/notesSlide2.xml" Id="R25a60a3ee471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5a503d024f36" /><Relationship Type="http://schemas.openxmlformats.org/officeDocument/2006/relationships/notesSlide" Target="/ppt/notesSlides/notesSlide3.xml" Id="R9aed68c6a994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f0c42fd4548b0" /><Relationship Type="http://schemas.openxmlformats.org/officeDocument/2006/relationships/notesSlide" Target="/ppt/notesSlides/notesSlide4.xml" Id="R689ab01b802f4c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27-1">
            <a:extLst xmlns:a="http://schemas.openxmlformats.org/drawingml/2006/main">
              <a:ext uri="{FF2B5EF4-FFF2-40B4-BE49-F238E27FC236}">
                <a16:creationId xmlns:a16="http://schemas.microsoft.com/office/drawing/2014/main" id="{21DD5A1B-28B3-4DE6-9148-74798BD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27-1">
            <a:extLst xmlns:a="http://schemas.openxmlformats.org/drawingml/2006/main">
              <a:ext uri="{FF2B5EF4-FFF2-40B4-BE49-F238E27FC236}">
                <a16:creationId xmlns:a16="http://schemas.microsoft.com/office/drawing/2014/main" id="{E2BFEE4D-E7AB-4A03-979D-693735FE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p03-full-004427</a:t>
            </a:r>
          </a:p>
        </p:txBody>
      </p:sp>
      <p:sp>
        <p:nvSpPr>
          <p:cNvPr id="3" name="qa-v2-r2-title-p03-full-004427-1">
            <a:extLst xmlns:a="http://schemas.openxmlformats.org/drawingml/2006/main">
              <a:ext uri="{FF2B5EF4-FFF2-40B4-BE49-F238E27FC236}">
                <a16:creationId xmlns:a16="http://schemas.microsoft.com/office/drawing/2014/main" id="{576524B5-4C01-4BC9-B1AF-53C416C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427-1">
            <a:extLst xmlns:a="http://schemas.openxmlformats.org/drawingml/2006/main">
              <a:ext uri="{FF2B5EF4-FFF2-40B4-BE49-F238E27FC236}">
                <a16:creationId xmlns:a16="http://schemas.microsoft.com/office/drawing/2014/main" id="{61CCB313-0DCA-4337-BEF0-C3E7CBF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p03-src-004427; p03-full-002652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628297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27-2">
            <a:extLst xmlns:a="http://schemas.openxmlformats.org/drawingml/2006/main">
              <a:ext uri="{FF2B5EF4-FFF2-40B4-BE49-F238E27FC236}">
                <a16:creationId xmlns:a16="http://schemas.microsoft.com/office/drawing/2014/main" id="{5B10F13E-8FA4-4CA4-9532-8CF5BCA0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27-2">
            <a:extLst xmlns:a="http://schemas.openxmlformats.org/drawingml/2006/main">
              <a:ext uri="{FF2B5EF4-FFF2-40B4-BE49-F238E27FC236}">
                <a16:creationId xmlns:a16="http://schemas.microsoft.com/office/drawing/2014/main" id="{6743F547-4330-4E44-8C29-29B50D7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p03-full-004427</a:t>
            </a:r>
          </a:p>
        </p:txBody>
      </p:sp>
      <p:sp>
        <p:nvSpPr>
          <p:cNvPr id="3" name="qa-v2-r2-title-p03-full-004427-2">
            <a:extLst xmlns:a="http://schemas.openxmlformats.org/drawingml/2006/main">
              <a:ext uri="{FF2B5EF4-FFF2-40B4-BE49-F238E27FC236}">
                <a16:creationId xmlns:a16="http://schemas.microsoft.com/office/drawing/2014/main" id="{E577C7B8-AE85-45DF-8BF6-34C6890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427-2">
            <a:extLst xmlns:a="http://schemas.openxmlformats.org/drawingml/2006/main">
              <a:ext uri="{FF2B5EF4-FFF2-40B4-BE49-F238E27FC236}">
                <a16:creationId xmlns:a16="http://schemas.microsoft.com/office/drawing/2014/main" id="{D23E295C-12B1-4B8E-BF00-4D092189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Keep count rationale separate from observation; a number is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not telemetry.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13515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27-3">
            <a:extLst xmlns:a="http://schemas.openxmlformats.org/drawingml/2006/main">
              <a:ext uri="{FF2B5EF4-FFF2-40B4-BE49-F238E27FC236}">
                <a16:creationId xmlns:a16="http://schemas.microsoft.com/office/drawing/2014/main" id="{D9B128AE-4EC7-44F9-A155-BF4785BA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27-3">
            <a:extLst xmlns:a="http://schemas.openxmlformats.org/drawingml/2006/main">
              <a:ext uri="{FF2B5EF4-FFF2-40B4-BE49-F238E27FC236}">
                <a16:creationId xmlns:a16="http://schemas.microsoft.com/office/drawing/2014/main" id="{2A4C2B64-B217-4532-ACA1-8CE0FA9A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p03-full-004427</a:t>
            </a:r>
          </a:p>
        </p:txBody>
      </p:sp>
      <p:sp>
        <p:nvSpPr>
          <p:cNvPr id="3" name="qa-v2-r2-title-p03-full-004427-3">
            <a:extLst xmlns:a="http://schemas.openxmlformats.org/drawingml/2006/main">
              <a:ext uri="{FF2B5EF4-FFF2-40B4-BE49-F238E27FC236}">
                <a16:creationId xmlns:a16="http://schemas.microsoft.com/office/drawing/2014/main" id="{EDF14C65-93D9-4AB2-8E06-80CF247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427-3">
            <a:extLst xmlns:a="http://schemas.openxmlformats.org/drawingml/2006/main">
              <a:ext uri="{FF2B5EF4-FFF2-40B4-BE49-F238E27FC236}">
                <a16:creationId xmlns:a16="http://schemas.microsoft.com/office/drawing/2014/main" id="{D3932DBE-9C47-4C31-A600-BAD10D0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99431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27-4">
            <a:extLst xmlns:a="http://schemas.openxmlformats.org/drawingml/2006/main">
              <a:ext uri="{FF2B5EF4-FFF2-40B4-BE49-F238E27FC236}">
                <a16:creationId xmlns:a16="http://schemas.microsoft.com/office/drawing/2014/main" id="{D864F90C-BE36-4BE0-89FA-057A709D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27-4">
            <a:extLst xmlns:a="http://schemas.openxmlformats.org/drawingml/2006/main">
              <a:ext uri="{FF2B5EF4-FFF2-40B4-BE49-F238E27FC236}">
                <a16:creationId xmlns:a16="http://schemas.microsoft.com/office/drawing/2014/main" id="{D8369069-6D65-4BB7-A0D1-67B6EFF4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p03-full-004427</a:t>
            </a:r>
          </a:p>
        </p:txBody>
      </p:sp>
      <p:sp>
        <p:nvSpPr>
          <p:cNvPr id="3" name="qa-v2-r2-title-p03-full-004427-4">
            <a:extLst xmlns:a="http://schemas.openxmlformats.org/drawingml/2006/main">
              <a:ext uri="{FF2B5EF4-FFF2-40B4-BE49-F238E27FC236}">
                <a16:creationId xmlns:a16="http://schemas.microsoft.com/office/drawing/2014/main" id="{7D12FD67-4659-4518-9543-66C7FE88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427-4">
            <a:extLst xmlns:a="http://schemas.openxmlformats.org/drawingml/2006/main">
              <a:ext uri="{FF2B5EF4-FFF2-40B4-BE49-F238E27FC236}">
                <a16:creationId xmlns:a16="http://schemas.microsoft.com/office/drawing/2014/main" id="{9AA15B74-068E-4D02-AE46-E5EFD879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p03-src-004427 with p03-full-002652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99431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2026-08-25T12:42:56.4760000Z</dcterms:created>
  <dcterms:modified xsi:type="dcterms:W3CDTF">2026-08-25T12:42:56.4760000Z</dcterms:modified>
</coreProperties>
</file>