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b36211f2c84e07" /><Relationship Type="http://schemas.openxmlformats.org/officeDocument/2006/relationships/extended-properties" Target="/docProps/app.xml" Id="Rb3e0b62ca4a64f95" /><Relationship Type="http://schemas.openxmlformats.org/officeDocument/2006/relationships/officeDocument" Target="/ppt/presentation.xml" Id="R93063d64c69248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0ebe7e9b9406c"/>
  </p:sldMasterIdLst>
  <p:notesMasterIdLst>
    <p:notesMasterId xmlns:r="http://schemas.openxmlformats.org/officeDocument/2006/relationships" r:id="R51f6aae7b19e4686"/>
  </p:notesMasterIdLst>
  <p:sldIdLst>
    <p:sldId xmlns:r="http://schemas.openxmlformats.org/officeDocument/2006/relationships" id="256" r:id="Rfcbbbcf6a84a4a17"/>
    <p:sldId xmlns:r="http://schemas.openxmlformats.org/officeDocument/2006/relationships" id="257" r:id="Raa479a4d986a4134"/>
    <p:sldId xmlns:r="http://schemas.openxmlformats.org/officeDocument/2006/relationships" id="258" r:id="R000b9526ae53474c"/>
    <p:sldId xmlns:r="http://schemas.openxmlformats.org/officeDocument/2006/relationships" id="259" r:id="Rb94820a117ef4b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ffb18837d48e2" /><Relationship Type="http://schemas.openxmlformats.org/officeDocument/2006/relationships/slideMaster" Target="/ppt/slideMasters/slideMaster1.xml" Id="Rdcd0ebe7e9b9406c" /><Relationship Type="http://schemas.openxmlformats.org/officeDocument/2006/relationships/notesMaster" Target="/ppt/notesMasters/notesMaster1.xml" Id="R51f6aae7b19e4686" /><Relationship Type="http://schemas.openxmlformats.org/officeDocument/2006/relationships/presProps" Target="/ppt/presProps.xml" Id="R01bdbc197e1d4147" /><Relationship Type="http://schemas.openxmlformats.org/officeDocument/2006/relationships/tableStyles" Target="/ppt/tableStyles.xml" Id="R388789ab73cd45a0" /><Relationship Type="http://schemas.openxmlformats.org/officeDocument/2006/relationships/slide" Target="/ppt/slides/slide1.xml" Id="Rfcbbbcf6a84a4a17" /><Relationship Type="http://schemas.openxmlformats.org/officeDocument/2006/relationships/slide" Target="/ppt/slides/slide2.xml" Id="Raa479a4d986a4134" /><Relationship Type="http://schemas.openxmlformats.org/officeDocument/2006/relationships/slide" Target="/ppt/slides/slide3.xml" Id="R000b9526ae53474c" /><Relationship Type="http://schemas.openxmlformats.org/officeDocument/2006/relationships/slide" Target="/ppt/slides/slide4.xml" Id="Rb94820a117ef4b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eeb9af372741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67de3523744202" /><Relationship Type="http://schemas.openxmlformats.org/officeDocument/2006/relationships/notesMaster" Target="/ppt/notesMasters/notesMaster1.xml" Id="R3226feb649764d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38276b0239419e" /><Relationship Type="http://schemas.openxmlformats.org/officeDocument/2006/relationships/notesMaster" Target="/ppt/notesMasters/notesMaster1.xml" Id="R88831307cdd44a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89c0cdec544838" /><Relationship Type="http://schemas.openxmlformats.org/officeDocument/2006/relationships/notesMaster" Target="/ppt/notesMasters/notesMaster1.xml" Id="R22a943774c504c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a29b6e81d646fd" /><Relationship Type="http://schemas.openxmlformats.org/officeDocument/2006/relationships/notesMaster" Target="/ppt/notesMasters/notesMaster1.xml" Id="R35436a7a214045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b32b3e41c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6f4f1f3e31486d" /><Relationship Type="http://schemas.openxmlformats.org/officeDocument/2006/relationships/slideLayout" Target="/ppt/slideLayouts/slideLayout1.xml" Id="R615a9f5a5ef04a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a9f5a5ef04a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4bfcac0b54f87" /><Relationship Type="http://schemas.openxmlformats.org/officeDocument/2006/relationships/notesSlide" Target="/ppt/notesSlides/notesSlide1.xml" Id="R880214f469894e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9ee16a874bb4" /><Relationship Type="http://schemas.openxmlformats.org/officeDocument/2006/relationships/notesSlide" Target="/ppt/notesSlides/notesSlide2.xml" Id="R08433742b6c6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686e3eb564cd2" /><Relationship Type="http://schemas.openxmlformats.org/officeDocument/2006/relationships/notesSlide" Target="/ppt/notesSlides/notesSlide3.xml" Id="Rd4c4aaf787264d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93d788f2a4beb" /><Relationship Type="http://schemas.openxmlformats.org/officeDocument/2006/relationships/notesSlide" Target="/ppt/notesSlides/notesSlide4.xml" Id="Rcab97b10c30a48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71-1">
            <a:extLst xmlns:a="http://schemas.openxmlformats.org/drawingml/2006/main">
              <a:ext uri="{FF2B5EF4-FFF2-40B4-BE49-F238E27FC236}">
                <a16:creationId xmlns:a16="http://schemas.microsoft.com/office/drawing/2014/main" id="{83392D07-B25B-42A1-9F65-3AB500DC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71-1">
            <a:extLst xmlns:a="http://schemas.openxmlformats.org/drawingml/2006/main">
              <a:ext uri="{FF2B5EF4-FFF2-40B4-BE49-F238E27FC236}">
                <a16:creationId xmlns:a16="http://schemas.microsoft.com/office/drawing/2014/main" id="{1290FBD1-BEBF-421A-AAD5-17F38CA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p03-full-004671</a:t>
            </a:r>
          </a:p>
        </p:txBody>
      </p:sp>
      <p:sp>
        <p:nvSpPr>
          <p:cNvPr id="3" name="qa-v2-r2-title-p03-full-004671-1">
            <a:extLst xmlns:a="http://schemas.openxmlformats.org/drawingml/2006/main">
              <a:ext uri="{FF2B5EF4-FFF2-40B4-BE49-F238E27FC236}">
                <a16:creationId xmlns:a16="http://schemas.microsoft.com/office/drawing/2014/main" id="{DF46361D-63F8-43AC-81B5-0DA7979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671-1">
            <a:extLst xmlns:a="http://schemas.openxmlformats.org/drawingml/2006/main">
              <a:ext uri="{FF2B5EF4-FFF2-40B4-BE49-F238E27FC236}">
                <a16:creationId xmlns:a16="http://schemas.microsoft.com/office/drawing/2014/main" id="{D9C5EB59-64B7-4BA2-8CFD-45E2C37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p03-src-004671; p03-full-001485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applicability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399502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71-2">
            <a:extLst xmlns:a="http://schemas.openxmlformats.org/drawingml/2006/main">
              <a:ext uri="{FF2B5EF4-FFF2-40B4-BE49-F238E27FC236}">
                <a16:creationId xmlns:a16="http://schemas.microsoft.com/office/drawing/2014/main" id="{0D3693D5-47A4-44F0-8CCE-721AC180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71-2">
            <a:extLst xmlns:a="http://schemas.openxmlformats.org/drawingml/2006/main">
              <a:ext uri="{FF2B5EF4-FFF2-40B4-BE49-F238E27FC236}">
                <a16:creationId xmlns:a16="http://schemas.microsoft.com/office/drawing/2014/main" id="{31AD5DCE-53CB-4A67-BB18-9F232CB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p03-full-004671</a:t>
            </a:r>
          </a:p>
        </p:txBody>
      </p:sp>
      <p:sp>
        <p:nvSpPr>
          <p:cNvPr id="3" name="qa-v2-r2-title-p03-full-004671-2">
            <a:extLst xmlns:a="http://schemas.openxmlformats.org/drawingml/2006/main">
              <a:ext uri="{FF2B5EF4-FFF2-40B4-BE49-F238E27FC236}">
                <a16:creationId xmlns:a16="http://schemas.microsoft.com/office/drawing/2014/main" id="{BD545AC4-584F-4162-B5CE-A9CB2EB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671-2">
            <a:extLst xmlns:a="http://schemas.openxmlformats.org/drawingml/2006/main">
              <a:ext uri="{FF2B5EF4-FFF2-40B4-BE49-F238E27FC236}">
                <a16:creationId xmlns:a16="http://schemas.microsoft.com/office/drawing/2014/main" id="{F685146A-F069-4951-BC7B-67925062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Give the briefing to an uninvolved reviewer; reject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hidden-context conclusions.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329013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71-3">
            <a:extLst xmlns:a="http://schemas.openxmlformats.org/drawingml/2006/main">
              <a:ext uri="{FF2B5EF4-FFF2-40B4-BE49-F238E27FC236}">
                <a16:creationId xmlns:a16="http://schemas.microsoft.com/office/drawing/2014/main" id="{4911676A-B714-4F8F-91A2-4D996ED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71-3">
            <a:extLst xmlns:a="http://schemas.openxmlformats.org/drawingml/2006/main">
              <a:ext uri="{FF2B5EF4-FFF2-40B4-BE49-F238E27FC236}">
                <a16:creationId xmlns:a16="http://schemas.microsoft.com/office/drawing/2014/main" id="{43C74309-98E7-4BC3-8732-3ADF6514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p03-full-004671</a:t>
            </a:r>
          </a:p>
        </p:txBody>
      </p:sp>
      <p:sp>
        <p:nvSpPr>
          <p:cNvPr id="3" name="qa-v2-r2-title-p03-full-004671-3">
            <a:extLst xmlns:a="http://schemas.openxmlformats.org/drawingml/2006/main">
              <a:ext uri="{FF2B5EF4-FFF2-40B4-BE49-F238E27FC236}">
                <a16:creationId xmlns:a16="http://schemas.microsoft.com/office/drawing/2014/main" id="{6009BC2C-C15B-4A86-AF8C-AF61DBC7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671-3">
            <a:extLst xmlns:a="http://schemas.openxmlformats.org/drawingml/2006/main">
              <a:ext uri="{FF2B5EF4-FFF2-40B4-BE49-F238E27FC236}">
                <a16:creationId xmlns:a16="http://schemas.microsoft.com/office/drawing/2014/main" id="{4D2DC287-B8F8-4E16-963A-DE7A87AB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69724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71-4">
            <a:extLst xmlns:a="http://schemas.openxmlformats.org/drawingml/2006/main">
              <a:ext uri="{FF2B5EF4-FFF2-40B4-BE49-F238E27FC236}">
                <a16:creationId xmlns:a16="http://schemas.microsoft.com/office/drawing/2014/main" id="{CC6D6724-812A-4FE1-B51A-0A4C1319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71-4">
            <a:extLst xmlns:a="http://schemas.openxmlformats.org/drawingml/2006/main">
              <a:ext uri="{FF2B5EF4-FFF2-40B4-BE49-F238E27FC236}">
                <a16:creationId xmlns:a16="http://schemas.microsoft.com/office/drawing/2014/main" id="{78EBE992-B1DB-4155-9B08-2F8DE7E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p03-full-004671</a:t>
            </a:r>
          </a:p>
        </p:txBody>
      </p:sp>
      <p:sp>
        <p:nvSpPr>
          <p:cNvPr id="3" name="qa-v2-r2-title-p03-full-004671-4">
            <a:extLst xmlns:a="http://schemas.openxmlformats.org/drawingml/2006/main">
              <a:ext uri="{FF2B5EF4-FFF2-40B4-BE49-F238E27FC236}">
                <a16:creationId xmlns:a16="http://schemas.microsoft.com/office/drawing/2014/main" id="{0381E77F-945E-4D9E-B897-4B80E72F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671-4">
            <a:extLst xmlns:a="http://schemas.openxmlformats.org/drawingml/2006/main">
              <a:ext uri="{FF2B5EF4-FFF2-40B4-BE49-F238E27FC236}">
                <a16:creationId xmlns:a16="http://schemas.microsoft.com/office/drawing/2014/main" id="{8D5D42AA-3E2F-41AC-8F7C-5B727BB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p03-src-004671 with p03-full-001485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applicability.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69724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2026-08-25T12:43:17.8400000Z</dcterms:created>
  <dcterms:modified xsi:type="dcterms:W3CDTF">2026-08-25T12:43:17.8400000Z</dcterms:modified>
</coreProperties>
</file>