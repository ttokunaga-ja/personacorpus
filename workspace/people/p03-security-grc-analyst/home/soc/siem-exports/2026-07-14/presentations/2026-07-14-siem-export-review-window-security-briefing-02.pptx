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e33d83dd344ecf" /><Relationship Type="http://schemas.openxmlformats.org/officeDocument/2006/relationships/extended-properties" Target="/docProps/app.xml" Id="Reb267eca68ec4a64" /><Relationship Type="http://schemas.openxmlformats.org/officeDocument/2006/relationships/officeDocument" Target="/ppt/presentation.xml" Id="Rb31fab65456c48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fdf7acac4b4626"/>
  </p:sldMasterIdLst>
  <p:notesMasterIdLst>
    <p:notesMasterId xmlns:r="http://schemas.openxmlformats.org/officeDocument/2006/relationships" r:id="Re37585d5d5c5439c"/>
  </p:notesMasterIdLst>
  <p:sldIdLst>
    <p:sldId xmlns:r="http://schemas.openxmlformats.org/officeDocument/2006/relationships" id="256" r:id="Ra1f8bf5726f341f2"/>
    <p:sldId xmlns:r="http://schemas.openxmlformats.org/officeDocument/2006/relationships" id="257" r:id="R58f08d5d58274dd2"/>
    <p:sldId xmlns:r="http://schemas.openxmlformats.org/officeDocument/2006/relationships" id="258" r:id="R8b6b54b34200496a"/>
    <p:sldId xmlns:r="http://schemas.openxmlformats.org/officeDocument/2006/relationships" id="259" r:id="R36c18c8bab0a48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0cf11fb53045f2" /><Relationship Type="http://schemas.openxmlformats.org/officeDocument/2006/relationships/slideMaster" Target="/ppt/slideMasters/slideMaster1.xml" Id="R74fdf7acac4b4626" /><Relationship Type="http://schemas.openxmlformats.org/officeDocument/2006/relationships/notesMaster" Target="/ppt/notesMasters/notesMaster1.xml" Id="Re37585d5d5c5439c" /><Relationship Type="http://schemas.openxmlformats.org/officeDocument/2006/relationships/presProps" Target="/ppt/presProps.xml" Id="R5caa5171dc5d41f3" /><Relationship Type="http://schemas.openxmlformats.org/officeDocument/2006/relationships/tableStyles" Target="/ppt/tableStyles.xml" Id="R3f16300665234629" /><Relationship Type="http://schemas.openxmlformats.org/officeDocument/2006/relationships/slide" Target="/ppt/slides/slide1.xml" Id="Ra1f8bf5726f341f2" /><Relationship Type="http://schemas.openxmlformats.org/officeDocument/2006/relationships/slide" Target="/ppt/slides/slide2.xml" Id="R58f08d5d58274dd2" /><Relationship Type="http://schemas.openxmlformats.org/officeDocument/2006/relationships/slide" Target="/ppt/slides/slide3.xml" Id="R8b6b54b34200496a" /><Relationship Type="http://schemas.openxmlformats.org/officeDocument/2006/relationships/slide" Target="/ppt/slides/slide4.xml" Id="R36c18c8bab0a48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171b1e13d049b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dbbcadc45b4cf1" /><Relationship Type="http://schemas.openxmlformats.org/officeDocument/2006/relationships/notesMaster" Target="/ppt/notesMasters/notesMaster1.xml" Id="R8af641061b444d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3307b376414261" /><Relationship Type="http://schemas.openxmlformats.org/officeDocument/2006/relationships/notesMaster" Target="/ppt/notesMasters/notesMaster1.xml" Id="Rd5c224c2e9284b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dc9e7a675844c3" /><Relationship Type="http://schemas.openxmlformats.org/officeDocument/2006/relationships/notesMaster" Target="/ppt/notesMasters/notesMaster1.xml" Id="Rf35f68a560374e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8771473f09b49bf" /><Relationship Type="http://schemas.openxmlformats.org/officeDocument/2006/relationships/notesMaster" Target="/ppt/notesMasters/notesMaster1.xml" Id="Rbc84d8a740264d9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c87ebf381942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0e8e57d8b784da4" /><Relationship Type="http://schemas.openxmlformats.org/officeDocument/2006/relationships/slideLayout" Target="/ppt/slideLayouts/slideLayout1.xml" Id="Re8ba26395bb143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ba26395bb143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64788b98204de8" /><Relationship Type="http://schemas.openxmlformats.org/officeDocument/2006/relationships/notesSlide" Target="/ppt/notesSlides/notesSlide1.xml" Id="R1e9b1c0b8f384b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cacec57c9b4b1d" /><Relationship Type="http://schemas.openxmlformats.org/officeDocument/2006/relationships/notesSlide" Target="/ppt/notesSlides/notesSlide2.xml" Id="R339d5852bb5346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2146c999e48a0" /><Relationship Type="http://schemas.openxmlformats.org/officeDocument/2006/relationships/notesSlide" Target="/ppt/notesSlides/notesSlide3.xml" Id="R810e22e9fe314f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57a66e56e4e9e" /><Relationship Type="http://schemas.openxmlformats.org/officeDocument/2006/relationships/notesSlide" Target="/ppt/notesSlides/notesSlide4.xml" Id="R8ddd3bc2845248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27-1">
            <a:extLst xmlns:a="http://schemas.openxmlformats.org/drawingml/2006/main">
              <a:ext uri="{FF2B5EF4-FFF2-40B4-BE49-F238E27FC236}">
                <a16:creationId xmlns:a16="http://schemas.microsoft.com/office/drawing/2014/main" id="{CD1284DA-62E7-4DE4-BB90-C8A37F3E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27-1">
            <a:extLst xmlns:a="http://schemas.openxmlformats.org/drawingml/2006/main">
              <a:ext uri="{FF2B5EF4-FFF2-40B4-BE49-F238E27FC236}">
                <a16:creationId xmlns:a16="http://schemas.microsoft.com/office/drawing/2014/main" id="{274AEAE7-68FE-43D2-A7C7-C37CA44F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p03-full-004627</a:t>
            </a:r>
          </a:p>
        </p:txBody>
      </p:sp>
      <p:sp>
        <p:nvSpPr>
          <p:cNvPr id="3" name="qa-v2-r2-title-p03-full-004627-1">
            <a:extLst xmlns:a="http://schemas.openxmlformats.org/drawingml/2006/main">
              <a:ext uri="{FF2B5EF4-FFF2-40B4-BE49-F238E27FC236}">
                <a16:creationId xmlns:a16="http://schemas.microsoft.com/office/drawing/2014/main" id="{960D850F-C7E8-4F1C-A761-CA3701272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4627-1">
            <a:extLst xmlns:a="http://schemas.openxmlformats.org/drawingml/2006/main">
              <a:ext uri="{FF2B5EF4-FFF2-40B4-BE49-F238E27FC236}">
                <a16:creationId xmlns:a16="http://schemas.microsoft.com/office/drawing/2014/main" id="{01F33999-F5A1-4584-908C-D77A336B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review window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chronology, recency, and decision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p03-src-004627; p03-full-001796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remediation threshold assessment.</a:t>
            </a:r>
          </a:p>
        </p:txBody>
      </p:sp>
    </p:spTree>
    <p:extLst>
      <p:ext uri="{BB962C8B-B14F-4D97-AF65-F5344CB8AC3E}">
        <p14:creationId xmlns:p14="http://schemas.microsoft.com/office/powerpoint/2010/main" val="1873175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27-2">
            <a:extLst xmlns:a="http://schemas.openxmlformats.org/drawingml/2006/main">
              <a:ext uri="{FF2B5EF4-FFF2-40B4-BE49-F238E27FC236}">
                <a16:creationId xmlns:a16="http://schemas.microsoft.com/office/drawing/2014/main" id="{4AA209CB-E1A1-4ADF-B4E5-F0407E7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27-2">
            <a:extLst xmlns:a="http://schemas.openxmlformats.org/drawingml/2006/main">
              <a:ext uri="{FF2B5EF4-FFF2-40B4-BE49-F238E27FC236}">
                <a16:creationId xmlns:a16="http://schemas.microsoft.com/office/drawing/2014/main" id="{E52130E9-DC02-4D80-ABF8-064604B94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p03-full-004627</a:t>
            </a:r>
          </a:p>
        </p:txBody>
      </p:sp>
      <p:sp>
        <p:nvSpPr>
          <p:cNvPr id="3" name="qa-v2-r2-title-p03-full-004627-2">
            <a:extLst xmlns:a="http://schemas.openxmlformats.org/drawingml/2006/main">
              <a:ext uri="{FF2B5EF4-FFF2-40B4-BE49-F238E27FC236}">
                <a16:creationId xmlns:a16="http://schemas.microsoft.com/office/drawing/2014/main" id="{8680C541-1E1F-4EA3-B256-1155CE40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4627-2">
            <a:extLst xmlns:a="http://schemas.openxmlformats.org/drawingml/2006/main">
              <a:ext uri="{FF2B5EF4-FFF2-40B4-BE49-F238E27FC236}">
                <a16:creationId xmlns:a16="http://schemas.microsoft.com/office/drawing/2014/main" id="{29CD6EBA-DB29-4948-AFBC-C098D9E7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Put checkpoint and source period side by side; neither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substitutes for the other.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an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owner-to-approval accountability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6743285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27-3">
            <a:extLst xmlns:a="http://schemas.openxmlformats.org/drawingml/2006/main">
              <a:ext uri="{FF2B5EF4-FFF2-40B4-BE49-F238E27FC236}">
                <a16:creationId xmlns:a16="http://schemas.microsoft.com/office/drawing/2014/main" id="{3EA52C2F-0404-4C4A-B234-1BADB0F2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27-3">
            <a:extLst xmlns:a="http://schemas.openxmlformats.org/drawingml/2006/main">
              <a:ext uri="{FF2B5EF4-FFF2-40B4-BE49-F238E27FC236}">
                <a16:creationId xmlns:a16="http://schemas.microsoft.com/office/drawing/2014/main" id="{8530616F-110E-4E3C-AEDF-5BF294BB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p03-full-004627</a:t>
            </a:r>
          </a:p>
        </p:txBody>
      </p:sp>
      <p:sp>
        <p:nvSpPr>
          <p:cNvPr id="3" name="qa-v2-r2-title-p03-full-004627-3">
            <a:extLst xmlns:a="http://schemas.openxmlformats.org/drawingml/2006/main">
              <a:ext uri="{FF2B5EF4-FFF2-40B4-BE49-F238E27FC236}">
                <a16:creationId xmlns:a16="http://schemas.microsoft.com/office/drawing/2014/main" id="{58D3549B-17FB-4269-8C0B-4C3093BA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4627-3">
            <a:extLst xmlns:a="http://schemas.openxmlformats.org/drawingml/2006/main">
              <a:ext uri="{FF2B5EF4-FFF2-40B4-BE49-F238E27FC236}">
                <a16:creationId xmlns:a16="http://schemas.microsoft.com/office/drawing/2014/main" id="{B8B8478B-8B32-46CA-924D-01277B2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compare the changed record; do not carry the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163761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4627-4">
            <a:extLst xmlns:a="http://schemas.openxmlformats.org/drawingml/2006/main">
              <a:ext uri="{FF2B5EF4-FFF2-40B4-BE49-F238E27FC236}">
                <a16:creationId xmlns:a16="http://schemas.microsoft.com/office/drawing/2014/main" id="{FE03FF10-81C2-4688-9439-C00B350F3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4627-4">
            <a:extLst xmlns:a="http://schemas.openxmlformats.org/drawingml/2006/main">
              <a:ext uri="{FF2B5EF4-FFF2-40B4-BE49-F238E27FC236}">
                <a16:creationId xmlns:a16="http://schemas.microsoft.com/office/drawing/2014/main" id="{47F3D8CC-19E6-4D7B-A995-97F4CBF8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p03-full-004627</a:t>
            </a:r>
          </a:p>
        </p:txBody>
      </p:sp>
      <p:sp>
        <p:nvSpPr>
          <p:cNvPr id="3" name="qa-v2-r2-title-p03-full-004627-4">
            <a:extLst xmlns:a="http://schemas.openxmlformats.org/drawingml/2006/main">
              <a:ext uri="{FF2B5EF4-FFF2-40B4-BE49-F238E27FC236}">
                <a16:creationId xmlns:a16="http://schemas.microsoft.com/office/drawing/2014/main" id="{5DA2416B-3DE0-4E83-8D5A-702555D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4627-4">
            <a:extLst xmlns:a="http://schemas.openxmlformats.org/drawingml/2006/main">
              <a:ext uri="{FF2B5EF4-FFF2-40B4-BE49-F238E27FC236}">
                <a16:creationId xmlns:a16="http://schemas.microsoft.com/office/drawing/2014/main" id="{07C8D071-7429-4910-9362-5CFC4307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p03-src-004627 with p03-full-001796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remediation threshold.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16376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2026-08-25T12:40:48.0120000Z</dcterms:created>
  <dcterms:modified xsi:type="dcterms:W3CDTF">2026-08-25T12:40:48.0120000Z</dcterms:modified>
</coreProperties>
</file>