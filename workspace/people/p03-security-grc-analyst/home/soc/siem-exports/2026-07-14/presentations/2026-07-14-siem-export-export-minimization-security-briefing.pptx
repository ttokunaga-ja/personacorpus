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91ddac54ca4cd8" /><Relationship Type="http://schemas.openxmlformats.org/officeDocument/2006/relationships/extended-properties" Target="/docProps/app.xml" Id="R28d5a92134e44a0e" /><Relationship Type="http://schemas.openxmlformats.org/officeDocument/2006/relationships/officeDocument" Target="/ppt/presentation.xml" Id="R31726d6ba4934a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224f0d5d934fbd"/>
  </p:sldMasterIdLst>
  <p:notesMasterIdLst>
    <p:notesMasterId xmlns:r="http://schemas.openxmlformats.org/officeDocument/2006/relationships" r:id="Rfe1d27d95c504bbe"/>
  </p:notesMasterIdLst>
  <p:sldIdLst>
    <p:sldId xmlns:r="http://schemas.openxmlformats.org/officeDocument/2006/relationships" id="256" r:id="Rc9337dabcf3a4feb"/>
    <p:sldId xmlns:r="http://schemas.openxmlformats.org/officeDocument/2006/relationships" id="257" r:id="Rd65e3008704142ba"/>
    <p:sldId xmlns:r="http://schemas.openxmlformats.org/officeDocument/2006/relationships" id="258" r:id="Rc2db5ba89a6d44ed"/>
    <p:sldId xmlns:r="http://schemas.openxmlformats.org/officeDocument/2006/relationships" id="259" r:id="R236f3228c8594f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c61cd9d59a499a" /><Relationship Type="http://schemas.openxmlformats.org/officeDocument/2006/relationships/slideMaster" Target="/ppt/slideMasters/slideMaster1.xml" Id="R34224f0d5d934fbd" /><Relationship Type="http://schemas.openxmlformats.org/officeDocument/2006/relationships/notesMaster" Target="/ppt/notesMasters/notesMaster1.xml" Id="Rfe1d27d95c504bbe" /><Relationship Type="http://schemas.openxmlformats.org/officeDocument/2006/relationships/presProps" Target="/ppt/presProps.xml" Id="R21e0daf9af2b40ce" /><Relationship Type="http://schemas.openxmlformats.org/officeDocument/2006/relationships/tableStyles" Target="/ppt/tableStyles.xml" Id="R1abfbe71b42e4638" /><Relationship Type="http://schemas.openxmlformats.org/officeDocument/2006/relationships/slide" Target="/ppt/slides/slide1.xml" Id="Rc9337dabcf3a4feb" /><Relationship Type="http://schemas.openxmlformats.org/officeDocument/2006/relationships/slide" Target="/ppt/slides/slide2.xml" Id="Rd65e3008704142ba" /><Relationship Type="http://schemas.openxmlformats.org/officeDocument/2006/relationships/slide" Target="/ppt/slides/slide3.xml" Id="Rc2db5ba89a6d44ed" /><Relationship Type="http://schemas.openxmlformats.org/officeDocument/2006/relationships/slide" Target="/ppt/slides/slide4.xml" Id="R236f3228c8594f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3d8c67653f4a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4209ccb6894ea8" /><Relationship Type="http://schemas.openxmlformats.org/officeDocument/2006/relationships/notesMaster" Target="/ppt/notesMasters/notesMaster1.xml" Id="R3bfe714cace549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48edc74a05469c" /><Relationship Type="http://schemas.openxmlformats.org/officeDocument/2006/relationships/notesMaster" Target="/ppt/notesMasters/notesMaster1.xml" Id="Ra5a11ccc35564a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04215dcdd14cd8" /><Relationship Type="http://schemas.openxmlformats.org/officeDocument/2006/relationships/notesMaster" Target="/ppt/notesMasters/notesMaster1.xml" Id="Ra7c951784b5b4d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97aca86c844a5f" /><Relationship Type="http://schemas.openxmlformats.org/officeDocument/2006/relationships/notesMaster" Target="/ppt/notesMasters/notesMaster1.xml" Id="Rf27986062aad45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92f5909294c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b7970db57043de" /><Relationship Type="http://schemas.openxmlformats.org/officeDocument/2006/relationships/slideLayout" Target="/ppt/slideLayouts/slideLayout1.xml" Id="R98eaff07cb034b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eaff07cb034b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9623ba6914c87" /><Relationship Type="http://schemas.openxmlformats.org/officeDocument/2006/relationships/notesSlide" Target="/ppt/notesSlides/notesSlide1.xml" Id="Rfb67a63f0eac44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1d0761660482c" /><Relationship Type="http://schemas.openxmlformats.org/officeDocument/2006/relationships/notesSlide" Target="/ppt/notesSlides/notesSlide2.xml" Id="R2c58dab5e15c44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ace0db118406e" /><Relationship Type="http://schemas.openxmlformats.org/officeDocument/2006/relationships/notesSlide" Target="/ppt/notesSlides/notesSlide3.xml" Id="R862ef5cb34434f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012327c784c30" /><Relationship Type="http://schemas.openxmlformats.org/officeDocument/2006/relationships/notesSlide" Target="/ppt/notesSlides/notesSlide4.xml" Id="Ref1c66cd9aca4d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873-1">
            <a:extLst xmlns:a="http://schemas.openxmlformats.org/drawingml/2006/main">
              <a:ext uri="{FF2B5EF4-FFF2-40B4-BE49-F238E27FC236}">
                <a16:creationId xmlns:a16="http://schemas.microsoft.com/office/drawing/2014/main" id="{C0DFEF48-56B8-4BBC-A847-1E7391FA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873-1">
            <a:extLst xmlns:a="http://schemas.openxmlformats.org/drawingml/2006/main">
              <a:ext uri="{FF2B5EF4-FFF2-40B4-BE49-F238E27FC236}">
                <a16:creationId xmlns:a16="http://schemas.microsoft.com/office/drawing/2014/main" id="{F55B6264-B026-4F59-8BC8-DD9CE155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p03-full-006873</a:t>
            </a:r>
          </a:p>
        </p:txBody>
      </p:sp>
      <p:sp>
        <p:nvSpPr>
          <p:cNvPr id="3" name="qa-v2-r2-title-p03-full-006873-1">
            <a:extLst xmlns:a="http://schemas.openxmlformats.org/drawingml/2006/main">
              <a:ext uri="{FF2B5EF4-FFF2-40B4-BE49-F238E27FC236}">
                <a16:creationId xmlns:a16="http://schemas.microsoft.com/office/drawing/2014/main" id="{65394DA2-33BF-4321-A369-59E5ED63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6873-1">
            <a:extLst xmlns:a="http://schemas.openxmlformats.org/drawingml/2006/main">
              <a:ext uri="{FF2B5EF4-FFF2-40B4-BE49-F238E27FC236}">
                <a16:creationId xmlns:a16="http://schemas.microsoft.com/office/drawing/2014/main" id="{81F105BD-871A-4467-A864-C622ED48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minimization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2026-07-14.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p03-src-006873; p03-full-002407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evidence recency assessment.</a:t>
            </a:r>
          </a:p>
        </p:txBody>
      </p:sp>
    </p:spTree>
    <p:extLst>
      <p:ext uri="{BB962C8B-B14F-4D97-AF65-F5344CB8AC3E}">
        <p14:creationId xmlns:p14="http://schemas.microsoft.com/office/powerpoint/2010/main" val="1930685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873-2">
            <a:extLst xmlns:a="http://schemas.openxmlformats.org/drawingml/2006/main">
              <a:ext uri="{FF2B5EF4-FFF2-40B4-BE49-F238E27FC236}">
                <a16:creationId xmlns:a16="http://schemas.microsoft.com/office/drawing/2014/main" id="{7E96A8D9-7C32-4F56-9740-1D2DF240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873-2">
            <a:extLst xmlns:a="http://schemas.openxmlformats.org/drawingml/2006/main">
              <a:ext uri="{FF2B5EF4-FFF2-40B4-BE49-F238E27FC236}">
                <a16:creationId xmlns:a16="http://schemas.microsoft.com/office/drawing/2014/main" id="{80E15672-8A9C-456D-A31E-A5FB7D14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p03-full-006873</a:t>
            </a:r>
          </a:p>
        </p:txBody>
      </p:sp>
      <p:sp>
        <p:nvSpPr>
          <p:cNvPr id="3" name="qa-v2-r2-title-p03-full-006873-2">
            <a:extLst xmlns:a="http://schemas.openxmlformats.org/drawingml/2006/main">
              <a:ext uri="{FF2B5EF4-FFF2-40B4-BE49-F238E27FC236}">
                <a16:creationId xmlns:a16="http://schemas.microsoft.com/office/drawing/2014/main" id="{B3E3ED25-B270-4BA5-836E-572FB484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6873-2">
            <a:extLst xmlns:a="http://schemas.openxmlformats.org/drawingml/2006/main">
              <a:ext uri="{FF2B5EF4-FFF2-40B4-BE49-F238E27FC236}">
                <a16:creationId xmlns:a16="http://schemas.microsoft.com/office/drawing/2014/main" id="{46F4BDC4-195C-4C19-8D2F-8310C901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State what this assurance result cannot establish.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claim-to-rationale support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6987095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873-3">
            <a:extLst xmlns:a="http://schemas.openxmlformats.org/drawingml/2006/main">
              <a:ext uri="{FF2B5EF4-FFF2-40B4-BE49-F238E27FC236}">
                <a16:creationId xmlns:a16="http://schemas.microsoft.com/office/drawing/2014/main" id="{69D88AB8-8ADD-43B3-8532-1613D5FB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873-3">
            <a:extLst xmlns:a="http://schemas.openxmlformats.org/drawingml/2006/main">
              <a:ext uri="{FF2B5EF4-FFF2-40B4-BE49-F238E27FC236}">
                <a16:creationId xmlns:a16="http://schemas.microsoft.com/office/drawing/2014/main" id="{AA825736-84B1-4989-9808-3888046E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p03-full-006873</a:t>
            </a:r>
          </a:p>
        </p:txBody>
      </p:sp>
      <p:sp>
        <p:nvSpPr>
          <p:cNvPr id="3" name="qa-v2-r2-title-p03-full-006873-3">
            <a:extLst xmlns:a="http://schemas.openxmlformats.org/drawingml/2006/main">
              <a:ext uri="{FF2B5EF4-FFF2-40B4-BE49-F238E27FC236}">
                <a16:creationId xmlns:a16="http://schemas.microsoft.com/office/drawing/2014/main" id="{9660A565-B87B-4B94-A6B5-A25979FA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6873-3">
            <a:extLst xmlns:a="http://schemas.openxmlformats.org/drawingml/2006/main">
              <a:ext uri="{FF2B5EF4-FFF2-40B4-BE49-F238E27FC236}">
                <a16:creationId xmlns:a16="http://schemas.microsoft.com/office/drawing/2014/main" id="{5949119E-FE96-4009-803D-8B6730A9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verify the dependency meaning;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0998173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873-4">
            <a:extLst xmlns:a="http://schemas.openxmlformats.org/drawingml/2006/main">
              <a:ext uri="{FF2B5EF4-FFF2-40B4-BE49-F238E27FC236}">
                <a16:creationId xmlns:a16="http://schemas.microsoft.com/office/drawing/2014/main" id="{05F95462-6598-4246-B525-75E39A50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873-4">
            <a:extLst xmlns:a="http://schemas.openxmlformats.org/drawingml/2006/main">
              <a:ext uri="{FF2B5EF4-FFF2-40B4-BE49-F238E27FC236}">
                <a16:creationId xmlns:a16="http://schemas.microsoft.com/office/drawing/2014/main" id="{1347CF6E-60AC-4AF3-AEAB-898D5383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p03-full-006873</a:t>
            </a:r>
          </a:p>
        </p:txBody>
      </p:sp>
      <p:sp>
        <p:nvSpPr>
          <p:cNvPr id="3" name="qa-v2-r2-title-p03-full-006873-4">
            <a:extLst xmlns:a="http://schemas.openxmlformats.org/drawingml/2006/main">
              <a:ext uri="{FF2B5EF4-FFF2-40B4-BE49-F238E27FC236}">
                <a16:creationId xmlns:a16="http://schemas.microsoft.com/office/drawing/2014/main" id="{B7A0C779-2D57-491F-9226-9B0223AC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6873-4">
            <a:extLst xmlns:a="http://schemas.openxmlformats.org/drawingml/2006/main">
              <a:ext uri="{FF2B5EF4-FFF2-40B4-BE49-F238E27FC236}">
                <a16:creationId xmlns:a16="http://schemas.microsoft.com/office/drawing/2014/main" id="{7734543A-3B40-491F-8C17-F3143EE7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p03-src-006873 with p03-full-002407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evidence recency.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099817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2026-08-25T12:40:05.0090000Z</dcterms:created>
  <dcterms:modified xsi:type="dcterms:W3CDTF">2026-08-25T12:40:05.0090000Z</dcterms:modified>
</coreProperties>
</file>