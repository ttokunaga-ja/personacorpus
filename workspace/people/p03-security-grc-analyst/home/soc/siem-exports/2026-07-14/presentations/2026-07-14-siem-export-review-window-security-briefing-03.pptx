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0f0d107ce14a36" /><Relationship Type="http://schemas.openxmlformats.org/officeDocument/2006/relationships/extended-properties" Target="/docProps/app.xml" Id="R4b767f7015854ced" /><Relationship Type="http://schemas.openxmlformats.org/officeDocument/2006/relationships/officeDocument" Target="/ppt/presentation.xml" Id="R1bac42c44b854d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26052ef9945ef"/>
  </p:sldMasterIdLst>
  <p:notesMasterIdLst>
    <p:notesMasterId xmlns:r="http://schemas.openxmlformats.org/officeDocument/2006/relationships" r:id="Rc7cad1f597fb4dd0"/>
  </p:notesMasterIdLst>
  <p:sldIdLst>
    <p:sldId xmlns:r="http://schemas.openxmlformats.org/officeDocument/2006/relationships" id="256" r:id="R68f4f99a170e42fe"/>
    <p:sldId xmlns:r="http://schemas.openxmlformats.org/officeDocument/2006/relationships" id="257" r:id="R35052994cf8e4e73"/>
    <p:sldId xmlns:r="http://schemas.openxmlformats.org/officeDocument/2006/relationships" id="258" r:id="Rfed2bafe0eae406c"/>
    <p:sldId xmlns:r="http://schemas.openxmlformats.org/officeDocument/2006/relationships" id="259" r:id="R8764965e5c1049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60acfedfc24c08" /><Relationship Type="http://schemas.openxmlformats.org/officeDocument/2006/relationships/slideMaster" Target="/ppt/slideMasters/slideMaster1.xml" Id="Rc3426052ef9945ef" /><Relationship Type="http://schemas.openxmlformats.org/officeDocument/2006/relationships/notesMaster" Target="/ppt/notesMasters/notesMaster1.xml" Id="Rc7cad1f597fb4dd0" /><Relationship Type="http://schemas.openxmlformats.org/officeDocument/2006/relationships/presProps" Target="/ppt/presProps.xml" Id="R4f0a680e6e2b46a1" /><Relationship Type="http://schemas.openxmlformats.org/officeDocument/2006/relationships/tableStyles" Target="/ppt/tableStyles.xml" Id="R6adde388fabb42d3" /><Relationship Type="http://schemas.openxmlformats.org/officeDocument/2006/relationships/slide" Target="/ppt/slides/slide1.xml" Id="R68f4f99a170e42fe" /><Relationship Type="http://schemas.openxmlformats.org/officeDocument/2006/relationships/slide" Target="/ppt/slides/slide2.xml" Id="R35052994cf8e4e73" /><Relationship Type="http://schemas.openxmlformats.org/officeDocument/2006/relationships/slide" Target="/ppt/slides/slide3.xml" Id="Rfed2bafe0eae406c" /><Relationship Type="http://schemas.openxmlformats.org/officeDocument/2006/relationships/slide" Target="/ppt/slides/slide4.xml" Id="R8764965e5c1049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22981f0c144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ecfb89de304ddf" /><Relationship Type="http://schemas.openxmlformats.org/officeDocument/2006/relationships/notesMaster" Target="/ppt/notesMasters/notesMaster1.xml" Id="R57deafac48b147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2e52a65f7408e" /><Relationship Type="http://schemas.openxmlformats.org/officeDocument/2006/relationships/notesMaster" Target="/ppt/notesMasters/notesMaster1.xml" Id="Rce039d6815974b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e7e3365094c76" /><Relationship Type="http://schemas.openxmlformats.org/officeDocument/2006/relationships/notesMaster" Target="/ppt/notesMasters/notesMaster1.xml" Id="Rbc854ce24e1844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0f1054b80d4373" /><Relationship Type="http://schemas.openxmlformats.org/officeDocument/2006/relationships/notesMaster" Target="/ppt/notesMasters/notesMaster1.xml" Id="R22e242f9ee8842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e33c267d946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f5f5dff5d847e6" /><Relationship Type="http://schemas.openxmlformats.org/officeDocument/2006/relationships/slideLayout" Target="/ppt/slideLayouts/slideLayout1.xml" Id="Rc518c6f58e9045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8c6f58e9045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25b442fb54408" /><Relationship Type="http://schemas.openxmlformats.org/officeDocument/2006/relationships/notesSlide" Target="/ppt/notesSlides/notesSlide1.xml" Id="R5d682192cd644e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3bf142a6243b7" /><Relationship Type="http://schemas.openxmlformats.org/officeDocument/2006/relationships/notesSlide" Target="/ppt/notesSlides/notesSlide2.xml" Id="R4a8737e824054b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e7e8f8382460d" /><Relationship Type="http://schemas.openxmlformats.org/officeDocument/2006/relationships/notesSlide" Target="/ppt/notesSlides/notesSlide3.xml" Id="R6acaa750266948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e419aae9d4d2c" /><Relationship Type="http://schemas.openxmlformats.org/officeDocument/2006/relationships/notesSlide" Target="/ppt/notesSlides/notesSlide4.xml" Id="Ra06e08cad75a45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227-1">
            <a:extLst xmlns:a="http://schemas.openxmlformats.org/drawingml/2006/main">
              <a:ext uri="{FF2B5EF4-FFF2-40B4-BE49-F238E27FC236}">
                <a16:creationId xmlns:a16="http://schemas.microsoft.com/office/drawing/2014/main" id="{E85D10B6-EB88-4B2F-88B9-05C34B3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227-1">
            <a:extLst xmlns:a="http://schemas.openxmlformats.org/drawingml/2006/main">
              <a:ext uri="{FF2B5EF4-FFF2-40B4-BE49-F238E27FC236}">
                <a16:creationId xmlns:a16="http://schemas.microsoft.com/office/drawing/2014/main" id="{38D914D4-6DD2-4782-A1EE-D1B68390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p03-full-005227</a:t>
            </a:r>
          </a:p>
        </p:txBody>
      </p:sp>
      <p:sp>
        <p:nvSpPr>
          <p:cNvPr id="3" name="qa-v2-r2-title-p03-full-005227-1">
            <a:extLst xmlns:a="http://schemas.openxmlformats.org/drawingml/2006/main">
              <a:ext uri="{FF2B5EF4-FFF2-40B4-BE49-F238E27FC236}">
                <a16:creationId xmlns:a16="http://schemas.microsoft.com/office/drawing/2014/main" id="{005A8539-8850-4083-80CA-0AFD5CD5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5227-1">
            <a:extLst xmlns:a="http://schemas.openxmlformats.org/drawingml/2006/main">
              <a:ext uri="{FF2B5EF4-FFF2-40B4-BE49-F238E27FC236}">
                <a16:creationId xmlns:a16="http://schemas.microsoft.com/office/drawing/2014/main" id="{7A16AEAD-2B7E-421B-A779-9242C0C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 briefing within soc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siem exports. The record treats RISK-031 on 2026-07-14 as an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boundary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p03-src-005227 is the declared source; p03-full-001796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496016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227-2">
            <a:extLst xmlns:a="http://schemas.openxmlformats.org/drawingml/2006/main">
              <a:ext uri="{FF2B5EF4-FFF2-40B4-BE49-F238E27FC236}">
                <a16:creationId xmlns:a16="http://schemas.microsoft.com/office/drawing/2014/main" id="{19773AD3-E4CA-4A02-B36C-258EFCD0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227-2">
            <a:extLst xmlns:a="http://schemas.openxmlformats.org/drawingml/2006/main">
              <a:ext uri="{FF2B5EF4-FFF2-40B4-BE49-F238E27FC236}">
                <a16:creationId xmlns:a16="http://schemas.microsoft.com/office/drawing/2014/main" id="{5ED35AE4-E349-41AE-A646-99CAA46A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p03-full-005227</a:t>
            </a:r>
          </a:p>
        </p:txBody>
      </p:sp>
      <p:sp>
        <p:nvSpPr>
          <p:cNvPr id="3" name="qa-v2-r2-title-p03-full-005227-2">
            <a:extLst xmlns:a="http://schemas.openxmlformats.org/drawingml/2006/main">
              <a:ext uri="{FF2B5EF4-FFF2-40B4-BE49-F238E27FC236}">
                <a16:creationId xmlns:a16="http://schemas.microsoft.com/office/drawing/2014/main" id="{2EA8B05F-862A-49A7-A13C-13503A04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5227-2">
            <a:extLst xmlns:a="http://schemas.openxmlformats.org/drawingml/2006/main">
              <a:ext uri="{FF2B5EF4-FFF2-40B4-BE49-F238E27FC236}">
                <a16:creationId xmlns:a16="http://schemas.microsoft.com/office/drawing/2014/main" id="{5702D89C-E3C3-4B84-92D9-851BEA8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Test whether the minimization statement directs an owner action,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not an aspiration.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risk-to-response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proportionality and ownership, approval boundaries, and accountability, rather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than 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034154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227-3">
            <a:extLst xmlns:a="http://schemas.openxmlformats.org/drawingml/2006/main">
              <a:ext uri="{FF2B5EF4-FFF2-40B4-BE49-F238E27FC236}">
                <a16:creationId xmlns:a16="http://schemas.microsoft.com/office/drawing/2014/main" id="{3502EF91-2FC0-4C7C-9285-09137813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227-3">
            <a:extLst xmlns:a="http://schemas.openxmlformats.org/drawingml/2006/main">
              <a:ext uri="{FF2B5EF4-FFF2-40B4-BE49-F238E27FC236}">
                <a16:creationId xmlns:a16="http://schemas.microsoft.com/office/drawing/2014/main" id="{837A4B06-20F8-425F-A490-DA795699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p03-full-005227</a:t>
            </a:r>
          </a:p>
        </p:txBody>
      </p:sp>
      <p:sp>
        <p:nvSpPr>
          <p:cNvPr id="3" name="qa-v2-r2-title-p03-full-005227-3">
            <a:extLst xmlns:a="http://schemas.openxmlformats.org/drawingml/2006/main">
              <a:ext uri="{FF2B5EF4-FFF2-40B4-BE49-F238E27FC236}">
                <a16:creationId xmlns:a16="http://schemas.microsoft.com/office/drawing/2014/main" id="{B0464AEF-90C2-408C-9FC9-AB71733D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5227-3">
            <a:extLst xmlns:a="http://schemas.openxmlformats.org/drawingml/2006/main">
              <a:ext uri="{FF2B5EF4-FFF2-40B4-BE49-F238E27FC236}">
                <a16:creationId xmlns:a16="http://schemas.microsoft.com/office/drawing/2014/main" id="{235F81AA-FA70-4FE2-9AB3-4BD72C65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record a bounded rationale;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477308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227-4">
            <a:extLst xmlns:a="http://schemas.openxmlformats.org/drawingml/2006/main">
              <a:ext uri="{FF2B5EF4-FFF2-40B4-BE49-F238E27FC236}">
                <a16:creationId xmlns:a16="http://schemas.microsoft.com/office/drawing/2014/main" id="{3AA72E74-3D15-4549-8A79-7AA5BEB5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227-4">
            <a:extLst xmlns:a="http://schemas.openxmlformats.org/drawingml/2006/main">
              <a:ext uri="{FF2B5EF4-FFF2-40B4-BE49-F238E27FC236}">
                <a16:creationId xmlns:a16="http://schemas.microsoft.com/office/drawing/2014/main" id="{74E90B34-5EAC-419F-881E-DDAFEE1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p03-full-005227</a:t>
            </a:r>
          </a:p>
        </p:txBody>
      </p:sp>
      <p:sp>
        <p:nvSpPr>
          <p:cNvPr id="3" name="qa-v2-r2-title-p03-full-005227-4">
            <a:extLst xmlns:a="http://schemas.openxmlformats.org/drawingml/2006/main">
              <a:ext uri="{FF2B5EF4-FFF2-40B4-BE49-F238E27FC236}">
                <a16:creationId xmlns:a16="http://schemas.microsoft.com/office/drawing/2014/main" id="{94291A4A-5DF1-45E1-A61F-D05093E1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5227-4">
            <a:extLst xmlns:a="http://schemas.openxmlformats.org/drawingml/2006/main">
              <a:ext uri="{FF2B5EF4-FFF2-40B4-BE49-F238E27FC236}">
                <a16:creationId xmlns:a16="http://schemas.microsoft.com/office/drawing/2014/main" id="{3A14FE6A-0446-47AE-B1E9-A2679F37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p03-full-001796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approval boundary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477308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2026-08-25T12:41:09.4600000Z</dcterms:created>
  <dcterms:modified xsi:type="dcterms:W3CDTF">2026-08-25T12:41:09.4600000Z</dcterms:modified>
</coreProperties>
</file>