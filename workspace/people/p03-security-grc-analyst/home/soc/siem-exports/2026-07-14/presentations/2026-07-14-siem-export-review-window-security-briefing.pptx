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c2121a971c47a1" /><Relationship Type="http://schemas.openxmlformats.org/officeDocument/2006/relationships/extended-properties" Target="/docProps/app.xml" Id="R20168c72b29b4097" /><Relationship Type="http://schemas.openxmlformats.org/officeDocument/2006/relationships/officeDocument" Target="/ppt/presentation.xml" Id="R57a1b0abdaed48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889e9883b947d5"/>
  </p:sldMasterIdLst>
  <p:notesMasterIdLst>
    <p:notesMasterId xmlns:r="http://schemas.openxmlformats.org/officeDocument/2006/relationships" r:id="R1cf3f1515c6c450b"/>
  </p:notesMasterIdLst>
  <p:sldIdLst>
    <p:sldId xmlns:r="http://schemas.openxmlformats.org/officeDocument/2006/relationships" id="256" r:id="R7a282f762fb44a07"/>
    <p:sldId xmlns:r="http://schemas.openxmlformats.org/officeDocument/2006/relationships" id="257" r:id="R58ca9a73683d41f3"/>
    <p:sldId xmlns:r="http://schemas.openxmlformats.org/officeDocument/2006/relationships" id="258" r:id="R1cd1c048bea2425d"/>
    <p:sldId xmlns:r="http://schemas.openxmlformats.org/officeDocument/2006/relationships" id="259" r:id="R922e3ee68f6744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e7d8b45fee4427" /><Relationship Type="http://schemas.openxmlformats.org/officeDocument/2006/relationships/slideMaster" Target="/ppt/slideMasters/slideMaster1.xml" Id="Rac889e9883b947d5" /><Relationship Type="http://schemas.openxmlformats.org/officeDocument/2006/relationships/notesMaster" Target="/ppt/notesMasters/notesMaster1.xml" Id="R1cf3f1515c6c450b" /><Relationship Type="http://schemas.openxmlformats.org/officeDocument/2006/relationships/presProps" Target="/ppt/presProps.xml" Id="Ra0024368918842a7" /><Relationship Type="http://schemas.openxmlformats.org/officeDocument/2006/relationships/tableStyles" Target="/ppt/tableStyles.xml" Id="R251c0a22e94d472e" /><Relationship Type="http://schemas.openxmlformats.org/officeDocument/2006/relationships/slide" Target="/ppt/slides/slide1.xml" Id="R7a282f762fb44a07" /><Relationship Type="http://schemas.openxmlformats.org/officeDocument/2006/relationships/slide" Target="/ppt/slides/slide2.xml" Id="R58ca9a73683d41f3" /><Relationship Type="http://schemas.openxmlformats.org/officeDocument/2006/relationships/slide" Target="/ppt/slides/slide3.xml" Id="R1cd1c048bea2425d" /><Relationship Type="http://schemas.openxmlformats.org/officeDocument/2006/relationships/slide" Target="/ppt/slides/slide4.xml" Id="R922e3ee68f6744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2d135cca4d43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116abf436040bf" /><Relationship Type="http://schemas.openxmlformats.org/officeDocument/2006/relationships/notesMaster" Target="/ppt/notesMasters/notesMaster1.xml" Id="R1f63f5e15a9846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aea8dc3bd64cd3" /><Relationship Type="http://schemas.openxmlformats.org/officeDocument/2006/relationships/notesMaster" Target="/ppt/notesMasters/notesMaster1.xml" Id="R811773ad8c2546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d2b3f2b19d45bd" /><Relationship Type="http://schemas.openxmlformats.org/officeDocument/2006/relationships/notesMaster" Target="/ppt/notesMasters/notesMaster1.xml" Id="Rc80fdc280d544a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d28975833c4c76" /><Relationship Type="http://schemas.openxmlformats.org/officeDocument/2006/relationships/notesMaster" Target="/ppt/notesMasters/notesMaster1.xml" Id="Rdc220f8401744c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0e8e7164f44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3674d786184019" /><Relationship Type="http://schemas.openxmlformats.org/officeDocument/2006/relationships/slideLayout" Target="/ppt/slideLayouts/slideLayout1.xml" Id="R71470125a7d04a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470125a7d04a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ac3707dac4d17" /><Relationship Type="http://schemas.openxmlformats.org/officeDocument/2006/relationships/notesSlide" Target="/ppt/notesSlides/notesSlide1.xml" Id="R541d660748ff49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e991599814532" /><Relationship Type="http://schemas.openxmlformats.org/officeDocument/2006/relationships/notesSlide" Target="/ppt/notesSlides/notesSlide2.xml" Id="R8b27566821e243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ff8bca2464bd7" /><Relationship Type="http://schemas.openxmlformats.org/officeDocument/2006/relationships/notesSlide" Target="/ppt/notesSlides/notesSlide3.xml" Id="R1947950c77924d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2ebdc12d64b35" /><Relationship Type="http://schemas.openxmlformats.org/officeDocument/2006/relationships/notesSlide" Target="/ppt/notesSlides/notesSlide4.xml" Id="Re06563b0842c44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527-1">
            <a:extLst xmlns:a="http://schemas.openxmlformats.org/drawingml/2006/main">
              <a:ext uri="{FF2B5EF4-FFF2-40B4-BE49-F238E27FC236}">
                <a16:creationId xmlns:a16="http://schemas.microsoft.com/office/drawing/2014/main" id="{8C675B95-F6D3-4A88-9F96-9E888B1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527-1">
            <a:extLst xmlns:a="http://schemas.openxmlformats.org/drawingml/2006/main">
              <a:ext uri="{FF2B5EF4-FFF2-40B4-BE49-F238E27FC236}">
                <a16:creationId xmlns:a16="http://schemas.microsoft.com/office/drawing/2014/main" id="{8E639446-474A-4B3C-AE51-403D1209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p03-full-004527</a:t>
            </a:r>
          </a:p>
        </p:txBody>
      </p:sp>
      <p:sp>
        <p:nvSpPr>
          <p:cNvPr id="3" name="qa-v2-r2-title-p03-full-004527-1">
            <a:extLst xmlns:a="http://schemas.openxmlformats.org/drawingml/2006/main">
              <a:ext uri="{FF2B5EF4-FFF2-40B4-BE49-F238E27FC236}">
                <a16:creationId xmlns:a16="http://schemas.microsoft.com/office/drawing/2014/main" id="{B91251D1-1239-4D20-AE3E-4987F17F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527-1">
            <a:extLst xmlns:a="http://schemas.openxmlformats.org/drawingml/2006/main">
              <a:ext uri="{FF2B5EF4-FFF2-40B4-BE49-F238E27FC236}">
                <a16:creationId xmlns:a16="http://schemas.microsoft.com/office/drawing/2014/main" id="{92291695-B3FA-4933-9023-53364FD1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review window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p03-src-004527; p03-full-001485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evidence lineage assessment.</a:t>
            </a:r>
          </a:p>
        </p:txBody>
      </p:sp>
    </p:spTree>
    <p:extLst>
      <p:ext uri="{BB962C8B-B14F-4D97-AF65-F5344CB8AC3E}">
        <p14:creationId xmlns:p14="http://schemas.microsoft.com/office/powerpoint/2010/main" val="962269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527-2">
            <a:extLst xmlns:a="http://schemas.openxmlformats.org/drawingml/2006/main">
              <a:ext uri="{FF2B5EF4-FFF2-40B4-BE49-F238E27FC236}">
                <a16:creationId xmlns:a16="http://schemas.microsoft.com/office/drawing/2014/main" id="{78BA91EA-B06D-42BD-BAC3-01903442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527-2">
            <a:extLst xmlns:a="http://schemas.openxmlformats.org/drawingml/2006/main">
              <a:ext uri="{FF2B5EF4-FFF2-40B4-BE49-F238E27FC236}">
                <a16:creationId xmlns:a16="http://schemas.microsoft.com/office/drawing/2014/main" id="{E7A7727B-696D-4BD4-B452-303A3345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p03-full-004527</a:t>
            </a:r>
          </a:p>
        </p:txBody>
      </p:sp>
      <p:sp>
        <p:nvSpPr>
          <p:cNvPr id="3" name="qa-v2-r2-title-p03-full-004527-2">
            <a:extLst xmlns:a="http://schemas.openxmlformats.org/drawingml/2006/main">
              <a:ext uri="{FF2B5EF4-FFF2-40B4-BE49-F238E27FC236}">
                <a16:creationId xmlns:a16="http://schemas.microsoft.com/office/drawing/2014/main" id="{9AAF80FE-4C25-4DE1-A749-CF79026A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527-2">
            <a:extLst xmlns:a="http://schemas.openxmlformats.org/drawingml/2006/main">
              <a:ext uri="{FF2B5EF4-FFF2-40B4-BE49-F238E27FC236}">
                <a16:creationId xmlns:a16="http://schemas.microsoft.com/office/drawing/2014/main" id="{028C92D7-8C9E-42D3-AC84-6E9BC450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Ask why the record survives re-review; availability alone is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not retention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risk-to-response proportionality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094217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527-3">
            <a:extLst xmlns:a="http://schemas.openxmlformats.org/drawingml/2006/main">
              <a:ext uri="{FF2B5EF4-FFF2-40B4-BE49-F238E27FC236}">
                <a16:creationId xmlns:a16="http://schemas.microsoft.com/office/drawing/2014/main" id="{AB0BA478-A085-423B-B868-C3767119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527-3">
            <a:extLst xmlns:a="http://schemas.openxmlformats.org/drawingml/2006/main">
              <a:ext uri="{FF2B5EF4-FFF2-40B4-BE49-F238E27FC236}">
                <a16:creationId xmlns:a16="http://schemas.microsoft.com/office/drawing/2014/main" id="{A081A5FD-514C-4F98-89F9-E357E8EF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p03-full-004527</a:t>
            </a:r>
          </a:p>
        </p:txBody>
      </p:sp>
      <p:sp>
        <p:nvSpPr>
          <p:cNvPr id="3" name="qa-v2-r2-title-p03-full-004527-3">
            <a:extLst xmlns:a="http://schemas.openxmlformats.org/drawingml/2006/main">
              <a:ext uri="{FF2B5EF4-FFF2-40B4-BE49-F238E27FC236}">
                <a16:creationId xmlns:a16="http://schemas.microsoft.com/office/drawing/2014/main" id="{B1550050-FAB9-48CA-8662-AA0721EB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527-3">
            <a:extLst xmlns:a="http://schemas.openxmlformats.org/drawingml/2006/main">
              <a:ext uri="{FF2B5EF4-FFF2-40B4-BE49-F238E27FC236}">
                <a16:creationId xmlns:a16="http://schemas.microsoft.com/office/drawing/2014/main" id="{B8F93599-FC93-42FB-B975-B8AFA8A1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separate unsupported claims;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317949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527-4">
            <a:extLst xmlns:a="http://schemas.openxmlformats.org/drawingml/2006/main">
              <a:ext uri="{FF2B5EF4-FFF2-40B4-BE49-F238E27FC236}">
                <a16:creationId xmlns:a16="http://schemas.microsoft.com/office/drawing/2014/main" id="{42E6292F-F677-432F-84D1-445364D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527-4">
            <a:extLst xmlns:a="http://schemas.openxmlformats.org/drawingml/2006/main">
              <a:ext uri="{FF2B5EF4-FFF2-40B4-BE49-F238E27FC236}">
                <a16:creationId xmlns:a16="http://schemas.microsoft.com/office/drawing/2014/main" id="{61B40F22-A8B1-484C-A54E-1557FC74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p03-full-004527</a:t>
            </a:r>
          </a:p>
        </p:txBody>
      </p:sp>
      <p:sp>
        <p:nvSpPr>
          <p:cNvPr id="3" name="qa-v2-r2-title-p03-full-004527-4">
            <a:extLst xmlns:a="http://schemas.openxmlformats.org/drawingml/2006/main">
              <a:ext uri="{FF2B5EF4-FFF2-40B4-BE49-F238E27FC236}">
                <a16:creationId xmlns:a16="http://schemas.microsoft.com/office/drawing/2014/main" id="{8B181312-3D12-45E9-9E97-CC2097C0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527-4">
            <a:extLst xmlns:a="http://schemas.openxmlformats.org/drawingml/2006/main">
              <a:ext uri="{FF2B5EF4-FFF2-40B4-BE49-F238E27FC236}">
                <a16:creationId xmlns:a16="http://schemas.microsoft.com/office/drawing/2014/main" id="{0C41A5CD-4238-41B9-B9DA-9D874937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p03-src-004527 with p03-full-001485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evidence lineage.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317949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2026-08-25T12:40:26.4860000Z</dcterms:created>
  <dcterms:modified xsi:type="dcterms:W3CDTF">2026-08-25T12:40:26.4860000Z</dcterms:modified>
</coreProperties>
</file>