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760ff692a4fc4" /><Relationship Type="http://schemas.openxmlformats.org/officeDocument/2006/relationships/extended-properties" Target="/docProps/app.xml" Id="R6f465a25b5d54ab9" /><Relationship Type="http://schemas.openxmlformats.org/officeDocument/2006/relationships/officeDocument" Target="/ppt/presentation.xml" Id="R4bb5f2309c27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e604d2b8a4a38"/>
  </p:sldMasterIdLst>
  <p:notesMasterIdLst>
    <p:notesMasterId xmlns:r="http://schemas.openxmlformats.org/officeDocument/2006/relationships" r:id="R6173de9e0a6c461b"/>
  </p:notesMasterIdLst>
  <p:sldIdLst>
    <p:sldId xmlns:r="http://schemas.openxmlformats.org/officeDocument/2006/relationships" id="256" r:id="Rc7a13354501a4b4a"/>
    <p:sldId xmlns:r="http://schemas.openxmlformats.org/officeDocument/2006/relationships" id="257" r:id="Re5b2509de3e248b6"/>
    <p:sldId xmlns:r="http://schemas.openxmlformats.org/officeDocument/2006/relationships" id="258" r:id="R82dc9a9fa1bb4235"/>
    <p:sldId xmlns:r="http://schemas.openxmlformats.org/officeDocument/2006/relationships" id="259" r:id="R7ce2310efa2948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80df91ffe840e8" /><Relationship Type="http://schemas.openxmlformats.org/officeDocument/2006/relationships/slideMaster" Target="/ppt/slideMasters/slideMaster1.xml" Id="R2e7e604d2b8a4a38" /><Relationship Type="http://schemas.openxmlformats.org/officeDocument/2006/relationships/notesMaster" Target="/ppt/notesMasters/notesMaster1.xml" Id="R6173de9e0a6c461b" /><Relationship Type="http://schemas.openxmlformats.org/officeDocument/2006/relationships/presProps" Target="/ppt/presProps.xml" Id="R3d7760dcf5c44b75" /><Relationship Type="http://schemas.openxmlformats.org/officeDocument/2006/relationships/tableStyles" Target="/ppt/tableStyles.xml" Id="R8c6bcbf2855d481c" /><Relationship Type="http://schemas.openxmlformats.org/officeDocument/2006/relationships/slide" Target="/ppt/slides/slide1.xml" Id="Rc7a13354501a4b4a" /><Relationship Type="http://schemas.openxmlformats.org/officeDocument/2006/relationships/slide" Target="/ppt/slides/slide2.xml" Id="Re5b2509de3e248b6" /><Relationship Type="http://schemas.openxmlformats.org/officeDocument/2006/relationships/slide" Target="/ppt/slides/slide3.xml" Id="R82dc9a9fa1bb4235" /><Relationship Type="http://schemas.openxmlformats.org/officeDocument/2006/relationships/slide" Target="/ppt/slides/slide4.xml" Id="R7ce2310efa2948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52e02d2d074e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8969063ff043c2" /><Relationship Type="http://schemas.openxmlformats.org/officeDocument/2006/relationships/notesMaster" Target="/ppt/notesMasters/notesMaster1.xml" Id="R255c6ef73ed64c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9733523e74126" /><Relationship Type="http://schemas.openxmlformats.org/officeDocument/2006/relationships/notesMaster" Target="/ppt/notesMasters/notesMaster1.xml" Id="R6b053c9160eb4a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fb147a01e4bad" /><Relationship Type="http://schemas.openxmlformats.org/officeDocument/2006/relationships/notesMaster" Target="/ppt/notesMasters/notesMaster1.xml" Id="R523221b7104e4a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cfb348466405a" /><Relationship Type="http://schemas.openxmlformats.org/officeDocument/2006/relationships/notesMaster" Target="/ppt/notesMasters/notesMaster1.xml" Id="R0d97d0cd805a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9af374ad1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3dd2718d04fae" /><Relationship Type="http://schemas.openxmlformats.org/officeDocument/2006/relationships/slideLayout" Target="/ppt/slideLayouts/slideLayout1.xml" Id="R5654009f83934a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54009f83934a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5c3b8d2534f60" /><Relationship Type="http://schemas.openxmlformats.org/officeDocument/2006/relationships/notesSlide" Target="/ppt/notesSlides/notesSlide1.xml" Id="R4fba5b11c90a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7a6003d74fe3" /><Relationship Type="http://schemas.openxmlformats.org/officeDocument/2006/relationships/notesSlide" Target="/ppt/notesSlides/notesSlide2.xml" Id="Rd82752563e6f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1f1cde9045ee" /><Relationship Type="http://schemas.openxmlformats.org/officeDocument/2006/relationships/notesSlide" Target="/ppt/notesSlides/notesSlide3.xml" Id="R46d86c83a7d944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4b5ebd9c84b93" /><Relationship Type="http://schemas.openxmlformats.org/officeDocument/2006/relationships/notesSlide" Target="/ppt/notesSlides/notesSlide4.xml" Id="R196cc7a1160c4d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28-1">
            <a:extLst xmlns:a="http://schemas.openxmlformats.org/drawingml/2006/main">
              <a:ext uri="{FF2B5EF4-FFF2-40B4-BE49-F238E27FC236}">
                <a16:creationId xmlns:a16="http://schemas.microsoft.com/office/drawing/2014/main" id="{1C2E09B3-F40A-4828-91CD-6981B69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28-1">
            <a:extLst xmlns:a="http://schemas.openxmlformats.org/drawingml/2006/main">
              <a:ext uri="{FF2B5EF4-FFF2-40B4-BE49-F238E27FC236}">
                <a16:creationId xmlns:a16="http://schemas.microsoft.com/office/drawing/2014/main" id="{0AE206AE-7DB2-4CB4-ABC9-3C47C409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p03-full-000328</a:t>
            </a:r>
          </a:p>
        </p:txBody>
      </p:sp>
      <p:sp>
        <p:nvSpPr>
          <p:cNvPr id="3" name="qa-v2-r2-title-p03-full-000328-1">
            <a:extLst xmlns:a="http://schemas.openxmlformats.org/drawingml/2006/main">
              <a:ext uri="{FF2B5EF4-FFF2-40B4-BE49-F238E27FC236}">
                <a16:creationId xmlns:a16="http://schemas.microsoft.com/office/drawing/2014/main" id="{881B3B55-0282-4437-9A34-1DB69A3B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328-1">
            <a:extLst xmlns:a="http://schemas.openxmlformats.org/drawingml/2006/main">
              <a:ext uri="{FF2B5EF4-FFF2-40B4-BE49-F238E27FC236}">
                <a16:creationId xmlns:a16="http://schemas.microsoft.com/office/drawing/2014/main" id="{C4ED4092-B953-4509-A95D-2C6FA940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event category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p03-src-000328; p03-full-001552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ownership handoff assessment.</a:t>
            </a:r>
          </a:p>
        </p:txBody>
      </p:sp>
    </p:spTree>
    <p:extLst>
      <p:ext uri="{BB962C8B-B14F-4D97-AF65-F5344CB8AC3E}">
        <p14:creationId xmlns:p14="http://schemas.microsoft.com/office/powerpoint/2010/main" val="1439063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28-2">
            <a:extLst xmlns:a="http://schemas.openxmlformats.org/drawingml/2006/main">
              <a:ext uri="{FF2B5EF4-FFF2-40B4-BE49-F238E27FC236}">
                <a16:creationId xmlns:a16="http://schemas.microsoft.com/office/drawing/2014/main" id="{2CD88C10-1E96-4627-9705-21352DAF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28-2">
            <a:extLst xmlns:a="http://schemas.openxmlformats.org/drawingml/2006/main">
              <a:ext uri="{FF2B5EF4-FFF2-40B4-BE49-F238E27FC236}">
                <a16:creationId xmlns:a16="http://schemas.microsoft.com/office/drawing/2014/main" id="{D829B716-7904-499D-958B-00209144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p03-full-000328</a:t>
            </a:r>
          </a:p>
        </p:txBody>
      </p:sp>
      <p:sp>
        <p:nvSpPr>
          <p:cNvPr id="3" name="qa-v2-r2-title-p03-full-000328-2">
            <a:extLst xmlns:a="http://schemas.openxmlformats.org/drawingml/2006/main">
              <a:ext uri="{FF2B5EF4-FFF2-40B4-BE49-F238E27FC236}">
                <a16:creationId xmlns:a16="http://schemas.microsoft.com/office/drawing/2014/main" id="{7A3575BE-A41D-464B-8A25-29AD4FA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328-2">
            <a:extLst xmlns:a="http://schemas.openxmlformats.org/drawingml/2006/main">
              <a:ext uri="{FF2B5EF4-FFF2-40B4-BE49-F238E27FC236}">
                <a16:creationId xmlns:a16="http://schemas.microsoft.com/office/drawing/2014/main" id="{F4537DD8-5361-4DA3-AF31-7B3812D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Compare label meaning to retention purpose; reject any label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that reconstructs a payload.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 timing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consistency review of the source and dependency through chronology, recency,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091068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28-3">
            <a:extLst xmlns:a="http://schemas.openxmlformats.org/drawingml/2006/main">
              <a:ext uri="{FF2B5EF4-FFF2-40B4-BE49-F238E27FC236}">
                <a16:creationId xmlns:a16="http://schemas.microsoft.com/office/drawing/2014/main" id="{C6D3B945-7F36-4F05-8A78-3582F80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28-3">
            <a:extLst xmlns:a="http://schemas.openxmlformats.org/drawingml/2006/main">
              <a:ext uri="{FF2B5EF4-FFF2-40B4-BE49-F238E27FC236}">
                <a16:creationId xmlns:a16="http://schemas.microsoft.com/office/drawing/2014/main" id="{67887EC6-85D6-4B21-B4EE-811FDB31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p03-full-000328</a:t>
            </a:r>
          </a:p>
        </p:txBody>
      </p:sp>
      <p:sp>
        <p:nvSpPr>
          <p:cNvPr id="3" name="qa-v2-r2-title-p03-full-000328-3">
            <a:extLst xmlns:a="http://schemas.openxmlformats.org/drawingml/2006/main">
              <a:ext uri="{FF2B5EF4-FFF2-40B4-BE49-F238E27FC236}">
                <a16:creationId xmlns:a16="http://schemas.microsoft.com/office/drawing/2014/main" id="{1143822A-7383-47BD-A92A-C9C62949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328-3">
            <a:extLst xmlns:a="http://schemas.openxmlformats.org/drawingml/2006/main">
              <a:ext uri="{FF2B5EF4-FFF2-40B4-BE49-F238E27FC236}">
                <a16:creationId xmlns:a16="http://schemas.microsoft.com/office/drawing/2014/main" id="{81B48589-F380-43BF-994F-A2B141B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retain the accountable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34530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328-4">
            <a:extLst xmlns:a="http://schemas.openxmlformats.org/drawingml/2006/main">
              <a:ext uri="{FF2B5EF4-FFF2-40B4-BE49-F238E27FC236}">
                <a16:creationId xmlns:a16="http://schemas.microsoft.com/office/drawing/2014/main" id="{C803DA34-987F-49CF-B8CD-163E7FD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328-4">
            <a:extLst xmlns:a="http://schemas.openxmlformats.org/drawingml/2006/main">
              <a:ext uri="{FF2B5EF4-FFF2-40B4-BE49-F238E27FC236}">
                <a16:creationId xmlns:a16="http://schemas.microsoft.com/office/drawing/2014/main" id="{B78D7A78-168F-46C8-AF19-E06531C1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p03-full-000328</a:t>
            </a:r>
          </a:p>
        </p:txBody>
      </p:sp>
      <p:sp>
        <p:nvSpPr>
          <p:cNvPr id="3" name="qa-v2-r2-title-p03-full-000328-4">
            <a:extLst xmlns:a="http://schemas.openxmlformats.org/drawingml/2006/main">
              <a:ext uri="{FF2B5EF4-FFF2-40B4-BE49-F238E27FC236}">
                <a16:creationId xmlns:a16="http://schemas.microsoft.com/office/drawing/2014/main" id="{410281D7-96B9-4D62-A7FF-58A38843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328-4">
            <a:extLst xmlns:a="http://schemas.openxmlformats.org/drawingml/2006/main">
              <a:ext uri="{FF2B5EF4-FFF2-40B4-BE49-F238E27FC236}">
                <a16:creationId xmlns:a16="http://schemas.microsoft.com/office/drawing/2014/main" id="{BFA60A3B-DC16-4195-85EE-6642232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p03-src-000328 with p03-full-001552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ownership handoff.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34530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2026-08-25T12:39:00.5200000Z</dcterms:created>
  <dcterms:modified xsi:type="dcterms:W3CDTF">2026-08-25T12:39:00.5200000Z</dcterms:modified>
</coreProperties>
</file>