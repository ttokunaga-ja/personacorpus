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4ac2e30903f45c5" /><Relationship Type="http://schemas.openxmlformats.org/officeDocument/2006/relationships/extended-properties" Target="/docProps/app.xml" Id="R910527fd3e4c48a8" /><Relationship Type="http://schemas.openxmlformats.org/officeDocument/2006/relationships/officeDocument" Target="/ppt/presentation.xml" Id="R66751f02df624e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ed33ec1ed4c89"/>
  </p:sldMasterIdLst>
  <p:notesMasterIdLst>
    <p:notesMasterId xmlns:r="http://schemas.openxmlformats.org/officeDocument/2006/relationships" r:id="R128195ded5074601"/>
  </p:notesMasterIdLst>
  <p:sldIdLst>
    <p:sldId xmlns:r="http://schemas.openxmlformats.org/officeDocument/2006/relationships" id="256" r:id="R89113a6b95784ce2"/>
    <p:sldId xmlns:r="http://schemas.openxmlformats.org/officeDocument/2006/relationships" id="257" r:id="Re604667221aa49ca"/>
    <p:sldId xmlns:r="http://schemas.openxmlformats.org/officeDocument/2006/relationships" id="258" r:id="Rac6bd4e7737f4199"/>
    <p:sldId xmlns:r="http://schemas.openxmlformats.org/officeDocument/2006/relationships" id="259" r:id="R8d548805ed3942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52680d126a4e84" /><Relationship Type="http://schemas.openxmlformats.org/officeDocument/2006/relationships/slideMaster" Target="/ppt/slideMasters/slideMaster1.xml" Id="Rbe9ed33ec1ed4c89" /><Relationship Type="http://schemas.openxmlformats.org/officeDocument/2006/relationships/notesMaster" Target="/ppt/notesMasters/notesMaster1.xml" Id="R128195ded5074601" /><Relationship Type="http://schemas.openxmlformats.org/officeDocument/2006/relationships/presProps" Target="/ppt/presProps.xml" Id="Rc9b0ee0404334be1" /><Relationship Type="http://schemas.openxmlformats.org/officeDocument/2006/relationships/tableStyles" Target="/ppt/tableStyles.xml" Id="R5b62645763334a9c" /><Relationship Type="http://schemas.openxmlformats.org/officeDocument/2006/relationships/slide" Target="/ppt/slides/slide1.xml" Id="R89113a6b95784ce2" /><Relationship Type="http://schemas.openxmlformats.org/officeDocument/2006/relationships/slide" Target="/ppt/slides/slide2.xml" Id="Re604667221aa49ca" /><Relationship Type="http://schemas.openxmlformats.org/officeDocument/2006/relationships/slide" Target="/ppt/slides/slide3.xml" Id="Rac6bd4e7737f4199" /><Relationship Type="http://schemas.openxmlformats.org/officeDocument/2006/relationships/slide" Target="/ppt/slides/slide4.xml" Id="R8d548805ed3942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688b2151f4428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bc3b00dc004c4d" /><Relationship Type="http://schemas.openxmlformats.org/officeDocument/2006/relationships/notesMaster" Target="/ppt/notesMasters/notesMaster1.xml" Id="R23eef46becfa4a0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ab9c222616487a" /><Relationship Type="http://schemas.openxmlformats.org/officeDocument/2006/relationships/notesMaster" Target="/ppt/notesMasters/notesMaster1.xml" Id="R6bf22cb9ca6b43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945e038414f4b33" /><Relationship Type="http://schemas.openxmlformats.org/officeDocument/2006/relationships/notesMaster" Target="/ppt/notesMasters/notesMaster1.xml" Id="R8be3a8b36dd146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1a45b1be8bb43b5" /><Relationship Type="http://schemas.openxmlformats.org/officeDocument/2006/relationships/notesMaster" Target="/ppt/notesMasters/notesMaster1.xml" Id="Rc986ed602b6243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32dfa9da546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3719a3c7d7844e7" /><Relationship Type="http://schemas.openxmlformats.org/officeDocument/2006/relationships/slideLayout" Target="/ppt/slideLayouts/slideLayout1.xml" Id="Rc5c65a93f9dd45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c65a93f9dd45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3da4f4a7b4068" /><Relationship Type="http://schemas.openxmlformats.org/officeDocument/2006/relationships/notesSlide" Target="/ppt/notesSlides/notesSlide1.xml" Id="Rc36164e5d3374b9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7b51de151449c" /><Relationship Type="http://schemas.openxmlformats.org/officeDocument/2006/relationships/notesSlide" Target="/ppt/notesSlides/notesSlide2.xml" Id="Rd28831cc210f49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f0c63371b4d6e" /><Relationship Type="http://schemas.openxmlformats.org/officeDocument/2006/relationships/notesSlide" Target="/ppt/notesSlides/notesSlide3.xml" Id="R27dea7f2248044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a9199f3527436e" /><Relationship Type="http://schemas.openxmlformats.org/officeDocument/2006/relationships/notesSlide" Target="/ppt/notesSlides/notesSlide4.xml" Id="R0f81734ff3e44b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72-1">
            <a:extLst xmlns:a="http://schemas.openxmlformats.org/drawingml/2006/main">
              <a:ext uri="{FF2B5EF4-FFF2-40B4-BE49-F238E27FC236}">
                <a16:creationId xmlns:a16="http://schemas.microsoft.com/office/drawing/2014/main" id="{C49B0754-B76B-43A1-B3AB-405A62DA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72-1">
            <a:extLst xmlns:a="http://schemas.openxmlformats.org/drawingml/2006/main">
              <a:ext uri="{FF2B5EF4-FFF2-40B4-BE49-F238E27FC236}">
                <a16:creationId xmlns:a16="http://schemas.microsoft.com/office/drawing/2014/main" id="{6C507B52-D455-4CE0-9AEE-E9B017DE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p03-full-008272</a:t>
            </a:r>
          </a:p>
        </p:txBody>
      </p:sp>
      <p:sp>
        <p:nvSpPr>
          <p:cNvPr id="3" name="qa-v2-r2-title-p03-full-008272-1">
            <a:extLst xmlns:a="http://schemas.openxmlformats.org/drawingml/2006/main">
              <a:ext uri="{FF2B5EF4-FFF2-40B4-BE49-F238E27FC236}">
                <a16:creationId xmlns:a16="http://schemas.microsoft.com/office/drawing/2014/main" id="{952DFED6-5243-4FBB-BE87-2C42BC4A1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context</a:t>
            </a:r>
          </a:p>
        </p:txBody>
      </p:sp>
      <p:sp>
        <p:nvSpPr>
          <p:cNvPr id="4" name="qa-v2-r2-body-p03-full-008272-1">
            <a:extLst xmlns:a="http://schemas.openxmlformats.org/drawingml/2006/main">
              <a:ext uri="{FF2B5EF4-FFF2-40B4-BE49-F238E27FC236}">
                <a16:creationId xmlns:a16="http://schemas.microsoft.com/office/drawing/2014/main" id="{1DB1335B-B157-4F45-89C9-27304CC6A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Cobalt Harbor's RISK-031 review covers siem export event category security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briefing within soc siem exports. Declared review date: 2026-07-14.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assessment emphasizes dependency meaning, operational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relevance, and follow-up action.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declared source is p03-src-008272; p03-full-001552 supplies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for a source reliability assessment.</a:t>
            </a:r>
          </a:p>
        </p:txBody>
      </p:sp>
    </p:spTree>
    <p:extLst>
      <p:ext uri="{BB962C8B-B14F-4D97-AF65-F5344CB8AC3E}">
        <p14:creationId xmlns:p14="http://schemas.microsoft.com/office/powerpoint/2010/main" val="1673890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72-2">
            <a:extLst xmlns:a="http://schemas.openxmlformats.org/drawingml/2006/main">
              <a:ext uri="{FF2B5EF4-FFF2-40B4-BE49-F238E27FC236}">
                <a16:creationId xmlns:a16="http://schemas.microsoft.com/office/drawing/2014/main" id="{29E34A1A-82AA-4DCF-8700-839D45F00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72-2">
            <a:extLst xmlns:a="http://schemas.openxmlformats.org/drawingml/2006/main">
              <a:ext uri="{FF2B5EF4-FFF2-40B4-BE49-F238E27FC236}">
                <a16:creationId xmlns:a16="http://schemas.microsoft.com/office/drawing/2014/main" id="{3980AC43-F75E-4F33-9FDC-4F76EA1D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p03-full-008272</a:t>
            </a:r>
          </a:p>
        </p:txBody>
      </p:sp>
      <p:sp>
        <p:nvSpPr>
          <p:cNvPr id="3" name="qa-v2-r2-title-p03-full-008272-2">
            <a:extLst xmlns:a="http://schemas.openxmlformats.org/drawingml/2006/main">
              <a:ext uri="{FF2B5EF4-FFF2-40B4-BE49-F238E27FC236}">
                <a16:creationId xmlns:a16="http://schemas.microsoft.com/office/drawing/2014/main" id="{DB4C4DDD-0451-45A0-99DB-8E5733A1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Evidence and relationship</a:t>
            </a:r>
          </a:p>
        </p:txBody>
      </p:sp>
      <p:sp>
        <p:nvSpPr>
          <p:cNvPr id="4" name="qa-v2-r2-body-p03-full-008272-2">
            <a:extLst xmlns:a="http://schemas.openxmlformats.org/drawingml/2006/main">
              <a:ext uri="{FF2B5EF4-FFF2-40B4-BE49-F238E27FC236}">
                <a16:creationId xmlns:a16="http://schemas.microsoft.com/office/drawing/2014/main" id="{4BF31F33-9F97-4344-BEEC-D405F85F6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Source evidence: Separate retention of evidence from remediation of a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AC-27 frames the relationship, while Evidence Set 184 supports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dependency-to-action relevance review of the source and dependency through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dependency meaning, operational relevance, and follow-up action.</a:t>
            </a:r>
          </a:p>
        </p:txBody>
      </p:sp>
    </p:spTree>
    <p:extLst>
      <p:ext uri="{BB962C8B-B14F-4D97-AF65-F5344CB8AC3E}">
        <p14:creationId xmlns:p14="http://schemas.microsoft.com/office/powerpoint/2010/main" val="6116625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72-3">
            <a:extLst xmlns:a="http://schemas.openxmlformats.org/drawingml/2006/main">
              <a:ext uri="{FF2B5EF4-FFF2-40B4-BE49-F238E27FC236}">
                <a16:creationId xmlns:a16="http://schemas.microsoft.com/office/drawing/2014/main" id="{3FD1056A-CBB2-4D4D-B7B4-C94AA9AF1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72-3">
            <a:extLst xmlns:a="http://schemas.openxmlformats.org/drawingml/2006/main">
              <a:ext uri="{FF2B5EF4-FFF2-40B4-BE49-F238E27FC236}">
                <a16:creationId xmlns:a16="http://schemas.microsoft.com/office/drawing/2014/main" id="{CD3058DC-9453-4862-ABAA-C655E5C0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p03-full-008272</a:t>
            </a:r>
          </a:p>
        </p:txBody>
      </p:sp>
      <p:sp>
        <p:nvSpPr>
          <p:cNvPr id="3" name="qa-v2-r2-title-p03-full-008272-3">
            <a:extLst xmlns:a="http://schemas.openxmlformats.org/drawingml/2006/main">
              <a:ext uri="{FF2B5EF4-FFF2-40B4-BE49-F238E27FC236}">
                <a16:creationId xmlns:a16="http://schemas.microsoft.com/office/drawing/2014/main" id="{65F6C579-8E6D-4A29-9DB1-1C005897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Decision test</a:t>
            </a:r>
          </a:p>
        </p:txBody>
      </p:sp>
      <p:sp>
        <p:nvSpPr>
          <p:cNvPr id="4" name="qa-v2-r2-body-p03-full-008272-3">
            <a:extLst xmlns:a="http://schemas.openxmlformats.org/drawingml/2006/main">
              <a:ext uri="{FF2B5EF4-FFF2-40B4-BE49-F238E27FC236}">
                <a16:creationId xmlns:a16="http://schemas.microsoft.com/office/drawing/2014/main" id="{62051478-B4A8-4DA6-8C6F-30ADBAF9E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No Kio material, system, workspace, or external connection is used or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represented in this briefing. The reviewer tests whether the dependency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corroborates the source.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If the record fails that test, hold the conclusion for review; do not carry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RISK-031 treatment forward by default.</a:t>
            </a:r>
          </a:p>
        </p:txBody>
      </p:sp>
    </p:spTree>
    <p:extLst>
      <p:ext uri="{BB962C8B-B14F-4D97-AF65-F5344CB8AC3E}">
        <p14:creationId xmlns:p14="http://schemas.microsoft.com/office/powerpoint/2010/main" val="15192833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qa-v2-r2-surface-p03-full-008272-4">
            <a:extLst xmlns:a="http://schemas.openxmlformats.org/drawingml/2006/main">
              <a:ext uri="{FF2B5EF4-FFF2-40B4-BE49-F238E27FC236}">
                <a16:creationId xmlns:a16="http://schemas.microsoft.com/office/drawing/2014/main" id="{9B8CE6E8-E1FB-40F0-A836-EE5A8B1B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" name="qa-v2-r2-eyebrow-p03-full-008272-4">
            <a:extLst xmlns:a="http://schemas.openxmlformats.org/drawingml/2006/main">
              <a:ext uri="{FF2B5EF4-FFF2-40B4-BE49-F238E27FC236}">
                <a16:creationId xmlns:a16="http://schemas.microsoft.com/office/drawing/2014/main" id="{F54614F1-9E3A-4D9A-937A-D08B9E29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19150"/>
            <a:ext cx="1024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COBALT HARBOR • RISK-031 • p03-full-008272</a:t>
            </a:r>
          </a:p>
        </p:txBody>
      </p:sp>
      <p:sp>
        <p:nvSpPr>
          <p:cNvPr id="3" name="qa-v2-r2-title-p03-full-008272-4">
            <a:extLst xmlns:a="http://schemas.openxmlformats.org/drawingml/2006/main">
              <a:ext uri="{FF2B5EF4-FFF2-40B4-BE49-F238E27FC236}">
                <a16:creationId xmlns:a16="http://schemas.microsoft.com/office/drawing/2014/main" id="{409024AF-243E-4AEC-96C7-86EFC46F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81100"/>
            <a:ext cx="10248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20618"/>
                </a:solidFill>
              </a:defRPr>
            </a:pPr>
            <a:r>
              <a:rPr sz="2400" b="1">
                <a:solidFill>
                  <a:srgbClr val="020618"/>
                </a:solidFill>
              </a:rPr>
              <a:t>Boundary and next action</a:t>
            </a:r>
          </a:p>
        </p:txBody>
      </p:sp>
      <p:sp>
        <p:nvSpPr>
          <p:cNvPr id="4" name="qa-v2-r2-body-p03-full-008272-4">
            <a:extLst xmlns:a="http://schemas.openxmlformats.org/drawingml/2006/main">
              <a:ext uri="{FF2B5EF4-FFF2-40B4-BE49-F238E27FC236}">
                <a16:creationId xmlns:a16="http://schemas.microsoft.com/office/drawing/2014/main" id="{B52E7837-0595-4A21-A870-EBE3BEB0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33575"/>
            <a:ext cx="10248900" cy="408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At the next checkpoint, compare p03-src-008272 with p03-full-001552 and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document the change in source reliability.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The closure note must distinguish evidence that supports the decision from a</a:t>
            </a:r>
          </a:p>
          <a:p xmlns:a="http://schemas.openxmlformats.org/drawingml/2006/main">
            <a:pPr>
              <a:defRPr sz="1275">
                <a:solidFill>
                  <a:srgbClr val="314158"/>
                </a:solidFill>
              </a:defRPr>
            </a:pPr>
            <a:r>
              <a:rPr sz="1275">
                <a:solidFill>
                  <a:srgbClr val="314158"/>
                </a:solidFill>
              </a:rPr>
              <a:t>similar-looking but unrelated record.</a:t>
            </a:r>
          </a:p>
        </p:txBody>
      </p:sp>
    </p:spTree>
    <p:extLst>
      <p:ext uri="{BB962C8B-B14F-4D97-AF65-F5344CB8AC3E}">
        <p14:creationId xmlns:p14="http://schemas.microsoft.com/office/powerpoint/2010/main" val="15192833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2026-08-25T12:39:43.5310000Z</dcterms:created>
  <dcterms:modified xsi:type="dcterms:W3CDTF">2026-08-25T12:39:43.5310000Z</dcterms:modified>
</coreProperties>
</file>