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0812da5fd4818" /><Relationship Type="http://schemas.openxmlformats.org/officeDocument/2006/relationships/extended-properties" Target="/docProps/app.xml" Id="R760efb1443454a18" /><Relationship Type="http://schemas.openxmlformats.org/officeDocument/2006/relationships/officeDocument" Target="/ppt/presentation.xml" Id="R7ba9e4cdaca4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b04812c0d4231"/>
  </p:sldMasterIdLst>
  <p:notesMasterIdLst>
    <p:notesMasterId xmlns:r="http://schemas.openxmlformats.org/officeDocument/2006/relationships" r:id="Rf042884de5d34ed3"/>
  </p:notesMasterIdLst>
  <p:sldIdLst>
    <p:sldId xmlns:r="http://schemas.openxmlformats.org/officeDocument/2006/relationships" id="256" r:id="Rdc48877e6dc14b8c"/>
    <p:sldId xmlns:r="http://schemas.openxmlformats.org/officeDocument/2006/relationships" id="257" r:id="R10c85e677ae54afa"/>
    <p:sldId xmlns:r="http://schemas.openxmlformats.org/officeDocument/2006/relationships" id="258" r:id="Rf47e6a7a3e464fec"/>
    <p:sldId xmlns:r="http://schemas.openxmlformats.org/officeDocument/2006/relationships" id="259" r:id="R230307ee22c6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f15326cdb461e" /><Relationship Type="http://schemas.openxmlformats.org/officeDocument/2006/relationships/slideMaster" Target="/ppt/slideMasters/slideMaster1.xml" Id="R0c2b04812c0d4231" /><Relationship Type="http://schemas.openxmlformats.org/officeDocument/2006/relationships/notesMaster" Target="/ppt/notesMasters/notesMaster1.xml" Id="Rf042884de5d34ed3" /><Relationship Type="http://schemas.openxmlformats.org/officeDocument/2006/relationships/presProps" Target="/ppt/presProps.xml" Id="R2068528f741a486d" /><Relationship Type="http://schemas.openxmlformats.org/officeDocument/2006/relationships/tableStyles" Target="/ppt/tableStyles.xml" Id="Rac715d79af664599" /><Relationship Type="http://schemas.openxmlformats.org/officeDocument/2006/relationships/slide" Target="/ppt/slides/slide1.xml" Id="Rdc48877e6dc14b8c" /><Relationship Type="http://schemas.openxmlformats.org/officeDocument/2006/relationships/slide" Target="/ppt/slides/slide2.xml" Id="R10c85e677ae54afa" /><Relationship Type="http://schemas.openxmlformats.org/officeDocument/2006/relationships/slide" Target="/ppt/slides/slide3.xml" Id="Rf47e6a7a3e464fec" /><Relationship Type="http://schemas.openxmlformats.org/officeDocument/2006/relationships/slide" Target="/ppt/slides/slide4.xml" Id="R230307ee22c6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278ef6eaa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b18b528f0e4113" /><Relationship Type="http://schemas.openxmlformats.org/officeDocument/2006/relationships/notesMaster" Target="/ppt/notesMasters/notesMaster1.xml" Id="Rf5b630fe368f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a9b3666fc94fbd" /><Relationship Type="http://schemas.openxmlformats.org/officeDocument/2006/relationships/notesMaster" Target="/ppt/notesMasters/notesMaster1.xml" Id="R7a53facf47af4a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8d8f2c01846a5" /><Relationship Type="http://schemas.openxmlformats.org/officeDocument/2006/relationships/notesMaster" Target="/ppt/notesMasters/notesMaster1.xml" Id="R1229139780124c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a7e00fa6124848" /><Relationship Type="http://schemas.openxmlformats.org/officeDocument/2006/relationships/notesMaster" Target="/ppt/notesMasters/notesMaster1.xml" Id="R6a0fba02f42d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c585c396f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c69985018549aa" /><Relationship Type="http://schemas.openxmlformats.org/officeDocument/2006/relationships/slideLayout" Target="/ppt/slideLayouts/slideLayout1.xml" Id="R7e33597d408f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3597d408f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a9df821354f9a" /><Relationship Type="http://schemas.openxmlformats.org/officeDocument/2006/relationships/notesSlide" Target="/ppt/notesSlides/notesSlide1.xml" Id="Ra35f3cbf73cb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cfdccaaa45a3" /><Relationship Type="http://schemas.openxmlformats.org/officeDocument/2006/relationships/notesSlide" Target="/ppt/notesSlides/notesSlide2.xml" Id="Rbb237f4dbd8245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099a923274ce3" /><Relationship Type="http://schemas.openxmlformats.org/officeDocument/2006/relationships/notesSlide" Target="/ppt/notesSlides/notesSlide3.xml" Id="R24518f0a2938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e6535e06a4b2e" /><Relationship Type="http://schemas.openxmlformats.org/officeDocument/2006/relationships/notesSlide" Target="/ppt/notesSlides/notesSlide4.xml" Id="R233ba7db75b1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728-1">
            <a:extLst xmlns:a="http://schemas.openxmlformats.org/drawingml/2006/main">
              <a:ext uri="{FF2B5EF4-FFF2-40B4-BE49-F238E27FC236}">
                <a16:creationId xmlns:a16="http://schemas.microsoft.com/office/drawing/2014/main" id="{A120420F-E608-4058-B185-A83EEB1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728-1">
            <a:extLst xmlns:a="http://schemas.openxmlformats.org/drawingml/2006/main">
              <a:ext uri="{FF2B5EF4-FFF2-40B4-BE49-F238E27FC236}">
                <a16:creationId xmlns:a16="http://schemas.microsoft.com/office/drawing/2014/main" id="{9CD88EED-7D6D-4674-BCE9-6568A88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p03-full-006728</a:t>
            </a:r>
          </a:p>
        </p:txBody>
      </p:sp>
      <p:sp>
        <p:nvSpPr>
          <p:cNvPr id="3" name="qa-v2-r2-title-p03-full-006728-1">
            <a:extLst xmlns:a="http://schemas.openxmlformats.org/drawingml/2006/main">
              <a:ext uri="{FF2B5EF4-FFF2-40B4-BE49-F238E27FC236}">
                <a16:creationId xmlns:a16="http://schemas.microsoft.com/office/drawing/2014/main" id="{DFE9DD97-3957-40FF-A966-BAB0DA8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728-1">
            <a:extLst xmlns:a="http://schemas.openxmlformats.org/drawingml/2006/main">
              <a:ext uri="{FF2B5EF4-FFF2-40B4-BE49-F238E27FC236}">
                <a16:creationId xmlns:a16="http://schemas.microsoft.com/office/drawing/2014/main" id="{517BABCA-08AD-433A-A5FF-9C3B280E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event category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p03-src-006728; p03-full-002339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1359144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728-2">
            <a:extLst xmlns:a="http://schemas.openxmlformats.org/drawingml/2006/main">
              <a:ext uri="{FF2B5EF4-FFF2-40B4-BE49-F238E27FC236}">
                <a16:creationId xmlns:a16="http://schemas.microsoft.com/office/drawing/2014/main" id="{2CF03F29-4318-4F7B-BD61-9701E5F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728-2">
            <a:extLst xmlns:a="http://schemas.openxmlformats.org/drawingml/2006/main">
              <a:ext uri="{FF2B5EF4-FFF2-40B4-BE49-F238E27FC236}">
                <a16:creationId xmlns:a16="http://schemas.microsoft.com/office/drawing/2014/main" id="{2A376680-AC7E-480A-A73C-E5CCE03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p03-full-006728</a:t>
            </a:r>
          </a:p>
        </p:txBody>
      </p:sp>
      <p:sp>
        <p:nvSpPr>
          <p:cNvPr id="3" name="qa-v2-r2-title-p03-full-006728-2">
            <a:extLst xmlns:a="http://schemas.openxmlformats.org/drawingml/2006/main">
              <a:ext uri="{FF2B5EF4-FFF2-40B4-BE49-F238E27FC236}">
                <a16:creationId xmlns:a16="http://schemas.microsoft.com/office/drawing/2014/main" id="{B220461C-DA15-42D5-BDED-41D71CE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728-2">
            <a:extLst xmlns:a="http://schemas.openxmlformats.org/drawingml/2006/main">
              <a:ext uri="{FF2B5EF4-FFF2-40B4-BE49-F238E27FC236}">
                <a16:creationId xmlns:a16="http://schemas.microsoft.com/office/drawing/2014/main" id="{2EED61A1-110B-4095-A312-A25D23A4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Trace preparer, reviewer, and register handoff in that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731205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728-3">
            <a:extLst xmlns:a="http://schemas.openxmlformats.org/drawingml/2006/main">
              <a:ext uri="{FF2B5EF4-FFF2-40B4-BE49-F238E27FC236}">
                <a16:creationId xmlns:a16="http://schemas.microsoft.com/office/drawing/2014/main" id="{8BF0161F-3DA7-4746-A12C-74DD7C8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728-3">
            <a:extLst xmlns:a="http://schemas.openxmlformats.org/drawingml/2006/main">
              <a:ext uri="{FF2B5EF4-FFF2-40B4-BE49-F238E27FC236}">
                <a16:creationId xmlns:a16="http://schemas.microsoft.com/office/drawing/2014/main" id="{A18F02F3-FC53-48CE-8724-AA69F98E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p03-full-006728</a:t>
            </a:r>
          </a:p>
        </p:txBody>
      </p:sp>
      <p:sp>
        <p:nvSpPr>
          <p:cNvPr id="3" name="qa-v2-r2-title-p03-full-006728-3">
            <a:extLst xmlns:a="http://schemas.openxmlformats.org/drawingml/2006/main">
              <a:ext uri="{FF2B5EF4-FFF2-40B4-BE49-F238E27FC236}">
                <a16:creationId xmlns:a16="http://schemas.microsoft.com/office/drawing/2014/main" id="{FF137A2E-4111-4DD0-AB96-1EEEECB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728-3">
            <a:extLst xmlns:a="http://schemas.openxmlformats.org/drawingml/2006/main">
              <a:ext uri="{FF2B5EF4-FFF2-40B4-BE49-F238E27FC236}">
                <a16:creationId xmlns:a16="http://schemas.microsoft.com/office/drawing/2014/main" id="{CF0FDC97-E24A-44B7-8FD4-B28E2CF5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83453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728-4">
            <a:extLst xmlns:a="http://schemas.openxmlformats.org/drawingml/2006/main">
              <a:ext uri="{FF2B5EF4-FFF2-40B4-BE49-F238E27FC236}">
                <a16:creationId xmlns:a16="http://schemas.microsoft.com/office/drawing/2014/main" id="{4773B6F1-B5BC-4E6F-8961-9B267BD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728-4">
            <a:extLst xmlns:a="http://schemas.openxmlformats.org/drawingml/2006/main">
              <a:ext uri="{FF2B5EF4-FFF2-40B4-BE49-F238E27FC236}">
                <a16:creationId xmlns:a16="http://schemas.microsoft.com/office/drawing/2014/main" id="{EBE6E2A7-B889-4BDF-B42B-7F59108C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p03-full-006728</a:t>
            </a:r>
          </a:p>
        </p:txBody>
      </p:sp>
      <p:sp>
        <p:nvSpPr>
          <p:cNvPr id="3" name="qa-v2-r2-title-p03-full-006728-4">
            <a:extLst xmlns:a="http://schemas.openxmlformats.org/drawingml/2006/main">
              <a:ext uri="{FF2B5EF4-FFF2-40B4-BE49-F238E27FC236}">
                <a16:creationId xmlns:a16="http://schemas.microsoft.com/office/drawing/2014/main" id="{41BC35AB-147C-4B3B-A8CB-67C8FA5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728-4">
            <a:extLst xmlns:a="http://schemas.openxmlformats.org/drawingml/2006/main">
              <a:ext uri="{FF2B5EF4-FFF2-40B4-BE49-F238E27FC236}">
                <a16:creationId xmlns:a16="http://schemas.microsoft.com/office/drawing/2014/main" id="{1CE9C9E2-18A9-4480-B8C9-4E5399A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p03-src-006728 with p03-full-002339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8345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2026-08-25T12:39:21.9890000Z</dcterms:created>
  <dcterms:modified xsi:type="dcterms:W3CDTF">2026-08-25T12:39:21.9890000Z</dcterms:modified>
</coreProperties>
</file>