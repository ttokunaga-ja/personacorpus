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fa19b50d6b4e1e" /><Relationship Type="http://schemas.openxmlformats.org/officeDocument/2006/relationships/extended-properties" Target="/docProps/app.xml" Id="R7999a3d2329a4642" /><Relationship Type="http://schemas.openxmlformats.org/officeDocument/2006/relationships/officeDocument" Target="/ppt/presentation.xml" Id="R4d7f9ca25e9346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3ee08cf0fe4676"/>
  </p:sldMasterIdLst>
  <p:notesMasterIdLst>
    <p:notesMasterId xmlns:r="http://schemas.openxmlformats.org/officeDocument/2006/relationships" r:id="Rae4e7d6709894410"/>
  </p:notesMasterIdLst>
  <p:sldIdLst>
    <p:sldId xmlns:r="http://schemas.openxmlformats.org/officeDocument/2006/relationships" id="256" r:id="R51de0a2cd5714dea"/>
    <p:sldId xmlns:r="http://schemas.openxmlformats.org/officeDocument/2006/relationships" id="257" r:id="R6cadfc1c9a914eda"/>
    <p:sldId xmlns:r="http://schemas.openxmlformats.org/officeDocument/2006/relationships" id="258" r:id="Rdd835aa6f94740fd"/>
    <p:sldId xmlns:r="http://schemas.openxmlformats.org/officeDocument/2006/relationships" id="259" r:id="Rae4e757f5bf043d7"/>
    <p:sldId xmlns:r="http://schemas.openxmlformats.org/officeDocument/2006/relationships" id="260" r:id="R7a977a525c8d4f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5f2b7775e041d2" /><Relationship Type="http://schemas.openxmlformats.org/officeDocument/2006/relationships/slideMaster" Target="/ppt/slideMasters/slideMaster1.xml" Id="R983ee08cf0fe4676" /><Relationship Type="http://schemas.openxmlformats.org/officeDocument/2006/relationships/notesMaster" Target="/ppt/notesMasters/notesMaster1.xml" Id="Rae4e7d6709894410" /><Relationship Type="http://schemas.openxmlformats.org/officeDocument/2006/relationships/presProps" Target="/ppt/presProps.xml" Id="R1218f97d4da84d35" /><Relationship Type="http://schemas.openxmlformats.org/officeDocument/2006/relationships/tableStyles" Target="/ppt/tableStyles.xml" Id="R2047b02756644378" /><Relationship Type="http://schemas.openxmlformats.org/officeDocument/2006/relationships/slide" Target="/ppt/slides/slide1.xml" Id="R51de0a2cd5714dea" /><Relationship Type="http://schemas.openxmlformats.org/officeDocument/2006/relationships/slide" Target="/ppt/slides/slide2.xml" Id="R6cadfc1c9a914eda" /><Relationship Type="http://schemas.openxmlformats.org/officeDocument/2006/relationships/slide" Target="/ppt/slides/slide3.xml" Id="Rdd835aa6f94740fd" /><Relationship Type="http://schemas.openxmlformats.org/officeDocument/2006/relationships/slide" Target="/ppt/slides/slide4.xml" Id="Rae4e757f5bf043d7" /><Relationship Type="http://schemas.openxmlformats.org/officeDocument/2006/relationships/slide" Target="/ppt/slides/slide5.xml" Id="R7a977a525c8d4f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2bb16060c04f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c72cb980674337" /><Relationship Type="http://schemas.openxmlformats.org/officeDocument/2006/relationships/notesMaster" Target="/ppt/notesMasters/notesMaster1.xml" Id="R1a4ea0f955e84e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2f5c6f9d40465f" /><Relationship Type="http://schemas.openxmlformats.org/officeDocument/2006/relationships/notesMaster" Target="/ppt/notesMasters/notesMaster1.xml" Id="R89d57571e41b4b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c47b5752b246fe" /><Relationship Type="http://schemas.openxmlformats.org/officeDocument/2006/relationships/notesMaster" Target="/ppt/notesMasters/notesMaster1.xml" Id="R8e5b394a557c43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7186a1c4e946ef" /><Relationship Type="http://schemas.openxmlformats.org/officeDocument/2006/relationships/notesMaster" Target="/ppt/notesMasters/notesMaster1.xml" Id="R283dcd69ba0d46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8bb2210ddf4ec0" /><Relationship Type="http://schemas.openxmlformats.org/officeDocument/2006/relationships/notesMaster" Target="/ppt/notesMasters/notesMaster1.xml" Id="Re7a9b2563b774b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fictional/synthetic GRC data only. Direct dependency artifact named on slide where applicable.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fictional/synthetic GRC data only. Direct dependency artifact named on slide where applicable.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fictional/synthetic GRC data only. Direct dependency artifact named on slide where applicable.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fictional/synthetic GRC data only. Direct dependency artifact named on slide where applicable.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fictional/synthetic GRC data only. Direct dependency artifact named on slide where applicable.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8ac79bc22d41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c9f17dacdc4478" /><Relationship Type="http://schemas.openxmlformats.org/officeDocument/2006/relationships/slideLayout" Target="/ppt/slideLayouts/slideLayout1.xml" Id="R13eb5d5fbdc549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eb5d5fbdc549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7ba7b7726249b8" /><Relationship Type="http://schemas.openxmlformats.org/officeDocument/2006/relationships/notesSlide" Target="/ppt/notesSlides/notesSlide1.xml" Id="Raf9d7be7e4b044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80d350664d4ac5" /><Relationship Type="http://schemas.openxmlformats.org/officeDocument/2006/relationships/notesSlide" Target="/ppt/notesSlides/notesSlide2.xml" Id="R10413e717cac4d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5c0f1c62ae405b" /><Relationship Type="http://schemas.openxmlformats.org/officeDocument/2006/relationships/notesSlide" Target="/ppt/notesSlides/notesSlide3.xml" Id="Re4cee7e75a8f4d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159285e3f4e95" /><Relationship Type="http://schemas.openxmlformats.org/officeDocument/2006/relationships/notesSlide" Target="/ppt/notesSlides/notesSlide4.xml" Id="R84851592cc6e49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997bdf5ae45d9" /><Relationship Type="http://schemas.openxmlformats.org/officeDocument/2006/relationships/notesSlide" Target="/ppt/notesSlides/notesSlide5.xml" Id="Ra7673b86bb0147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574-1">
            <a:extLst xmlns:a="http://schemas.openxmlformats.org/drawingml/2006/main">
              <a:ext uri="{FF2B5EF4-FFF2-40B4-BE49-F238E27FC236}">
                <a16:creationId xmlns:a16="http://schemas.microsoft.com/office/drawing/2014/main" id="{128A9759-80F6-43E5-8EE1-AD709808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574-1">
            <a:extLst xmlns:a="http://schemas.openxmlformats.org/drawingml/2006/main">
              <a:ext uri="{FF2B5EF4-FFF2-40B4-BE49-F238E27FC236}">
                <a16:creationId xmlns:a16="http://schemas.microsoft.com/office/drawing/2014/main" id="{78284A45-B6BB-4A73-8E5A-24222A57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p03-full-000574</a:t>
            </a:r>
          </a:p>
        </p:txBody>
      </p:sp>
      <p:sp>
        <p:nvSpPr>
          <p:cNvPr id="3" name="qa-v2-r2-title-p03-full-000574-1">
            <a:extLst xmlns:a="http://schemas.openxmlformats.org/drawingml/2006/main">
              <a:ext uri="{FF2B5EF4-FFF2-40B4-BE49-F238E27FC236}">
                <a16:creationId xmlns:a16="http://schemas.microsoft.com/office/drawing/2014/main" id="{B614577A-0949-47AB-A4FE-A207A919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0574-1">
            <a:extLst xmlns:a="http://schemas.openxmlformats.org/drawingml/2006/main">
              <a:ext uri="{FF2B5EF4-FFF2-40B4-BE49-F238E27FC236}">
                <a16:creationId xmlns:a16="http://schemas.microsoft.com/office/drawing/2014/main" id="{AD8751E0-55F2-47B3-916A-9FDAE2B0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detection review evidence link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briefing within soc detection rules. Declared review date: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2026-07-15. The assessment emphasizes exception rationale,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counterexamples, and control treatment.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p03-src-000574; p03-full-003052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dependency relevance assessment.</a:t>
            </a:r>
          </a:p>
        </p:txBody>
      </p:sp>
    </p:spTree>
    <p:extLst>
      <p:ext uri="{BB962C8B-B14F-4D97-AF65-F5344CB8AC3E}">
        <p14:creationId xmlns:p14="http://schemas.microsoft.com/office/powerpoint/2010/main" val="11163415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574-2">
            <a:extLst xmlns:a="http://schemas.openxmlformats.org/drawingml/2006/main">
              <a:ext uri="{FF2B5EF4-FFF2-40B4-BE49-F238E27FC236}">
                <a16:creationId xmlns:a16="http://schemas.microsoft.com/office/drawing/2014/main" id="{4EED1668-093D-4245-AE5E-38C7FF50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574-2">
            <a:extLst xmlns:a="http://schemas.openxmlformats.org/drawingml/2006/main">
              <a:ext uri="{FF2B5EF4-FFF2-40B4-BE49-F238E27FC236}">
                <a16:creationId xmlns:a16="http://schemas.microsoft.com/office/drawing/2014/main" id="{4F0A5E6A-A345-4E98-901E-86EF414C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p03-full-000574</a:t>
            </a:r>
          </a:p>
        </p:txBody>
      </p:sp>
      <p:sp>
        <p:nvSpPr>
          <p:cNvPr id="3" name="qa-v2-r2-title-p03-full-000574-2">
            <a:extLst xmlns:a="http://schemas.openxmlformats.org/drawingml/2006/main">
              <a:ext uri="{FF2B5EF4-FFF2-40B4-BE49-F238E27FC236}">
                <a16:creationId xmlns:a16="http://schemas.microsoft.com/office/drawing/2014/main" id="{1D339CD0-3134-4BBE-B156-5F67C3A5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0574-2">
            <a:extLst xmlns:a="http://schemas.openxmlformats.org/drawingml/2006/main">
              <a:ext uri="{FF2B5EF4-FFF2-40B4-BE49-F238E27FC236}">
                <a16:creationId xmlns:a16="http://schemas.microsoft.com/office/drawing/2014/main" id="{BDBC7487-9B5C-4689-9BBE-1F7A300D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The assigned record concerns detection review evidence link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briefing within soc detection rules and requires a reviewer to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explain how p03-src-000574 and p03-full-003052 support the stated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review-to-closure continuity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exception rationale, counterexamples, and control treatment.</a:t>
            </a:r>
          </a:p>
        </p:txBody>
      </p:sp>
    </p:spTree>
    <p:extLst>
      <p:ext uri="{BB962C8B-B14F-4D97-AF65-F5344CB8AC3E}">
        <p14:creationId xmlns:p14="http://schemas.microsoft.com/office/powerpoint/2010/main" val="16836699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574-3">
            <a:extLst xmlns:a="http://schemas.openxmlformats.org/drawingml/2006/main">
              <a:ext uri="{FF2B5EF4-FFF2-40B4-BE49-F238E27FC236}">
                <a16:creationId xmlns:a16="http://schemas.microsoft.com/office/drawing/2014/main" id="{C34719D8-BF42-4AFA-B81A-63425732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574-3">
            <a:extLst xmlns:a="http://schemas.openxmlformats.org/drawingml/2006/main">
              <a:ext uri="{FF2B5EF4-FFF2-40B4-BE49-F238E27FC236}">
                <a16:creationId xmlns:a16="http://schemas.microsoft.com/office/drawing/2014/main" id="{D9766B4A-7E06-4F9A-85B9-ACEC58B7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p03-full-000574</a:t>
            </a:r>
          </a:p>
        </p:txBody>
      </p:sp>
      <p:sp>
        <p:nvSpPr>
          <p:cNvPr id="3" name="qa-v2-r2-title-p03-full-000574-3">
            <a:extLst xmlns:a="http://schemas.openxmlformats.org/drawingml/2006/main">
              <a:ext uri="{FF2B5EF4-FFF2-40B4-BE49-F238E27FC236}">
                <a16:creationId xmlns:a16="http://schemas.microsoft.com/office/drawing/2014/main" id="{5E8A66EE-B54D-48B9-A481-EEA851B0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0574-3">
            <a:extLst xmlns:a="http://schemas.openxmlformats.org/drawingml/2006/main">
              <a:ext uri="{FF2B5EF4-FFF2-40B4-BE49-F238E27FC236}">
                <a16:creationId xmlns:a16="http://schemas.microsoft.com/office/drawing/2014/main" id="{8827FEEA-F140-4A6B-A948-1058A7AE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defer closure pending evidence; do not carry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6705854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574-4">
            <a:extLst xmlns:a="http://schemas.openxmlformats.org/drawingml/2006/main">
              <a:ext uri="{FF2B5EF4-FFF2-40B4-BE49-F238E27FC236}">
                <a16:creationId xmlns:a16="http://schemas.microsoft.com/office/drawing/2014/main" id="{73234BC9-B1E0-4BD7-9BC3-5EA355B4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574-4">
            <a:extLst xmlns:a="http://schemas.openxmlformats.org/drawingml/2006/main">
              <a:ext uri="{FF2B5EF4-FFF2-40B4-BE49-F238E27FC236}">
                <a16:creationId xmlns:a16="http://schemas.microsoft.com/office/drawing/2014/main" id="{2DF19DC5-B7C2-4538-A0EE-4F5F501E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p03-full-000574</a:t>
            </a:r>
          </a:p>
        </p:txBody>
      </p:sp>
      <p:sp>
        <p:nvSpPr>
          <p:cNvPr id="3" name="qa-v2-r2-title-p03-full-000574-4">
            <a:extLst xmlns:a="http://schemas.openxmlformats.org/drawingml/2006/main">
              <a:ext uri="{FF2B5EF4-FFF2-40B4-BE49-F238E27FC236}">
                <a16:creationId xmlns:a16="http://schemas.microsoft.com/office/drawing/2014/main" id="{7652D07D-79C4-4056-990B-54543C36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0574-4">
            <a:extLst xmlns:a="http://schemas.openxmlformats.org/drawingml/2006/main">
              <a:ext uri="{FF2B5EF4-FFF2-40B4-BE49-F238E27FC236}">
                <a16:creationId xmlns:a16="http://schemas.microsoft.com/office/drawing/2014/main" id="{6B3B922E-6644-4104-81D8-98030C5E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p03-src-000574 with p03-full-003052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dependency relevance.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0165884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574-5">
            <a:extLst xmlns:a="http://schemas.openxmlformats.org/drawingml/2006/main">
              <a:ext uri="{FF2B5EF4-FFF2-40B4-BE49-F238E27FC236}">
                <a16:creationId xmlns:a16="http://schemas.microsoft.com/office/drawing/2014/main" id="{6A87360B-792D-437C-A75C-2F7D6CB8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574-5">
            <a:extLst xmlns:a="http://schemas.openxmlformats.org/drawingml/2006/main">
              <a:ext uri="{FF2B5EF4-FFF2-40B4-BE49-F238E27FC236}">
                <a16:creationId xmlns:a16="http://schemas.microsoft.com/office/drawing/2014/main" id="{8095151E-92E7-46C9-A475-E5090018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p03-full-000574</a:t>
            </a:r>
          </a:p>
        </p:txBody>
      </p:sp>
      <p:sp>
        <p:nvSpPr>
          <p:cNvPr id="3" name="qa-v2-r2-title-p03-full-000574-5">
            <a:extLst xmlns:a="http://schemas.openxmlformats.org/drawingml/2006/main">
              <a:ext uri="{FF2B5EF4-FFF2-40B4-BE49-F238E27FC236}">
                <a16:creationId xmlns:a16="http://schemas.microsoft.com/office/drawing/2014/main" id="{9E41BA8B-74E0-4B6D-92D4-4A575857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Traceability conclusion</a:t>
            </a:r>
          </a:p>
        </p:txBody>
      </p:sp>
      <p:sp>
        <p:nvSpPr>
          <p:cNvPr id="4" name="qa-v2-r2-body-p03-full-000574-5">
            <a:extLst xmlns:a="http://schemas.openxmlformats.org/drawingml/2006/main">
              <a:ext uri="{FF2B5EF4-FFF2-40B4-BE49-F238E27FC236}">
                <a16:creationId xmlns:a16="http://schemas.microsoft.com/office/drawing/2014/main" id="{4E7BB227-F8DA-4582-88B9-0A1F500F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This RISK-031 review for detection review evidence link security briefing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within soc detection rules review is bounded to synthetic evidence and does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not claim an unstated operational outcome.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reviewer retains the source-to-dependency rationale for RISK-031 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2026-07-15.</a:t>
            </a:r>
          </a:p>
        </p:txBody>
      </p:sp>
    </p:spTree>
    <p:extLst>
      <p:ext uri="{BB962C8B-B14F-4D97-AF65-F5344CB8AC3E}">
        <p14:creationId xmlns:p14="http://schemas.microsoft.com/office/powerpoint/2010/main" val="10165884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2026-08-25T12:29:15.0110000Z</dcterms:created>
  <dcterms:modified xsi:type="dcterms:W3CDTF">2026-08-25T12:29:15.0110000Z</dcterms:modified>
</coreProperties>
</file>