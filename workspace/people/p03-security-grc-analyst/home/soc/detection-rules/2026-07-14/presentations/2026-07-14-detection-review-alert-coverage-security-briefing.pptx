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de0d55e3f94d77" /><Relationship Type="http://schemas.openxmlformats.org/officeDocument/2006/relationships/extended-properties" Target="/docProps/app.xml" Id="R0ee398abb16b46a7" /><Relationship Type="http://schemas.openxmlformats.org/officeDocument/2006/relationships/officeDocument" Target="/ppt/presentation.xml" Id="R7495f8a7978b40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f55380ef514dd5"/>
  </p:sldMasterIdLst>
  <p:notesMasterIdLst>
    <p:notesMasterId xmlns:r="http://schemas.openxmlformats.org/officeDocument/2006/relationships" r:id="R6ef7a9d68d094ea7"/>
  </p:notesMasterIdLst>
  <p:sldIdLst>
    <p:sldId xmlns:r="http://schemas.openxmlformats.org/officeDocument/2006/relationships" id="256" r:id="R3b2f008ea2984ffa"/>
    <p:sldId xmlns:r="http://schemas.openxmlformats.org/officeDocument/2006/relationships" id="257" r:id="R95c438eb3b04418e"/>
    <p:sldId xmlns:r="http://schemas.openxmlformats.org/officeDocument/2006/relationships" id="258" r:id="R629289dfcef84083"/>
    <p:sldId xmlns:r="http://schemas.openxmlformats.org/officeDocument/2006/relationships" id="259" r:id="Rb92edee30b244d16"/>
    <p:sldId xmlns:r="http://schemas.openxmlformats.org/officeDocument/2006/relationships" id="260" r:id="R437ba03bac4344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c63f24dd8443be" /><Relationship Type="http://schemas.openxmlformats.org/officeDocument/2006/relationships/slideMaster" Target="/ppt/slideMasters/slideMaster1.xml" Id="R87f55380ef514dd5" /><Relationship Type="http://schemas.openxmlformats.org/officeDocument/2006/relationships/notesMaster" Target="/ppt/notesMasters/notesMaster1.xml" Id="R6ef7a9d68d094ea7" /><Relationship Type="http://schemas.openxmlformats.org/officeDocument/2006/relationships/presProps" Target="/ppt/presProps.xml" Id="R092062dc18654011" /><Relationship Type="http://schemas.openxmlformats.org/officeDocument/2006/relationships/tableStyles" Target="/ppt/tableStyles.xml" Id="Rdc428a6f1a064a63" /><Relationship Type="http://schemas.openxmlformats.org/officeDocument/2006/relationships/slide" Target="/ppt/slides/slide1.xml" Id="R3b2f008ea2984ffa" /><Relationship Type="http://schemas.openxmlformats.org/officeDocument/2006/relationships/slide" Target="/ppt/slides/slide2.xml" Id="R95c438eb3b04418e" /><Relationship Type="http://schemas.openxmlformats.org/officeDocument/2006/relationships/slide" Target="/ppt/slides/slide3.xml" Id="R629289dfcef84083" /><Relationship Type="http://schemas.openxmlformats.org/officeDocument/2006/relationships/slide" Target="/ppt/slides/slide4.xml" Id="Rb92edee30b244d16" /><Relationship Type="http://schemas.openxmlformats.org/officeDocument/2006/relationships/slide" Target="/ppt/slides/slide5.xml" Id="R437ba03bac4344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9c01cf69446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fc79b9130f4a2e" /><Relationship Type="http://schemas.openxmlformats.org/officeDocument/2006/relationships/notesMaster" Target="/ppt/notesMasters/notesMaster1.xml" Id="Rcbb0f362173f49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5efca0b7f44a6e" /><Relationship Type="http://schemas.openxmlformats.org/officeDocument/2006/relationships/notesMaster" Target="/ppt/notesMasters/notesMaster1.xml" Id="Rb6ee9a32b8b34f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4df0d9d12e41f5" /><Relationship Type="http://schemas.openxmlformats.org/officeDocument/2006/relationships/notesMaster" Target="/ppt/notesMasters/notesMaster1.xml" Id="R8f7ebc5fee6443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034399991b42ae" /><Relationship Type="http://schemas.openxmlformats.org/officeDocument/2006/relationships/notesMaster" Target="/ppt/notesMasters/notesMaster1.xml" Id="Reb8f2ee7202545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a4c5673603455c" /><Relationship Type="http://schemas.openxmlformats.org/officeDocument/2006/relationships/notesMaster" Target="/ppt/notesMasters/notesMaster1.xml" Id="R3dffc3513d2142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e2e97afc7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e738c938045ce" /><Relationship Type="http://schemas.openxmlformats.org/officeDocument/2006/relationships/slideLayout" Target="/ppt/slideLayouts/slideLayout1.xml" Id="R4a0968fb0f48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0968fb0f48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ea673db3242ad" /><Relationship Type="http://schemas.openxmlformats.org/officeDocument/2006/relationships/notesSlide" Target="/ppt/notesSlides/notesSlide1.xml" Id="Rb12b7acea75a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4e832acbb4c26" /><Relationship Type="http://schemas.openxmlformats.org/officeDocument/2006/relationships/notesSlide" Target="/ppt/notesSlides/notesSlide2.xml" Id="R5b4a544916e94b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1b525a4bc4572" /><Relationship Type="http://schemas.openxmlformats.org/officeDocument/2006/relationships/notesSlide" Target="/ppt/notesSlides/notesSlide3.xml" Id="Rf46473cd5ca044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363c8d4c145c4" /><Relationship Type="http://schemas.openxmlformats.org/officeDocument/2006/relationships/notesSlide" Target="/ppt/notesSlides/notesSlide4.xml" Id="R97de10711814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ed0bd73cb4c07" /><Relationship Type="http://schemas.openxmlformats.org/officeDocument/2006/relationships/notesSlide" Target="/ppt/notesSlides/notesSlide5.xml" Id="R87f72d7e709641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129-1">
            <a:extLst xmlns:a="http://schemas.openxmlformats.org/drawingml/2006/main">
              <a:ext uri="{FF2B5EF4-FFF2-40B4-BE49-F238E27FC236}">
                <a16:creationId xmlns:a16="http://schemas.microsoft.com/office/drawing/2014/main" id="{9450ACF1-5CEC-49D7-9204-7B0DC02D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129-1">
            <a:extLst xmlns:a="http://schemas.openxmlformats.org/drawingml/2006/main">
              <a:ext uri="{FF2B5EF4-FFF2-40B4-BE49-F238E27FC236}">
                <a16:creationId xmlns:a16="http://schemas.microsoft.com/office/drawing/2014/main" id="{48E9B70E-83E1-4296-AA49-CAD00BF1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p03-full-001129</a:t>
            </a:r>
          </a:p>
        </p:txBody>
      </p:sp>
      <p:sp>
        <p:nvSpPr>
          <p:cNvPr id="3" name="qa-v2-r2-title-p03-full-001129-1">
            <a:extLst xmlns:a="http://schemas.openxmlformats.org/drawingml/2006/main">
              <a:ext uri="{FF2B5EF4-FFF2-40B4-BE49-F238E27FC236}">
                <a16:creationId xmlns:a16="http://schemas.microsoft.com/office/drawing/2014/main" id="{893DFA08-E008-42F4-89D1-CD7BE0AD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1129-1">
            <a:extLst xmlns:a="http://schemas.openxmlformats.org/drawingml/2006/main">
              <a:ext uri="{FF2B5EF4-FFF2-40B4-BE49-F238E27FC236}">
                <a16:creationId xmlns:a16="http://schemas.microsoft.com/office/drawing/2014/main" id="{622AB1EA-4DC8-4ADE-8480-71964F5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detection review alert coverage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detection rules.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p03-src-001129; p03-full-000319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707241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129-2">
            <a:extLst xmlns:a="http://schemas.openxmlformats.org/drawingml/2006/main">
              <a:ext uri="{FF2B5EF4-FFF2-40B4-BE49-F238E27FC236}">
                <a16:creationId xmlns:a16="http://schemas.microsoft.com/office/drawing/2014/main" id="{6517AF6B-B9E7-4183-9D9C-4F4D58E8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129-2">
            <a:extLst xmlns:a="http://schemas.openxmlformats.org/drawingml/2006/main">
              <a:ext uri="{FF2B5EF4-FFF2-40B4-BE49-F238E27FC236}">
                <a16:creationId xmlns:a16="http://schemas.microsoft.com/office/drawing/2014/main" id="{C2573D93-C378-4DAF-BCED-C72BCB5B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p03-full-001129</a:t>
            </a:r>
          </a:p>
        </p:txBody>
      </p:sp>
      <p:sp>
        <p:nvSpPr>
          <p:cNvPr id="3" name="qa-v2-r2-title-p03-full-001129-2">
            <a:extLst xmlns:a="http://schemas.openxmlformats.org/drawingml/2006/main">
              <a:ext uri="{FF2B5EF4-FFF2-40B4-BE49-F238E27FC236}">
                <a16:creationId xmlns:a16="http://schemas.microsoft.com/office/drawing/2014/main" id="{07A34D52-B6E3-466A-8F20-21631283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1129-2">
            <a:extLst xmlns:a="http://schemas.openxmlformats.org/drawingml/2006/main">
              <a:ext uri="{FF2B5EF4-FFF2-40B4-BE49-F238E27FC236}">
                <a16:creationId xmlns:a16="http://schemas.microsoft.com/office/drawing/2014/main" id="{E65F32B9-0761-4FF5-9C67-90052DB8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detection review alert coverage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soc detection rules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p03-src-001129 and p03-full-000319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owner-to-approval accountability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138109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129-3">
            <a:extLst xmlns:a="http://schemas.openxmlformats.org/drawingml/2006/main">
              <a:ext uri="{FF2B5EF4-FFF2-40B4-BE49-F238E27FC236}">
                <a16:creationId xmlns:a16="http://schemas.microsoft.com/office/drawing/2014/main" id="{067B7456-E491-405C-8E4B-A249A97D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129-3">
            <a:extLst xmlns:a="http://schemas.openxmlformats.org/drawingml/2006/main">
              <a:ext uri="{FF2B5EF4-FFF2-40B4-BE49-F238E27FC236}">
                <a16:creationId xmlns:a16="http://schemas.microsoft.com/office/drawing/2014/main" id="{0859E668-612E-4B6F-9FDE-6CECF717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p03-full-001129</a:t>
            </a:r>
          </a:p>
        </p:txBody>
      </p:sp>
      <p:sp>
        <p:nvSpPr>
          <p:cNvPr id="3" name="qa-v2-r2-title-p03-full-001129-3">
            <a:extLst xmlns:a="http://schemas.openxmlformats.org/drawingml/2006/main">
              <a:ext uri="{FF2B5EF4-FFF2-40B4-BE49-F238E27FC236}">
                <a16:creationId xmlns:a16="http://schemas.microsoft.com/office/drawing/2014/main" id="{54F303F8-AC35-4CFA-9EC5-1B2389F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1129-3">
            <a:extLst xmlns:a="http://schemas.openxmlformats.org/drawingml/2006/main">
              <a:ext uri="{FF2B5EF4-FFF2-40B4-BE49-F238E27FC236}">
                <a16:creationId xmlns:a16="http://schemas.microsoft.com/office/drawing/2014/main" id="{B55AA27C-6BFA-4FF7-9DCD-BFF5F472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preserve the review question;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229422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129-4">
            <a:extLst xmlns:a="http://schemas.openxmlformats.org/drawingml/2006/main">
              <a:ext uri="{FF2B5EF4-FFF2-40B4-BE49-F238E27FC236}">
                <a16:creationId xmlns:a16="http://schemas.microsoft.com/office/drawing/2014/main" id="{EED8E406-8408-49F6-900A-B5366E8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129-4">
            <a:extLst xmlns:a="http://schemas.openxmlformats.org/drawingml/2006/main">
              <a:ext uri="{FF2B5EF4-FFF2-40B4-BE49-F238E27FC236}">
                <a16:creationId xmlns:a16="http://schemas.microsoft.com/office/drawing/2014/main" id="{949F3C71-A3E6-4EEA-88D5-B01D4F9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p03-full-001129</a:t>
            </a:r>
          </a:p>
        </p:txBody>
      </p:sp>
      <p:sp>
        <p:nvSpPr>
          <p:cNvPr id="3" name="qa-v2-r2-title-p03-full-001129-4">
            <a:extLst xmlns:a="http://schemas.openxmlformats.org/drawingml/2006/main">
              <a:ext uri="{FF2B5EF4-FFF2-40B4-BE49-F238E27FC236}">
                <a16:creationId xmlns:a16="http://schemas.microsoft.com/office/drawing/2014/main" id="{4D1865F4-B6A2-49C2-B0E9-6AC222BC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1129-4">
            <a:extLst xmlns:a="http://schemas.openxmlformats.org/drawingml/2006/main">
              <a:ext uri="{FF2B5EF4-FFF2-40B4-BE49-F238E27FC236}">
                <a16:creationId xmlns:a16="http://schemas.microsoft.com/office/drawing/2014/main" id="{E8ED4630-BB30-44EB-8683-021B3B32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p03-src-001129 with p03-full-000319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assessment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2045999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129-5">
            <a:extLst xmlns:a="http://schemas.openxmlformats.org/drawingml/2006/main">
              <a:ext uri="{FF2B5EF4-FFF2-40B4-BE49-F238E27FC236}">
                <a16:creationId xmlns:a16="http://schemas.microsoft.com/office/drawing/2014/main" id="{8013BE8F-1380-4B19-A609-ACD0E2B3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129-5">
            <a:extLst xmlns:a="http://schemas.openxmlformats.org/drawingml/2006/main">
              <a:ext uri="{FF2B5EF4-FFF2-40B4-BE49-F238E27FC236}">
                <a16:creationId xmlns:a16="http://schemas.microsoft.com/office/drawing/2014/main" id="{CA83766B-50CA-442E-9C35-5D7DD0F8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p03-full-001129</a:t>
            </a:r>
          </a:p>
        </p:txBody>
      </p:sp>
      <p:sp>
        <p:nvSpPr>
          <p:cNvPr id="3" name="qa-v2-r2-title-p03-full-001129-5">
            <a:extLst xmlns:a="http://schemas.openxmlformats.org/drawingml/2006/main">
              <a:ext uri="{FF2B5EF4-FFF2-40B4-BE49-F238E27FC236}">
                <a16:creationId xmlns:a16="http://schemas.microsoft.com/office/drawing/2014/main" id="{CACD989C-FF98-4EB9-BDA1-46926942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Traceability conclusion</a:t>
            </a:r>
          </a:p>
        </p:txBody>
      </p:sp>
      <p:sp>
        <p:nvSpPr>
          <p:cNvPr id="4" name="qa-v2-r2-body-p03-full-001129-5">
            <a:extLst xmlns:a="http://schemas.openxmlformats.org/drawingml/2006/main">
              <a:ext uri="{FF2B5EF4-FFF2-40B4-BE49-F238E27FC236}">
                <a16:creationId xmlns:a16="http://schemas.microsoft.com/office/drawing/2014/main" id="{E4C67B91-1356-4C13-BCC3-CEF3C7B2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This RISK-031 review for detection review alert coverage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soc detection rules review is bounded to synthetic evidence and does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not claim an unstated operational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reviewer retains the source-to-dependency rationale for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2026-07-14.</a:t>
            </a:r>
          </a:p>
        </p:txBody>
      </p:sp>
    </p:spTree>
    <p:extLst>
      <p:ext uri="{BB962C8B-B14F-4D97-AF65-F5344CB8AC3E}">
        <p14:creationId xmlns:p14="http://schemas.microsoft.com/office/powerpoint/2010/main" val="2045999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2026-08-25T12:28:53.4610000Z</dcterms:created>
  <dcterms:modified xsi:type="dcterms:W3CDTF">2026-08-25T12:28:53.4610000Z</dcterms:modified>
</coreProperties>
</file>