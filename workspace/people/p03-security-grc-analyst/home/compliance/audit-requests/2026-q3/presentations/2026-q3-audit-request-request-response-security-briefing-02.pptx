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b930ddaed4e44" /><Relationship Type="http://schemas.openxmlformats.org/officeDocument/2006/relationships/extended-properties" Target="/docProps/app.xml" Id="R9dce3c0de6984fa1" /><Relationship Type="http://schemas.openxmlformats.org/officeDocument/2006/relationships/officeDocument" Target="/ppt/presentation.xml" Id="R93989f0fda35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a95b7c22d84ddd"/>
  </p:sldMasterIdLst>
  <p:notesMasterIdLst>
    <p:notesMasterId xmlns:r="http://schemas.openxmlformats.org/officeDocument/2006/relationships" r:id="R0e00a65563214045"/>
  </p:notesMasterIdLst>
  <p:sldIdLst>
    <p:sldId xmlns:r="http://schemas.openxmlformats.org/officeDocument/2006/relationships" id="256" r:id="Re9fc343cc957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f6bd0dc534779" /><Relationship Type="http://schemas.openxmlformats.org/officeDocument/2006/relationships/slideMaster" Target="/ppt/slideMasters/slideMaster1.xml" Id="R0ba95b7c22d84ddd" /><Relationship Type="http://schemas.openxmlformats.org/officeDocument/2006/relationships/notesMaster" Target="/ppt/notesMasters/notesMaster1.xml" Id="R0e00a65563214045" /><Relationship Type="http://schemas.openxmlformats.org/officeDocument/2006/relationships/presProps" Target="/ppt/presProps.xml" Id="R6003e8d4dd224090" /><Relationship Type="http://schemas.openxmlformats.org/officeDocument/2006/relationships/tableStyles" Target="/ppt/tableStyles.xml" Id="Rcfd44e8e08f54630" /><Relationship Type="http://schemas.openxmlformats.org/officeDocument/2006/relationships/slide" Target="/ppt/slides/slide1.xml" Id="Re9fc343cc957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773514308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0d59de5d2428b" /><Relationship Type="http://schemas.openxmlformats.org/officeDocument/2006/relationships/notesMaster" Target="/ppt/notesMasters/notesMaster1.xml" Id="Rfa5cca98bbc2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27d6002f845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8343bd9f864a61" /><Relationship Type="http://schemas.openxmlformats.org/officeDocument/2006/relationships/slideLayout" Target="/ppt/slideLayouts/slideLayout1.xml" Id="Rc3dd8b99c5e0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d8b99c5e0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69f62d18d4503" /><Relationship Type="http://schemas.openxmlformats.org/officeDocument/2006/relationships/notesSlide" Target="/ppt/notesSlides/notesSlide1.xml" Id="R167e9cde6449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FB380-AE8D-4E09-9D75-22D98296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EFDEB-ABAA-47EA-A01A-7284DF4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reviewer attestation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56B3-8CFE-4A0E-BD7D-AFC4567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2026-Q3     Direct dependency source period: 2026-07-14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C966C-0873-431C-A84D-4450D39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F70FC-0916-4C0F-984C-B4B5D4A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1B6F9-3C41-463B-9649-F97365A4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p03-full-000218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evidence normalization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retention disposition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CB427-ABA8-43DC-8E9B-75BD94D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8E6F-7493-4623-BEBE-4202A288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named request evidence support an accountable hand-off?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DD1F5-CDE2-4ABC-B129-9ECB98DC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549F0-E7BC-448F-9EBC-2132DB9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Trace the request, control, evidence reference, and custodian fields as one chain. The evidence reference anchors the decision while the custodian remains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9B8ED-100D-448C-87ED-DC02F3D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F20BC-6F35-47C6-8DDA-68A9B6E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Retain the source-period qualifier in every derivative assurance summary.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Carry the no-live-access and no-Kio-claim boundary downstream.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4995F-90C9-417C-9678-8F40896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p03-full-007728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2090055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2026-08-24T13:30:46.0310000Z</dcterms:created>
  <dcterms:modified xsi:type="dcterms:W3CDTF">2026-08-24T13:30:46.0310000Z</dcterms:modified>
</coreProperties>
</file>