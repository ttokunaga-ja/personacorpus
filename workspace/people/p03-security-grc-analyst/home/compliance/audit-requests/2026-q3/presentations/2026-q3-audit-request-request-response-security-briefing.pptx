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98a2472fc3432b" /><Relationship Type="http://schemas.openxmlformats.org/officeDocument/2006/relationships/extended-properties" Target="/docProps/app.xml" Id="Ra5fc71ce2503403c" /><Relationship Type="http://schemas.openxmlformats.org/officeDocument/2006/relationships/officeDocument" Target="/ppt/presentation.xml" Id="R78ad2edd1c8f45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ff64a67bd945e1"/>
  </p:sldMasterIdLst>
  <p:notesMasterIdLst>
    <p:notesMasterId xmlns:r="http://schemas.openxmlformats.org/officeDocument/2006/relationships" r:id="R71a17dbf458f452e"/>
  </p:notesMasterIdLst>
  <p:sldIdLst>
    <p:sldId xmlns:r="http://schemas.openxmlformats.org/officeDocument/2006/relationships" id="256" r:id="R0f96333126c645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6704e12d1a4c1a" /><Relationship Type="http://schemas.openxmlformats.org/officeDocument/2006/relationships/slideMaster" Target="/ppt/slideMasters/slideMaster1.xml" Id="Rd6ff64a67bd945e1" /><Relationship Type="http://schemas.openxmlformats.org/officeDocument/2006/relationships/notesMaster" Target="/ppt/notesMasters/notesMaster1.xml" Id="R71a17dbf458f452e" /><Relationship Type="http://schemas.openxmlformats.org/officeDocument/2006/relationships/presProps" Target="/ppt/presProps.xml" Id="Rcafe98a0cc2344b9" /><Relationship Type="http://schemas.openxmlformats.org/officeDocument/2006/relationships/tableStyles" Target="/ppt/tableStyles.xml" Id="R081e58b7b7724ea2" /><Relationship Type="http://schemas.openxmlformats.org/officeDocument/2006/relationships/slide" Target="/ppt/slides/slide1.xml" Id="R0f96333126c645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cab598e4b044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8950f2708340df" /><Relationship Type="http://schemas.openxmlformats.org/officeDocument/2006/relationships/notesMaster" Target="/ppt/notesMasters/notesMaster1.xml" Id="R56c86d74f4d242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f2b864929141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53e9380fc04b38" /><Relationship Type="http://schemas.openxmlformats.org/officeDocument/2006/relationships/slideLayout" Target="/ppt/slideLayouts/slideLayout1.xml" Id="Rc3105f4eebcd47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105f4eebcd47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005c37d1a4cfa" /><Relationship Type="http://schemas.openxmlformats.org/officeDocument/2006/relationships/notesSlide" Target="/ppt/notesSlides/notesSlide1.xml" Id="R7ffbaf137f9a46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E71E2E-3E74-4E89-8984-891BC9DB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COBALT HARBOR SYSTEMS  |  AC-27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A707D-C81C-4802-A6E6-C7EB58AE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Audit-request briefing: reviewer attestation note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1B327-11A1-4EA4-89DB-6C2A7C5C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Artifact review period: 2026-Q3     Direct dependency source period: 2026-07-14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F5AE7-87F7-409D-BFE9-EB4AC21F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4A80A-61C1-4351-B9E2-1E44DEFE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Direct record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594E4-B0DC-4A5D-9B9E-41DABEA2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429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p03-full-000218 | AR-260713-027 | AC-27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Evidence: EV-184-19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Workflow: evidence normalization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Lens: control ownership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Custodian: retention disposition reviewer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Sequence: 218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1B873-110E-49C8-839E-B1B976BA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86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Evaluation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4D201-7D34-4CBE-934D-1F48341C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098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364B"/>
                </a:solidFill>
              </a:defRPr>
            </a:pPr>
            <a:r>
              <a:rPr sz="1425" b="1">
                <a:solidFill>
                  <a:srgbClr val="27364B"/>
                </a:solidFill>
              </a:rPr>
              <a:t>Can the named request evidence support an accountable hand-off?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1B2B3-2A32-4FB2-86F6-1ECF93BA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52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Method and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B2213-02C6-405C-93D6-153ED3FE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0045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7364B"/>
                </a:solidFill>
              </a:defRPr>
            </a:pPr>
            <a:r>
              <a:rPr sz="1200" b="0">
                <a:solidFill>
                  <a:srgbClr val="27364B"/>
                </a:solidFill>
              </a:rPr>
              <a:t>Trace the request, control, evidence reference, and custodian fields as one chain. The record establishes a bounded review hand-off, not live audit access.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96AA9-8334-4C89-8C16-4AC2FFA3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91050"/>
            <a:ext cx="4762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8C4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8AB226-071B-4CD2-96AF-3D4F64DA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33925"/>
            <a:ext cx="4343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Direct-source measures: population 48 | timely 47 | final 48 | verified 24 of 24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Risk: RISK-031; residual: Medium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Decision: Accept for reviewer confirmation with the evidence link retained.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Action: Anchor future retention discussion to the direct evidence record.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E570DF-5CE7-4F5F-8FE8-D786DF48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Briefing record p03-full-002376  •  Synthetic defensive evidence only  •  No Kio claim</a:t>
            </a:r>
          </a:p>
        </p:txBody>
      </p:sp>
    </p:spTree>
    <p:extLst>
      <p:ext uri="{BB962C8B-B14F-4D97-AF65-F5344CB8AC3E}">
        <p14:creationId xmlns:p14="http://schemas.microsoft.com/office/powerpoint/2010/main" val="16064732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2026-08-24T13:30:41.8910000Z</dcterms:created>
  <dcterms:modified xsi:type="dcterms:W3CDTF">2026-08-24T13:30:41.8910000Z</dcterms:modified>
</coreProperties>
</file>