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f1a925cae4fa7" /><Relationship Type="http://schemas.openxmlformats.org/officeDocument/2006/relationships/extended-properties" Target="/docProps/app.xml" Id="Re691c83648464060" /><Relationship Type="http://schemas.openxmlformats.org/officeDocument/2006/relationships/officeDocument" Target="/ppt/presentation.xml" Id="R0ecba7f4534c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be05ae5462410d"/>
  </p:sldMasterIdLst>
  <p:notesMasterIdLst>
    <p:notesMasterId xmlns:r="http://schemas.openxmlformats.org/officeDocument/2006/relationships" r:id="R0a4dc80c31664173"/>
  </p:notesMasterIdLst>
  <p:sldIdLst>
    <p:sldId xmlns:r="http://schemas.openxmlformats.org/officeDocument/2006/relationships" id="256" r:id="R82b8aff2f79d45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331f68e434330" /><Relationship Type="http://schemas.openxmlformats.org/officeDocument/2006/relationships/slideMaster" Target="/ppt/slideMasters/slideMaster1.xml" Id="R12be05ae5462410d" /><Relationship Type="http://schemas.openxmlformats.org/officeDocument/2006/relationships/notesMaster" Target="/ppt/notesMasters/notesMaster1.xml" Id="R0a4dc80c31664173" /><Relationship Type="http://schemas.openxmlformats.org/officeDocument/2006/relationships/presProps" Target="/ppt/presProps.xml" Id="Rb9c2d1ed59d34a71" /><Relationship Type="http://schemas.openxmlformats.org/officeDocument/2006/relationships/tableStyles" Target="/ppt/tableStyles.xml" Id="R2068879ce3c740f2" /><Relationship Type="http://schemas.openxmlformats.org/officeDocument/2006/relationships/slide" Target="/ppt/slides/slide1.xml" Id="R82b8aff2f79d45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7d758cbe5540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04d28350444db6" /><Relationship Type="http://schemas.openxmlformats.org/officeDocument/2006/relationships/notesMaster" Target="/ppt/notesMasters/notesMaster1.xml" Id="R58c5278d8bfb4e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d80a993cb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cefa798bd444ed" /><Relationship Type="http://schemas.openxmlformats.org/officeDocument/2006/relationships/slideLayout" Target="/ppt/slideLayouts/slideLayout1.xml" Id="Reccd702922b142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cd702922b142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31fe983404598" /><Relationship Type="http://schemas.openxmlformats.org/officeDocument/2006/relationships/notesSlide" Target="/ppt/notesSlides/notesSlide1.xml" Id="R5caf69fc6d0449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DF6D4-6AED-4C02-97DB-5B7D15BA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36774-65C0-4AAB-AB82-FABB5AAC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reviewer attestation 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53654-6423-4579-B2DA-AE30A22A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2026-07-20     Direct dependency source period: 2026-07-14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0F646-4799-4B62-86AF-803B0D44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4F2BA-FAC5-449C-8809-2FC568D9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A07BF-0D44-4FD9-98B1-397C1B6A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p03-full-000218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EV-184-19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evidence normalization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control ownership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retention disposition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291A1-B489-47FC-92D2-20214B5C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016FF-99ED-4CA4-B352-3D67A119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Does the stage-specific check address the relevant control question?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F1F38-EA4E-4F23-A21D-A1649C3E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B41BC-A804-4B15-B487-D7E5EC46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Reconcile population, timeliness, completion, and verification as distinct checks. The source is sufficient for a narrow response decision and no broader claim.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90183-1FD0-43E7-90C7-29BE413E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10616-363E-4674-9DC5-1CB1F7BC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Keep the control sequence as the decision trace for the next reviewer.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Keep the source-period field visible in response packets.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91CDC-D13B-4512-9EC1-C0B140C2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p03-full-009228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497709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2026-08-24T13:30:47.1140000Z</dcterms:created>
  <dcterms:modified xsi:type="dcterms:W3CDTF">2026-08-24T13:30:47.1140000Z</dcterms:modified>
</coreProperties>
</file>