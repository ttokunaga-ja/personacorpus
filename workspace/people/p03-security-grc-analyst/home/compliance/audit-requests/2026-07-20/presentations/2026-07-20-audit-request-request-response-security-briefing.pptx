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13010c01304cbe" /><Relationship Type="http://schemas.openxmlformats.org/officeDocument/2006/relationships/extended-properties" Target="/docProps/app.xml" Id="R3f7032e48a454a61" /><Relationship Type="http://schemas.openxmlformats.org/officeDocument/2006/relationships/officeDocument" Target="/ppt/presentation.xml" Id="R725d35c7364f4f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e91df1ec924d5e"/>
  </p:sldMasterIdLst>
  <p:notesMasterIdLst>
    <p:notesMasterId xmlns:r="http://schemas.openxmlformats.org/officeDocument/2006/relationships" r:id="R0d7ed35a3d9d4325"/>
  </p:notesMasterIdLst>
  <p:sldIdLst>
    <p:sldId xmlns:r="http://schemas.openxmlformats.org/officeDocument/2006/relationships" id="256" r:id="R2df58cc111f440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5e48e7830c4708" /><Relationship Type="http://schemas.openxmlformats.org/officeDocument/2006/relationships/slideMaster" Target="/ppt/slideMasters/slideMaster1.xml" Id="Re7e91df1ec924d5e" /><Relationship Type="http://schemas.openxmlformats.org/officeDocument/2006/relationships/notesMaster" Target="/ppt/notesMasters/notesMaster1.xml" Id="R0d7ed35a3d9d4325" /><Relationship Type="http://schemas.openxmlformats.org/officeDocument/2006/relationships/presProps" Target="/ppt/presProps.xml" Id="R623322a40f5c48e1" /><Relationship Type="http://schemas.openxmlformats.org/officeDocument/2006/relationships/tableStyles" Target="/ppt/tableStyles.xml" Id="R8ee1bc1e832844b1" /><Relationship Type="http://schemas.openxmlformats.org/officeDocument/2006/relationships/slide" Target="/ppt/slides/slide1.xml" Id="R2df58cc111f440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c898d07bf445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3431bdc87640e0" /><Relationship Type="http://schemas.openxmlformats.org/officeDocument/2006/relationships/notesMaster" Target="/ppt/notesMasters/notesMaster1.xml" Id="Race8585ff5cd4e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f38230881149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81f48cc8f3444d" /><Relationship Type="http://schemas.openxmlformats.org/officeDocument/2006/relationships/slideLayout" Target="/ppt/slideLayouts/slideLayout1.xml" Id="R6fbed1f1c09d4f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bed1f1c09d4f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78964d8734934" /><Relationship Type="http://schemas.openxmlformats.org/officeDocument/2006/relationships/notesSlide" Target="/ppt/notesSlides/notesSlide1.xml" Id="R530b101068e346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1BC63-A193-496E-A739-029ED17A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COBALT HARBOR SYSTEMS  |  AC-27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E836A-2A9C-46F4-903B-0DF3C7EF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Audit-request briefing: evidence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E9311-F7B8-45C9-9D6D-D4206F82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Artifact review period: 2026-07-20     Direct dependency source period: 2026-07-20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E2F86-DD0C-46E8-BBE0-C087BBCE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572D3-45FC-4EF3-A8D4-964A0999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Direct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A5BCA-71F1-43EB-B9ED-46A622DA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429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p03-full-000725 | AR-260713-027 | AC-27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Evidence: EV-184-19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Workflow: closure follow-up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Lens: control ownership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Custodian: AC-27 control reviewer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Sequence: 725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716B4-84D9-48C6-BDC8-F5ABC8C8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86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Evaluation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9B9F4-AC83-4C65-A8B1-87ED4E3A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098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364B"/>
                </a:solidFill>
              </a:defRPr>
            </a:pPr>
            <a:r>
              <a:rPr sz="1425" b="1">
                <a:solidFill>
                  <a:srgbClr val="27364B"/>
                </a:solidFill>
              </a:rPr>
              <a:t>Does the stage-specific check address the relevant control question?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4BCD5-8457-44E5-BF02-519AC0AC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52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Method and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139CE-E8ED-470D-BB5F-B93DCF32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004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7364B"/>
                </a:solidFill>
              </a:defRPr>
            </a:pPr>
            <a:r>
              <a:rPr sz="1200" b="0">
                <a:solidFill>
                  <a:srgbClr val="27364B"/>
                </a:solidFill>
              </a:rPr>
              <a:t>Challenge each conclusion by removing its cited evidence reference. The source-period qualifier prevents a synthetic review from becoming a chronology claim.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53165-6926-4258-A137-7DB6C772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91050"/>
            <a:ext cx="476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C4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4D683-8D4E-4519-AD45-E3862847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33925"/>
            <a:ext cx="4343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Direct-source measures: population 48 | timely 47 | final 48 | verified 24 of 24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Risk: RISK-031; residual: Medium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Decision: Route as conditionally complete and preserve the timeliness narrative.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Action: Verify evidence-reference linkage before the next control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66E95-426A-4075-B970-E959BF71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Briefing record p03-full-007828  •  Synthetic defensive evidence only  •  No Kio claim</a:t>
            </a:r>
          </a:p>
        </p:txBody>
      </p:sp>
    </p:spTree>
    <p:extLst>
      <p:ext uri="{BB962C8B-B14F-4D97-AF65-F5344CB8AC3E}">
        <p14:creationId xmlns:p14="http://schemas.microsoft.com/office/powerpoint/2010/main" val="3971477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2026-08-24T13:30:46.3120000Z</dcterms:created>
  <dcterms:modified xsi:type="dcterms:W3CDTF">2026-08-24T13:30:46.3120000Z</dcterms:modified>
</coreProperties>
</file>