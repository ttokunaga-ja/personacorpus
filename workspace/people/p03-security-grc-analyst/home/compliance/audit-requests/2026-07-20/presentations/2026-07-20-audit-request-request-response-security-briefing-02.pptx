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cb5f4796324dd4" /><Relationship Type="http://schemas.openxmlformats.org/officeDocument/2006/relationships/extended-properties" Target="/docProps/app.xml" Id="R0472d3c7abcc4989" /><Relationship Type="http://schemas.openxmlformats.org/officeDocument/2006/relationships/officeDocument" Target="/ppt/presentation.xml" Id="R33e49116ec4d46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74c06c783b430d"/>
  </p:sldMasterIdLst>
  <p:notesMasterIdLst>
    <p:notesMasterId xmlns:r="http://schemas.openxmlformats.org/officeDocument/2006/relationships" r:id="R08e946b52f024a21"/>
  </p:notesMasterIdLst>
  <p:sldIdLst>
    <p:sldId xmlns:r="http://schemas.openxmlformats.org/officeDocument/2006/relationships" id="256" r:id="R4322d70f310a44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1637e9f3bc4849" /><Relationship Type="http://schemas.openxmlformats.org/officeDocument/2006/relationships/slideMaster" Target="/ppt/slideMasters/slideMaster1.xml" Id="R8b74c06c783b430d" /><Relationship Type="http://schemas.openxmlformats.org/officeDocument/2006/relationships/notesMaster" Target="/ppt/notesMasters/notesMaster1.xml" Id="R08e946b52f024a21" /><Relationship Type="http://schemas.openxmlformats.org/officeDocument/2006/relationships/presProps" Target="/ppt/presProps.xml" Id="R2115e51ff203479b" /><Relationship Type="http://schemas.openxmlformats.org/officeDocument/2006/relationships/tableStyles" Target="/ppt/tableStyles.xml" Id="Rd53939d9583e442c" /><Relationship Type="http://schemas.openxmlformats.org/officeDocument/2006/relationships/slide" Target="/ppt/slides/slide1.xml" Id="R4322d70f310a44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170054ee0f44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75b079e2c44e1e" /><Relationship Type="http://schemas.openxmlformats.org/officeDocument/2006/relationships/notesMaster" Target="/ppt/notesMasters/notesMaster1.xml" Id="R4c1b162decf04f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e2d5e2a50249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82b807569a483e" /><Relationship Type="http://schemas.openxmlformats.org/officeDocument/2006/relationships/slideLayout" Target="/ppt/slideLayouts/slideLayout1.xml" Id="R2ac4224783984c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c4224783984c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f1b228fdf47ba" /><Relationship Type="http://schemas.openxmlformats.org/officeDocument/2006/relationships/notesSlide" Target="/ppt/notesSlides/notesSlide1.xml" Id="Rc65c8949e5f14d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5E0889-4971-43AD-B9F7-D2AEEC09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COBALT HARBOR SYSTEMS  |  AC-27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3380A-46F4-4014-9762-BF52F72F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66775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11827"/>
                </a:solidFill>
              </a:defRPr>
            </a:pPr>
            <a:r>
              <a:rPr sz="2925" b="1">
                <a:solidFill>
                  <a:srgbClr val="111827"/>
                </a:solidFill>
              </a:rPr>
              <a:t>Audit-request briefing: retention disposition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711F1F-776F-4EC3-AE1B-2B1A8F0B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Artifact review period: 2026-07-20     Direct dependency source period: 2026-07-13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AFE3A-D29E-49F3-926F-03013B3A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D0E88F-CB6A-418D-B9C7-BD6FA00D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Direct record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6EF87-CA91-4C74-9E14-EA614FFA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4429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p03-full-001295 | AR-260713-027 | AC-27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Evidence: EV-184-19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Workflow: closure follow-up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Lens: approval separation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Custodian: request-response analyst</a:t>
            </a:r>
          </a:p>
          <a:p xmlns:a="http://schemas.openxmlformats.org/drawingml/2006/main">
            <a:pPr>
              <a:defRPr sz="1350" b="0">
                <a:solidFill>
                  <a:srgbClr val="27364B"/>
                </a:solidFill>
              </a:defRPr>
            </a:pPr>
            <a:r>
              <a:rPr sz="1350" b="0">
                <a:solidFill>
                  <a:srgbClr val="27364B"/>
                </a:solidFill>
              </a:rPr>
              <a:t>Sequence: 1295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CD60C-7CF6-43AE-B6CF-9A10E532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86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Evaluation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6E9C2-4A88-48CE-A53A-07CC0D17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098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7364B"/>
                </a:solidFill>
              </a:defRPr>
            </a:pPr>
            <a:r>
              <a:rPr sz="1425" b="1">
                <a:solidFill>
                  <a:srgbClr val="27364B"/>
                </a:solidFill>
              </a:rPr>
              <a:t>Can the named request evidence support an accountable hand-off?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D6C126-81FC-476A-9130-10846600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528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Method and interpretation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343C6A-079E-4917-8ED9-9ACED44C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0045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7364B"/>
                </a:solidFill>
              </a:defRPr>
            </a:pPr>
            <a:r>
              <a:rPr sz="1200" b="0">
                <a:solidFill>
                  <a:srgbClr val="27364B"/>
                </a:solidFill>
              </a:rPr>
              <a:t>Compare the stated review lens with the recorded workflow stage. The workflow stage limits the conclusion to the recorded assurance activity.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4FD764-4136-47ED-9471-862D632B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91050"/>
            <a:ext cx="4762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B8C4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4C1C56-2504-4FB3-A05C-B220D517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33925"/>
            <a:ext cx="43434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Direct-source measures: population 48 | timely 47 | final 48 | verified 24 of 24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Risk: RISK-031; residual: Medium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Decision: Use for follow-up planning, not for an operating-effectiveness declaration.</a:t>
            </a:r>
          </a:p>
          <a:p xmlns:a="http://schemas.openxmlformats.org/drawingml/2006/main">
            <a:pPr>
              <a:defRPr sz="975" b="1">
                <a:solidFill>
                  <a:srgbClr val="102A43"/>
                </a:solidFill>
              </a:defRPr>
            </a:pPr>
            <a:r>
              <a:rPr sz="975" b="1">
                <a:solidFill>
                  <a:srgbClr val="102A43"/>
                </a:solidFill>
              </a:rPr>
              <a:t>Action: Keep the source-period field visible in response packets.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49DB1-558E-4F07-B277-DD9FD7C6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Briefing record p03-full-008528  •  Synthetic defensive evidence only  •  No Kio claim</a:t>
            </a:r>
          </a:p>
        </p:txBody>
      </p:sp>
    </p:spTree>
    <p:extLst>
      <p:ext uri="{BB962C8B-B14F-4D97-AF65-F5344CB8AC3E}">
        <p14:creationId xmlns:p14="http://schemas.microsoft.com/office/powerpoint/2010/main" val="18699125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2026-08-24T13:30:46.7840000Z</dcterms:created>
  <dcterms:modified xsi:type="dcterms:W3CDTF">2026-08-24T13:30:46.7840000Z</dcterms:modified>
</coreProperties>
</file>