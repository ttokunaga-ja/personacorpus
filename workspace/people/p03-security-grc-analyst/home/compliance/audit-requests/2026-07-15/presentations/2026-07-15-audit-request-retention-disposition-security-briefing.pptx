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7c4dd3bdd24850" /><Relationship Type="http://schemas.openxmlformats.org/officeDocument/2006/relationships/extended-properties" Target="/docProps/app.xml" Id="Rd2c769935e0b488c" /><Relationship Type="http://schemas.openxmlformats.org/officeDocument/2006/relationships/officeDocument" Target="/ppt/presentation.xml" Id="Rc2226e7ed3224f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240979ab2e43b2"/>
  </p:sldMasterIdLst>
  <p:notesMasterIdLst>
    <p:notesMasterId xmlns:r="http://schemas.openxmlformats.org/officeDocument/2006/relationships" r:id="R51edaf0bb8494c88"/>
  </p:notesMasterIdLst>
  <p:sldIdLst>
    <p:sldId xmlns:r="http://schemas.openxmlformats.org/officeDocument/2006/relationships" id="256" r:id="R4bd6bb0454b043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9e310f9c2c4c3c" /><Relationship Type="http://schemas.openxmlformats.org/officeDocument/2006/relationships/slideMaster" Target="/ppt/slideMasters/slideMaster1.xml" Id="Rf3240979ab2e43b2" /><Relationship Type="http://schemas.openxmlformats.org/officeDocument/2006/relationships/notesMaster" Target="/ppt/notesMasters/notesMaster1.xml" Id="R51edaf0bb8494c88" /><Relationship Type="http://schemas.openxmlformats.org/officeDocument/2006/relationships/presProps" Target="/ppt/presProps.xml" Id="R51d053e5a5ce466b" /><Relationship Type="http://schemas.openxmlformats.org/officeDocument/2006/relationships/tableStyles" Target="/ppt/tableStyles.xml" Id="R702c93c958be460e" /><Relationship Type="http://schemas.openxmlformats.org/officeDocument/2006/relationships/slide" Target="/ppt/slides/slide1.xml" Id="R4bd6bb0454b043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80b44bb07649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0974568eb14897" /><Relationship Type="http://schemas.openxmlformats.org/officeDocument/2006/relationships/notesMaster" Target="/ppt/notesMasters/notesMaster1.xml" Id="R7eb845397bbc4b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0c3efdedf4b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467319f06245ca" /><Relationship Type="http://schemas.openxmlformats.org/officeDocument/2006/relationships/slideLayout" Target="/ppt/slideLayouts/slideLayout1.xml" Id="Rcaddb5cc959a4d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ddb5cc959a4d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090d26ce742ed" /><Relationship Type="http://schemas.openxmlformats.org/officeDocument/2006/relationships/notesSlide" Target="/ppt/notesSlides/notesSlide1.xml" Id="R0bc381baa7c345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1F345-733D-4BD8-8AA3-60F98D64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COBALT HARBOR SYSTEMS  |  AC-27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B25C4-1D79-4E59-B1B8-363DE9F1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Audit-request briefing: evidence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30029-1AB7-488C-A393-18ED9CC8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Artifact review period: 2026-07-15     Direct dependency source period: 2026-07-20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E29C9-1265-4080-BA67-A182764C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6794A-1FC5-4954-97BC-9DA5CE8E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Direct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58DAC-E995-404E-99A8-EC574F41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429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p03-full-000585 | AR-260713-027 | AC-27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Evidence: EV-184-01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Workflow: reviewer confirmation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Lens: exception aging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Custodian: request-response analyst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Sequence: 585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99AB1-2799-4289-90A2-CEEFAFE5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Evaluation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8BBA1-8AE8-42DB-9979-B15C5EC3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098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364B"/>
                </a:solidFill>
              </a:defRPr>
            </a:pPr>
            <a:r>
              <a:rPr sz="1425" b="1">
                <a:solidFill>
                  <a:srgbClr val="27364B"/>
                </a:solidFill>
              </a:rPr>
              <a:t>Can the review decision be traced without a generic assertion?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27C43-5B01-494F-B8C0-D06E3617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Method and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0FC3D-46D7-4B7C-9911-D60401A3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7364B"/>
                </a:solidFill>
              </a:defRPr>
            </a:pPr>
            <a:r>
              <a:rPr sz="1200" b="0">
                <a:solidFill>
                  <a:srgbClr val="27364B"/>
                </a:solidFill>
              </a:rPr>
              <a:t>Challenge each conclusion by removing its cited evidence reference. The record establishes a bounded review hand-off, not live audit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4E735-081B-4CFD-8A90-AE63E8A4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9105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C4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FB1EC-D448-4432-A439-B809D396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3925"/>
            <a:ext cx="4343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Direct-source measures: population 48 | timely 47 | final 48 | verified 24 of 24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Risk: RISK-031; residual: Medium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Decision: Accept for reviewer confirmation with the evidence link retained.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Action: Anchor future retention discussion to the direct evidence record.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AAEEB-52B1-46E6-9A8D-0C91EA7E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Briefing record p03-full-003027  •  Synthetic defensive evidence only  •  No Kio claim</a:t>
            </a:r>
          </a:p>
        </p:txBody>
      </p:sp>
    </p:spTree>
    <p:extLst>
      <p:ext uri="{BB962C8B-B14F-4D97-AF65-F5344CB8AC3E}">
        <p14:creationId xmlns:p14="http://schemas.microsoft.com/office/powerpoint/2010/main" val="747839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2026-08-24T13:30:44.3410000Z</dcterms:created>
  <dcterms:modified xsi:type="dcterms:W3CDTF">2026-08-24T13:30:44.3410000Z</dcterms:modified>
</coreProperties>
</file>