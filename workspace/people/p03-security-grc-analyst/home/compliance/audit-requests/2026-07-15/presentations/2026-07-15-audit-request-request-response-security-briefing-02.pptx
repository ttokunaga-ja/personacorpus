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f18e6b00734525" /><Relationship Type="http://schemas.openxmlformats.org/officeDocument/2006/relationships/extended-properties" Target="/docProps/app.xml" Id="Rd57a3dd842f844e0" /><Relationship Type="http://schemas.openxmlformats.org/officeDocument/2006/relationships/officeDocument" Target="/ppt/presentation.xml" Id="R2471b3d70e7b49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167981060c4fe8"/>
  </p:sldMasterIdLst>
  <p:notesMasterIdLst>
    <p:notesMasterId xmlns:r="http://schemas.openxmlformats.org/officeDocument/2006/relationships" r:id="R460bff3ff92b41a1"/>
  </p:notesMasterIdLst>
  <p:sldIdLst>
    <p:sldId xmlns:r="http://schemas.openxmlformats.org/officeDocument/2006/relationships" id="256" r:id="Re14cd28686a247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eaf799d3fd49fb" /><Relationship Type="http://schemas.openxmlformats.org/officeDocument/2006/relationships/slideMaster" Target="/ppt/slideMasters/slideMaster1.xml" Id="R70167981060c4fe8" /><Relationship Type="http://schemas.openxmlformats.org/officeDocument/2006/relationships/notesMaster" Target="/ppt/notesMasters/notesMaster1.xml" Id="R460bff3ff92b41a1" /><Relationship Type="http://schemas.openxmlformats.org/officeDocument/2006/relationships/presProps" Target="/ppt/presProps.xml" Id="Rfdd25b361c2d4de8" /><Relationship Type="http://schemas.openxmlformats.org/officeDocument/2006/relationships/tableStyles" Target="/ppt/tableStyles.xml" Id="Rf01aae6305a44067" /><Relationship Type="http://schemas.openxmlformats.org/officeDocument/2006/relationships/slide" Target="/ppt/slides/slide1.xml" Id="Re14cd28686a247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28e6a6318440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3f5c52e5884948" /><Relationship Type="http://schemas.openxmlformats.org/officeDocument/2006/relationships/notesMaster" Target="/ppt/notesMasters/notesMaster1.xml" Id="R66c5bfe879dc48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efdfbe9c884c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9368b271d44994" /><Relationship Type="http://schemas.openxmlformats.org/officeDocument/2006/relationships/slideLayout" Target="/ppt/slideLayouts/slideLayout1.xml" Id="R27cf3ba1241f46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cf3ba1241f46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871599c174601" /><Relationship Type="http://schemas.openxmlformats.org/officeDocument/2006/relationships/notesSlide" Target="/ppt/notesSlides/notesSlide1.xml" Id="R4b22b8210f664e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55CD0A-DB69-4146-8AF0-E787C54A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COBALT HARBOR SYSTEMS  |  AC-27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B90504-A88D-418B-B32B-752009B7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Audit-request briefing: evidence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BA16B-FAFC-4A1D-81C2-B67A71F6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Artifact review period: 2026-07-15     Direct dependency source period: 2026-07-20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A6FC6-8B5F-4CA0-B558-13DB2FFD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16A001-7EF3-4EB5-85E6-6BEABC9E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Direct record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BB6D4-2E41-4050-9C95-4E8E366E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4429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p03-full-000725 | AR-260713-027 | AC-27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Evidence: EV-184-19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Workflow: closure follow-up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Lens: control ownership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Custodian: AC-27 control reviewer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Sequence: 725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D07AFE-A816-4F92-934A-7B8B491E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86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Evaluation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934296-F71F-40C6-A3B1-C327A91C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098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7364B"/>
                </a:solidFill>
              </a:defRPr>
            </a:pPr>
            <a:r>
              <a:rPr sz="1425" b="1">
                <a:solidFill>
                  <a:srgbClr val="27364B"/>
                </a:solidFill>
              </a:rPr>
              <a:t>Can the named request evidence support an accountable hand-off?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09A332-05E0-4382-A464-EEDB15FD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52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Method and 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72F1AC-A6A0-4D91-B483-EB354702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0045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7364B"/>
                </a:solidFill>
              </a:defRPr>
            </a:pPr>
            <a:r>
              <a:rPr sz="1200" b="0">
                <a:solidFill>
                  <a:srgbClr val="27364B"/>
                </a:solidFill>
              </a:rPr>
              <a:t>Follow the control sequence to identify unsupported changes of ownership. The control sequence supplies traceability only when retained with the source topic.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67E603-4A81-44C5-9D87-674E0551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91050"/>
            <a:ext cx="4762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B8C4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B16F78-2272-4367-8DFD-737BBBC5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33925"/>
            <a:ext cx="4343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Direct-source measures: population 48 | timely 47 | final 48 | verified 24 of 24</a:t>
            </a:r>
          </a:p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Risk: RISK-031; residual: Medium</a:t>
            </a:r>
          </a:p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Decision: Route as conditionally complete and preserve the timeliness narrative.</a:t>
            </a:r>
          </a:p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Action: Reconcile the exception narrative with the completion measure.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3DB9B3-09A6-463F-81F0-661A6801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Briefing record p03-full-009328  •  Synthetic defensive evidence only  •  No Kio claim</a:t>
            </a:r>
          </a:p>
        </p:txBody>
      </p:sp>
    </p:spTree>
    <p:extLst>
      <p:ext uri="{BB962C8B-B14F-4D97-AF65-F5344CB8AC3E}">
        <p14:creationId xmlns:p14="http://schemas.microsoft.com/office/powerpoint/2010/main" val="14298960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2026-08-24T13:30:47.5080000Z</dcterms:created>
  <dcterms:modified xsi:type="dcterms:W3CDTF">2026-08-24T13:30:47.5080000Z</dcterms:modified>
</coreProperties>
</file>