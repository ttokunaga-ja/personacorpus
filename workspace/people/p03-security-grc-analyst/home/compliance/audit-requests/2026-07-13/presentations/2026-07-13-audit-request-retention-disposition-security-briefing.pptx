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344977aed04f3f" /><Relationship Type="http://schemas.openxmlformats.org/officeDocument/2006/relationships/extended-properties" Target="/docProps/app.xml" Id="R149b70892da34a41" /><Relationship Type="http://schemas.openxmlformats.org/officeDocument/2006/relationships/officeDocument" Target="/ppt/presentation.xml" Id="Rf7ce184926ed42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2da66d65fa458d"/>
  </p:sldMasterIdLst>
  <p:notesMasterIdLst>
    <p:notesMasterId xmlns:r="http://schemas.openxmlformats.org/officeDocument/2006/relationships" r:id="R4cd90d43f398499a"/>
  </p:notesMasterIdLst>
  <p:sldIdLst>
    <p:sldId xmlns:r="http://schemas.openxmlformats.org/officeDocument/2006/relationships" id="256" r:id="Rb5417dbf1298400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e25aac4d7a4e6f" /><Relationship Type="http://schemas.openxmlformats.org/officeDocument/2006/relationships/slideMaster" Target="/ppt/slideMasters/slideMaster1.xml" Id="R3d2da66d65fa458d" /><Relationship Type="http://schemas.openxmlformats.org/officeDocument/2006/relationships/notesMaster" Target="/ppt/notesMasters/notesMaster1.xml" Id="R4cd90d43f398499a" /><Relationship Type="http://schemas.openxmlformats.org/officeDocument/2006/relationships/presProps" Target="/ppt/presProps.xml" Id="R7f96a01e75a34616" /><Relationship Type="http://schemas.openxmlformats.org/officeDocument/2006/relationships/tableStyles" Target="/ppt/tableStyles.xml" Id="Rfa05dfcb025d4201" /><Relationship Type="http://schemas.openxmlformats.org/officeDocument/2006/relationships/slide" Target="/ppt/slides/slide1.xml" Id="Rb5417dbf129840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5e34e0dbb74a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36bc17c4314100" /><Relationship Type="http://schemas.openxmlformats.org/officeDocument/2006/relationships/notesMaster" Target="/ppt/notesMasters/notesMaster1.xml" Id="R1a3248ff8d824e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250628caa34f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454f3255e64f0e" /><Relationship Type="http://schemas.openxmlformats.org/officeDocument/2006/relationships/slideLayout" Target="/ppt/slideLayouts/slideLayout1.xml" Id="R3a29a7f7fcb942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29a7f7fcb942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67954598d44d06" /><Relationship Type="http://schemas.openxmlformats.org/officeDocument/2006/relationships/notesSlide" Target="/ppt/notesSlides/notesSlide1.xml" Id="Rfe2b5319352048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99444-E578-4171-A297-9ED313CD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COBALT HARBOR SYSTEMS  |  AC-27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5F4795-19B6-4246-A2D8-C3AC5D3B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Audit-request briefing: retention disposition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7F033D-52EB-4537-8184-062BDECC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Artifact review period: 2026-07-13     Direct dependency source period: 2026-Q3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FEC1EB-F8A6-4EFB-B261-FF7BBCB8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A04793-9EED-409F-BB75-E724BD9A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Direct record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D24E82-D08A-4C7E-9DBB-953F67B9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4429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p03-full-001467 | AR-260713-027 | AC-27</a:t>
            </a:r>
          </a:p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Evidence: EV-184-01</a:t>
            </a:r>
          </a:p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Workflow: reviewer confirmation</a:t>
            </a:r>
          </a:p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Lens: approval separation</a:t>
            </a:r>
          </a:p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Custodian: retention disposition reviewer</a:t>
            </a:r>
          </a:p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Sequence: 1467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629A96-9C03-4730-A266-B775B57F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86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Evaluation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AEAE13-D719-4D84-B616-9A07267C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098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7364B"/>
                </a:solidFill>
              </a:defRPr>
            </a:pPr>
            <a:r>
              <a:rPr sz="1425" b="1">
                <a:solidFill>
                  <a:srgbClr val="27364B"/>
                </a:solidFill>
              </a:rPr>
              <a:t>Can a retention action point to a discrete source item?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69908A-6122-4311-AB22-078DFBD8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52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Method and 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714552-F5D2-47FC-85B8-D401962E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00450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7364B"/>
                </a:solidFill>
              </a:defRPr>
            </a:pPr>
            <a:r>
              <a:rPr sz="1200" b="0">
                <a:solidFill>
                  <a:srgbClr val="27364B"/>
                </a:solidFill>
              </a:rPr>
              <a:t>Map the source topic to one bounded governance decision. The evidence reference anchors the decision while the custodian remains context.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E73659-1DF5-4B6D-91A3-AF5EC6C6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91050"/>
            <a:ext cx="4762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B8C4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5A2648-7C78-4DC0-81E1-B246687D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33925"/>
            <a:ext cx="4343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Direct-source measures: population 48 | timely 47 | final 48 | verified 24 of 24</a:t>
            </a:r>
          </a:p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Risk: RISK-031; residual: Medium</a:t>
            </a:r>
          </a:p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Decision: Retain the source-period qualifier in every derivative assurance summary.</a:t>
            </a:r>
          </a:p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Action: Preserve the request-response boundary in governance summaries.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80F413-50FA-433B-84A1-058E4918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Briefing record p03-full-002975  •  Synthetic defensive evidence only  •  No Kio claim</a:t>
            </a:r>
          </a:p>
        </p:txBody>
      </p:sp>
    </p:spTree>
    <p:extLst>
      <p:ext uri="{BB962C8B-B14F-4D97-AF65-F5344CB8AC3E}">
        <p14:creationId xmlns:p14="http://schemas.microsoft.com/office/powerpoint/2010/main" val="16349605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2026-08-24T13:30:43.9580000Z</dcterms:created>
  <dcterms:modified xsi:type="dcterms:W3CDTF">2026-08-24T13:30:43.9580000Z</dcterms:modified>
</coreProperties>
</file>