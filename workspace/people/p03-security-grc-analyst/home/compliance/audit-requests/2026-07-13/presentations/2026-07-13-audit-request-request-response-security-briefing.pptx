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c0ceb760494856" /><Relationship Type="http://schemas.openxmlformats.org/officeDocument/2006/relationships/extended-properties" Target="/docProps/app.xml" Id="R9ecdcf6879444ba9" /><Relationship Type="http://schemas.openxmlformats.org/officeDocument/2006/relationships/officeDocument" Target="/ppt/presentation.xml" Id="R59ff2a9b275646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e1f8f9dd214601"/>
  </p:sldMasterIdLst>
  <p:notesMasterIdLst>
    <p:notesMasterId xmlns:r="http://schemas.openxmlformats.org/officeDocument/2006/relationships" r:id="R72d0c1919a3e464a"/>
  </p:notesMasterIdLst>
  <p:sldIdLst>
    <p:sldId xmlns:r="http://schemas.openxmlformats.org/officeDocument/2006/relationships" id="256" r:id="R71c1ce7f030043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acc011d86b4ef7" /><Relationship Type="http://schemas.openxmlformats.org/officeDocument/2006/relationships/slideMaster" Target="/ppt/slideMasters/slideMaster1.xml" Id="Ra7e1f8f9dd214601" /><Relationship Type="http://schemas.openxmlformats.org/officeDocument/2006/relationships/notesMaster" Target="/ppt/notesMasters/notesMaster1.xml" Id="R72d0c1919a3e464a" /><Relationship Type="http://schemas.openxmlformats.org/officeDocument/2006/relationships/presProps" Target="/ppt/presProps.xml" Id="R46f5444a16df4c72" /><Relationship Type="http://schemas.openxmlformats.org/officeDocument/2006/relationships/tableStyles" Target="/ppt/tableStyles.xml" Id="R4ba145391f1545c1" /><Relationship Type="http://schemas.openxmlformats.org/officeDocument/2006/relationships/slide" Target="/ppt/slides/slide1.xml" Id="R71c1ce7f030043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08b635e63049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8d63cd6cc548bf" /><Relationship Type="http://schemas.openxmlformats.org/officeDocument/2006/relationships/notesMaster" Target="/ppt/notesMasters/notesMaster1.xml" Id="R168a60754e5044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51ad5308d742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de1b0527e1438b" /><Relationship Type="http://schemas.openxmlformats.org/officeDocument/2006/relationships/slideLayout" Target="/ppt/slideLayouts/slideLayout1.xml" Id="R32ac077fe1bd4b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ac077fe1bd4b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1c797aaa74338" /><Relationship Type="http://schemas.openxmlformats.org/officeDocument/2006/relationships/notesSlide" Target="/ppt/notesSlides/notesSlide1.xml" Id="R112c400169e74d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4A619-1384-4CD2-9C85-BC129DB9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COBALT HARBOR SYSTEMS  |  AC-27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E1B13-C005-4BCE-AE83-59B934AC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Audit-request briefing: evidence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75836-EA32-42AC-8FB9-060983C2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Artifact review period: 2026-07-13     Direct dependency source period: 2026-07-20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FEE7F-2C5E-4654-AFA9-84D239E5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98B34-D55D-4D19-9EEB-09ECD79C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Direct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DCF48-7C07-4925-BA48-657B0593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429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p03-full-000725 | AR-260713-027 | AC-27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Evidence: EV-184-19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Workflow: closure follow-up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Lens: control ownership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Custodian: AC-27 control reviewer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Sequence: 725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59ADE-7B8D-4752-B652-98A197EA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86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Evaluation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32BE8-688E-487B-A75B-D1389BAA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098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364B"/>
                </a:solidFill>
              </a:defRPr>
            </a:pPr>
            <a:r>
              <a:rPr sz="1425" b="1">
                <a:solidFill>
                  <a:srgbClr val="27364B"/>
                </a:solidFill>
              </a:rPr>
              <a:t>Can the named request evidence support an accountable hand-off?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84929-A063-4703-94E2-EA0339FD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52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Method and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7152F-89EF-4ADE-8E8B-00F7E366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004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7364B"/>
                </a:solidFill>
              </a:defRPr>
            </a:pPr>
            <a:r>
              <a:rPr sz="1200" b="0">
                <a:solidFill>
                  <a:srgbClr val="27364B"/>
                </a:solidFill>
              </a:rPr>
              <a:t>Follow the control sequence to identify unsupported changes of ownership. The control sequence supplies traceability only when retained with the source topic.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7AB5A-85AC-4E9B-A78F-3194D901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91050"/>
            <a:ext cx="476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8C4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2BC82-BB87-4C37-83EE-8FE1234D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33925"/>
            <a:ext cx="4343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Direct-source measures: population 48 | timely 47 | final 48 | verified 24 of 24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Risk: RISK-031; residual: Medium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Decision: Retain the source-period qualifier in every derivative assurance summary.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Action: Preserve the request-response boundary in governance summaries.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6F06B-38E0-496C-898D-A1AA8635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Briefing record p03-full-007528  •  Synthetic defensive evidence only  •  No Kio claim</a:t>
            </a:r>
          </a:p>
        </p:txBody>
      </p:sp>
    </p:spTree>
    <p:extLst>
      <p:ext uri="{BB962C8B-B14F-4D97-AF65-F5344CB8AC3E}">
        <p14:creationId xmlns:p14="http://schemas.microsoft.com/office/powerpoint/2010/main" val="16005611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2026-08-24T13:30:45.7650000Z</dcterms:created>
  <dcterms:modified xsi:type="dcterms:W3CDTF">2026-08-24T13:30:45.7650000Z</dcterms:modified>
</coreProperties>
</file>