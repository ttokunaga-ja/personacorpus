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fa8986d25a4ba0" /><Relationship Type="http://schemas.openxmlformats.org/officeDocument/2006/relationships/extended-properties" Target="/docProps/app.xml" Id="Rd8bd5457eafa408b" /><Relationship Type="http://schemas.openxmlformats.org/officeDocument/2006/relationships/officeDocument" Target="/ppt/presentation.xml" Id="Rb275890b4f7943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83681d39474704"/>
  </p:sldMasterIdLst>
  <p:notesMasterIdLst>
    <p:notesMasterId xmlns:r="http://schemas.openxmlformats.org/officeDocument/2006/relationships" r:id="Rd304327f63234e03"/>
  </p:notesMasterIdLst>
  <p:sldIdLst>
    <p:sldId xmlns:r="http://schemas.openxmlformats.org/officeDocument/2006/relationships" id="256" r:id="R93d68818555d42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9b3bf685e54bdf" /><Relationship Type="http://schemas.openxmlformats.org/officeDocument/2006/relationships/slideMaster" Target="/ppt/slideMasters/slideMaster1.xml" Id="R5883681d39474704" /><Relationship Type="http://schemas.openxmlformats.org/officeDocument/2006/relationships/notesMaster" Target="/ppt/notesMasters/notesMaster1.xml" Id="Rd304327f63234e03" /><Relationship Type="http://schemas.openxmlformats.org/officeDocument/2006/relationships/presProps" Target="/ppt/presProps.xml" Id="Ra91fea06f5e649d5" /><Relationship Type="http://schemas.openxmlformats.org/officeDocument/2006/relationships/tableStyles" Target="/ppt/tableStyles.xml" Id="R5603cb5d054a4843" /><Relationship Type="http://schemas.openxmlformats.org/officeDocument/2006/relationships/slide" Target="/ppt/slides/slide1.xml" Id="R93d68818555d42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3e85570d8445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756e0ab3064a98" /><Relationship Type="http://schemas.openxmlformats.org/officeDocument/2006/relationships/notesMaster" Target="/ppt/notesMasters/notesMaster1.xml" Id="Rcbe2179976ee46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8b65a58f548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0ec52a0f444f91" /><Relationship Type="http://schemas.openxmlformats.org/officeDocument/2006/relationships/slideLayout" Target="/ppt/slideLayouts/slideLayout1.xml" Id="R55dd9e93feb24b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dd9e93feb24b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f657b261e4f6c" /><Relationship Type="http://schemas.openxmlformats.org/officeDocument/2006/relationships/notesSlide" Target="/ppt/notesSlides/notesSlide1.xml" Id="Rf1f68a2a7f714a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E1B0C-B27D-472E-87EE-B25D3166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COBALT HARBOR SYSTEMS  |  AC-27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618D7-4628-43C4-AA1D-9398D43C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Audit-request briefing: retention disposition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82014-9E00-44A7-8020-36705491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Artifact review period: 2026-07-14     Direct dependency source period: 2026-Q3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D1094-F134-43BD-BCEB-47B6BAB8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F5313-C98B-4387-BF6D-4A370BCF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Direct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6A842-86B7-4E86-BCEB-33731C0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p03-full-001467 | AR-260713-027 | AC-27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Evidence: EV-184-01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Workflow: reviewer confirmation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Lens: approval separation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Custodian: retention disposition reviewer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Sequence: 1467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F01F2-FB09-453F-8F06-CCD1E0FB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4923C-DCF3-4388-B7AD-2666BA0B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364B"/>
                </a:solidFill>
              </a:defRPr>
            </a:pPr>
            <a:r>
              <a:rPr sz="1425" b="1">
                <a:solidFill>
                  <a:srgbClr val="27364B"/>
                </a:solidFill>
              </a:rPr>
              <a:t>Can the review decision be traced without a generic assertion?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A32FF-5B32-4788-99EC-A3B6AAED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Method and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C00F6-1856-4A05-94D6-D73A1F5C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7364B"/>
                </a:solidFill>
              </a:defRPr>
            </a:pPr>
            <a:r>
              <a:rPr sz="1200" b="0">
                <a:solidFill>
                  <a:srgbClr val="27364B"/>
                </a:solidFill>
              </a:rPr>
              <a:t>Test whether role context is being confused with approval authority. The source is sufficient for a narrow response decision and no broader claim.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8460D-CC5A-4B25-87BB-985807A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C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0F809-1382-443D-9161-A043A607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3925"/>
            <a:ext cx="4343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Direct-source measures: population 48 | timely 47 | final 48 | verified 24 of 24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Risk: RISK-031; residual: Medium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Decision: Keep the control sequence as the decision trace for the next reviewer.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Action: Carry the no-live-access and no-Kio-claim boundary downstream.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08B84-DB21-4892-B4EA-21F973E9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Briefing record p03-full-003827  •  Synthetic defensive evidence only  •  No Kio claim</a:t>
            </a:r>
          </a:p>
        </p:txBody>
      </p:sp>
    </p:spTree>
    <p:extLst>
      <p:ext uri="{BB962C8B-B14F-4D97-AF65-F5344CB8AC3E}">
        <p14:creationId xmlns:p14="http://schemas.microsoft.com/office/powerpoint/2010/main" val="1370295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2026-08-24T13:30:44.9030000Z</dcterms:created>
  <dcterms:modified xsi:type="dcterms:W3CDTF">2026-08-24T13:30:44.9030000Z</dcterms:modified>
</coreProperties>
</file>