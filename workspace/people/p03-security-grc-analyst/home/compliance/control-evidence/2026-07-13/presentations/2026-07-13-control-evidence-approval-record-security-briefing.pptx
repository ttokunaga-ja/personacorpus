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07aaaaab6e4227" /><Relationship Type="http://schemas.openxmlformats.org/officeDocument/2006/relationships/extended-properties" Target="/docProps/app.xml" Id="R5acb760ad7fa45cd" /><Relationship Type="http://schemas.openxmlformats.org/officeDocument/2006/relationships/officeDocument" Target="/ppt/presentation.xml" Id="R553da9144be14c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316373e59d4119"/>
  </p:sldMasterIdLst>
  <p:notesMasterIdLst>
    <p:notesMasterId xmlns:r="http://schemas.openxmlformats.org/officeDocument/2006/relationships" r:id="R20ef388862ff4b28"/>
  </p:notesMasterIdLst>
  <p:sldIdLst>
    <p:sldId xmlns:r="http://schemas.openxmlformats.org/officeDocument/2006/relationships" id="256" r:id="Rd1aed9b1ce1e44dd"/>
    <p:sldId xmlns:r="http://schemas.openxmlformats.org/officeDocument/2006/relationships" id="257" r:id="R443dadf973a84b5a"/>
    <p:sldId xmlns:r="http://schemas.openxmlformats.org/officeDocument/2006/relationships" id="258" r:id="R5180255573a94ebf"/>
    <p:sldId xmlns:r="http://schemas.openxmlformats.org/officeDocument/2006/relationships" id="259" r:id="R82c8bd41b59c4c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0978984efd4c57" /><Relationship Type="http://schemas.openxmlformats.org/officeDocument/2006/relationships/slideMaster" Target="/ppt/slideMasters/slideMaster1.xml" Id="R88316373e59d4119" /><Relationship Type="http://schemas.openxmlformats.org/officeDocument/2006/relationships/notesMaster" Target="/ppt/notesMasters/notesMaster1.xml" Id="R20ef388862ff4b28" /><Relationship Type="http://schemas.openxmlformats.org/officeDocument/2006/relationships/presProps" Target="/ppt/presProps.xml" Id="Rb7e06996df434467" /><Relationship Type="http://schemas.openxmlformats.org/officeDocument/2006/relationships/tableStyles" Target="/ppt/tableStyles.xml" Id="R8d07c1f7e7084831" /><Relationship Type="http://schemas.openxmlformats.org/officeDocument/2006/relationships/slide" Target="/ppt/slides/slide1.xml" Id="Rd1aed9b1ce1e44dd" /><Relationship Type="http://schemas.openxmlformats.org/officeDocument/2006/relationships/slide" Target="/ppt/slides/slide2.xml" Id="R443dadf973a84b5a" /><Relationship Type="http://schemas.openxmlformats.org/officeDocument/2006/relationships/slide" Target="/ppt/slides/slide3.xml" Id="R5180255573a94ebf" /><Relationship Type="http://schemas.openxmlformats.org/officeDocument/2006/relationships/slide" Target="/ppt/slides/slide4.xml" Id="R82c8bd41b59c4c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d36d10e6eb4c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e521a449f64455" /><Relationship Type="http://schemas.openxmlformats.org/officeDocument/2006/relationships/notesMaster" Target="/ppt/notesMasters/notesMaster1.xml" Id="R7b5abb35b6de47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04c95dd42b47e9" /><Relationship Type="http://schemas.openxmlformats.org/officeDocument/2006/relationships/notesMaster" Target="/ppt/notesMasters/notesMaster1.xml" Id="Rb2873808635841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55acde557442de" /><Relationship Type="http://schemas.openxmlformats.org/officeDocument/2006/relationships/notesMaster" Target="/ppt/notesMasters/notesMaster1.xml" Id="R019afd4b956246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f79ca529bc41ee" /><Relationship Type="http://schemas.openxmlformats.org/officeDocument/2006/relationships/notesMaster" Target="/ppt/notesMasters/notesMaster1.xml" Id="R66d158261c9b4a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a99053a5a149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ceabf1fce9404f" /><Relationship Type="http://schemas.openxmlformats.org/officeDocument/2006/relationships/slideLayout" Target="/ppt/slideLayouts/slideLayout1.xml" Id="R3b97bc197c5741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97bc197c5741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b031792db4a79" /><Relationship Type="http://schemas.openxmlformats.org/officeDocument/2006/relationships/notesSlide" Target="/ppt/notesSlides/notesSlide1.xml" Id="R8ff08ee8ee9749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52ad918164ce4" /><Relationship Type="http://schemas.openxmlformats.org/officeDocument/2006/relationships/notesSlide" Target="/ppt/notesSlides/notesSlide2.xml" Id="R7a9c890cc55f42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c32b5d3264659" /><Relationship Type="http://schemas.openxmlformats.org/officeDocument/2006/relationships/notesSlide" Target="/ppt/notesSlides/notesSlide3.xml" Id="R6b5cb709e70240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ad81e0ac6140d9" /><Relationship Type="http://schemas.openxmlformats.org/officeDocument/2006/relationships/notesSlide" Target="/ppt/notesSlides/notesSlide4.xml" Id="R32c750eb55244a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130-1">
            <a:extLst xmlns:a="http://schemas.openxmlformats.org/drawingml/2006/main">
              <a:ext uri="{FF2B5EF4-FFF2-40B4-BE49-F238E27FC236}">
                <a16:creationId xmlns:a16="http://schemas.microsoft.com/office/drawing/2014/main" id="{34752EF4-42A2-48E4-9A50-1E176F32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130-1">
            <a:extLst xmlns:a="http://schemas.openxmlformats.org/drawingml/2006/main">
              <a:ext uri="{FF2B5EF4-FFF2-40B4-BE49-F238E27FC236}">
                <a16:creationId xmlns:a16="http://schemas.microsoft.com/office/drawing/2014/main" id="{A1529A01-E17B-4913-8311-F1DA8F75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p03-full-006130</a:t>
            </a:r>
          </a:p>
        </p:txBody>
      </p:sp>
      <p:sp>
        <p:nvSpPr>
          <p:cNvPr id="3" name="qa-v2-r2-title-p03-full-006130-1">
            <a:extLst xmlns:a="http://schemas.openxmlformats.org/drawingml/2006/main">
              <a:ext uri="{FF2B5EF4-FFF2-40B4-BE49-F238E27FC236}">
                <a16:creationId xmlns:a16="http://schemas.microsoft.com/office/drawing/2014/main" id="{6111582D-8102-4B1F-82EF-86BA44E2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6130-1">
            <a:extLst xmlns:a="http://schemas.openxmlformats.org/drawingml/2006/main">
              <a:ext uri="{FF2B5EF4-FFF2-40B4-BE49-F238E27FC236}">
                <a16:creationId xmlns:a16="http://schemas.microsoft.com/office/drawing/2014/main" id="{E1B398C0-E397-47D8-871B-39F72DEB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control evidence approval record security briefing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within compliance control evidence. The record treats RISK-031 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2026-07-13 as a review chronology question focused on source reliability,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provenance, and corroboration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p03-src-006130 is the declared source; p03-full-002005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14909920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130-2">
            <a:extLst xmlns:a="http://schemas.openxmlformats.org/drawingml/2006/main">
              <a:ext uri="{FF2B5EF4-FFF2-40B4-BE49-F238E27FC236}">
                <a16:creationId xmlns:a16="http://schemas.microsoft.com/office/drawing/2014/main" id="{ABA535E4-AA76-43AE-899D-81C108E4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130-2">
            <a:extLst xmlns:a="http://schemas.openxmlformats.org/drawingml/2006/main">
              <a:ext uri="{FF2B5EF4-FFF2-40B4-BE49-F238E27FC236}">
                <a16:creationId xmlns:a16="http://schemas.microsoft.com/office/drawing/2014/main" id="{F2A7684E-E6CC-468A-ADFC-39D3ACED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p03-full-006130</a:t>
            </a:r>
          </a:p>
        </p:txBody>
      </p:sp>
      <p:sp>
        <p:nvSpPr>
          <p:cNvPr id="3" name="qa-v2-r2-title-p03-full-006130-2">
            <a:extLst xmlns:a="http://schemas.openxmlformats.org/drawingml/2006/main">
              <a:ext uri="{FF2B5EF4-FFF2-40B4-BE49-F238E27FC236}">
                <a16:creationId xmlns:a16="http://schemas.microsoft.com/office/drawing/2014/main" id="{E549D7CC-ED46-4701-88C6-ABF3F838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6130-2">
            <a:extLst xmlns:a="http://schemas.openxmlformats.org/drawingml/2006/main">
              <a:ext uri="{FF2B5EF4-FFF2-40B4-BE49-F238E27FC236}">
                <a16:creationId xmlns:a16="http://schemas.microsoft.com/office/drawing/2014/main" id="{897473C8-E91C-486E-A254-84B8A057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assigned record concerns control evidence approval record security briefing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within compliance control evidence and requires a reviewer to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explain how p03-src-006130 and p03-full-002005 support the stated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review-to-closure continuity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source reliability, provenance, and corroboration quality, rather than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treat two 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20271479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130-3">
            <a:extLst xmlns:a="http://schemas.openxmlformats.org/drawingml/2006/main">
              <a:ext uri="{FF2B5EF4-FFF2-40B4-BE49-F238E27FC236}">
                <a16:creationId xmlns:a16="http://schemas.microsoft.com/office/drawing/2014/main" id="{F49C9DED-6A7A-4604-837B-F3916469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130-3">
            <a:extLst xmlns:a="http://schemas.openxmlformats.org/drawingml/2006/main">
              <a:ext uri="{FF2B5EF4-FFF2-40B4-BE49-F238E27FC236}">
                <a16:creationId xmlns:a16="http://schemas.microsoft.com/office/drawing/2014/main" id="{DB9DA1CD-5EFE-4EE5-BE93-F9F27738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p03-full-006130</a:t>
            </a:r>
          </a:p>
        </p:txBody>
      </p:sp>
      <p:sp>
        <p:nvSpPr>
          <p:cNvPr id="3" name="qa-v2-r2-title-p03-full-006130-3">
            <a:extLst xmlns:a="http://schemas.openxmlformats.org/drawingml/2006/main">
              <a:ext uri="{FF2B5EF4-FFF2-40B4-BE49-F238E27FC236}">
                <a16:creationId xmlns:a16="http://schemas.microsoft.com/office/drawing/2014/main" id="{919B3B68-5112-4C4C-B70A-971FF695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6130-3">
            <a:extLst xmlns:a="http://schemas.openxmlformats.org/drawingml/2006/main">
              <a:ext uri="{FF2B5EF4-FFF2-40B4-BE49-F238E27FC236}">
                <a16:creationId xmlns:a16="http://schemas.microsoft.com/office/drawing/2014/main" id="{D34DB219-65C5-4056-9C8D-4DA174BC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test the source relationship;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18055543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130-4">
            <a:extLst xmlns:a="http://schemas.openxmlformats.org/drawingml/2006/main">
              <a:ext uri="{FF2B5EF4-FFF2-40B4-BE49-F238E27FC236}">
                <a16:creationId xmlns:a16="http://schemas.microsoft.com/office/drawing/2014/main" id="{21EC135E-FE64-4FF3-9EBD-53D2B130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130-4">
            <a:extLst xmlns:a="http://schemas.openxmlformats.org/drawingml/2006/main">
              <a:ext uri="{FF2B5EF4-FFF2-40B4-BE49-F238E27FC236}">
                <a16:creationId xmlns:a16="http://schemas.microsoft.com/office/drawing/2014/main" id="{F42397E8-A58F-4A5C-B0BA-88B89F0C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p03-full-006130</a:t>
            </a:r>
          </a:p>
        </p:txBody>
      </p:sp>
      <p:sp>
        <p:nvSpPr>
          <p:cNvPr id="3" name="qa-v2-r2-title-p03-full-006130-4">
            <a:extLst xmlns:a="http://schemas.openxmlformats.org/drawingml/2006/main">
              <a:ext uri="{FF2B5EF4-FFF2-40B4-BE49-F238E27FC236}">
                <a16:creationId xmlns:a16="http://schemas.microsoft.com/office/drawing/2014/main" id="{1B2873CD-6344-4E83-93FC-4CE7976E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6130-4">
            <a:extLst xmlns:a="http://schemas.openxmlformats.org/drawingml/2006/main">
              <a:ext uri="{FF2B5EF4-FFF2-40B4-BE49-F238E27FC236}">
                <a16:creationId xmlns:a16="http://schemas.microsoft.com/office/drawing/2014/main" id="{FBB6AB15-3D77-4D89-B951-73A320F3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p03-full-002005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review chronology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18055543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2026-08-25T12:47:50.0840000Z</dcterms:created>
  <dcterms:modified xsi:type="dcterms:W3CDTF">2026-08-25T12:47:50.0840000Z</dcterms:modified>
</coreProperties>
</file>