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21f6e94d2439d" /><Relationship Type="http://schemas.openxmlformats.org/officeDocument/2006/relationships/extended-properties" Target="/docProps/app.xml" Id="R247f1461b98d4bc8" /><Relationship Type="http://schemas.openxmlformats.org/officeDocument/2006/relationships/officeDocument" Target="/ppt/presentation.xml" Id="Rb565a35372924c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ba023ba03a4357"/>
  </p:sldMasterIdLst>
  <p:notesMasterIdLst>
    <p:notesMasterId xmlns:r="http://schemas.openxmlformats.org/officeDocument/2006/relationships" r:id="R9cc52e1668244217"/>
  </p:notesMasterIdLst>
  <p:sldIdLst>
    <p:sldId xmlns:r="http://schemas.openxmlformats.org/officeDocument/2006/relationships" id="256" r:id="R5666480278b94697"/>
    <p:sldId xmlns:r="http://schemas.openxmlformats.org/officeDocument/2006/relationships" id="257" r:id="Rb02f7c8b99ec4e4a"/>
    <p:sldId xmlns:r="http://schemas.openxmlformats.org/officeDocument/2006/relationships" id="258" r:id="Rb5ade16dff314850"/>
    <p:sldId xmlns:r="http://schemas.openxmlformats.org/officeDocument/2006/relationships" id="259" r:id="R0673859583864b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81c296ddb449d2" /><Relationship Type="http://schemas.openxmlformats.org/officeDocument/2006/relationships/slideMaster" Target="/ppt/slideMasters/slideMaster1.xml" Id="R80ba023ba03a4357" /><Relationship Type="http://schemas.openxmlformats.org/officeDocument/2006/relationships/notesMaster" Target="/ppt/notesMasters/notesMaster1.xml" Id="R9cc52e1668244217" /><Relationship Type="http://schemas.openxmlformats.org/officeDocument/2006/relationships/presProps" Target="/ppt/presProps.xml" Id="Re2d6ffd4bd7245a2" /><Relationship Type="http://schemas.openxmlformats.org/officeDocument/2006/relationships/tableStyles" Target="/ppt/tableStyles.xml" Id="Rd8e0ffe322f640c9" /><Relationship Type="http://schemas.openxmlformats.org/officeDocument/2006/relationships/slide" Target="/ppt/slides/slide1.xml" Id="R5666480278b94697" /><Relationship Type="http://schemas.openxmlformats.org/officeDocument/2006/relationships/slide" Target="/ppt/slides/slide2.xml" Id="Rb02f7c8b99ec4e4a" /><Relationship Type="http://schemas.openxmlformats.org/officeDocument/2006/relationships/slide" Target="/ppt/slides/slide3.xml" Id="Rb5ade16dff314850" /><Relationship Type="http://schemas.openxmlformats.org/officeDocument/2006/relationships/slide" Target="/ppt/slides/slide4.xml" Id="R0673859583864b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539860592a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d98a23da5048ac" /><Relationship Type="http://schemas.openxmlformats.org/officeDocument/2006/relationships/notesMaster" Target="/ppt/notesMasters/notesMaster1.xml" Id="Rad80ea0305454e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111cc9d5fa408c" /><Relationship Type="http://schemas.openxmlformats.org/officeDocument/2006/relationships/notesMaster" Target="/ppt/notesMasters/notesMaster1.xml" Id="Rfaa274bde6e94a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572187c579445f" /><Relationship Type="http://schemas.openxmlformats.org/officeDocument/2006/relationships/notesMaster" Target="/ppt/notesMasters/notesMaster1.xml" Id="Ree0c8d61c75e41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629d01dc4d4d01" /><Relationship Type="http://schemas.openxmlformats.org/officeDocument/2006/relationships/notesMaster" Target="/ppt/notesMasters/notesMaster1.xml" Id="Rb8d055435c5d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5594ae35848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c6aaaa4254e23" /><Relationship Type="http://schemas.openxmlformats.org/officeDocument/2006/relationships/slideLayout" Target="/ppt/slideLayouts/slideLayout1.xml" Id="R8168f03b71614c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68f03b71614c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9c747570b4282" /><Relationship Type="http://schemas.openxmlformats.org/officeDocument/2006/relationships/notesSlide" Target="/ppt/notesSlides/notesSlide1.xml" Id="R30d2aff0ed2740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5e23ace9d4f84" /><Relationship Type="http://schemas.openxmlformats.org/officeDocument/2006/relationships/notesSlide" Target="/ppt/notesSlides/notesSlide2.xml" Id="R6ed30a45e68c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7e090eed14e88" /><Relationship Type="http://schemas.openxmlformats.org/officeDocument/2006/relationships/notesSlide" Target="/ppt/notesSlides/notesSlide3.xml" Id="Rffdd34eb26834d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107808a0448a0" /><Relationship Type="http://schemas.openxmlformats.org/officeDocument/2006/relationships/notesSlide" Target="/ppt/notesSlides/notesSlide4.xml" Id="R1969edbc5abb46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627-1">
            <a:extLst xmlns:a="http://schemas.openxmlformats.org/drawingml/2006/main">
              <a:ext uri="{FF2B5EF4-FFF2-40B4-BE49-F238E27FC236}">
                <a16:creationId xmlns:a16="http://schemas.microsoft.com/office/drawing/2014/main" id="{010C37F1-679B-4B57-997C-0D48B99B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627-1">
            <a:extLst xmlns:a="http://schemas.openxmlformats.org/drawingml/2006/main">
              <a:ext uri="{FF2B5EF4-FFF2-40B4-BE49-F238E27FC236}">
                <a16:creationId xmlns:a16="http://schemas.microsoft.com/office/drawing/2014/main" id="{61553D1C-A6D7-4085-A77B-75973D6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p03-full-009627</a:t>
            </a:r>
          </a:p>
        </p:txBody>
      </p:sp>
      <p:sp>
        <p:nvSpPr>
          <p:cNvPr id="3" name="qa-v2-r2-title-p03-full-009627-1">
            <a:extLst xmlns:a="http://schemas.openxmlformats.org/drawingml/2006/main">
              <a:ext uri="{FF2B5EF4-FFF2-40B4-BE49-F238E27FC236}">
                <a16:creationId xmlns:a16="http://schemas.microsoft.com/office/drawing/2014/main" id="{1D14B72A-9D17-47F8-A778-FB715174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627-1">
            <a:extLst xmlns:a="http://schemas.openxmlformats.org/drawingml/2006/main">
              <a:ext uri="{FF2B5EF4-FFF2-40B4-BE49-F238E27FC236}">
                <a16:creationId xmlns:a16="http://schemas.microsoft.com/office/drawing/2014/main" id="{1FD725AA-25D6-42F2-9F67-C0AE4C92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2026-07-13. The assessment emphasizes chronology, recency,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p03-src-009627; p03-full-000923 supplies the dependency for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 assessment of the 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1641294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627-2">
            <a:extLst xmlns:a="http://schemas.openxmlformats.org/drawingml/2006/main">
              <a:ext uri="{FF2B5EF4-FFF2-40B4-BE49-F238E27FC236}">
                <a16:creationId xmlns:a16="http://schemas.microsoft.com/office/drawing/2014/main" id="{CA9AA994-06BA-4EC8-B1EF-F41C1ED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627-2">
            <a:extLst xmlns:a="http://schemas.openxmlformats.org/drawingml/2006/main">
              <a:ext uri="{FF2B5EF4-FFF2-40B4-BE49-F238E27FC236}">
                <a16:creationId xmlns:a16="http://schemas.microsoft.com/office/drawing/2014/main" id="{CFC6F430-903A-4CB9-9F7F-6F11E72F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p03-full-009627</a:t>
            </a:r>
          </a:p>
        </p:txBody>
      </p:sp>
      <p:sp>
        <p:nvSpPr>
          <p:cNvPr id="3" name="qa-v2-r2-title-p03-full-009627-2">
            <a:extLst xmlns:a="http://schemas.openxmlformats.org/drawingml/2006/main">
              <a:ext uri="{FF2B5EF4-FFF2-40B4-BE49-F238E27FC236}">
                <a16:creationId xmlns:a16="http://schemas.microsoft.com/office/drawing/2014/main" id="{CA4E6568-A61D-429A-A658-F841C6A2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627-2">
            <a:extLst xmlns:a="http://schemas.openxmlformats.org/drawingml/2006/main">
              <a:ext uri="{FF2B5EF4-FFF2-40B4-BE49-F238E27FC236}">
                <a16:creationId xmlns:a16="http://schemas.microsoft.com/office/drawing/2014/main" id="{370DC149-88E7-4C79-BF4A-4C0A5B18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p03-src-009627 and p03-full-000923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589774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627-3">
            <a:extLst xmlns:a="http://schemas.openxmlformats.org/drawingml/2006/main">
              <a:ext uri="{FF2B5EF4-FFF2-40B4-BE49-F238E27FC236}">
                <a16:creationId xmlns:a16="http://schemas.microsoft.com/office/drawing/2014/main" id="{56F153C9-656A-4DA1-917A-7D07F32F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627-3">
            <a:extLst xmlns:a="http://schemas.openxmlformats.org/drawingml/2006/main">
              <a:ext uri="{FF2B5EF4-FFF2-40B4-BE49-F238E27FC236}">
                <a16:creationId xmlns:a16="http://schemas.microsoft.com/office/drawing/2014/main" id="{5175C282-F723-439D-AE9C-EF16EA28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p03-full-009627</a:t>
            </a:r>
          </a:p>
        </p:txBody>
      </p:sp>
      <p:sp>
        <p:nvSpPr>
          <p:cNvPr id="3" name="qa-v2-r2-title-p03-full-009627-3">
            <a:extLst xmlns:a="http://schemas.openxmlformats.org/drawingml/2006/main">
              <a:ext uri="{FF2B5EF4-FFF2-40B4-BE49-F238E27FC236}">
                <a16:creationId xmlns:a16="http://schemas.microsoft.com/office/drawing/2014/main" id="{B0D1480D-FF63-49DF-BA3D-E8D72780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627-3">
            <a:extLst xmlns:a="http://schemas.openxmlformats.org/drawingml/2006/main">
              <a:ext uri="{FF2B5EF4-FFF2-40B4-BE49-F238E27FC236}">
                <a16:creationId xmlns:a16="http://schemas.microsoft.com/office/drawing/2014/main" id="{6280BF36-09CF-4959-AEBB-5126EFE9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document the decision condition;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796307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627-4">
            <a:extLst xmlns:a="http://schemas.openxmlformats.org/drawingml/2006/main">
              <a:ext uri="{FF2B5EF4-FFF2-40B4-BE49-F238E27FC236}">
                <a16:creationId xmlns:a16="http://schemas.microsoft.com/office/drawing/2014/main" id="{1F91CDC5-216E-49C2-A6DA-647E628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627-4">
            <a:extLst xmlns:a="http://schemas.openxmlformats.org/drawingml/2006/main">
              <a:ext uri="{FF2B5EF4-FFF2-40B4-BE49-F238E27FC236}">
                <a16:creationId xmlns:a16="http://schemas.microsoft.com/office/drawing/2014/main" id="{AA859FA7-0D6D-4258-A8D7-13E81F1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p03-full-009627</a:t>
            </a:r>
          </a:p>
        </p:txBody>
      </p:sp>
      <p:sp>
        <p:nvSpPr>
          <p:cNvPr id="3" name="qa-v2-r2-title-p03-full-009627-4">
            <a:extLst xmlns:a="http://schemas.openxmlformats.org/drawingml/2006/main">
              <a:ext uri="{FF2B5EF4-FFF2-40B4-BE49-F238E27FC236}">
                <a16:creationId xmlns:a16="http://schemas.microsoft.com/office/drawing/2014/main" id="{BAEAE309-806D-47D5-A529-8C171834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627-4">
            <a:extLst xmlns:a="http://schemas.openxmlformats.org/drawingml/2006/main">
              <a:ext uri="{FF2B5EF4-FFF2-40B4-BE49-F238E27FC236}">
                <a16:creationId xmlns:a16="http://schemas.microsoft.com/office/drawing/2014/main" id="{B1241E06-9561-4778-AE16-018E512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p03-src-009627 with p03-full-000923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assessment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796307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2026-08-25T12:49:15.7920000Z</dcterms:created>
  <dcterms:modified xsi:type="dcterms:W3CDTF">2026-08-25T12:49:15.7920000Z</dcterms:modified>
</coreProperties>
</file>