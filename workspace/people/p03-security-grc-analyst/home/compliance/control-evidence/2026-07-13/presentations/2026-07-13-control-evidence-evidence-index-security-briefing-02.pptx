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8c83deea2a40c5" /><Relationship Type="http://schemas.openxmlformats.org/officeDocument/2006/relationships/extended-properties" Target="/docProps/app.xml" Id="Rcb51289328034b31" /><Relationship Type="http://schemas.openxmlformats.org/officeDocument/2006/relationships/officeDocument" Target="/ppt/presentation.xml" Id="R2e78039dddad43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52c5f72344646"/>
  </p:sldMasterIdLst>
  <p:notesMasterIdLst>
    <p:notesMasterId xmlns:r="http://schemas.openxmlformats.org/officeDocument/2006/relationships" r:id="R03ca04cf4a85423c"/>
  </p:notesMasterIdLst>
  <p:sldIdLst>
    <p:sldId xmlns:r="http://schemas.openxmlformats.org/officeDocument/2006/relationships" id="256" r:id="R9d9cffd9bffa4c54"/>
    <p:sldId xmlns:r="http://schemas.openxmlformats.org/officeDocument/2006/relationships" id="257" r:id="Rb5e4ec5155ed4dab"/>
    <p:sldId xmlns:r="http://schemas.openxmlformats.org/officeDocument/2006/relationships" id="258" r:id="Rcbc1167c706643e2"/>
    <p:sldId xmlns:r="http://schemas.openxmlformats.org/officeDocument/2006/relationships" id="259" r:id="Ra2dcea47d59b46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17a22e1cba4e4b" /><Relationship Type="http://schemas.openxmlformats.org/officeDocument/2006/relationships/slideMaster" Target="/ppt/slideMasters/slideMaster1.xml" Id="Rb8f52c5f72344646" /><Relationship Type="http://schemas.openxmlformats.org/officeDocument/2006/relationships/notesMaster" Target="/ppt/notesMasters/notesMaster1.xml" Id="R03ca04cf4a85423c" /><Relationship Type="http://schemas.openxmlformats.org/officeDocument/2006/relationships/presProps" Target="/ppt/presProps.xml" Id="Rdfbad6707c6f48ad" /><Relationship Type="http://schemas.openxmlformats.org/officeDocument/2006/relationships/tableStyles" Target="/ppt/tableStyles.xml" Id="R29b90553897248a2" /><Relationship Type="http://schemas.openxmlformats.org/officeDocument/2006/relationships/slide" Target="/ppt/slides/slide1.xml" Id="R9d9cffd9bffa4c54" /><Relationship Type="http://schemas.openxmlformats.org/officeDocument/2006/relationships/slide" Target="/ppt/slides/slide2.xml" Id="Rb5e4ec5155ed4dab" /><Relationship Type="http://schemas.openxmlformats.org/officeDocument/2006/relationships/slide" Target="/ppt/slides/slide3.xml" Id="Rcbc1167c706643e2" /><Relationship Type="http://schemas.openxmlformats.org/officeDocument/2006/relationships/slide" Target="/ppt/slides/slide4.xml" Id="Ra2dcea47d59b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519c8538e0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386b05b354285" /><Relationship Type="http://schemas.openxmlformats.org/officeDocument/2006/relationships/notesMaster" Target="/ppt/notesMasters/notesMaster1.xml" Id="Rdff3d30ff33f4c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346764abc4e95" /><Relationship Type="http://schemas.openxmlformats.org/officeDocument/2006/relationships/notesMaster" Target="/ppt/notesMasters/notesMaster1.xml" Id="R1f143c1e8fe14c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3182f94d854410" /><Relationship Type="http://schemas.openxmlformats.org/officeDocument/2006/relationships/notesMaster" Target="/ppt/notesMasters/notesMaster1.xml" Id="R1e694c9631694f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9f61c1f0c94c60" /><Relationship Type="http://schemas.openxmlformats.org/officeDocument/2006/relationships/notesMaster" Target="/ppt/notesMasters/notesMaster1.xml" Id="R4d35c30e65fd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04a3a889543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6bda15afac42a6" /><Relationship Type="http://schemas.openxmlformats.org/officeDocument/2006/relationships/slideLayout" Target="/ppt/slideLayouts/slideLayout1.xml" Id="Ree3ad22d27f14b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ad22d27f14b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e8a3a2cfc48d3" /><Relationship Type="http://schemas.openxmlformats.org/officeDocument/2006/relationships/notesSlide" Target="/ppt/notesSlides/notesSlide1.xml" Id="R8718b862e81a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f5563036b4c59" /><Relationship Type="http://schemas.openxmlformats.org/officeDocument/2006/relationships/notesSlide" Target="/ppt/notesSlides/notesSlide2.xml" Id="R2f44a7b59a18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00e5ee91a45fc" /><Relationship Type="http://schemas.openxmlformats.org/officeDocument/2006/relationships/notesSlide" Target="/ppt/notesSlides/notesSlide3.xml" Id="R9bef8ed52d064f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687d7c82e47e0" /><Relationship Type="http://schemas.openxmlformats.org/officeDocument/2006/relationships/notesSlide" Target="/ppt/notesSlides/notesSlide4.xml" Id="R801bc385c6134a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171-1">
            <a:extLst xmlns:a="http://schemas.openxmlformats.org/drawingml/2006/main">
              <a:ext uri="{FF2B5EF4-FFF2-40B4-BE49-F238E27FC236}">
                <a16:creationId xmlns:a16="http://schemas.microsoft.com/office/drawing/2014/main" id="{C7E8DE6C-16B0-4669-9C1E-F7B05EAA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171-1">
            <a:extLst xmlns:a="http://schemas.openxmlformats.org/drawingml/2006/main">
              <a:ext uri="{FF2B5EF4-FFF2-40B4-BE49-F238E27FC236}">
                <a16:creationId xmlns:a16="http://schemas.microsoft.com/office/drawing/2014/main" id="{958A0A32-082D-4531-B14B-37067692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p03-full-002171</a:t>
            </a:r>
          </a:p>
        </p:txBody>
      </p:sp>
      <p:sp>
        <p:nvSpPr>
          <p:cNvPr id="3" name="qa-v2-r2-title-p03-full-002171-1">
            <a:extLst xmlns:a="http://schemas.openxmlformats.org/drawingml/2006/main">
              <a:ext uri="{FF2B5EF4-FFF2-40B4-BE49-F238E27FC236}">
                <a16:creationId xmlns:a16="http://schemas.microsoft.com/office/drawing/2014/main" id="{0595FF54-B0D5-44BA-842C-29AA609B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171-1">
            <a:extLst xmlns:a="http://schemas.openxmlformats.org/drawingml/2006/main">
              <a:ext uri="{FF2B5EF4-FFF2-40B4-BE49-F238E27FC236}">
                <a16:creationId xmlns:a16="http://schemas.microsoft.com/office/drawing/2014/main" id="{947F9D9F-7A73-4D74-9A58-E4FAF998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2026-07-13.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p03-src-002171; p03-full-002685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applicability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537153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171-2">
            <a:extLst xmlns:a="http://schemas.openxmlformats.org/drawingml/2006/main">
              <a:ext uri="{FF2B5EF4-FFF2-40B4-BE49-F238E27FC236}">
                <a16:creationId xmlns:a16="http://schemas.microsoft.com/office/drawing/2014/main" id="{BEA63933-948E-4C3E-8289-9D5562DE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171-2">
            <a:extLst xmlns:a="http://schemas.openxmlformats.org/drawingml/2006/main">
              <a:ext uri="{FF2B5EF4-FFF2-40B4-BE49-F238E27FC236}">
                <a16:creationId xmlns:a16="http://schemas.microsoft.com/office/drawing/2014/main" id="{3EDDFB3B-43DF-46D2-8A9D-4234C327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p03-full-002171</a:t>
            </a:r>
          </a:p>
        </p:txBody>
      </p:sp>
      <p:sp>
        <p:nvSpPr>
          <p:cNvPr id="3" name="qa-v2-r2-title-p03-full-002171-2">
            <a:extLst xmlns:a="http://schemas.openxmlformats.org/drawingml/2006/main">
              <a:ext uri="{FF2B5EF4-FFF2-40B4-BE49-F238E27FC236}">
                <a16:creationId xmlns:a16="http://schemas.microsoft.com/office/drawing/2014/main" id="{267061AD-56F5-4C42-B944-4DF7DF60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171-2">
            <a:extLst xmlns:a="http://schemas.openxmlformats.org/drawingml/2006/main">
              <a:ext uri="{FF2B5EF4-FFF2-40B4-BE49-F238E27FC236}">
                <a16:creationId xmlns:a16="http://schemas.microsoft.com/office/drawing/2014/main" id="{A28AF177-0F32-4E9C-A776-E9FBFD29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p03-src-002171 and p03-full-002685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source-to-dependency corroboration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743903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171-3">
            <a:extLst xmlns:a="http://schemas.openxmlformats.org/drawingml/2006/main">
              <a:ext uri="{FF2B5EF4-FFF2-40B4-BE49-F238E27FC236}">
                <a16:creationId xmlns:a16="http://schemas.microsoft.com/office/drawing/2014/main" id="{ED26D8A8-D22A-42AE-8491-2C1CE2E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171-3">
            <a:extLst xmlns:a="http://schemas.openxmlformats.org/drawingml/2006/main">
              <a:ext uri="{FF2B5EF4-FFF2-40B4-BE49-F238E27FC236}">
                <a16:creationId xmlns:a16="http://schemas.microsoft.com/office/drawing/2014/main" id="{31EFCD5A-6046-4C96-8DC1-E41F48DB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p03-full-002171</a:t>
            </a:r>
          </a:p>
        </p:txBody>
      </p:sp>
      <p:sp>
        <p:nvSpPr>
          <p:cNvPr id="3" name="qa-v2-r2-title-p03-full-002171-3">
            <a:extLst xmlns:a="http://schemas.openxmlformats.org/drawingml/2006/main">
              <a:ext uri="{FF2B5EF4-FFF2-40B4-BE49-F238E27FC236}">
                <a16:creationId xmlns:a16="http://schemas.microsoft.com/office/drawing/2014/main" id="{73B36A1E-CF25-4000-9A30-CEA206FC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171-3">
            <a:extLst xmlns:a="http://schemas.openxmlformats.org/drawingml/2006/main">
              <a:ext uri="{FF2B5EF4-FFF2-40B4-BE49-F238E27FC236}">
                <a16:creationId xmlns:a16="http://schemas.microsoft.com/office/drawing/2014/main" id="{DB65C013-97ED-4DA2-BCFF-1ED4E24E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restate the approval boundary;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08791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171-4">
            <a:extLst xmlns:a="http://schemas.openxmlformats.org/drawingml/2006/main">
              <a:ext uri="{FF2B5EF4-FFF2-40B4-BE49-F238E27FC236}">
                <a16:creationId xmlns:a16="http://schemas.microsoft.com/office/drawing/2014/main" id="{3C5894C8-0632-4335-A710-DAE53B10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171-4">
            <a:extLst xmlns:a="http://schemas.openxmlformats.org/drawingml/2006/main">
              <a:ext uri="{FF2B5EF4-FFF2-40B4-BE49-F238E27FC236}">
                <a16:creationId xmlns:a16="http://schemas.microsoft.com/office/drawing/2014/main" id="{2EBCE09B-26C9-496E-AD14-954F9812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p03-full-002171</a:t>
            </a:r>
          </a:p>
        </p:txBody>
      </p:sp>
      <p:sp>
        <p:nvSpPr>
          <p:cNvPr id="3" name="qa-v2-r2-title-p03-full-002171-4">
            <a:extLst xmlns:a="http://schemas.openxmlformats.org/drawingml/2006/main">
              <a:ext uri="{FF2B5EF4-FFF2-40B4-BE49-F238E27FC236}">
                <a16:creationId xmlns:a16="http://schemas.microsoft.com/office/drawing/2014/main" id="{586C03BD-24DD-4C29-8E58-ABF89F84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171-4">
            <a:extLst xmlns:a="http://schemas.openxmlformats.org/drawingml/2006/main">
              <a:ext uri="{FF2B5EF4-FFF2-40B4-BE49-F238E27FC236}">
                <a16:creationId xmlns:a16="http://schemas.microsoft.com/office/drawing/2014/main" id="{06EC229F-CA99-4271-BC71-C47C2DF3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p03-src-002171 with p03-full-002685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applicability.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708791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2026-08-25T12:48:33.0020000Z</dcterms:created>
  <dcterms:modified xsi:type="dcterms:W3CDTF">2026-08-25T12:48:33.0020000Z</dcterms:modified>
</coreProperties>
</file>