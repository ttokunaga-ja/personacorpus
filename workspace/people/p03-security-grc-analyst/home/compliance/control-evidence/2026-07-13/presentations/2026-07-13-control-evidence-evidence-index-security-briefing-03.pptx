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7c165174864439" /><Relationship Type="http://schemas.openxmlformats.org/officeDocument/2006/relationships/extended-properties" Target="/docProps/app.xml" Id="R0c64490a57764f6d" /><Relationship Type="http://schemas.openxmlformats.org/officeDocument/2006/relationships/officeDocument" Target="/ppt/presentation.xml" Id="R8bc4d141af1b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f7f8df0fe04cf7"/>
  </p:sldMasterIdLst>
  <p:notesMasterIdLst>
    <p:notesMasterId xmlns:r="http://schemas.openxmlformats.org/officeDocument/2006/relationships" r:id="Ra76ac6d645e44812"/>
  </p:notesMasterIdLst>
  <p:sldIdLst>
    <p:sldId xmlns:r="http://schemas.openxmlformats.org/officeDocument/2006/relationships" id="256" r:id="R731293d3ac914a8a"/>
    <p:sldId xmlns:r="http://schemas.openxmlformats.org/officeDocument/2006/relationships" id="257" r:id="R87fe1922bd204bee"/>
    <p:sldId xmlns:r="http://schemas.openxmlformats.org/officeDocument/2006/relationships" id="258" r:id="R062372947f444255"/>
    <p:sldId xmlns:r="http://schemas.openxmlformats.org/officeDocument/2006/relationships" id="259" r:id="R2b81bf4d2bfd41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1611f233a94ece" /><Relationship Type="http://schemas.openxmlformats.org/officeDocument/2006/relationships/slideMaster" Target="/ppt/slideMasters/slideMaster1.xml" Id="R53f7f8df0fe04cf7" /><Relationship Type="http://schemas.openxmlformats.org/officeDocument/2006/relationships/notesMaster" Target="/ppt/notesMasters/notesMaster1.xml" Id="Ra76ac6d645e44812" /><Relationship Type="http://schemas.openxmlformats.org/officeDocument/2006/relationships/presProps" Target="/ppt/presProps.xml" Id="R8a8fb05733c54b54" /><Relationship Type="http://schemas.openxmlformats.org/officeDocument/2006/relationships/tableStyles" Target="/ppt/tableStyles.xml" Id="R640caa0732be40d5" /><Relationship Type="http://schemas.openxmlformats.org/officeDocument/2006/relationships/slide" Target="/ppt/slides/slide1.xml" Id="R731293d3ac914a8a" /><Relationship Type="http://schemas.openxmlformats.org/officeDocument/2006/relationships/slide" Target="/ppt/slides/slide2.xml" Id="R87fe1922bd204bee" /><Relationship Type="http://schemas.openxmlformats.org/officeDocument/2006/relationships/slide" Target="/ppt/slides/slide3.xml" Id="R062372947f444255" /><Relationship Type="http://schemas.openxmlformats.org/officeDocument/2006/relationships/slide" Target="/ppt/slides/slide4.xml" Id="R2b81bf4d2bfd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16c81ee5f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288dfc384141ec" /><Relationship Type="http://schemas.openxmlformats.org/officeDocument/2006/relationships/notesMaster" Target="/ppt/notesMasters/notesMaster1.xml" Id="Ra1e4e19aa54d48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b0849699734c92" /><Relationship Type="http://schemas.openxmlformats.org/officeDocument/2006/relationships/notesMaster" Target="/ppt/notesMasters/notesMaster1.xml" Id="R61b0ee36446043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913a0124940d4" /><Relationship Type="http://schemas.openxmlformats.org/officeDocument/2006/relationships/notesMaster" Target="/ppt/notesMasters/notesMaster1.xml" Id="Rd3de34a603fc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170dcb7c84034" /><Relationship Type="http://schemas.openxmlformats.org/officeDocument/2006/relationships/notesMaster" Target="/ppt/notesMasters/notesMaster1.xml" Id="R345597d08aba40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aeca8691e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1b50980ce941ed" /><Relationship Type="http://schemas.openxmlformats.org/officeDocument/2006/relationships/slideLayout" Target="/ppt/slideLayouts/slideLayout1.xml" Id="Rad9ec92f05e2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9ec92f05e2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c1ce4ba4b47d1" /><Relationship Type="http://schemas.openxmlformats.org/officeDocument/2006/relationships/notesSlide" Target="/ppt/notesSlides/notesSlide1.xml" Id="Rca85eac1e5f846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c1fdfedc744a7" /><Relationship Type="http://schemas.openxmlformats.org/officeDocument/2006/relationships/notesSlide" Target="/ppt/notesSlides/notesSlide2.xml" Id="R189ed55e647c45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a07a1711949ba" /><Relationship Type="http://schemas.openxmlformats.org/officeDocument/2006/relationships/notesSlide" Target="/ppt/notesSlides/notesSlide3.xml" Id="R0e7dab8d5f764b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6f5dd30594900" /><Relationship Type="http://schemas.openxmlformats.org/officeDocument/2006/relationships/notesSlide" Target="/ppt/notesSlides/notesSlide4.xml" Id="R45239be57cd34b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27-1">
            <a:extLst xmlns:a="http://schemas.openxmlformats.org/drawingml/2006/main">
              <a:ext uri="{FF2B5EF4-FFF2-40B4-BE49-F238E27FC236}">
                <a16:creationId xmlns:a16="http://schemas.microsoft.com/office/drawing/2014/main" id="{4F8B8056-CBA7-48B0-9402-73D9C48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27-1">
            <a:extLst xmlns:a="http://schemas.openxmlformats.org/drawingml/2006/main">
              <a:ext uri="{FF2B5EF4-FFF2-40B4-BE49-F238E27FC236}">
                <a16:creationId xmlns:a16="http://schemas.microsoft.com/office/drawing/2014/main" id="{1BC641FF-9962-4104-8832-23A9C33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p03-full-008227</a:t>
            </a:r>
          </a:p>
        </p:txBody>
      </p:sp>
      <p:sp>
        <p:nvSpPr>
          <p:cNvPr id="3" name="qa-v2-r2-title-p03-full-008227-1">
            <a:extLst xmlns:a="http://schemas.openxmlformats.org/drawingml/2006/main">
              <a:ext uri="{FF2B5EF4-FFF2-40B4-BE49-F238E27FC236}">
                <a16:creationId xmlns:a16="http://schemas.microsoft.com/office/drawing/2014/main" id="{08DE76CB-6FAF-42CF-9056-5960BDE4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227-1">
            <a:extLst xmlns:a="http://schemas.openxmlformats.org/drawingml/2006/main">
              <a:ext uri="{FF2B5EF4-FFF2-40B4-BE49-F238E27FC236}">
                <a16:creationId xmlns:a16="http://schemas.microsoft.com/office/drawing/2014/main" id="{9709E615-0417-4117-A548-745EF602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2026-07-13.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p03-src-008227; p03-full-001778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2097361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27-2">
            <a:extLst xmlns:a="http://schemas.openxmlformats.org/drawingml/2006/main">
              <a:ext uri="{FF2B5EF4-FFF2-40B4-BE49-F238E27FC236}">
                <a16:creationId xmlns:a16="http://schemas.microsoft.com/office/drawing/2014/main" id="{E404400C-2CFF-4939-8859-DD753532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27-2">
            <a:extLst xmlns:a="http://schemas.openxmlformats.org/drawingml/2006/main">
              <a:ext uri="{FF2B5EF4-FFF2-40B4-BE49-F238E27FC236}">
                <a16:creationId xmlns:a16="http://schemas.microsoft.com/office/drawing/2014/main" id="{5F950F6B-3F8E-4AC8-B2D8-BBD45BAD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p03-full-008227</a:t>
            </a:r>
          </a:p>
        </p:txBody>
      </p:sp>
      <p:sp>
        <p:nvSpPr>
          <p:cNvPr id="3" name="qa-v2-r2-title-p03-full-008227-2">
            <a:extLst xmlns:a="http://schemas.openxmlformats.org/drawingml/2006/main">
              <a:ext uri="{FF2B5EF4-FFF2-40B4-BE49-F238E27FC236}">
                <a16:creationId xmlns:a16="http://schemas.microsoft.com/office/drawing/2014/main" id="{F57E5BAD-4D41-4521-A3E5-A4BF7292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227-2">
            <a:extLst xmlns:a="http://schemas.openxmlformats.org/drawingml/2006/main">
              <a:ext uri="{FF2B5EF4-FFF2-40B4-BE49-F238E27FC236}">
                <a16:creationId xmlns:a16="http://schemas.microsoft.com/office/drawing/2014/main" id="{FDA15517-EB10-4F46-B35B-40A2B009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p03-src-008227 and p03-full-001778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914045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27-3">
            <a:extLst xmlns:a="http://schemas.openxmlformats.org/drawingml/2006/main">
              <a:ext uri="{FF2B5EF4-FFF2-40B4-BE49-F238E27FC236}">
                <a16:creationId xmlns:a16="http://schemas.microsoft.com/office/drawing/2014/main" id="{65C47784-85A7-4FE7-94BB-663E5873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27-3">
            <a:extLst xmlns:a="http://schemas.openxmlformats.org/drawingml/2006/main">
              <a:ext uri="{FF2B5EF4-FFF2-40B4-BE49-F238E27FC236}">
                <a16:creationId xmlns:a16="http://schemas.microsoft.com/office/drawing/2014/main" id="{86104E17-9672-43F1-8A37-3EBBAD57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p03-full-008227</a:t>
            </a:r>
          </a:p>
        </p:txBody>
      </p:sp>
      <p:sp>
        <p:nvSpPr>
          <p:cNvPr id="3" name="qa-v2-r2-title-p03-full-008227-3">
            <a:extLst xmlns:a="http://schemas.openxmlformats.org/drawingml/2006/main">
              <a:ext uri="{FF2B5EF4-FFF2-40B4-BE49-F238E27FC236}">
                <a16:creationId xmlns:a16="http://schemas.microsoft.com/office/drawing/2014/main" id="{F10FF51B-BA92-4FBF-A5E5-A6235E5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227-3">
            <a:extLst xmlns:a="http://schemas.openxmlformats.org/drawingml/2006/main">
              <a:ext uri="{FF2B5EF4-FFF2-40B4-BE49-F238E27FC236}">
                <a16:creationId xmlns:a16="http://schemas.microsoft.com/office/drawing/2014/main" id="{37CCE8A8-3D14-4A97-B982-009BAF47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restate the approval boundary;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535815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27-4">
            <a:extLst xmlns:a="http://schemas.openxmlformats.org/drawingml/2006/main">
              <a:ext uri="{FF2B5EF4-FFF2-40B4-BE49-F238E27FC236}">
                <a16:creationId xmlns:a16="http://schemas.microsoft.com/office/drawing/2014/main" id="{397DF065-1780-4785-9551-107B9B33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27-4">
            <a:extLst xmlns:a="http://schemas.openxmlformats.org/drawingml/2006/main">
              <a:ext uri="{FF2B5EF4-FFF2-40B4-BE49-F238E27FC236}">
                <a16:creationId xmlns:a16="http://schemas.microsoft.com/office/drawing/2014/main" id="{19DEC4F8-9C1A-4C3B-A3B5-5CDE7579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p03-full-008227</a:t>
            </a:r>
          </a:p>
        </p:txBody>
      </p:sp>
      <p:sp>
        <p:nvSpPr>
          <p:cNvPr id="3" name="qa-v2-r2-title-p03-full-008227-4">
            <a:extLst xmlns:a="http://schemas.openxmlformats.org/drawingml/2006/main">
              <a:ext uri="{FF2B5EF4-FFF2-40B4-BE49-F238E27FC236}">
                <a16:creationId xmlns:a16="http://schemas.microsoft.com/office/drawing/2014/main" id="{02AB73EC-57A5-4BE2-8A3D-18B7303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8227-4">
            <a:extLst xmlns:a="http://schemas.openxmlformats.org/drawingml/2006/main">
              <a:ext uri="{FF2B5EF4-FFF2-40B4-BE49-F238E27FC236}">
                <a16:creationId xmlns:a16="http://schemas.microsoft.com/office/drawing/2014/main" id="{318E1573-DF9D-4A39-8051-9F851F2D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p03-src-008227 with p03-full-001778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535815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2026-08-25T12:48:54.4050000Z</dcterms:created>
  <dcterms:modified xsi:type="dcterms:W3CDTF">2026-08-25T12:48:54.4050000Z</dcterms:modified>
</coreProperties>
</file>