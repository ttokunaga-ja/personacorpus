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85bbd4ab74bbc" /><Relationship Type="http://schemas.openxmlformats.org/officeDocument/2006/relationships/extended-properties" Target="/docProps/app.xml" Id="R89aa690b40c946ba" /><Relationship Type="http://schemas.openxmlformats.org/officeDocument/2006/relationships/officeDocument" Target="/ppt/presentation.xml" Id="R26fbaa19371244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07f952c6841e4"/>
  </p:sldMasterIdLst>
  <p:notesMasterIdLst>
    <p:notesMasterId xmlns:r="http://schemas.openxmlformats.org/officeDocument/2006/relationships" r:id="R812eec7bccac4f87"/>
  </p:notesMasterIdLst>
  <p:sldIdLst>
    <p:sldId xmlns:r="http://schemas.openxmlformats.org/officeDocument/2006/relationships" id="256" r:id="Rdf76ac5cf763493e"/>
    <p:sldId xmlns:r="http://schemas.openxmlformats.org/officeDocument/2006/relationships" id="257" r:id="R6694dd381fb14a34"/>
    <p:sldId xmlns:r="http://schemas.openxmlformats.org/officeDocument/2006/relationships" id="258" r:id="R98edc7bcd2b64bc1"/>
    <p:sldId xmlns:r="http://schemas.openxmlformats.org/officeDocument/2006/relationships" id="259" r:id="Ra5d414cebde141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ea9b62b1448a3" /><Relationship Type="http://schemas.openxmlformats.org/officeDocument/2006/relationships/slideMaster" Target="/ppt/slideMasters/slideMaster1.xml" Id="R71c07f952c6841e4" /><Relationship Type="http://schemas.openxmlformats.org/officeDocument/2006/relationships/notesMaster" Target="/ppt/notesMasters/notesMaster1.xml" Id="R812eec7bccac4f87" /><Relationship Type="http://schemas.openxmlformats.org/officeDocument/2006/relationships/presProps" Target="/ppt/presProps.xml" Id="R9269777296794f2c" /><Relationship Type="http://schemas.openxmlformats.org/officeDocument/2006/relationships/tableStyles" Target="/ppt/tableStyles.xml" Id="Rb24308948c4b4fbc" /><Relationship Type="http://schemas.openxmlformats.org/officeDocument/2006/relationships/slide" Target="/ppt/slides/slide1.xml" Id="Rdf76ac5cf763493e" /><Relationship Type="http://schemas.openxmlformats.org/officeDocument/2006/relationships/slide" Target="/ppt/slides/slide2.xml" Id="R6694dd381fb14a34" /><Relationship Type="http://schemas.openxmlformats.org/officeDocument/2006/relationships/slide" Target="/ppt/slides/slide3.xml" Id="R98edc7bcd2b64bc1" /><Relationship Type="http://schemas.openxmlformats.org/officeDocument/2006/relationships/slide" Target="/ppt/slides/slide4.xml" Id="Ra5d414cebde141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9118560f4e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5590bb5444c93" /><Relationship Type="http://schemas.openxmlformats.org/officeDocument/2006/relationships/notesMaster" Target="/ppt/notesMasters/notesMaster1.xml" Id="Rf724a77ffe46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238def0b546b4" /><Relationship Type="http://schemas.openxmlformats.org/officeDocument/2006/relationships/notesMaster" Target="/ppt/notesMasters/notesMaster1.xml" Id="R50d29f16bd2a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35ffb56fe54113" /><Relationship Type="http://schemas.openxmlformats.org/officeDocument/2006/relationships/notesMaster" Target="/ppt/notesMasters/notesMaster1.xml" Id="R6bd1a4b4cb55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ea41450a1245c9" /><Relationship Type="http://schemas.openxmlformats.org/officeDocument/2006/relationships/notesMaster" Target="/ppt/notesMasters/notesMaster1.xml" Id="R39514196ada0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360a182bf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896c039e04dde" /><Relationship Type="http://schemas.openxmlformats.org/officeDocument/2006/relationships/slideLayout" Target="/ppt/slideLayouts/slideLayout1.xml" Id="R40e8df4bfb224b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e8df4bfb224b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921e374a4684" /><Relationship Type="http://schemas.openxmlformats.org/officeDocument/2006/relationships/notesSlide" Target="/ppt/notesSlides/notesSlide1.xml" Id="R42e0a8d76191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ed5ced7f64300" /><Relationship Type="http://schemas.openxmlformats.org/officeDocument/2006/relationships/notesSlide" Target="/ppt/notesSlides/notesSlide2.xml" Id="Rb457c965edc746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c30eb4114cc2" /><Relationship Type="http://schemas.openxmlformats.org/officeDocument/2006/relationships/notesSlide" Target="/ppt/notesSlides/notesSlide3.xml" Id="Ra9d81267b01941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18f9603b344de" /><Relationship Type="http://schemas.openxmlformats.org/officeDocument/2006/relationships/notesSlide" Target="/ppt/notesSlides/notesSlide4.xml" Id="R3022ef8a50f8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75-1">
            <a:extLst xmlns:a="http://schemas.openxmlformats.org/drawingml/2006/main">
              <a:ext uri="{FF2B5EF4-FFF2-40B4-BE49-F238E27FC236}">
                <a16:creationId xmlns:a16="http://schemas.microsoft.com/office/drawing/2014/main" id="{D83895BA-305E-42BA-9680-63DD3D25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75-1">
            <a:extLst xmlns:a="http://schemas.openxmlformats.org/drawingml/2006/main">
              <a:ext uri="{FF2B5EF4-FFF2-40B4-BE49-F238E27FC236}">
                <a16:creationId xmlns:a16="http://schemas.microsoft.com/office/drawing/2014/main" id="{C5636089-C9B4-4CDD-87CE-108A1865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p03-full-001575</a:t>
            </a:r>
          </a:p>
        </p:txBody>
      </p:sp>
      <p:sp>
        <p:nvSpPr>
          <p:cNvPr id="3" name="qa-v2-r2-title-p03-full-001575-1">
            <a:extLst xmlns:a="http://schemas.openxmlformats.org/drawingml/2006/main">
              <a:ext uri="{FF2B5EF4-FFF2-40B4-BE49-F238E27FC236}">
                <a16:creationId xmlns:a16="http://schemas.microsoft.com/office/drawing/2014/main" id="{FA7FEEC3-3E1B-4944-BF76-C1DFB55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575-1">
            <a:extLst xmlns:a="http://schemas.openxmlformats.org/drawingml/2006/main">
              <a:ext uri="{FF2B5EF4-FFF2-40B4-BE49-F238E27FC236}">
                <a16:creationId xmlns:a16="http://schemas.microsoft.com/office/drawing/2014/main" id="{20E9CB02-6DE9-4166-96FC-47017FB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2026-07-13.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p03-src-001575; p03-full-000923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1174720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75-2">
            <a:extLst xmlns:a="http://schemas.openxmlformats.org/drawingml/2006/main">
              <a:ext uri="{FF2B5EF4-FFF2-40B4-BE49-F238E27FC236}">
                <a16:creationId xmlns:a16="http://schemas.microsoft.com/office/drawing/2014/main" id="{99DB25F4-BD7B-49A9-AB98-A9F4D2D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75-2">
            <a:extLst xmlns:a="http://schemas.openxmlformats.org/drawingml/2006/main">
              <a:ext uri="{FF2B5EF4-FFF2-40B4-BE49-F238E27FC236}">
                <a16:creationId xmlns:a16="http://schemas.microsoft.com/office/drawing/2014/main" id="{3CAA6C1B-CA62-48E4-9B8D-B19C015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p03-full-001575</a:t>
            </a:r>
          </a:p>
        </p:txBody>
      </p:sp>
      <p:sp>
        <p:nvSpPr>
          <p:cNvPr id="3" name="qa-v2-r2-title-p03-full-001575-2">
            <a:extLst xmlns:a="http://schemas.openxmlformats.org/drawingml/2006/main">
              <a:ext uri="{FF2B5EF4-FFF2-40B4-BE49-F238E27FC236}">
                <a16:creationId xmlns:a16="http://schemas.microsoft.com/office/drawing/2014/main" id="{A3C8BBEE-E64A-4911-8402-F4BA6E7D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575-2">
            <a:extLst xmlns:a="http://schemas.openxmlformats.org/drawingml/2006/main">
              <a:ext uri="{FF2B5EF4-FFF2-40B4-BE49-F238E27FC236}">
                <a16:creationId xmlns:a16="http://schemas.microsoft.com/office/drawing/2014/main" id="{0A2C2DA8-E81D-4F8B-B456-1597F1DB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p03-src-001575 and p03-full-000923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306935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75-3">
            <a:extLst xmlns:a="http://schemas.openxmlformats.org/drawingml/2006/main">
              <a:ext uri="{FF2B5EF4-FFF2-40B4-BE49-F238E27FC236}">
                <a16:creationId xmlns:a16="http://schemas.microsoft.com/office/drawing/2014/main" id="{3AF85FB0-607C-43AA-B3EB-6AC4D932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75-3">
            <a:extLst xmlns:a="http://schemas.openxmlformats.org/drawingml/2006/main">
              <a:ext uri="{FF2B5EF4-FFF2-40B4-BE49-F238E27FC236}">
                <a16:creationId xmlns:a16="http://schemas.microsoft.com/office/drawing/2014/main" id="{BA655E41-CD1D-4E57-92BC-AF17547E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p03-full-001575</a:t>
            </a:r>
          </a:p>
        </p:txBody>
      </p:sp>
      <p:sp>
        <p:nvSpPr>
          <p:cNvPr id="3" name="qa-v2-r2-title-p03-full-001575-3">
            <a:extLst xmlns:a="http://schemas.openxmlformats.org/drawingml/2006/main">
              <a:ext uri="{FF2B5EF4-FFF2-40B4-BE49-F238E27FC236}">
                <a16:creationId xmlns:a16="http://schemas.microsoft.com/office/drawing/2014/main" id="{A60F4EEE-71E5-496D-ADE8-6CE05614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575-3">
            <a:extLst xmlns:a="http://schemas.openxmlformats.org/drawingml/2006/main">
              <a:ext uri="{FF2B5EF4-FFF2-40B4-BE49-F238E27FC236}">
                <a16:creationId xmlns:a16="http://schemas.microsoft.com/office/drawing/2014/main" id="{9028ADA5-8925-4206-8B63-1F4BE44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4568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575-4">
            <a:extLst xmlns:a="http://schemas.openxmlformats.org/drawingml/2006/main">
              <a:ext uri="{FF2B5EF4-FFF2-40B4-BE49-F238E27FC236}">
                <a16:creationId xmlns:a16="http://schemas.microsoft.com/office/drawing/2014/main" id="{513BF595-B357-4B63-AFDD-3B19FE9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575-4">
            <a:extLst xmlns:a="http://schemas.openxmlformats.org/drawingml/2006/main">
              <a:ext uri="{FF2B5EF4-FFF2-40B4-BE49-F238E27FC236}">
                <a16:creationId xmlns:a16="http://schemas.microsoft.com/office/drawing/2014/main" id="{3B09824A-68D1-4357-B3CC-CFCB563E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p03-full-001575</a:t>
            </a:r>
          </a:p>
        </p:txBody>
      </p:sp>
      <p:sp>
        <p:nvSpPr>
          <p:cNvPr id="3" name="qa-v2-r2-title-p03-full-001575-4">
            <a:extLst xmlns:a="http://schemas.openxmlformats.org/drawingml/2006/main">
              <a:ext uri="{FF2B5EF4-FFF2-40B4-BE49-F238E27FC236}">
                <a16:creationId xmlns:a16="http://schemas.microsoft.com/office/drawing/2014/main" id="{6026553E-0C5B-4533-92A9-6CBB2D0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1575-4">
            <a:extLst xmlns:a="http://schemas.openxmlformats.org/drawingml/2006/main">
              <a:ext uri="{FF2B5EF4-FFF2-40B4-BE49-F238E27FC236}">
                <a16:creationId xmlns:a16="http://schemas.microsoft.com/office/drawing/2014/main" id="{81BE9197-F5FC-4CAE-84A6-9C4F18F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p03-src-001575 with p03-full-000923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445687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2026-08-25T12:48:11.5860000Z</dcterms:created>
  <dcterms:modified xsi:type="dcterms:W3CDTF">2026-08-25T12:48:11.5860000Z</dcterms:modified>
</coreProperties>
</file>