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9964655a85472e" /><Relationship Type="http://schemas.openxmlformats.org/officeDocument/2006/relationships/extended-properties" Target="/docProps/app.xml" Id="Re89d2f43c1454e92" /><Relationship Type="http://schemas.openxmlformats.org/officeDocument/2006/relationships/officeDocument" Target="/ppt/presentation.xml" Id="R7115c44372c441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4e86b541524738"/>
  </p:sldMasterIdLst>
  <p:notesMasterIdLst>
    <p:notesMasterId xmlns:r="http://schemas.openxmlformats.org/officeDocument/2006/relationships" r:id="Rdee50013d7d34a5c"/>
  </p:notesMasterIdLst>
  <p:sldIdLst>
    <p:sldId xmlns:r="http://schemas.openxmlformats.org/officeDocument/2006/relationships" id="256" r:id="R74e9df289db34ae8"/>
    <p:sldId xmlns:r="http://schemas.openxmlformats.org/officeDocument/2006/relationships" id="257" r:id="Re767b93924c241c3"/>
    <p:sldId xmlns:r="http://schemas.openxmlformats.org/officeDocument/2006/relationships" id="258" r:id="R7de2436aaf494fff"/>
    <p:sldId xmlns:r="http://schemas.openxmlformats.org/officeDocument/2006/relationships" id="259" r:id="R04b502ce118c4d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0ae8afbf0748ad" /><Relationship Type="http://schemas.openxmlformats.org/officeDocument/2006/relationships/slideMaster" Target="/ppt/slideMasters/slideMaster1.xml" Id="R604e86b541524738" /><Relationship Type="http://schemas.openxmlformats.org/officeDocument/2006/relationships/notesMaster" Target="/ppt/notesMasters/notesMaster1.xml" Id="Rdee50013d7d34a5c" /><Relationship Type="http://schemas.openxmlformats.org/officeDocument/2006/relationships/presProps" Target="/ppt/presProps.xml" Id="Rb9b536b81ad54f08" /><Relationship Type="http://schemas.openxmlformats.org/officeDocument/2006/relationships/tableStyles" Target="/ppt/tableStyles.xml" Id="Rdd3ad1fd42c7419d" /><Relationship Type="http://schemas.openxmlformats.org/officeDocument/2006/relationships/slide" Target="/ppt/slides/slide1.xml" Id="R74e9df289db34ae8" /><Relationship Type="http://schemas.openxmlformats.org/officeDocument/2006/relationships/slide" Target="/ppt/slides/slide2.xml" Id="Re767b93924c241c3" /><Relationship Type="http://schemas.openxmlformats.org/officeDocument/2006/relationships/slide" Target="/ppt/slides/slide3.xml" Id="R7de2436aaf494fff" /><Relationship Type="http://schemas.openxmlformats.org/officeDocument/2006/relationships/slide" Target="/ppt/slides/slide4.xml" Id="R04b502ce118c4d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2d2481236546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f38fb1c9424a9d" /><Relationship Type="http://schemas.openxmlformats.org/officeDocument/2006/relationships/notesMaster" Target="/ppt/notesMasters/notesMaster1.xml" Id="R4b8d84bbd56d42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24c0f9f5574dda" /><Relationship Type="http://schemas.openxmlformats.org/officeDocument/2006/relationships/notesMaster" Target="/ppt/notesMasters/notesMaster1.xml" Id="R7f05b01bf1d544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f975df7d154246" /><Relationship Type="http://schemas.openxmlformats.org/officeDocument/2006/relationships/notesMaster" Target="/ppt/notesMasters/notesMaster1.xml" Id="R86051385c1514c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74d950dc3e410d" /><Relationship Type="http://schemas.openxmlformats.org/officeDocument/2006/relationships/notesMaster" Target="/ppt/notesMasters/notesMaster1.xml" Id="R3c0be020a4e742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aa184d8aff41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a81bd795164d3c" /><Relationship Type="http://schemas.openxmlformats.org/officeDocument/2006/relationships/slideLayout" Target="/ppt/slideLayouts/slideLayout1.xml" Id="Rd487749c5e014f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87749c5e014f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ce420dd99444b" /><Relationship Type="http://schemas.openxmlformats.org/officeDocument/2006/relationships/notesSlide" Target="/ppt/notesSlides/notesSlide1.xml" Id="R6417b1f817c840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22edee2e24460" /><Relationship Type="http://schemas.openxmlformats.org/officeDocument/2006/relationships/notesSlide" Target="/ppt/notesSlides/notesSlide2.xml" Id="R35c3f3e0d91c40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dc1a075b245fb" /><Relationship Type="http://schemas.openxmlformats.org/officeDocument/2006/relationships/notesSlide" Target="/ppt/notesSlides/notesSlide3.xml" Id="Rfc9343caade94a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72a4240a44237" /><Relationship Type="http://schemas.openxmlformats.org/officeDocument/2006/relationships/notesSlide" Target="/ppt/notesSlides/notesSlide4.xml" Id="Ra7fccaa57a4845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927-1">
            <a:extLst xmlns:a="http://schemas.openxmlformats.org/drawingml/2006/main">
              <a:ext uri="{FF2B5EF4-FFF2-40B4-BE49-F238E27FC236}">
                <a16:creationId xmlns:a16="http://schemas.microsoft.com/office/drawing/2014/main" id="{BD04071B-926C-4A80-9BD4-D70362F6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927-1">
            <a:extLst xmlns:a="http://schemas.openxmlformats.org/drawingml/2006/main">
              <a:ext uri="{FF2B5EF4-FFF2-40B4-BE49-F238E27FC236}">
                <a16:creationId xmlns:a16="http://schemas.microsoft.com/office/drawing/2014/main" id="{21B4338F-7D53-40B7-A257-0283C1E5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p03-full-007927</a:t>
            </a:r>
          </a:p>
        </p:txBody>
      </p:sp>
      <p:sp>
        <p:nvSpPr>
          <p:cNvPr id="3" name="qa-v2-r2-title-p03-full-007927-1">
            <a:extLst xmlns:a="http://schemas.openxmlformats.org/drawingml/2006/main">
              <a:ext uri="{FF2B5EF4-FFF2-40B4-BE49-F238E27FC236}">
                <a16:creationId xmlns:a16="http://schemas.microsoft.com/office/drawing/2014/main" id="{752529A2-8E48-4F39-8085-B3688EAB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7927-1">
            <a:extLst xmlns:a="http://schemas.openxmlformats.org/drawingml/2006/main">
              <a:ext uri="{FF2B5EF4-FFF2-40B4-BE49-F238E27FC236}">
                <a16:creationId xmlns:a16="http://schemas.microsoft.com/office/drawing/2014/main" id="{A40EB486-180C-41D9-B960-1C1A0686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control evidence index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compliance control evidence. The record treats RISK-031 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2026-07-15 as a dependency relevance question focused on ownership,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boundaries, and 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p03-src-007927 is the declared source; p03-full-001778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540082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927-2">
            <a:extLst xmlns:a="http://schemas.openxmlformats.org/drawingml/2006/main">
              <a:ext uri="{FF2B5EF4-FFF2-40B4-BE49-F238E27FC236}">
                <a16:creationId xmlns:a16="http://schemas.microsoft.com/office/drawing/2014/main" id="{092C7A11-A986-4D8A-8304-B6E2A61A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927-2">
            <a:extLst xmlns:a="http://schemas.openxmlformats.org/drawingml/2006/main">
              <a:ext uri="{FF2B5EF4-FFF2-40B4-BE49-F238E27FC236}">
                <a16:creationId xmlns:a16="http://schemas.microsoft.com/office/drawing/2014/main" id="{B1334D14-B87A-458C-8164-5B2BAD64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p03-full-007927</a:t>
            </a:r>
          </a:p>
        </p:txBody>
      </p:sp>
      <p:sp>
        <p:nvSpPr>
          <p:cNvPr id="3" name="qa-v2-r2-title-p03-full-007927-2">
            <a:extLst xmlns:a="http://schemas.openxmlformats.org/drawingml/2006/main">
              <a:ext uri="{FF2B5EF4-FFF2-40B4-BE49-F238E27FC236}">
                <a16:creationId xmlns:a16="http://schemas.microsoft.com/office/drawing/2014/main" id="{1C582540-4FBC-4D0D-9B2C-7B38A3DB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7927-2">
            <a:extLst xmlns:a="http://schemas.openxmlformats.org/drawingml/2006/main">
              <a:ext uri="{FF2B5EF4-FFF2-40B4-BE49-F238E27FC236}">
                <a16:creationId xmlns:a16="http://schemas.microsoft.com/office/drawing/2014/main" id="{15572D5C-A36C-4CA8-B5D5-62D13C4E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assigned record concerns control evidence index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compliance control evidence and requires a reviewer to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explain how p03-src-007927 and p03-full-001778 support 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subject-to-record alignment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ownership, approval boundaries, and accountability, rather than treat two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0449662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927-3">
            <a:extLst xmlns:a="http://schemas.openxmlformats.org/drawingml/2006/main">
              <a:ext uri="{FF2B5EF4-FFF2-40B4-BE49-F238E27FC236}">
                <a16:creationId xmlns:a16="http://schemas.microsoft.com/office/drawing/2014/main" id="{12D9E93A-F100-49D5-8296-81479D0A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927-3">
            <a:extLst xmlns:a="http://schemas.openxmlformats.org/drawingml/2006/main">
              <a:ext uri="{FF2B5EF4-FFF2-40B4-BE49-F238E27FC236}">
                <a16:creationId xmlns:a16="http://schemas.microsoft.com/office/drawing/2014/main" id="{E827E333-3C7D-4210-99C7-9DD4C058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p03-full-007927</a:t>
            </a:r>
          </a:p>
        </p:txBody>
      </p:sp>
      <p:sp>
        <p:nvSpPr>
          <p:cNvPr id="3" name="qa-v2-r2-title-p03-full-007927-3">
            <a:extLst xmlns:a="http://schemas.openxmlformats.org/drawingml/2006/main">
              <a:ext uri="{FF2B5EF4-FFF2-40B4-BE49-F238E27FC236}">
                <a16:creationId xmlns:a16="http://schemas.microsoft.com/office/drawing/2014/main" id="{FCD5EB88-44BD-44A7-B8D1-BB835E78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7927-3">
            <a:extLst xmlns:a="http://schemas.openxmlformats.org/drawingml/2006/main">
              <a:ext uri="{FF2B5EF4-FFF2-40B4-BE49-F238E27FC236}">
                <a16:creationId xmlns:a16="http://schemas.microsoft.com/office/drawing/2014/main" id="{F84EACD0-AB23-4BF1-A277-F029FFE3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record a bounded rationale;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6709752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927-4">
            <a:extLst xmlns:a="http://schemas.openxmlformats.org/drawingml/2006/main">
              <a:ext uri="{FF2B5EF4-FFF2-40B4-BE49-F238E27FC236}">
                <a16:creationId xmlns:a16="http://schemas.microsoft.com/office/drawing/2014/main" id="{98338BC4-D187-46EC-AA04-04334797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927-4">
            <a:extLst xmlns:a="http://schemas.openxmlformats.org/drawingml/2006/main">
              <a:ext uri="{FF2B5EF4-FFF2-40B4-BE49-F238E27FC236}">
                <a16:creationId xmlns:a16="http://schemas.microsoft.com/office/drawing/2014/main" id="{3C11F3DA-6F28-423C-90DC-8E2C6E05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p03-full-007927</a:t>
            </a:r>
          </a:p>
        </p:txBody>
      </p:sp>
      <p:sp>
        <p:nvSpPr>
          <p:cNvPr id="3" name="qa-v2-r2-title-p03-full-007927-4">
            <a:extLst xmlns:a="http://schemas.openxmlformats.org/drawingml/2006/main">
              <a:ext uri="{FF2B5EF4-FFF2-40B4-BE49-F238E27FC236}">
                <a16:creationId xmlns:a16="http://schemas.microsoft.com/office/drawing/2014/main" id="{5E603988-7C3F-4FD7-8014-A3FC8C86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7927-4">
            <a:extLst xmlns:a="http://schemas.openxmlformats.org/drawingml/2006/main">
              <a:ext uri="{FF2B5EF4-FFF2-40B4-BE49-F238E27FC236}">
                <a16:creationId xmlns:a16="http://schemas.microsoft.com/office/drawing/2014/main" id="{D9EF6475-A74B-4495-B657-C2C01054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p03-full-001778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dependency relevance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6709752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2026-08-25T12:52:49.2720000Z</dcterms:created>
  <dcterms:modified xsi:type="dcterms:W3CDTF">2026-08-25T12:52:49.2720000Z</dcterms:modified>
</coreProperties>
</file>