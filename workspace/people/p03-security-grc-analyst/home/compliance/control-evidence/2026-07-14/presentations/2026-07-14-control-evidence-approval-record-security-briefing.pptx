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3872b80b3b4ee9" /><Relationship Type="http://schemas.openxmlformats.org/officeDocument/2006/relationships/extended-properties" Target="/docProps/app.xml" Id="R14884f6891f84e43" /><Relationship Type="http://schemas.openxmlformats.org/officeDocument/2006/relationships/officeDocument" Target="/ppt/presentation.xml" Id="R365887c841874c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811245b17442e"/>
  </p:sldMasterIdLst>
  <p:notesMasterIdLst>
    <p:notesMasterId xmlns:r="http://schemas.openxmlformats.org/officeDocument/2006/relationships" r:id="Rce9735cb26c042ad"/>
  </p:notesMasterIdLst>
  <p:sldIdLst>
    <p:sldId xmlns:r="http://schemas.openxmlformats.org/officeDocument/2006/relationships" id="256" r:id="R5584b9e0cb854cbc"/>
    <p:sldId xmlns:r="http://schemas.openxmlformats.org/officeDocument/2006/relationships" id="257" r:id="R6f4c3e27a0f44375"/>
    <p:sldId xmlns:r="http://schemas.openxmlformats.org/officeDocument/2006/relationships" id="258" r:id="R0ba32c6b22a94e06"/>
    <p:sldId xmlns:r="http://schemas.openxmlformats.org/officeDocument/2006/relationships" id="259" r:id="Rfbfdafc7bfcc4e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1793a34484541" /><Relationship Type="http://schemas.openxmlformats.org/officeDocument/2006/relationships/slideMaster" Target="/ppt/slideMasters/slideMaster1.xml" Id="R878811245b17442e" /><Relationship Type="http://schemas.openxmlformats.org/officeDocument/2006/relationships/notesMaster" Target="/ppt/notesMasters/notesMaster1.xml" Id="Rce9735cb26c042ad" /><Relationship Type="http://schemas.openxmlformats.org/officeDocument/2006/relationships/presProps" Target="/ppt/presProps.xml" Id="Rb242f1aa19d14d2b" /><Relationship Type="http://schemas.openxmlformats.org/officeDocument/2006/relationships/tableStyles" Target="/ppt/tableStyles.xml" Id="Rc359b243b00a418a" /><Relationship Type="http://schemas.openxmlformats.org/officeDocument/2006/relationships/slide" Target="/ppt/slides/slide1.xml" Id="R5584b9e0cb854cbc" /><Relationship Type="http://schemas.openxmlformats.org/officeDocument/2006/relationships/slide" Target="/ppt/slides/slide2.xml" Id="R6f4c3e27a0f44375" /><Relationship Type="http://schemas.openxmlformats.org/officeDocument/2006/relationships/slide" Target="/ppt/slides/slide3.xml" Id="R0ba32c6b22a94e06" /><Relationship Type="http://schemas.openxmlformats.org/officeDocument/2006/relationships/slide" Target="/ppt/slides/slide4.xml" Id="Rfbfdafc7bfcc4e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8ad5962fa545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366311ce654ac7" /><Relationship Type="http://schemas.openxmlformats.org/officeDocument/2006/relationships/notesMaster" Target="/ppt/notesMasters/notesMaster1.xml" Id="R98610cd933ab41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fa223bd59f4079" /><Relationship Type="http://schemas.openxmlformats.org/officeDocument/2006/relationships/notesMaster" Target="/ppt/notesMasters/notesMaster1.xml" Id="Rf1d0a315881845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18054a87314c27" /><Relationship Type="http://schemas.openxmlformats.org/officeDocument/2006/relationships/notesMaster" Target="/ppt/notesMasters/notesMaster1.xml" Id="R25dc448eb57442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84565cd7594944" /><Relationship Type="http://schemas.openxmlformats.org/officeDocument/2006/relationships/notesMaster" Target="/ppt/notesMasters/notesMaster1.xml" Id="Rb69d96ee7f2544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2f636f82644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15a73b1baa4c52" /><Relationship Type="http://schemas.openxmlformats.org/officeDocument/2006/relationships/slideLayout" Target="/ppt/slideLayouts/slideLayout1.xml" Id="R67ef9b231bd04c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f9b231bd04c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fd5c2799e40af" /><Relationship Type="http://schemas.openxmlformats.org/officeDocument/2006/relationships/notesSlide" Target="/ppt/notesSlides/notesSlide1.xml" Id="R1e131f37969249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5771556054896" /><Relationship Type="http://schemas.openxmlformats.org/officeDocument/2006/relationships/notesSlide" Target="/ppt/notesSlides/notesSlide2.xml" Id="R428d4a570fbe45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998da757244bd" /><Relationship Type="http://schemas.openxmlformats.org/officeDocument/2006/relationships/notesSlide" Target="/ppt/notesSlides/notesSlide3.xml" Id="R78227d8f618344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8dc0e0b8a458f" /><Relationship Type="http://schemas.openxmlformats.org/officeDocument/2006/relationships/notesSlide" Target="/ppt/notesSlides/notesSlide4.xml" Id="R0e5eff01899646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330-1">
            <a:extLst xmlns:a="http://schemas.openxmlformats.org/drawingml/2006/main">
              <a:ext uri="{FF2B5EF4-FFF2-40B4-BE49-F238E27FC236}">
                <a16:creationId xmlns:a16="http://schemas.microsoft.com/office/drawing/2014/main" id="{3E040A27-0254-4B35-AD85-EF677439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330-1">
            <a:extLst xmlns:a="http://schemas.openxmlformats.org/drawingml/2006/main">
              <a:ext uri="{FF2B5EF4-FFF2-40B4-BE49-F238E27FC236}">
                <a16:creationId xmlns:a16="http://schemas.microsoft.com/office/drawing/2014/main" id="{740BA0C6-2A23-45B6-B08D-E9A6CCC6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p03-full-005330</a:t>
            </a:r>
          </a:p>
        </p:txBody>
      </p:sp>
      <p:sp>
        <p:nvSpPr>
          <p:cNvPr id="3" name="qa-v2-r2-title-p03-full-005330-1">
            <a:extLst xmlns:a="http://schemas.openxmlformats.org/drawingml/2006/main">
              <a:ext uri="{FF2B5EF4-FFF2-40B4-BE49-F238E27FC236}">
                <a16:creationId xmlns:a16="http://schemas.microsoft.com/office/drawing/2014/main" id="{EA078AC8-756C-44D6-AB57-949197CB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330-1">
            <a:extLst xmlns:a="http://schemas.openxmlformats.org/drawingml/2006/main">
              <a:ext uri="{FF2B5EF4-FFF2-40B4-BE49-F238E27FC236}">
                <a16:creationId xmlns:a16="http://schemas.microsoft.com/office/drawing/2014/main" id="{D41AD3AE-2DDF-4A93-970B-F07F6271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approval record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2026-07-14.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p03-src-005330; p03-full-000866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remediation threshold assessment.</a:t>
            </a:r>
          </a:p>
        </p:txBody>
      </p:sp>
    </p:spTree>
    <p:extLst>
      <p:ext uri="{BB962C8B-B14F-4D97-AF65-F5344CB8AC3E}">
        <p14:creationId xmlns:p14="http://schemas.microsoft.com/office/powerpoint/2010/main" val="388601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330-2">
            <a:extLst xmlns:a="http://schemas.openxmlformats.org/drawingml/2006/main">
              <a:ext uri="{FF2B5EF4-FFF2-40B4-BE49-F238E27FC236}">
                <a16:creationId xmlns:a16="http://schemas.microsoft.com/office/drawing/2014/main" id="{524FFB01-D7D7-400C-84CD-16264798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330-2">
            <a:extLst xmlns:a="http://schemas.openxmlformats.org/drawingml/2006/main">
              <a:ext uri="{FF2B5EF4-FFF2-40B4-BE49-F238E27FC236}">
                <a16:creationId xmlns:a16="http://schemas.microsoft.com/office/drawing/2014/main" id="{20F6F65D-B8E9-4687-9398-F2934050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p03-full-005330</a:t>
            </a:r>
          </a:p>
        </p:txBody>
      </p:sp>
      <p:sp>
        <p:nvSpPr>
          <p:cNvPr id="3" name="qa-v2-r2-title-p03-full-005330-2">
            <a:extLst xmlns:a="http://schemas.openxmlformats.org/drawingml/2006/main">
              <a:ext uri="{FF2B5EF4-FFF2-40B4-BE49-F238E27FC236}">
                <a16:creationId xmlns:a16="http://schemas.microsoft.com/office/drawing/2014/main" id="{411978A3-6409-4277-9230-F859B93F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330-2">
            <a:extLst xmlns:a="http://schemas.openxmlformats.org/drawingml/2006/main">
              <a:ext uri="{FF2B5EF4-FFF2-40B4-BE49-F238E27FC236}">
                <a16:creationId xmlns:a16="http://schemas.microsoft.com/office/drawing/2014/main" id="{1FD0F8AD-CF90-458D-A457-9DFFD565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control evidence approval record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 and requires a reviewer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to explain how p03-src-005330 and p03-full-000866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subject-to-record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332884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330-3">
            <a:extLst xmlns:a="http://schemas.openxmlformats.org/drawingml/2006/main">
              <a:ext uri="{FF2B5EF4-FFF2-40B4-BE49-F238E27FC236}">
                <a16:creationId xmlns:a16="http://schemas.microsoft.com/office/drawing/2014/main" id="{B9E27C2F-21AA-49E2-884B-D9B3600B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330-3">
            <a:extLst xmlns:a="http://schemas.openxmlformats.org/drawingml/2006/main">
              <a:ext uri="{FF2B5EF4-FFF2-40B4-BE49-F238E27FC236}">
                <a16:creationId xmlns:a16="http://schemas.microsoft.com/office/drawing/2014/main" id="{661407DC-01E6-410B-8A83-935CB907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p03-full-005330</a:t>
            </a:r>
          </a:p>
        </p:txBody>
      </p:sp>
      <p:sp>
        <p:nvSpPr>
          <p:cNvPr id="3" name="qa-v2-r2-title-p03-full-005330-3">
            <a:extLst xmlns:a="http://schemas.openxmlformats.org/drawingml/2006/main">
              <a:ext uri="{FF2B5EF4-FFF2-40B4-BE49-F238E27FC236}">
                <a16:creationId xmlns:a16="http://schemas.microsoft.com/office/drawing/2014/main" id="{A5148E6D-ACAB-466A-B62B-5A848559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330-3">
            <a:extLst xmlns:a="http://schemas.openxmlformats.org/drawingml/2006/main">
              <a:ext uri="{FF2B5EF4-FFF2-40B4-BE49-F238E27FC236}">
                <a16:creationId xmlns:a16="http://schemas.microsoft.com/office/drawing/2014/main" id="{16FF804C-739D-4D43-9F30-73AE0FE4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reassess the control response;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344546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330-4">
            <a:extLst xmlns:a="http://schemas.openxmlformats.org/drawingml/2006/main">
              <a:ext uri="{FF2B5EF4-FFF2-40B4-BE49-F238E27FC236}">
                <a16:creationId xmlns:a16="http://schemas.microsoft.com/office/drawing/2014/main" id="{650C38FD-B631-4C7F-834F-202B4AEC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330-4">
            <a:extLst xmlns:a="http://schemas.openxmlformats.org/drawingml/2006/main">
              <a:ext uri="{FF2B5EF4-FFF2-40B4-BE49-F238E27FC236}">
                <a16:creationId xmlns:a16="http://schemas.microsoft.com/office/drawing/2014/main" id="{CED229FF-B334-40F5-9C0F-5583BB95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p03-full-005330</a:t>
            </a:r>
          </a:p>
        </p:txBody>
      </p:sp>
      <p:sp>
        <p:nvSpPr>
          <p:cNvPr id="3" name="qa-v2-r2-title-p03-full-005330-4">
            <a:extLst xmlns:a="http://schemas.openxmlformats.org/drawingml/2006/main">
              <a:ext uri="{FF2B5EF4-FFF2-40B4-BE49-F238E27FC236}">
                <a16:creationId xmlns:a16="http://schemas.microsoft.com/office/drawing/2014/main" id="{4AF0721C-E047-40CC-A682-79A38A71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5330-4">
            <a:extLst xmlns:a="http://schemas.openxmlformats.org/drawingml/2006/main">
              <a:ext uri="{FF2B5EF4-FFF2-40B4-BE49-F238E27FC236}">
                <a16:creationId xmlns:a16="http://schemas.microsoft.com/office/drawing/2014/main" id="{D69D5694-B070-487F-A86A-4D59E3A2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p03-src-005330 with p03-full-000866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remediation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344546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2026-08-25T12:49:37.1750000Z</dcterms:created>
  <dcterms:modified xsi:type="dcterms:W3CDTF">2026-08-25T12:49:37.1750000Z</dcterms:modified>
</coreProperties>
</file>