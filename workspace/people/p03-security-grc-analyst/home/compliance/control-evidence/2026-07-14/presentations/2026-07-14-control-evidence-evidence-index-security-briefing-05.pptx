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0dd93dbc83468c" /><Relationship Type="http://schemas.openxmlformats.org/officeDocument/2006/relationships/extended-properties" Target="/docProps/app.xml" Id="Re446b067a2844741" /><Relationship Type="http://schemas.openxmlformats.org/officeDocument/2006/relationships/officeDocument" Target="/ppt/presentation.xml" Id="R8a4b151151c749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bbb908abad448e"/>
  </p:sldMasterIdLst>
  <p:notesMasterIdLst>
    <p:notesMasterId xmlns:r="http://schemas.openxmlformats.org/officeDocument/2006/relationships" r:id="R39584339ce724ee7"/>
  </p:notesMasterIdLst>
  <p:sldIdLst>
    <p:sldId xmlns:r="http://schemas.openxmlformats.org/officeDocument/2006/relationships" id="256" r:id="R288da6e22f374845"/>
    <p:sldId xmlns:r="http://schemas.openxmlformats.org/officeDocument/2006/relationships" id="257" r:id="Rf8263836fd864dcd"/>
    <p:sldId xmlns:r="http://schemas.openxmlformats.org/officeDocument/2006/relationships" id="258" r:id="Re8a1115df004492e"/>
    <p:sldId xmlns:r="http://schemas.openxmlformats.org/officeDocument/2006/relationships" id="259" r:id="Rb9be95a7552d44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cf9a743d0c47e6" /><Relationship Type="http://schemas.openxmlformats.org/officeDocument/2006/relationships/slideMaster" Target="/ppt/slideMasters/slideMaster1.xml" Id="Rdcbbb908abad448e" /><Relationship Type="http://schemas.openxmlformats.org/officeDocument/2006/relationships/notesMaster" Target="/ppt/notesMasters/notesMaster1.xml" Id="R39584339ce724ee7" /><Relationship Type="http://schemas.openxmlformats.org/officeDocument/2006/relationships/presProps" Target="/ppt/presProps.xml" Id="R19e7880dec674a9c" /><Relationship Type="http://schemas.openxmlformats.org/officeDocument/2006/relationships/tableStyles" Target="/ppt/tableStyles.xml" Id="R548f909ff1ee464c" /><Relationship Type="http://schemas.openxmlformats.org/officeDocument/2006/relationships/slide" Target="/ppt/slides/slide1.xml" Id="R288da6e22f374845" /><Relationship Type="http://schemas.openxmlformats.org/officeDocument/2006/relationships/slide" Target="/ppt/slides/slide2.xml" Id="Rf8263836fd864dcd" /><Relationship Type="http://schemas.openxmlformats.org/officeDocument/2006/relationships/slide" Target="/ppt/slides/slide3.xml" Id="Re8a1115df004492e" /><Relationship Type="http://schemas.openxmlformats.org/officeDocument/2006/relationships/slide" Target="/ppt/slides/slide4.xml" Id="Rb9be95a7552d44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c571337a9d43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d6d981503f4f70" /><Relationship Type="http://schemas.openxmlformats.org/officeDocument/2006/relationships/notesMaster" Target="/ppt/notesMasters/notesMaster1.xml" Id="Rc6b8e114ee0f47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29f9b76b68423a" /><Relationship Type="http://schemas.openxmlformats.org/officeDocument/2006/relationships/notesMaster" Target="/ppt/notesMasters/notesMaster1.xml" Id="R30c0c596863249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817044f9b044cd" /><Relationship Type="http://schemas.openxmlformats.org/officeDocument/2006/relationships/notesMaster" Target="/ppt/notesMasters/notesMaster1.xml" Id="R8977c9db99b84f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4fa43a55654bfc" /><Relationship Type="http://schemas.openxmlformats.org/officeDocument/2006/relationships/notesMaster" Target="/ppt/notesMasters/notesMaster1.xml" Id="R6aef8041685c40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f21c5fd314b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67d17f102541ef" /><Relationship Type="http://schemas.openxmlformats.org/officeDocument/2006/relationships/slideLayout" Target="/ppt/slideLayouts/slideLayout1.xml" Id="R49c35c1c69484b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c35c1c69484b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287a0b86a427e" /><Relationship Type="http://schemas.openxmlformats.org/officeDocument/2006/relationships/notesSlide" Target="/ppt/notesSlides/notesSlide1.xml" Id="R787e865256164f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940c88b9b41ca" /><Relationship Type="http://schemas.openxmlformats.org/officeDocument/2006/relationships/notesSlide" Target="/ppt/notesSlides/notesSlide2.xml" Id="Rda82a323ca9649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6b2950175403e" /><Relationship Type="http://schemas.openxmlformats.org/officeDocument/2006/relationships/notesSlide" Target="/ppt/notesSlides/notesSlide3.xml" Id="R03571fc6d3924a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06e3268914afa" /><Relationship Type="http://schemas.openxmlformats.org/officeDocument/2006/relationships/notesSlide" Target="/ppt/notesSlides/notesSlide4.xml" Id="R267c32ec6ff24d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827-1">
            <a:extLst xmlns:a="http://schemas.openxmlformats.org/drawingml/2006/main">
              <a:ext uri="{FF2B5EF4-FFF2-40B4-BE49-F238E27FC236}">
                <a16:creationId xmlns:a16="http://schemas.microsoft.com/office/drawing/2014/main" id="{FC9190D6-B304-43BD-9D55-1ED5F53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827-1">
            <a:extLst xmlns:a="http://schemas.openxmlformats.org/drawingml/2006/main">
              <a:ext uri="{FF2B5EF4-FFF2-40B4-BE49-F238E27FC236}">
                <a16:creationId xmlns:a16="http://schemas.microsoft.com/office/drawing/2014/main" id="{F607BF55-FE5E-4738-B1C4-369302A9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p03-full-008827</a:t>
            </a:r>
          </a:p>
        </p:txBody>
      </p:sp>
      <p:sp>
        <p:nvSpPr>
          <p:cNvPr id="3" name="qa-v2-r2-title-p03-full-008827-1">
            <a:extLst xmlns:a="http://schemas.openxmlformats.org/drawingml/2006/main">
              <a:ext uri="{FF2B5EF4-FFF2-40B4-BE49-F238E27FC236}">
                <a16:creationId xmlns:a16="http://schemas.microsoft.com/office/drawing/2014/main" id="{630B21A1-0805-4F30-B10C-5E0386BD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8827-1">
            <a:extLst xmlns:a="http://schemas.openxmlformats.org/drawingml/2006/main">
              <a:ext uri="{FF2B5EF4-FFF2-40B4-BE49-F238E27FC236}">
                <a16:creationId xmlns:a16="http://schemas.microsoft.com/office/drawing/2014/main" id="{A7C74164-A5D3-4F47-9CA6-90E7F8F4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2026-07-14 as an evidence lineage question focused on ownership,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boundaries, 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p03-src-008827 is the declared source; p03-full-001778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6180602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827-2">
            <a:extLst xmlns:a="http://schemas.openxmlformats.org/drawingml/2006/main">
              <a:ext uri="{FF2B5EF4-FFF2-40B4-BE49-F238E27FC236}">
                <a16:creationId xmlns:a16="http://schemas.microsoft.com/office/drawing/2014/main" id="{D03EF093-484B-430B-98CF-B3A80067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827-2">
            <a:extLst xmlns:a="http://schemas.openxmlformats.org/drawingml/2006/main">
              <a:ext uri="{FF2B5EF4-FFF2-40B4-BE49-F238E27FC236}">
                <a16:creationId xmlns:a16="http://schemas.microsoft.com/office/drawing/2014/main" id="{39FE63A4-4E7B-4A6F-8B5A-6C64E7EF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p03-full-008827</a:t>
            </a:r>
          </a:p>
        </p:txBody>
      </p:sp>
      <p:sp>
        <p:nvSpPr>
          <p:cNvPr id="3" name="qa-v2-r2-title-p03-full-008827-2">
            <a:extLst xmlns:a="http://schemas.openxmlformats.org/drawingml/2006/main">
              <a:ext uri="{FF2B5EF4-FFF2-40B4-BE49-F238E27FC236}">
                <a16:creationId xmlns:a16="http://schemas.microsoft.com/office/drawing/2014/main" id="{E269C091-D9AB-4CCF-B28A-76732814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8827-2">
            <a:extLst xmlns:a="http://schemas.openxmlformats.org/drawingml/2006/main">
              <a:ext uri="{FF2B5EF4-FFF2-40B4-BE49-F238E27FC236}">
                <a16:creationId xmlns:a16="http://schemas.microsoft.com/office/drawing/2014/main" id="{9ABAE0E4-F034-447E-BA24-FF008404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control evidence index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p03-src-008827 and p03-full-001778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timing consistency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2081889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827-3">
            <a:extLst xmlns:a="http://schemas.openxmlformats.org/drawingml/2006/main">
              <a:ext uri="{FF2B5EF4-FFF2-40B4-BE49-F238E27FC236}">
                <a16:creationId xmlns:a16="http://schemas.microsoft.com/office/drawing/2014/main" id="{12A1C057-0914-4914-8D7E-4B59A214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827-3">
            <a:extLst xmlns:a="http://schemas.openxmlformats.org/drawingml/2006/main">
              <a:ext uri="{FF2B5EF4-FFF2-40B4-BE49-F238E27FC236}">
                <a16:creationId xmlns:a16="http://schemas.microsoft.com/office/drawing/2014/main" id="{AE168A84-D802-4454-91DE-2E2435F3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p03-full-008827</a:t>
            </a:r>
          </a:p>
        </p:txBody>
      </p:sp>
      <p:sp>
        <p:nvSpPr>
          <p:cNvPr id="3" name="qa-v2-r2-title-p03-full-008827-3">
            <a:extLst xmlns:a="http://schemas.openxmlformats.org/drawingml/2006/main">
              <a:ext uri="{FF2B5EF4-FFF2-40B4-BE49-F238E27FC236}">
                <a16:creationId xmlns:a16="http://schemas.microsoft.com/office/drawing/2014/main" id="{388FAEE4-D3A4-46DC-8CAF-8E9BDEF9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8827-3">
            <a:extLst xmlns:a="http://schemas.openxmlformats.org/drawingml/2006/main">
              <a:ext uri="{FF2B5EF4-FFF2-40B4-BE49-F238E27FC236}">
                <a16:creationId xmlns:a16="http://schemas.microsoft.com/office/drawing/2014/main" id="{B4868BA2-D192-4E6C-B81C-690A4D12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test the source relationship;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544624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827-4">
            <a:extLst xmlns:a="http://schemas.openxmlformats.org/drawingml/2006/main">
              <a:ext uri="{FF2B5EF4-FFF2-40B4-BE49-F238E27FC236}">
                <a16:creationId xmlns:a16="http://schemas.microsoft.com/office/drawing/2014/main" id="{9A14A4B4-6C84-4011-BDF5-DB2F99A6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827-4">
            <a:extLst xmlns:a="http://schemas.openxmlformats.org/drawingml/2006/main">
              <a:ext uri="{FF2B5EF4-FFF2-40B4-BE49-F238E27FC236}">
                <a16:creationId xmlns:a16="http://schemas.microsoft.com/office/drawing/2014/main" id="{9F4D428A-3726-414C-9F73-7115828E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p03-full-008827</a:t>
            </a:r>
          </a:p>
        </p:txBody>
      </p:sp>
      <p:sp>
        <p:nvSpPr>
          <p:cNvPr id="3" name="qa-v2-r2-title-p03-full-008827-4">
            <a:extLst xmlns:a="http://schemas.openxmlformats.org/drawingml/2006/main">
              <a:ext uri="{FF2B5EF4-FFF2-40B4-BE49-F238E27FC236}">
                <a16:creationId xmlns:a16="http://schemas.microsoft.com/office/drawing/2014/main" id="{14AF9BBA-87CC-49C9-8E73-3751A302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8827-4">
            <a:extLst xmlns:a="http://schemas.openxmlformats.org/drawingml/2006/main">
              <a:ext uri="{FF2B5EF4-FFF2-40B4-BE49-F238E27FC236}">
                <a16:creationId xmlns:a16="http://schemas.microsoft.com/office/drawing/2014/main" id="{340DBD9B-8045-4A2F-80F2-4E1CCD04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p03-full-001778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evidence lineage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544624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2026-08-25T12:51:23.9800000Z</dcterms:created>
  <dcterms:modified xsi:type="dcterms:W3CDTF">2026-08-25T12:51:23.9800000Z</dcterms:modified>
</coreProperties>
</file>