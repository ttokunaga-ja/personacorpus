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ab13a9ea5547d9" /><Relationship Type="http://schemas.openxmlformats.org/officeDocument/2006/relationships/extended-properties" Target="/docProps/app.xml" Id="R28610eca455b4201" /><Relationship Type="http://schemas.openxmlformats.org/officeDocument/2006/relationships/officeDocument" Target="/ppt/presentation.xml" Id="R19929f4e7318471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fb84cc4d79949e8"/>
  </p:sldMasterIdLst>
  <p:notesMasterIdLst>
    <p:notesMasterId xmlns:r="http://schemas.openxmlformats.org/officeDocument/2006/relationships" r:id="Rf87888edd82c424b"/>
  </p:notesMasterIdLst>
  <p:sldIdLst>
    <p:sldId xmlns:r="http://schemas.openxmlformats.org/officeDocument/2006/relationships" id="256" r:id="R607336f0f6f943e7"/>
    <p:sldId xmlns:r="http://schemas.openxmlformats.org/officeDocument/2006/relationships" id="257" r:id="R24ac00e66dfe4d98"/>
    <p:sldId xmlns:r="http://schemas.openxmlformats.org/officeDocument/2006/relationships" id="258" r:id="Rf8f0cf58e4504b7a"/>
    <p:sldId xmlns:r="http://schemas.openxmlformats.org/officeDocument/2006/relationships" id="259" r:id="R346d6311ab184d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7c6cbb0a5e4ec5" /><Relationship Type="http://schemas.openxmlformats.org/officeDocument/2006/relationships/slideMaster" Target="/ppt/slideMasters/slideMaster1.xml" Id="R1fb84cc4d79949e8" /><Relationship Type="http://schemas.openxmlformats.org/officeDocument/2006/relationships/notesMaster" Target="/ppt/notesMasters/notesMaster1.xml" Id="Rf87888edd82c424b" /><Relationship Type="http://schemas.openxmlformats.org/officeDocument/2006/relationships/presProps" Target="/ppt/presProps.xml" Id="R0760053785524f30" /><Relationship Type="http://schemas.openxmlformats.org/officeDocument/2006/relationships/tableStyles" Target="/ppt/tableStyles.xml" Id="Rde40df288c504338" /><Relationship Type="http://schemas.openxmlformats.org/officeDocument/2006/relationships/slide" Target="/ppt/slides/slide1.xml" Id="R607336f0f6f943e7" /><Relationship Type="http://schemas.openxmlformats.org/officeDocument/2006/relationships/slide" Target="/ppt/slides/slide2.xml" Id="R24ac00e66dfe4d98" /><Relationship Type="http://schemas.openxmlformats.org/officeDocument/2006/relationships/slide" Target="/ppt/slides/slide3.xml" Id="Rf8f0cf58e4504b7a" /><Relationship Type="http://schemas.openxmlformats.org/officeDocument/2006/relationships/slide" Target="/ppt/slides/slide4.xml" Id="R346d6311ab184d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614eff507248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e80457b0c94295" /><Relationship Type="http://schemas.openxmlformats.org/officeDocument/2006/relationships/notesMaster" Target="/ppt/notesMasters/notesMaster1.xml" Id="R32e66f04759546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ba74c103564d3e" /><Relationship Type="http://schemas.openxmlformats.org/officeDocument/2006/relationships/notesMaster" Target="/ppt/notesMasters/notesMaster1.xml" Id="R282d1f92015c4b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35dbcd08ac4d2f" /><Relationship Type="http://schemas.openxmlformats.org/officeDocument/2006/relationships/notesMaster" Target="/ppt/notesMasters/notesMaster1.xml" Id="Rbc9f8ad3a95e4b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90e370b5634920" /><Relationship Type="http://schemas.openxmlformats.org/officeDocument/2006/relationships/notesMaster" Target="/ppt/notesMasters/notesMaster1.xml" Id="R84e56ef474c747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a1f1d08fd48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05acaefa344f8" /><Relationship Type="http://schemas.openxmlformats.org/officeDocument/2006/relationships/slideLayout" Target="/ppt/slideLayouts/slideLayout1.xml" Id="R172ba53db2044a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2ba53db2044a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3dc31b0d34ba1" /><Relationship Type="http://schemas.openxmlformats.org/officeDocument/2006/relationships/notesSlide" Target="/ppt/notesSlides/notesSlide1.xml" Id="Ref00f926764240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ed7d45e6e400a" /><Relationship Type="http://schemas.openxmlformats.org/officeDocument/2006/relationships/notesSlide" Target="/ppt/notesSlides/notesSlide2.xml" Id="R784b958af9a046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96ed4ae564e4f" /><Relationship Type="http://schemas.openxmlformats.org/officeDocument/2006/relationships/notesSlide" Target="/ppt/notesSlides/notesSlide3.xml" Id="Re354a2e800e34f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330e22bdc4f34" /><Relationship Type="http://schemas.openxmlformats.org/officeDocument/2006/relationships/notesSlide" Target="/ppt/notesSlides/notesSlide4.xml" Id="Rf64e3cee37794c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27-1">
            <a:extLst xmlns:a="http://schemas.openxmlformats.org/drawingml/2006/main">
              <a:ext uri="{FF2B5EF4-FFF2-40B4-BE49-F238E27FC236}">
                <a16:creationId xmlns:a16="http://schemas.microsoft.com/office/drawing/2014/main" id="{CA1DF5CE-FB21-4296-BA76-12FE3E7E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27-1">
            <a:extLst xmlns:a="http://schemas.openxmlformats.org/drawingml/2006/main">
              <a:ext uri="{FF2B5EF4-FFF2-40B4-BE49-F238E27FC236}">
                <a16:creationId xmlns:a16="http://schemas.microsoft.com/office/drawing/2014/main" id="{B75CF295-9230-4B8B-B368-D7A1ADD7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p03-full-007427</a:t>
            </a:r>
          </a:p>
        </p:txBody>
      </p:sp>
      <p:sp>
        <p:nvSpPr>
          <p:cNvPr id="3" name="qa-v2-r2-title-p03-full-007427-1">
            <a:extLst xmlns:a="http://schemas.openxmlformats.org/drawingml/2006/main">
              <a:ext uri="{FF2B5EF4-FFF2-40B4-BE49-F238E27FC236}">
                <a16:creationId xmlns:a16="http://schemas.microsoft.com/office/drawing/2014/main" id="{F59D0F65-619D-4A83-9CB3-878D4F7D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7427-1">
            <a:extLst xmlns:a="http://schemas.openxmlformats.org/drawingml/2006/main">
              <a:ext uri="{FF2B5EF4-FFF2-40B4-BE49-F238E27FC236}">
                <a16:creationId xmlns:a16="http://schemas.microsoft.com/office/drawing/2014/main" id="{7227C66F-7193-4246-A527-6BB9AF65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exception rationale,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counterexamples, and control treatment.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p03-src-007427; p03-full-002685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14838863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27-2">
            <a:extLst xmlns:a="http://schemas.openxmlformats.org/drawingml/2006/main">
              <a:ext uri="{FF2B5EF4-FFF2-40B4-BE49-F238E27FC236}">
                <a16:creationId xmlns:a16="http://schemas.microsoft.com/office/drawing/2014/main" id="{9D52BA5B-00AB-40AF-9159-EFB0AF23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27-2">
            <a:extLst xmlns:a="http://schemas.openxmlformats.org/drawingml/2006/main">
              <a:ext uri="{FF2B5EF4-FFF2-40B4-BE49-F238E27FC236}">
                <a16:creationId xmlns:a16="http://schemas.microsoft.com/office/drawing/2014/main" id="{C76045EA-0A20-4F36-9982-33362B6D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p03-full-007427</a:t>
            </a:r>
          </a:p>
        </p:txBody>
      </p:sp>
      <p:sp>
        <p:nvSpPr>
          <p:cNvPr id="3" name="qa-v2-r2-title-p03-full-007427-2">
            <a:extLst xmlns:a="http://schemas.openxmlformats.org/drawingml/2006/main">
              <a:ext uri="{FF2B5EF4-FFF2-40B4-BE49-F238E27FC236}">
                <a16:creationId xmlns:a16="http://schemas.microsoft.com/office/drawing/2014/main" id="{76C35F78-1CBF-4422-B522-571C9C93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7427-2">
            <a:extLst xmlns:a="http://schemas.openxmlformats.org/drawingml/2006/main">
              <a:ext uri="{FF2B5EF4-FFF2-40B4-BE49-F238E27FC236}">
                <a16:creationId xmlns:a16="http://schemas.microsoft.com/office/drawing/2014/main" id="{17D213DA-B19A-46D8-93A9-7D27F2CD6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p03-src-007427 and p03-full-002685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exception rationale, counterexamples, and control treatment.</a:t>
            </a:r>
          </a:p>
        </p:txBody>
      </p:sp>
    </p:spTree>
    <p:extLst>
      <p:ext uri="{BB962C8B-B14F-4D97-AF65-F5344CB8AC3E}">
        <p14:creationId xmlns:p14="http://schemas.microsoft.com/office/powerpoint/2010/main" val="21052819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27-3">
            <a:extLst xmlns:a="http://schemas.openxmlformats.org/drawingml/2006/main">
              <a:ext uri="{FF2B5EF4-FFF2-40B4-BE49-F238E27FC236}">
                <a16:creationId xmlns:a16="http://schemas.microsoft.com/office/drawing/2014/main" id="{2B0F7658-F37C-4A9A-A669-DD1601D1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27-3">
            <a:extLst xmlns:a="http://schemas.openxmlformats.org/drawingml/2006/main">
              <a:ext uri="{FF2B5EF4-FFF2-40B4-BE49-F238E27FC236}">
                <a16:creationId xmlns:a16="http://schemas.microsoft.com/office/drawing/2014/main" id="{711A0051-E17E-4B3F-8889-15F675FB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p03-full-007427</a:t>
            </a:r>
          </a:p>
        </p:txBody>
      </p:sp>
      <p:sp>
        <p:nvSpPr>
          <p:cNvPr id="3" name="qa-v2-r2-title-p03-full-007427-3">
            <a:extLst xmlns:a="http://schemas.openxmlformats.org/drawingml/2006/main">
              <a:ext uri="{FF2B5EF4-FFF2-40B4-BE49-F238E27FC236}">
                <a16:creationId xmlns:a16="http://schemas.microsoft.com/office/drawing/2014/main" id="{A54CF819-C5F9-491D-875A-1B14FE50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7427-3">
            <a:extLst xmlns:a="http://schemas.openxmlformats.org/drawingml/2006/main">
              <a:ext uri="{FF2B5EF4-FFF2-40B4-BE49-F238E27FC236}">
                <a16:creationId xmlns:a16="http://schemas.microsoft.com/office/drawing/2014/main" id="{26B85488-5F0C-4673-8749-ED19D17F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record a bounded rationale;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339564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427-4">
            <a:extLst xmlns:a="http://schemas.openxmlformats.org/drawingml/2006/main">
              <a:ext uri="{FF2B5EF4-FFF2-40B4-BE49-F238E27FC236}">
                <a16:creationId xmlns:a16="http://schemas.microsoft.com/office/drawing/2014/main" id="{6EF3E1BB-515F-4656-8E84-C510FC45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427-4">
            <a:extLst xmlns:a="http://schemas.openxmlformats.org/drawingml/2006/main">
              <a:ext uri="{FF2B5EF4-FFF2-40B4-BE49-F238E27FC236}">
                <a16:creationId xmlns:a16="http://schemas.microsoft.com/office/drawing/2014/main" id="{6075CF76-33A2-485D-A816-40798E4F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p03-full-007427</a:t>
            </a:r>
          </a:p>
        </p:txBody>
      </p:sp>
      <p:sp>
        <p:nvSpPr>
          <p:cNvPr id="3" name="qa-v2-r2-title-p03-full-007427-4">
            <a:extLst xmlns:a="http://schemas.openxmlformats.org/drawingml/2006/main">
              <a:ext uri="{FF2B5EF4-FFF2-40B4-BE49-F238E27FC236}">
                <a16:creationId xmlns:a16="http://schemas.microsoft.com/office/drawing/2014/main" id="{4FD38E18-7A5B-4590-90CA-82727A34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7427-4">
            <a:extLst xmlns:a="http://schemas.openxmlformats.org/drawingml/2006/main">
              <a:ext uri="{FF2B5EF4-FFF2-40B4-BE49-F238E27FC236}">
                <a16:creationId xmlns:a16="http://schemas.microsoft.com/office/drawing/2014/main" id="{72A7DB18-DB18-4CF7-A436-C1DB29FA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p03-src-007427 with p03-full-002685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339564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2026-08-25T12:50:41.2570000Z</dcterms:created>
  <dcterms:modified xsi:type="dcterms:W3CDTF">2026-08-25T12:50:41.2570000Z</dcterms:modified>
</coreProperties>
</file>