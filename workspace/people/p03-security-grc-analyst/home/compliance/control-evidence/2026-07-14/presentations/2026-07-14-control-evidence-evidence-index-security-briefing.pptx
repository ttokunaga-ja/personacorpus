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8e461c95074ff0" /><Relationship Type="http://schemas.openxmlformats.org/officeDocument/2006/relationships/extended-properties" Target="/docProps/app.xml" Id="R2691ed3445d14c52" /><Relationship Type="http://schemas.openxmlformats.org/officeDocument/2006/relationships/officeDocument" Target="/ppt/presentation.xml" Id="Rdb178b95287149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c25fa428bb41d6"/>
  </p:sldMasterIdLst>
  <p:notesMasterIdLst>
    <p:notesMasterId xmlns:r="http://schemas.openxmlformats.org/officeDocument/2006/relationships" r:id="Ra17aba9ba9bd4afc"/>
  </p:notesMasterIdLst>
  <p:sldIdLst>
    <p:sldId xmlns:r="http://schemas.openxmlformats.org/officeDocument/2006/relationships" id="256" r:id="R40d2a16a873f4e29"/>
    <p:sldId xmlns:r="http://schemas.openxmlformats.org/officeDocument/2006/relationships" id="257" r:id="R2c5a0237a206458b"/>
    <p:sldId xmlns:r="http://schemas.openxmlformats.org/officeDocument/2006/relationships" id="258" r:id="Rb0e7709ac7ef43f9"/>
    <p:sldId xmlns:r="http://schemas.openxmlformats.org/officeDocument/2006/relationships" id="259" r:id="R37e108c8827b43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458ac40aff4f23" /><Relationship Type="http://schemas.openxmlformats.org/officeDocument/2006/relationships/slideMaster" Target="/ppt/slideMasters/slideMaster1.xml" Id="Rf1c25fa428bb41d6" /><Relationship Type="http://schemas.openxmlformats.org/officeDocument/2006/relationships/notesMaster" Target="/ppt/notesMasters/notesMaster1.xml" Id="Ra17aba9ba9bd4afc" /><Relationship Type="http://schemas.openxmlformats.org/officeDocument/2006/relationships/presProps" Target="/ppt/presProps.xml" Id="R5a792d34056243b7" /><Relationship Type="http://schemas.openxmlformats.org/officeDocument/2006/relationships/tableStyles" Target="/ppt/tableStyles.xml" Id="Rc49ce0516d2a44d9" /><Relationship Type="http://schemas.openxmlformats.org/officeDocument/2006/relationships/slide" Target="/ppt/slides/slide1.xml" Id="R40d2a16a873f4e29" /><Relationship Type="http://schemas.openxmlformats.org/officeDocument/2006/relationships/slide" Target="/ppt/slides/slide2.xml" Id="R2c5a0237a206458b" /><Relationship Type="http://schemas.openxmlformats.org/officeDocument/2006/relationships/slide" Target="/ppt/slides/slide3.xml" Id="Rb0e7709ac7ef43f9" /><Relationship Type="http://schemas.openxmlformats.org/officeDocument/2006/relationships/slide" Target="/ppt/slides/slide4.xml" Id="R37e108c8827b43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47d582786d45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37ec342a9e458d" /><Relationship Type="http://schemas.openxmlformats.org/officeDocument/2006/relationships/notesMaster" Target="/ppt/notesMasters/notesMaster1.xml" Id="Ra947188e1f204a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1f3b2b53d44a09" /><Relationship Type="http://schemas.openxmlformats.org/officeDocument/2006/relationships/notesMaster" Target="/ppt/notesMasters/notesMaster1.xml" Id="R47f37c2dd32942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05ea674e39405a" /><Relationship Type="http://schemas.openxmlformats.org/officeDocument/2006/relationships/notesMaster" Target="/ppt/notesMasters/notesMaster1.xml" Id="Rb4dfc9d32f0e4b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19392068644071" /><Relationship Type="http://schemas.openxmlformats.org/officeDocument/2006/relationships/notesMaster" Target="/ppt/notesMasters/notesMaster1.xml" Id="Raf902a4ef43c43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f31e00e65c4d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ed8be4b7cd4d81" /><Relationship Type="http://schemas.openxmlformats.org/officeDocument/2006/relationships/slideLayout" Target="/ppt/slideLayouts/slideLayout1.xml" Id="Rfc04d9fd5e3746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04d9fd5e3746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f26de88b349ae" /><Relationship Type="http://schemas.openxmlformats.org/officeDocument/2006/relationships/notesSlide" Target="/ppt/notesSlides/notesSlide1.xml" Id="R1a370be2112643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65a7276574ea8" /><Relationship Type="http://schemas.openxmlformats.org/officeDocument/2006/relationships/notesSlide" Target="/ppt/notesSlides/notesSlide2.xml" Id="Rd359ab3a119c4f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4a08c2b9a4700" /><Relationship Type="http://schemas.openxmlformats.org/officeDocument/2006/relationships/notesSlide" Target="/ppt/notesSlides/notesSlide3.xml" Id="R276e57f2db5e41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64c4723124f9f" /><Relationship Type="http://schemas.openxmlformats.org/officeDocument/2006/relationships/notesSlide" Target="/ppt/notesSlides/notesSlide4.xml" Id="R6b3df51edd5d49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227-1">
            <a:extLst xmlns:a="http://schemas.openxmlformats.org/drawingml/2006/main">
              <a:ext uri="{FF2B5EF4-FFF2-40B4-BE49-F238E27FC236}">
                <a16:creationId xmlns:a16="http://schemas.microsoft.com/office/drawing/2014/main" id="{D6D445DF-2A14-41FD-A534-B7631347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227-1">
            <a:extLst xmlns:a="http://schemas.openxmlformats.org/drawingml/2006/main">
              <a:ext uri="{FF2B5EF4-FFF2-40B4-BE49-F238E27FC236}">
                <a16:creationId xmlns:a16="http://schemas.microsoft.com/office/drawing/2014/main" id="{2E6F2862-7059-41A5-AB7A-B31DCAB4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p03-full-003227</a:t>
            </a:r>
          </a:p>
        </p:txBody>
      </p:sp>
      <p:sp>
        <p:nvSpPr>
          <p:cNvPr id="3" name="qa-v2-r2-title-p03-full-003227-1">
            <a:extLst xmlns:a="http://schemas.openxmlformats.org/drawingml/2006/main">
              <a:ext uri="{FF2B5EF4-FFF2-40B4-BE49-F238E27FC236}">
                <a16:creationId xmlns:a16="http://schemas.microsoft.com/office/drawing/2014/main" id="{CEA3E222-6A1E-4E12-8CE1-A4A50A4B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3227-1">
            <a:extLst xmlns:a="http://schemas.openxmlformats.org/drawingml/2006/main">
              <a:ext uri="{FF2B5EF4-FFF2-40B4-BE49-F238E27FC236}">
                <a16:creationId xmlns:a16="http://schemas.microsoft.com/office/drawing/2014/main" id="{A6D74C36-B789-4139-AB7B-FB649268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control evidence index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compliance control evidence. Declared review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date: 2026-07-14. The assessment emphasizes dependency meaning,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operational relevance, and follow-up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p03-src-003227; p03-full-002685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an evidence recency assessment.</a:t>
            </a:r>
          </a:p>
        </p:txBody>
      </p:sp>
    </p:spTree>
    <p:extLst>
      <p:ext uri="{BB962C8B-B14F-4D97-AF65-F5344CB8AC3E}">
        <p14:creationId xmlns:p14="http://schemas.microsoft.com/office/powerpoint/2010/main" val="7112740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227-2">
            <a:extLst xmlns:a="http://schemas.openxmlformats.org/drawingml/2006/main">
              <a:ext uri="{FF2B5EF4-FFF2-40B4-BE49-F238E27FC236}">
                <a16:creationId xmlns:a16="http://schemas.microsoft.com/office/drawing/2014/main" id="{1E338D73-C18F-4AD3-A822-E36EBEBA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227-2">
            <a:extLst xmlns:a="http://schemas.openxmlformats.org/drawingml/2006/main">
              <a:ext uri="{FF2B5EF4-FFF2-40B4-BE49-F238E27FC236}">
                <a16:creationId xmlns:a16="http://schemas.microsoft.com/office/drawing/2014/main" id="{C9EA7084-DD22-42CE-A924-2D2B21B2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p03-full-003227</a:t>
            </a:r>
          </a:p>
        </p:txBody>
      </p:sp>
      <p:sp>
        <p:nvSpPr>
          <p:cNvPr id="3" name="qa-v2-r2-title-p03-full-003227-2">
            <a:extLst xmlns:a="http://schemas.openxmlformats.org/drawingml/2006/main">
              <a:ext uri="{FF2B5EF4-FFF2-40B4-BE49-F238E27FC236}">
                <a16:creationId xmlns:a16="http://schemas.microsoft.com/office/drawing/2014/main" id="{1A73B3CC-A8AF-4213-B447-683D2BD1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3227-2">
            <a:extLst xmlns:a="http://schemas.openxmlformats.org/drawingml/2006/main">
              <a:ext uri="{FF2B5EF4-FFF2-40B4-BE49-F238E27FC236}">
                <a16:creationId xmlns:a16="http://schemas.microsoft.com/office/drawing/2014/main" id="{3564A28D-DBA4-4D1D-9BA0-D51C8822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The assigned record concerns control evidence index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compliance control evidence and requires a reviewer to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explain how p03-src-003227 and p03-full-002685 support the stated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assessment-to-control linkage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 meaning, operational relevance, and follow-up action.</a:t>
            </a:r>
          </a:p>
        </p:txBody>
      </p:sp>
    </p:spTree>
    <p:extLst>
      <p:ext uri="{BB962C8B-B14F-4D97-AF65-F5344CB8AC3E}">
        <p14:creationId xmlns:p14="http://schemas.microsoft.com/office/powerpoint/2010/main" val="14382424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227-3">
            <a:extLst xmlns:a="http://schemas.openxmlformats.org/drawingml/2006/main">
              <a:ext uri="{FF2B5EF4-FFF2-40B4-BE49-F238E27FC236}">
                <a16:creationId xmlns:a16="http://schemas.microsoft.com/office/drawing/2014/main" id="{EC673978-2192-445E-BF9B-24BF511F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227-3">
            <a:extLst xmlns:a="http://schemas.openxmlformats.org/drawingml/2006/main">
              <a:ext uri="{FF2B5EF4-FFF2-40B4-BE49-F238E27FC236}">
                <a16:creationId xmlns:a16="http://schemas.microsoft.com/office/drawing/2014/main" id="{E0D740D0-1ECA-43DA-B16F-179CEAD0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p03-full-003227</a:t>
            </a:r>
          </a:p>
        </p:txBody>
      </p:sp>
      <p:sp>
        <p:nvSpPr>
          <p:cNvPr id="3" name="qa-v2-r2-title-p03-full-003227-3">
            <a:extLst xmlns:a="http://schemas.openxmlformats.org/drawingml/2006/main">
              <a:ext uri="{FF2B5EF4-FFF2-40B4-BE49-F238E27FC236}">
                <a16:creationId xmlns:a16="http://schemas.microsoft.com/office/drawing/2014/main" id="{16CE0780-527E-43AB-A31D-1A3D9B42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3227-3">
            <a:extLst xmlns:a="http://schemas.openxmlformats.org/drawingml/2006/main">
              <a:ext uri="{FF2B5EF4-FFF2-40B4-BE49-F238E27FC236}">
                <a16:creationId xmlns:a16="http://schemas.microsoft.com/office/drawing/2014/main" id="{7FE4B615-5974-4DBF-80D7-1D60BCC3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document the decision condition; do not carry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6995543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227-4">
            <a:extLst xmlns:a="http://schemas.openxmlformats.org/drawingml/2006/main">
              <a:ext uri="{FF2B5EF4-FFF2-40B4-BE49-F238E27FC236}">
                <a16:creationId xmlns:a16="http://schemas.microsoft.com/office/drawing/2014/main" id="{18EE2E72-30E6-4150-AF92-DA67F01D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227-4">
            <a:extLst xmlns:a="http://schemas.openxmlformats.org/drawingml/2006/main">
              <a:ext uri="{FF2B5EF4-FFF2-40B4-BE49-F238E27FC236}">
                <a16:creationId xmlns:a16="http://schemas.microsoft.com/office/drawing/2014/main" id="{DE395B8E-75DB-4778-BAD6-7AF304EA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p03-full-003227</a:t>
            </a:r>
          </a:p>
        </p:txBody>
      </p:sp>
      <p:sp>
        <p:nvSpPr>
          <p:cNvPr id="3" name="qa-v2-r2-title-p03-full-003227-4">
            <a:extLst xmlns:a="http://schemas.openxmlformats.org/drawingml/2006/main">
              <a:ext uri="{FF2B5EF4-FFF2-40B4-BE49-F238E27FC236}">
                <a16:creationId xmlns:a16="http://schemas.microsoft.com/office/drawing/2014/main" id="{0D47FF26-8741-4026-B835-4FB2C38C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3227-4">
            <a:extLst xmlns:a="http://schemas.openxmlformats.org/drawingml/2006/main">
              <a:ext uri="{FF2B5EF4-FFF2-40B4-BE49-F238E27FC236}">
                <a16:creationId xmlns:a16="http://schemas.microsoft.com/office/drawing/2014/main" id="{A73E6903-4C3B-4197-9AF1-CCF3EE9C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p03-src-003227 with p03-full-002685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evidence recency.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6995543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2026-08-25T12:49:58.5550000Z</dcterms:created>
  <dcterms:modified xsi:type="dcterms:W3CDTF">2026-08-25T12:49:58.5550000Z</dcterms:modified>
</coreProperties>
</file>