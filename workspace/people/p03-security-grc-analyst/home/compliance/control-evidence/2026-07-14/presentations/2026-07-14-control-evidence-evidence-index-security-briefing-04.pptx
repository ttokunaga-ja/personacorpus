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66011601e64236" /><Relationship Type="http://schemas.openxmlformats.org/officeDocument/2006/relationships/extended-properties" Target="/docProps/app.xml" Id="R107ecbe1a1c44290" /><Relationship Type="http://schemas.openxmlformats.org/officeDocument/2006/relationships/officeDocument" Target="/ppt/presentation.xml" Id="R965f227d384e4b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068ad81a7a4186"/>
  </p:sldMasterIdLst>
  <p:notesMasterIdLst>
    <p:notesMasterId xmlns:r="http://schemas.openxmlformats.org/officeDocument/2006/relationships" r:id="R596381bb26e849b9"/>
  </p:notesMasterIdLst>
  <p:sldIdLst>
    <p:sldId xmlns:r="http://schemas.openxmlformats.org/officeDocument/2006/relationships" id="256" r:id="R2581cf150dd5426f"/>
    <p:sldId xmlns:r="http://schemas.openxmlformats.org/officeDocument/2006/relationships" id="257" r:id="Ra687d0ca608a4b9e"/>
    <p:sldId xmlns:r="http://schemas.openxmlformats.org/officeDocument/2006/relationships" id="258" r:id="Ra32ae001b8c14cad"/>
    <p:sldId xmlns:r="http://schemas.openxmlformats.org/officeDocument/2006/relationships" id="259" r:id="Rb52703af65a04e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f50d6e0ea44499" /><Relationship Type="http://schemas.openxmlformats.org/officeDocument/2006/relationships/slideMaster" Target="/ppt/slideMasters/slideMaster1.xml" Id="R59068ad81a7a4186" /><Relationship Type="http://schemas.openxmlformats.org/officeDocument/2006/relationships/notesMaster" Target="/ppt/notesMasters/notesMaster1.xml" Id="R596381bb26e849b9" /><Relationship Type="http://schemas.openxmlformats.org/officeDocument/2006/relationships/presProps" Target="/ppt/presProps.xml" Id="R35dba422cdee4b83" /><Relationship Type="http://schemas.openxmlformats.org/officeDocument/2006/relationships/tableStyles" Target="/ppt/tableStyles.xml" Id="R83ec6a9b2e3e40f0" /><Relationship Type="http://schemas.openxmlformats.org/officeDocument/2006/relationships/slide" Target="/ppt/slides/slide1.xml" Id="R2581cf150dd5426f" /><Relationship Type="http://schemas.openxmlformats.org/officeDocument/2006/relationships/slide" Target="/ppt/slides/slide2.xml" Id="Ra687d0ca608a4b9e" /><Relationship Type="http://schemas.openxmlformats.org/officeDocument/2006/relationships/slide" Target="/ppt/slides/slide3.xml" Id="Ra32ae001b8c14cad" /><Relationship Type="http://schemas.openxmlformats.org/officeDocument/2006/relationships/slide" Target="/ppt/slides/slide4.xml" Id="Rb52703af65a04e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85543f0e364c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c60d6b626446a6" /><Relationship Type="http://schemas.openxmlformats.org/officeDocument/2006/relationships/notesMaster" Target="/ppt/notesMasters/notesMaster1.xml" Id="Recfcc92a244d4e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57503c4fe8403f" /><Relationship Type="http://schemas.openxmlformats.org/officeDocument/2006/relationships/notesMaster" Target="/ppt/notesMasters/notesMaster1.xml" Id="Rd9ef3d21bbf04d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65fe7609f14592" /><Relationship Type="http://schemas.openxmlformats.org/officeDocument/2006/relationships/notesMaster" Target="/ppt/notesMasters/notesMaster1.xml" Id="R3c5c77744bed4e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235b1772ca4e08" /><Relationship Type="http://schemas.openxmlformats.org/officeDocument/2006/relationships/notesMaster" Target="/ppt/notesMasters/notesMaster1.xml" Id="R6dfebb9fb31e4d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32551949e46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322f6ad18b489c" /><Relationship Type="http://schemas.openxmlformats.org/officeDocument/2006/relationships/slideLayout" Target="/ppt/slideLayouts/slideLayout1.xml" Id="Ra671fcf6c76442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1fcf6c76442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cc3d133c74787" /><Relationship Type="http://schemas.openxmlformats.org/officeDocument/2006/relationships/notesSlide" Target="/ppt/notesSlides/notesSlide1.xml" Id="Rc647da84c022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ff2bc9e334ef3" /><Relationship Type="http://schemas.openxmlformats.org/officeDocument/2006/relationships/notesSlide" Target="/ppt/notesSlides/notesSlide2.xml" Id="Rd842a5723645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a05a943c54d02" /><Relationship Type="http://schemas.openxmlformats.org/officeDocument/2006/relationships/notesSlide" Target="/ppt/notesSlides/notesSlide3.xml" Id="R7c63070d772d43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76ed4d0ff4414" /><Relationship Type="http://schemas.openxmlformats.org/officeDocument/2006/relationships/notesSlide" Target="/ppt/notesSlides/notesSlide4.xml" Id="R871192b0403f47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027-1">
            <a:extLst xmlns:a="http://schemas.openxmlformats.org/drawingml/2006/main">
              <a:ext uri="{FF2B5EF4-FFF2-40B4-BE49-F238E27FC236}">
                <a16:creationId xmlns:a16="http://schemas.microsoft.com/office/drawing/2014/main" id="{994511C7-FCC6-40F8-8C8F-17329CA4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027-1">
            <a:extLst xmlns:a="http://schemas.openxmlformats.org/drawingml/2006/main">
              <a:ext uri="{FF2B5EF4-FFF2-40B4-BE49-F238E27FC236}">
                <a16:creationId xmlns:a16="http://schemas.microsoft.com/office/drawing/2014/main" id="{79CDCD87-EE85-48C8-9F28-33BBCAAE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p03-full-008027</a:t>
            </a:r>
          </a:p>
        </p:txBody>
      </p:sp>
      <p:sp>
        <p:nvSpPr>
          <p:cNvPr id="3" name="qa-v2-r2-title-p03-full-008027-1">
            <a:extLst xmlns:a="http://schemas.openxmlformats.org/drawingml/2006/main">
              <a:ext uri="{FF2B5EF4-FFF2-40B4-BE49-F238E27FC236}">
                <a16:creationId xmlns:a16="http://schemas.microsoft.com/office/drawing/2014/main" id="{B9705ABF-0972-4941-B25E-41BE19DA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8027-1">
            <a:extLst xmlns:a="http://schemas.openxmlformats.org/drawingml/2006/main">
              <a:ext uri="{FF2B5EF4-FFF2-40B4-BE49-F238E27FC236}">
                <a16:creationId xmlns:a16="http://schemas.microsoft.com/office/drawing/2014/main" id="{1CD4BB3A-B8C8-4B79-8B89-9BDDEAEE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2026-07-14 as an evidence recency question focused on ownership,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p03-src-008027 is the declared source; p03-full-002685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235384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027-2">
            <a:extLst xmlns:a="http://schemas.openxmlformats.org/drawingml/2006/main">
              <a:ext uri="{FF2B5EF4-FFF2-40B4-BE49-F238E27FC236}">
                <a16:creationId xmlns:a16="http://schemas.microsoft.com/office/drawing/2014/main" id="{53AED612-6CB2-4484-9859-4DE36FB6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027-2">
            <a:extLst xmlns:a="http://schemas.openxmlformats.org/drawingml/2006/main">
              <a:ext uri="{FF2B5EF4-FFF2-40B4-BE49-F238E27FC236}">
                <a16:creationId xmlns:a16="http://schemas.microsoft.com/office/drawing/2014/main" id="{4B8EC14F-A965-4708-AA55-3723CD3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p03-full-008027</a:t>
            </a:r>
          </a:p>
        </p:txBody>
      </p:sp>
      <p:sp>
        <p:nvSpPr>
          <p:cNvPr id="3" name="qa-v2-r2-title-p03-full-008027-2">
            <a:extLst xmlns:a="http://schemas.openxmlformats.org/drawingml/2006/main">
              <a:ext uri="{FF2B5EF4-FFF2-40B4-BE49-F238E27FC236}">
                <a16:creationId xmlns:a16="http://schemas.microsoft.com/office/drawing/2014/main" id="{00D1C206-E42D-4515-BA37-8713C28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8027-2">
            <a:extLst xmlns:a="http://schemas.openxmlformats.org/drawingml/2006/main">
              <a:ext uri="{FF2B5EF4-FFF2-40B4-BE49-F238E27FC236}">
                <a16:creationId xmlns:a16="http://schemas.microsoft.com/office/drawing/2014/main" id="{68796264-79BB-4E67-A92C-001F203A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p03-src-008027 and p03-full-002685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source-to-review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188656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027-3">
            <a:extLst xmlns:a="http://schemas.openxmlformats.org/drawingml/2006/main">
              <a:ext uri="{FF2B5EF4-FFF2-40B4-BE49-F238E27FC236}">
                <a16:creationId xmlns:a16="http://schemas.microsoft.com/office/drawing/2014/main" id="{DAC34F1D-FFF5-498D-B25B-36E6EC98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027-3">
            <a:extLst xmlns:a="http://schemas.openxmlformats.org/drawingml/2006/main">
              <a:ext uri="{FF2B5EF4-FFF2-40B4-BE49-F238E27FC236}">
                <a16:creationId xmlns:a16="http://schemas.microsoft.com/office/drawing/2014/main" id="{55A771BB-AB34-49CE-87AF-DF7B21A2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p03-full-008027</a:t>
            </a:r>
          </a:p>
        </p:txBody>
      </p:sp>
      <p:sp>
        <p:nvSpPr>
          <p:cNvPr id="3" name="qa-v2-r2-title-p03-full-008027-3">
            <a:extLst xmlns:a="http://schemas.openxmlformats.org/drawingml/2006/main">
              <a:ext uri="{FF2B5EF4-FFF2-40B4-BE49-F238E27FC236}">
                <a16:creationId xmlns:a16="http://schemas.microsoft.com/office/drawing/2014/main" id="{D6EBFDE1-5483-4937-84FC-C6F7A496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8027-3">
            <a:extLst xmlns:a="http://schemas.openxmlformats.org/drawingml/2006/main">
              <a:ext uri="{FF2B5EF4-FFF2-40B4-BE49-F238E27FC236}">
                <a16:creationId xmlns:a16="http://schemas.microsoft.com/office/drawing/2014/main" id="{32665D7F-A2EB-4C17-95F6-94A94FE2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restate the approval boundary;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964897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027-4">
            <a:extLst xmlns:a="http://schemas.openxmlformats.org/drawingml/2006/main">
              <a:ext uri="{FF2B5EF4-FFF2-40B4-BE49-F238E27FC236}">
                <a16:creationId xmlns:a16="http://schemas.microsoft.com/office/drawing/2014/main" id="{99A376A6-E393-4EAE-B190-B8F69DA8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027-4">
            <a:extLst xmlns:a="http://schemas.openxmlformats.org/drawingml/2006/main">
              <a:ext uri="{FF2B5EF4-FFF2-40B4-BE49-F238E27FC236}">
                <a16:creationId xmlns:a16="http://schemas.microsoft.com/office/drawing/2014/main" id="{5AC197EA-E507-499D-940D-FA2E991E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p03-full-008027</a:t>
            </a:r>
          </a:p>
        </p:txBody>
      </p:sp>
      <p:sp>
        <p:nvSpPr>
          <p:cNvPr id="3" name="qa-v2-r2-title-p03-full-008027-4">
            <a:extLst xmlns:a="http://schemas.openxmlformats.org/drawingml/2006/main">
              <a:ext uri="{FF2B5EF4-FFF2-40B4-BE49-F238E27FC236}">
                <a16:creationId xmlns:a16="http://schemas.microsoft.com/office/drawing/2014/main" id="{C274B846-5792-4F08-BC67-1A927475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8027-4">
            <a:extLst xmlns:a="http://schemas.openxmlformats.org/drawingml/2006/main">
              <a:ext uri="{FF2B5EF4-FFF2-40B4-BE49-F238E27FC236}">
                <a16:creationId xmlns:a16="http://schemas.microsoft.com/office/drawing/2014/main" id="{3A5FD496-BE52-481C-959A-37A27485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p03-full-002685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evidence recency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964897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2026-08-25T12:51:02.6000000Z</dcterms:created>
  <dcterms:modified xsi:type="dcterms:W3CDTF">2026-08-25T12:51:02.6000000Z</dcterms:modified>
</coreProperties>
</file>