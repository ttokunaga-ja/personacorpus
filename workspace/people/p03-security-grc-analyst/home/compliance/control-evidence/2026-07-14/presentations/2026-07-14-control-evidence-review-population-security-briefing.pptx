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adc9fc173145c1" /><Relationship Type="http://schemas.openxmlformats.org/officeDocument/2006/relationships/extended-properties" Target="/docProps/app.xml" Id="R85f5faf4ef464037" /><Relationship Type="http://schemas.openxmlformats.org/officeDocument/2006/relationships/officeDocument" Target="/ppt/presentation.xml" Id="Rd3be149b83504db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734ff923da4550"/>
  </p:sldMasterIdLst>
  <p:notesMasterIdLst>
    <p:notesMasterId xmlns:r="http://schemas.openxmlformats.org/officeDocument/2006/relationships" r:id="Rd8f24afb6770499e"/>
  </p:notesMasterIdLst>
  <p:sldIdLst>
    <p:sldId xmlns:r="http://schemas.openxmlformats.org/officeDocument/2006/relationships" id="256" r:id="R33d82cca890e46a3"/>
    <p:sldId xmlns:r="http://schemas.openxmlformats.org/officeDocument/2006/relationships" id="257" r:id="R4a3d6b41562249e7"/>
    <p:sldId xmlns:r="http://schemas.openxmlformats.org/officeDocument/2006/relationships" id="258" r:id="R0f4f6fa7a2a5465f"/>
    <p:sldId xmlns:r="http://schemas.openxmlformats.org/officeDocument/2006/relationships" id="259" r:id="R87f6c276444a4b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f7eea1f6ca4741" /><Relationship Type="http://schemas.openxmlformats.org/officeDocument/2006/relationships/slideMaster" Target="/ppt/slideMasters/slideMaster1.xml" Id="R3e734ff923da4550" /><Relationship Type="http://schemas.openxmlformats.org/officeDocument/2006/relationships/notesMaster" Target="/ppt/notesMasters/notesMaster1.xml" Id="Rd8f24afb6770499e" /><Relationship Type="http://schemas.openxmlformats.org/officeDocument/2006/relationships/presProps" Target="/ppt/presProps.xml" Id="Rd572cee439234723" /><Relationship Type="http://schemas.openxmlformats.org/officeDocument/2006/relationships/tableStyles" Target="/ppt/tableStyles.xml" Id="R6f884cbe6bea418a" /><Relationship Type="http://schemas.openxmlformats.org/officeDocument/2006/relationships/slide" Target="/ppt/slides/slide1.xml" Id="R33d82cca890e46a3" /><Relationship Type="http://schemas.openxmlformats.org/officeDocument/2006/relationships/slide" Target="/ppt/slides/slide2.xml" Id="R4a3d6b41562249e7" /><Relationship Type="http://schemas.openxmlformats.org/officeDocument/2006/relationships/slide" Target="/ppt/slides/slide3.xml" Id="R0f4f6fa7a2a5465f" /><Relationship Type="http://schemas.openxmlformats.org/officeDocument/2006/relationships/slide" Target="/ppt/slides/slide4.xml" Id="R87f6c276444a4b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15c54789d34c9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910e3bd78b413c" /><Relationship Type="http://schemas.openxmlformats.org/officeDocument/2006/relationships/notesMaster" Target="/ppt/notesMasters/notesMaster1.xml" Id="R0de839324e4a47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d8c38245b5d44fa" /><Relationship Type="http://schemas.openxmlformats.org/officeDocument/2006/relationships/notesMaster" Target="/ppt/notesMasters/notesMaster1.xml" Id="Rbd1960424ceb454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bdd15696844013" /><Relationship Type="http://schemas.openxmlformats.org/officeDocument/2006/relationships/notesMaster" Target="/ppt/notesMasters/notesMaster1.xml" Id="R266c3d4f192f42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6f26e4a8094d89" /><Relationship Type="http://schemas.openxmlformats.org/officeDocument/2006/relationships/notesMaster" Target="/ppt/notesMasters/notesMaster1.xml" Id="Rb194d6d5492b4a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e9e081575347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4d8ce4aff641d9" /><Relationship Type="http://schemas.openxmlformats.org/officeDocument/2006/relationships/slideLayout" Target="/ppt/slideLayouts/slideLayout1.xml" Id="R9a4837c4bb2f477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a4837c4bb2f477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dea5be7d0145d9" /><Relationship Type="http://schemas.openxmlformats.org/officeDocument/2006/relationships/notesSlide" Target="/ppt/notesSlides/notesSlide1.xml" Id="R202db1f3fdc2490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6cabd060e4a7a" /><Relationship Type="http://schemas.openxmlformats.org/officeDocument/2006/relationships/notesSlide" Target="/ppt/notesSlides/notesSlide2.xml" Id="R18c3abaaac6249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1959371d74abb" /><Relationship Type="http://schemas.openxmlformats.org/officeDocument/2006/relationships/notesSlide" Target="/ppt/notesSlides/notesSlide3.xml" Id="R1eba79616f9e404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4d4b1c2b64608" /><Relationship Type="http://schemas.openxmlformats.org/officeDocument/2006/relationships/notesSlide" Target="/ppt/notesSlides/notesSlide4.xml" Id="Rb3f7c889984642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673-1">
            <a:extLst xmlns:a="http://schemas.openxmlformats.org/drawingml/2006/main">
              <a:ext uri="{FF2B5EF4-FFF2-40B4-BE49-F238E27FC236}">
                <a16:creationId xmlns:a16="http://schemas.microsoft.com/office/drawing/2014/main" id="{B7E69E83-862C-4FFA-9781-C71FB2E90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673-1">
            <a:extLst xmlns:a="http://schemas.openxmlformats.org/drawingml/2006/main">
              <a:ext uri="{FF2B5EF4-FFF2-40B4-BE49-F238E27FC236}">
                <a16:creationId xmlns:a16="http://schemas.microsoft.com/office/drawing/2014/main" id="{669D3311-A901-4A62-9277-08350B4F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p03-full-000673</a:t>
            </a:r>
          </a:p>
        </p:txBody>
      </p:sp>
      <p:sp>
        <p:nvSpPr>
          <p:cNvPr id="3" name="qa-v2-r2-title-p03-full-000673-1">
            <a:extLst xmlns:a="http://schemas.openxmlformats.org/drawingml/2006/main">
              <a:ext uri="{FF2B5EF4-FFF2-40B4-BE49-F238E27FC236}">
                <a16:creationId xmlns:a16="http://schemas.microsoft.com/office/drawing/2014/main" id="{2BB0D8B7-27A5-4393-B40B-2822D113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0673-1">
            <a:extLst xmlns:a="http://schemas.openxmlformats.org/drawingml/2006/main">
              <a:ext uri="{FF2B5EF4-FFF2-40B4-BE49-F238E27FC236}">
                <a16:creationId xmlns:a16="http://schemas.microsoft.com/office/drawing/2014/main" id="{27FACD75-C191-4171-B607-AE5D25D2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control evidence review population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compliance control evidence. Declared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date: 2026-07-14. The assessment emphasizes chronology, recency,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 timing.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p03-src-000673; p03-full-000555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record completeness assessment.</a:t>
            </a:r>
          </a:p>
        </p:txBody>
      </p:sp>
    </p:spTree>
    <p:extLst>
      <p:ext uri="{BB962C8B-B14F-4D97-AF65-F5344CB8AC3E}">
        <p14:creationId xmlns:p14="http://schemas.microsoft.com/office/powerpoint/2010/main" val="1024584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673-2">
            <a:extLst xmlns:a="http://schemas.openxmlformats.org/drawingml/2006/main">
              <a:ext uri="{FF2B5EF4-FFF2-40B4-BE49-F238E27FC236}">
                <a16:creationId xmlns:a16="http://schemas.microsoft.com/office/drawing/2014/main" id="{CE9FD336-3B8B-4ADC-8EE2-ADFBFA074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673-2">
            <a:extLst xmlns:a="http://schemas.openxmlformats.org/drawingml/2006/main">
              <a:ext uri="{FF2B5EF4-FFF2-40B4-BE49-F238E27FC236}">
                <a16:creationId xmlns:a16="http://schemas.microsoft.com/office/drawing/2014/main" id="{1E5FBE8F-A355-4DA5-B88F-A0B8B24B3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p03-full-000673</a:t>
            </a:r>
          </a:p>
        </p:txBody>
      </p:sp>
      <p:sp>
        <p:nvSpPr>
          <p:cNvPr id="3" name="qa-v2-r2-title-p03-full-000673-2">
            <a:extLst xmlns:a="http://schemas.openxmlformats.org/drawingml/2006/main">
              <a:ext uri="{FF2B5EF4-FFF2-40B4-BE49-F238E27FC236}">
                <a16:creationId xmlns:a16="http://schemas.microsoft.com/office/drawing/2014/main" id="{130F2549-9BB4-4636-BBC5-0A8D34F0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0673-2">
            <a:extLst xmlns:a="http://schemas.openxmlformats.org/drawingml/2006/main">
              <a:ext uri="{FF2B5EF4-FFF2-40B4-BE49-F238E27FC236}">
                <a16:creationId xmlns:a16="http://schemas.microsoft.com/office/drawing/2014/main" id="{00F493DA-7CC6-41C8-8F06-CBB17977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The assigned record concerns control evidence review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population security briefing within compliance control evidence and requires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reviewer to explain how p03-src-000673 and p03-full-000555 support the stated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decision.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scope-to-treatment alignment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chronology, recency, and decision timing.</a:t>
            </a:r>
          </a:p>
        </p:txBody>
      </p:sp>
    </p:spTree>
    <p:extLst>
      <p:ext uri="{BB962C8B-B14F-4D97-AF65-F5344CB8AC3E}">
        <p14:creationId xmlns:p14="http://schemas.microsoft.com/office/powerpoint/2010/main" val="11785532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673-3">
            <a:extLst xmlns:a="http://schemas.openxmlformats.org/drawingml/2006/main">
              <a:ext uri="{FF2B5EF4-FFF2-40B4-BE49-F238E27FC236}">
                <a16:creationId xmlns:a16="http://schemas.microsoft.com/office/drawing/2014/main" id="{B0FB9B75-77E7-421B-B81E-255C5F0C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673-3">
            <a:extLst xmlns:a="http://schemas.openxmlformats.org/drawingml/2006/main">
              <a:ext uri="{FF2B5EF4-FFF2-40B4-BE49-F238E27FC236}">
                <a16:creationId xmlns:a16="http://schemas.microsoft.com/office/drawing/2014/main" id="{25D20442-B534-4DB4-8C3C-342D7031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p03-full-000673</a:t>
            </a:r>
          </a:p>
        </p:txBody>
      </p:sp>
      <p:sp>
        <p:nvSpPr>
          <p:cNvPr id="3" name="qa-v2-r2-title-p03-full-000673-3">
            <a:extLst xmlns:a="http://schemas.openxmlformats.org/drawingml/2006/main">
              <a:ext uri="{FF2B5EF4-FFF2-40B4-BE49-F238E27FC236}">
                <a16:creationId xmlns:a16="http://schemas.microsoft.com/office/drawing/2014/main" id="{E6B4F376-8095-4194-BE97-013CE646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0673-3">
            <a:extLst xmlns:a="http://schemas.openxmlformats.org/drawingml/2006/main">
              <a:ext uri="{FF2B5EF4-FFF2-40B4-BE49-F238E27FC236}">
                <a16:creationId xmlns:a16="http://schemas.microsoft.com/office/drawing/2014/main" id="{05F5485D-1BD9-4CA1-9C90-866C58FF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hold the conclusion for review;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47776442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0673-4">
            <a:extLst xmlns:a="http://schemas.openxmlformats.org/drawingml/2006/main">
              <a:ext uri="{FF2B5EF4-FFF2-40B4-BE49-F238E27FC236}">
                <a16:creationId xmlns:a16="http://schemas.microsoft.com/office/drawing/2014/main" id="{49EA8794-A35E-46F1-9422-F13650771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0673-4">
            <a:extLst xmlns:a="http://schemas.openxmlformats.org/drawingml/2006/main">
              <a:ext uri="{FF2B5EF4-FFF2-40B4-BE49-F238E27FC236}">
                <a16:creationId xmlns:a16="http://schemas.microsoft.com/office/drawing/2014/main" id="{2E6E45BE-79FD-40B7-83EE-B01EF951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p03-full-000673</a:t>
            </a:r>
          </a:p>
        </p:txBody>
      </p:sp>
      <p:sp>
        <p:nvSpPr>
          <p:cNvPr id="3" name="qa-v2-r2-title-p03-full-000673-4">
            <a:extLst xmlns:a="http://schemas.openxmlformats.org/drawingml/2006/main">
              <a:ext uri="{FF2B5EF4-FFF2-40B4-BE49-F238E27FC236}">
                <a16:creationId xmlns:a16="http://schemas.microsoft.com/office/drawing/2014/main" id="{ECE5ED19-F05C-48B0-A334-0CACDB52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0673-4">
            <a:extLst xmlns:a="http://schemas.openxmlformats.org/drawingml/2006/main">
              <a:ext uri="{FF2B5EF4-FFF2-40B4-BE49-F238E27FC236}">
                <a16:creationId xmlns:a16="http://schemas.microsoft.com/office/drawing/2014/main" id="{942D63B3-32CB-4D7C-B398-FC438D5B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p03-src-000673 with p03-full-000555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record completeness.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4777644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2026-08-25T12:52:06.6250000Z</dcterms:created>
  <dcterms:modified xsi:type="dcterms:W3CDTF">2026-08-25T12:52:06.6250000Z</dcterms:modified>
</coreProperties>
</file>