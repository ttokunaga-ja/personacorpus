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4e522722e04338" /><Relationship Type="http://schemas.openxmlformats.org/officeDocument/2006/relationships/extended-properties" Target="/docProps/app.xml" Id="Raba5ae0b79a7442d" /><Relationship Type="http://schemas.openxmlformats.org/officeDocument/2006/relationships/officeDocument" Target="/ppt/presentation.xml" Id="R3955225a40ed49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5c8ba1e7344c9b"/>
  </p:sldMasterIdLst>
  <p:notesMasterIdLst>
    <p:notesMasterId xmlns:r="http://schemas.openxmlformats.org/officeDocument/2006/relationships" r:id="R447abc9182c54992"/>
  </p:notesMasterIdLst>
  <p:sldIdLst>
    <p:sldId xmlns:r="http://schemas.openxmlformats.org/officeDocument/2006/relationships" id="256" r:id="R34db10e58cd94441"/>
    <p:sldId xmlns:r="http://schemas.openxmlformats.org/officeDocument/2006/relationships" id="257" r:id="Ra44ac03ae51f4ba9"/>
    <p:sldId xmlns:r="http://schemas.openxmlformats.org/officeDocument/2006/relationships" id="258" r:id="R9b838d90ada64c89"/>
    <p:sldId xmlns:r="http://schemas.openxmlformats.org/officeDocument/2006/relationships" id="259" r:id="Rb080c90740d84a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4e024bce65420e" /><Relationship Type="http://schemas.openxmlformats.org/officeDocument/2006/relationships/slideMaster" Target="/ppt/slideMasters/slideMaster1.xml" Id="R755c8ba1e7344c9b" /><Relationship Type="http://schemas.openxmlformats.org/officeDocument/2006/relationships/notesMaster" Target="/ppt/notesMasters/notesMaster1.xml" Id="R447abc9182c54992" /><Relationship Type="http://schemas.openxmlformats.org/officeDocument/2006/relationships/presProps" Target="/ppt/presProps.xml" Id="Rc7cde0db4b78456c" /><Relationship Type="http://schemas.openxmlformats.org/officeDocument/2006/relationships/tableStyles" Target="/ppt/tableStyles.xml" Id="R6288d5ff97714312" /><Relationship Type="http://schemas.openxmlformats.org/officeDocument/2006/relationships/slide" Target="/ppt/slides/slide1.xml" Id="R34db10e58cd94441" /><Relationship Type="http://schemas.openxmlformats.org/officeDocument/2006/relationships/slide" Target="/ppt/slides/slide2.xml" Id="Ra44ac03ae51f4ba9" /><Relationship Type="http://schemas.openxmlformats.org/officeDocument/2006/relationships/slide" Target="/ppt/slides/slide3.xml" Id="R9b838d90ada64c89" /><Relationship Type="http://schemas.openxmlformats.org/officeDocument/2006/relationships/slide" Target="/ppt/slides/slide4.xml" Id="Rb080c90740d84a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404d85525644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b92280a8aa4c23" /><Relationship Type="http://schemas.openxmlformats.org/officeDocument/2006/relationships/notesMaster" Target="/ppt/notesMasters/notesMaster1.xml" Id="R347223d2d0774e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d98642935a4c53" /><Relationship Type="http://schemas.openxmlformats.org/officeDocument/2006/relationships/notesMaster" Target="/ppt/notesMasters/notesMaster1.xml" Id="R8ec8d214413942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f9a65197f54f55" /><Relationship Type="http://schemas.openxmlformats.org/officeDocument/2006/relationships/notesMaster" Target="/ppt/notesMasters/notesMaster1.xml" Id="R6df6305018f54a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4674befe3c4703" /><Relationship Type="http://schemas.openxmlformats.org/officeDocument/2006/relationships/notesMaster" Target="/ppt/notesMasters/notesMaster1.xml" Id="R6b00beab7d7148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2aa2365b1140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438820689140bd" /><Relationship Type="http://schemas.openxmlformats.org/officeDocument/2006/relationships/slideLayout" Target="/ppt/slideLayouts/slideLayout1.xml" Id="Rb6fa249af66e4c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fa249af66e4c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f968576a04f17" /><Relationship Type="http://schemas.openxmlformats.org/officeDocument/2006/relationships/notesSlide" Target="/ppt/notesSlides/notesSlide1.xml" Id="R0c42666de1d94f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ed157419146f2" /><Relationship Type="http://schemas.openxmlformats.org/officeDocument/2006/relationships/notesSlide" Target="/ppt/notesSlides/notesSlide2.xml" Id="R14f38cd4b46e4c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7ff41fd4340b1" /><Relationship Type="http://schemas.openxmlformats.org/officeDocument/2006/relationships/notesSlide" Target="/ppt/notesSlides/notesSlide3.xml" Id="Rdd13a80a840145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af79cdc644659" /><Relationship Type="http://schemas.openxmlformats.org/officeDocument/2006/relationships/notesSlide" Target="/ppt/notesSlides/notesSlide4.xml" Id="R97eedc179ddc4d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327-1">
            <a:extLst xmlns:a="http://schemas.openxmlformats.org/drawingml/2006/main">
              <a:ext uri="{FF2B5EF4-FFF2-40B4-BE49-F238E27FC236}">
                <a16:creationId xmlns:a16="http://schemas.microsoft.com/office/drawing/2014/main" id="{9EF91A51-B4B3-4302-916B-7C0CB519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327-1">
            <a:extLst xmlns:a="http://schemas.openxmlformats.org/drawingml/2006/main">
              <a:ext uri="{FF2B5EF4-FFF2-40B4-BE49-F238E27FC236}">
                <a16:creationId xmlns:a16="http://schemas.microsoft.com/office/drawing/2014/main" id="{5DDDC883-45B9-49F4-BD52-4F0AD8F5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p03-full-007327</a:t>
            </a:r>
          </a:p>
        </p:txBody>
      </p:sp>
      <p:sp>
        <p:nvSpPr>
          <p:cNvPr id="3" name="qa-v2-r2-title-p03-full-007327-1">
            <a:extLst xmlns:a="http://schemas.openxmlformats.org/drawingml/2006/main">
              <a:ext uri="{FF2B5EF4-FFF2-40B4-BE49-F238E27FC236}">
                <a16:creationId xmlns:a16="http://schemas.microsoft.com/office/drawing/2014/main" id="{3B3AB75E-69E2-4243-86F7-6D592B55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7327-1">
            <a:extLst xmlns:a="http://schemas.openxmlformats.org/drawingml/2006/main">
              <a:ext uri="{FF2B5EF4-FFF2-40B4-BE49-F238E27FC236}">
                <a16:creationId xmlns:a16="http://schemas.microsoft.com/office/drawing/2014/main" id="{AE2504D0-8C54-4C5A-9B26-04F95224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control evidence index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compliance control evidence. The record treats RISK-031 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2026-07-14 as an exception rationale question focused on source reliability,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provenance, and corroboration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p03-src-007327 is the declared source; p03-full-001778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4735205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327-2">
            <a:extLst xmlns:a="http://schemas.openxmlformats.org/drawingml/2006/main">
              <a:ext uri="{FF2B5EF4-FFF2-40B4-BE49-F238E27FC236}">
                <a16:creationId xmlns:a16="http://schemas.microsoft.com/office/drawing/2014/main" id="{FA8B0BCD-EC1C-42A3-858C-FFD3BED6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327-2">
            <a:extLst xmlns:a="http://schemas.openxmlformats.org/drawingml/2006/main">
              <a:ext uri="{FF2B5EF4-FFF2-40B4-BE49-F238E27FC236}">
                <a16:creationId xmlns:a16="http://schemas.microsoft.com/office/drawing/2014/main" id="{2ACCC4F2-0304-4480-9013-CE4AE1F7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p03-full-007327</a:t>
            </a:r>
          </a:p>
        </p:txBody>
      </p:sp>
      <p:sp>
        <p:nvSpPr>
          <p:cNvPr id="3" name="qa-v2-r2-title-p03-full-007327-2">
            <a:extLst xmlns:a="http://schemas.openxmlformats.org/drawingml/2006/main">
              <a:ext uri="{FF2B5EF4-FFF2-40B4-BE49-F238E27FC236}">
                <a16:creationId xmlns:a16="http://schemas.microsoft.com/office/drawing/2014/main" id="{EFC15C09-3FBF-4646-9C1D-36BFF672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7327-2">
            <a:extLst xmlns:a="http://schemas.openxmlformats.org/drawingml/2006/main">
              <a:ext uri="{FF2B5EF4-FFF2-40B4-BE49-F238E27FC236}">
                <a16:creationId xmlns:a16="http://schemas.microsoft.com/office/drawing/2014/main" id="{006324CF-2DC5-47F1-86BA-6323CE6E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assigned record concerns control evidence index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compliance control evidence and requires a reviewer to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explain how p03-src-007327 and p03-full-001778 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control-to-evidence fit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reliability, provenance, and corroboration quality, rather than treat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two 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8567949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327-3">
            <a:extLst xmlns:a="http://schemas.openxmlformats.org/drawingml/2006/main">
              <a:ext uri="{FF2B5EF4-FFF2-40B4-BE49-F238E27FC236}">
                <a16:creationId xmlns:a16="http://schemas.microsoft.com/office/drawing/2014/main" id="{A23CEAC0-2DB8-4609-8DAA-8E18BC88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327-3">
            <a:extLst xmlns:a="http://schemas.openxmlformats.org/drawingml/2006/main">
              <a:ext uri="{FF2B5EF4-FFF2-40B4-BE49-F238E27FC236}">
                <a16:creationId xmlns:a16="http://schemas.microsoft.com/office/drawing/2014/main" id="{1C6EB827-7F94-4EB1-978D-6183B727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p03-full-007327</a:t>
            </a:r>
          </a:p>
        </p:txBody>
      </p:sp>
      <p:sp>
        <p:nvSpPr>
          <p:cNvPr id="3" name="qa-v2-r2-title-p03-full-007327-3">
            <a:extLst xmlns:a="http://schemas.openxmlformats.org/drawingml/2006/main">
              <a:ext uri="{FF2B5EF4-FFF2-40B4-BE49-F238E27FC236}">
                <a16:creationId xmlns:a16="http://schemas.microsoft.com/office/drawing/2014/main" id="{9BED04BB-D7EC-4DC9-95E2-E7950289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7327-3">
            <a:extLst xmlns:a="http://schemas.openxmlformats.org/drawingml/2006/main">
              <a:ext uri="{FF2B5EF4-FFF2-40B4-BE49-F238E27FC236}">
                <a16:creationId xmlns:a16="http://schemas.microsoft.com/office/drawing/2014/main" id="{C01C29FD-8CAD-489F-8FE1-6F1BDA35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defer closure pending evidence;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1929900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327-4">
            <a:extLst xmlns:a="http://schemas.openxmlformats.org/drawingml/2006/main">
              <a:ext uri="{FF2B5EF4-FFF2-40B4-BE49-F238E27FC236}">
                <a16:creationId xmlns:a16="http://schemas.microsoft.com/office/drawing/2014/main" id="{FEFA23F5-D97B-4CDF-9C59-CE6869E4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327-4">
            <a:extLst xmlns:a="http://schemas.openxmlformats.org/drawingml/2006/main">
              <a:ext uri="{FF2B5EF4-FFF2-40B4-BE49-F238E27FC236}">
                <a16:creationId xmlns:a16="http://schemas.microsoft.com/office/drawing/2014/main" id="{7CA61167-95A7-4428-BD8E-41F911F0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p03-full-007327</a:t>
            </a:r>
          </a:p>
        </p:txBody>
      </p:sp>
      <p:sp>
        <p:nvSpPr>
          <p:cNvPr id="3" name="qa-v2-r2-title-p03-full-007327-4">
            <a:extLst xmlns:a="http://schemas.openxmlformats.org/drawingml/2006/main">
              <a:ext uri="{FF2B5EF4-FFF2-40B4-BE49-F238E27FC236}">
                <a16:creationId xmlns:a16="http://schemas.microsoft.com/office/drawing/2014/main" id="{476B6DA5-14B9-46D2-982E-5F5B1E9A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7327-4">
            <a:extLst xmlns:a="http://schemas.openxmlformats.org/drawingml/2006/main">
              <a:ext uri="{FF2B5EF4-FFF2-40B4-BE49-F238E27FC236}">
                <a16:creationId xmlns:a16="http://schemas.microsoft.com/office/drawing/2014/main" id="{423852DA-A534-4A09-B917-01E1885E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p03-full-001778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exception rationale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11929900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2026-08-25T12:50:19.8990000Z</dcterms:created>
  <dcterms:modified xsi:type="dcterms:W3CDTF">2026-08-25T12:50:19.8990000Z</dcterms:modified>
</coreProperties>
</file>