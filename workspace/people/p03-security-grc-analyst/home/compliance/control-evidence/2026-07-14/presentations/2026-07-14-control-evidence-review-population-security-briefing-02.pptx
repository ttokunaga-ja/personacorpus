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6db49874ab49c3" /><Relationship Type="http://schemas.openxmlformats.org/officeDocument/2006/relationships/extended-properties" Target="/docProps/app.xml" Id="Rde0a38422ddc4740" /><Relationship Type="http://schemas.openxmlformats.org/officeDocument/2006/relationships/officeDocument" Target="/ppt/presentation.xml" Id="R8bcb4c1ee7534c5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b86130309ac4f17"/>
  </p:sldMasterIdLst>
  <p:notesMasterIdLst>
    <p:notesMasterId xmlns:r="http://schemas.openxmlformats.org/officeDocument/2006/relationships" r:id="R3ae29f4b6025456e"/>
  </p:notesMasterIdLst>
  <p:sldIdLst>
    <p:sldId xmlns:r="http://schemas.openxmlformats.org/officeDocument/2006/relationships" id="256" r:id="R189acba100d54c6a"/>
    <p:sldId xmlns:r="http://schemas.openxmlformats.org/officeDocument/2006/relationships" id="257" r:id="Rc32ec29acc3345ae"/>
    <p:sldId xmlns:r="http://schemas.openxmlformats.org/officeDocument/2006/relationships" id="258" r:id="R8c2316caaf0b4903"/>
    <p:sldId xmlns:r="http://schemas.openxmlformats.org/officeDocument/2006/relationships" id="259" r:id="R5b85f1a769e54a8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6660ffe5323433c" /><Relationship Type="http://schemas.openxmlformats.org/officeDocument/2006/relationships/slideMaster" Target="/ppt/slideMasters/slideMaster1.xml" Id="R9b86130309ac4f17" /><Relationship Type="http://schemas.openxmlformats.org/officeDocument/2006/relationships/notesMaster" Target="/ppt/notesMasters/notesMaster1.xml" Id="R3ae29f4b6025456e" /><Relationship Type="http://schemas.openxmlformats.org/officeDocument/2006/relationships/presProps" Target="/ppt/presProps.xml" Id="Ra4572cf7824d47c1" /><Relationship Type="http://schemas.openxmlformats.org/officeDocument/2006/relationships/tableStyles" Target="/ppt/tableStyles.xml" Id="R64fc1d0cfef54c08" /><Relationship Type="http://schemas.openxmlformats.org/officeDocument/2006/relationships/slide" Target="/ppt/slides/slide1.xml" Id="R189acba100d54c6a" /><Relationship Type="http://schemas.openxmlformats.org/officeDocument/2006/relationships/slide" Target="/ppt/slides/slide2.xml" Id="Rc32ec29acc3345ae" /><Relationship Type="http://schemas.openxmlformats.org/officeDocument/2006/relationships/slide" Target="/ppt/slides/slide3.xml" Id="R8c2316caaf0b4903" /><Relationship Type="http://schemas.openxmlformats.org/officeDocument/2006/relationships/slide" Target="/ppt/slides/slide4.xml" Id="R5b85f1a769e54a8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75e910e0613448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940a49ee9a84970" /><Relationship Type="http://schemas.openxmlformats.org/officeDocument/2006/relationships/notesMaster" Target="/ppt/notesMasters/notesMaster1.xml" Id="R4f2031b50c184b4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a8934c0b67c4a58" /><Relationship Type="http://schemas.openxmlformats.org/officeDocument/2006/relationships/notesMaster" Target="/ppt/notesMasters/notesMaster1.xml" Id="Rfa60ab11a0f544f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0395d0834b64258" /><Relationship Type="http://schemas.openxmlformats.org/officeDocument/2006/relationships/notesMaster" Target="/ppt/notesMasters/notesMaster1.xml" Id="R03898d2e88bd48e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3b2703b39ff4c9d" /><Relationship Type="http://schemas.openxmlformats.org/officeDocument/2006/relationships/notesMaster" Target="/ppt/notesMasters/notesMaster1.xml" Id="Rf09a1bef3a704af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eb292d6db14aa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10f469505934bec" /><Relationship Type="http://schemas.openxmlformats.org/officeDocument/2006/relationships/slideLayout" Target="/ppt/slideLayouts/slideLayout1.xml" Id="R490628c8dfb34b9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90628c8dfb34b9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7210583ba34865" /><Relationship Type="http://schemas.openxmlformats.org/officeDocument/2006/relationships/notesSlide" Target="/ppt/notesSlides/notesSlide1.xml" Id="Rba5ae584cd3d4c6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62e31077a046a3" /><Relationship Type="http://schemas.openxmlformats.org/officeDocument/2006/relationships/notesSlide" Target="/ppt/notesSlides/notesSlide2.xml" Id="R6f2d34b81990473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47e7ec95904f63" /><Relationship Type="http://schemas.openxmlformats.org/officeDocument/2006/relationships/notesSlide" Target="/ppt/notesSlides/notesSlide3.xml" Id="R03576c8ade1545f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e40545002146e4" /><Relationship Type="http://schemas.openxmlformats.org/officeDocument/2006/relationships/notesSlide" Target="/ppt/notesSlides/notesSlide4.xml" Id="R0b3fc271c34441e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1373-1">
            <a:extLst xmlns:a="http://schemas.openxmlformats.org/drawingml/2006/main">
              <a:ext uri="{FF2B5EF4-FFF2-40B4-BE49-F238E27FC236}">
                <a16:creationId xmlns:a16="http://schemas.microsoft.com/office/drawing/2014/main" id="{DAEE189B-F585-4ABD-9539-FBD03CD8C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1373-1">
            <a:extLst xmlns:a="http://schemas.openxmlformats.org/drawingml/2006/main">
              <a:ext uri="{FF2B5EF4-FFF2-40B4-BE49-F238E27FC236}">
                <a16:creationId xmlns:a16="http://schemas.microsoft.com/office/drawing/2014/main" id="{A68FB2D7-B576-43E1-B2BA-271E64AAD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p03-full-001373</a:t>
            </a:r>
          </a:p>
        </p:txBody>
      </p:sp>
      <p:sp>
        <p:nvSpPr>
          <p:cNvPr id="3" name="qa-v2-r2-title-p03-full-001373-1">
            <a:extLst xmlns:a="http://schemas.openxmlformats.org/drawingml/2006/main">
              <a:ext uri="{FF2B5EF4-FFF2-40B4-BE49-F238E27FC236}">
                <a16:creationId xmlns:a16="http://schemas.microsoft.com/office/drawing/2014/main" id="{7DF75A12-37D2-4600-920D-B25696296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Review question</a:t>
            </a:r>
          </a:p>
        </p:txBody>
      </p:sp>
      <p:sp>
        <p:nvSpPr>
          <p:cNvPr id="4" name="qa-v2-r2-body-p03-full-001373-1">
            <a:extLst xmlns:a="http://schemas.openxmlformats.org/drawingml/2006/main">
              <a:ext uri="{FF2B5EF4-FFF2-40B4-BE49-F238E27FC236}">
                <a16:creationId xmlns:a16="http://schemas.microsoft.com/office/drawing/2014/main" id="{00A50338-DAF4-49D0-B7C5-34BE08894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control evidence review population security briefing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within compliance control evidence. The record treats RISK-031 on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2026-07-14 as a record completeness question focused on ownership, approval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boundaries, and accountability.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p03-src-001373 is the declared source; p03-full-001206 is the dependency that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must explain the resulting control decision.</a:t>
            </a:r>
          </a:p>
        </p:txBody>
      </p:sp>
    </p:spTree>
    <p:extLst>
      <p:ext uri="{BB962C8B-B14F-4D97-AF65-F5344CB8AC3E}">
        <p14:creationId xmlns:p14="http://schemas.microsoft.com/office/powerpoint/2010/main" val="18598133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1373-2">
            <a:extLst xmlns:a="http://schemas.openxmlformats.org/drawingml/2006/main">
              <a:ext uri="{FF2B5EF4-FFF2-40B4-BE49-F238E27FC236}">
                <a16:creationId xmlns:a16="http://schemas.microsoft.com/office/drawing/2014/main" id="{FA5323ED-2CC0-45E2-BEF9-821F05BD9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1373-2">
            <a:extLst xmlns:a="http://schemas.openxmlformats.org/drawingml/2006/main">
              <a:ext uri="{FF2B5EF4-FFF2-40B4-BE49-F238E27FC236}">
                <a16:creationId xmlns:a16="http://schemas.microsoft.com/office/drawing/2014/main" id="{99FE2855-239D-47A2-B0EE-081FAE490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p03-full-001373</a:t>
            </a:r>
          </a:p>
        </p:txBody>
      </p:sp>
      <p:sp>
        <p:nvSpPr>
          <p:cNvPr id="3" name="qa-v2-r2-title-p03-full-001373-2">
            <a:extLst xmlns:a="http://schemas.openxmlformats.org/drawingml/2006/main">
              <a:ext uri="{FF2B5EF4-FFF2-40B4-BE49-F238E27FC236}">
                <a16:creationId xmlns:a16="http://schemas.microsoft.com/office/drawing/2014/main" id="{59FE27AF-3404-4373-8E33-92461348A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Corroboration path</a:t>
            </a:r>
          </a:p>
        </p:txBody>
      </p:sp>
      <p:sp>
        <p:nvSpPr>
          <p:cNvPr id="4" name="qa-v2-r2-body-p03-full-001373-2">
            <a:extLst xmlns:a="http://schemas.openxmlformats.org/drawingml/2006/main">
              <a:ext uri="{FF2B5EF4-FFF2-40B4-BE49-F238E27FC236}">
                <a16:creationId xmlns:a16="http://schemas.microsoft.com/office/drawing/2014/main" id="{47B1B5CE-957C-4F49-952A-0410BAFDE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assigned record concerns control evidence review population security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briefing within compliance control evidence and requires a reviewer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to explain how p03-src-001373 and p03-full-001206 support the stated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Evidence Set 184 is used with AC-27 to evaluate review-to-closure continuity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and ownership, approval boundaries, and accountability, rather than treat two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identifiers as proof by themselves.</a:t>
            </a:r>
          </a:p>
        </p:txBody>
      </p:sp>
    </p:spTree>
    <p:extLst>
      <p:ext uri="{BB962C8B-B14F-4D97-AF65-F5344CB8AC3E}">
        <p14:creationId xmlns:p14="http://schemas.microsoft.com/office/powerpoint/2010/main" val="3738483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1373-3">
            <a:extLst xmlns:a="http://schemas.openxmlformats.org/drawingml/2006/main">
              <a:ext uri="{FF2B5EF4-FFF2-40B4-BE49-F238E27FC236}">
                <a16:creationId xmlns:a16="http://schemas.microsoft.com/office/drawing/2014/main" id="{5B69FC3B-9DFE-48B6-A4B4-084F66DF3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1373-3">
            <a:extLst xmlns:a="http://schemas.openxmlformats.org/drawingml/2006/main">
              <a:ext uri="{FF2B5EF4-FFF2-40B4-BE49-F238E27FC236}">
                <a16:creationId xmlns:a16="http://schemas.microsoft.com/office/drawing/2014/main" id="{91F06312-519E-4A7C-8B5D-076323904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p03-full-001373</a:t>
            </a:r>
          </a:p>
        </p:txBody>
      </p:sp>
      <p:sp>
        <p:nvSpPr>
          <p:cNvPr id="3" name="qa-v2-r2-title-p03-full-001373-3">
            <a:extLst xmlns:a="http://schemas.openxmlformats.org/drawingml/2006/main">
              <a:ext uri="{FF2B5EF4-FFF2-40B4-BE49-F238E27FC236}">
                <a16:creationId xmlns:a16="http://schemas.microsoft.com/office/drawing/2014/main" id="{AA460FFA-3AF3-4841-801C-517203F0C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Exception threshold</a:t>
            </a:r>
          </a:p>
        </p:txBody>
      </p:sp>
      <p:sp>
        <p:nvSpPr>
          <p:cNvPr id="4" name="qa-v2-r2-body-p03-full-001373-3">
            <a:extLst xmlns:a="http://schemas.openxmlformats.org/drawingml/2006/main">
              <a:ext uri="{FF2B5EF4-FFF2-40B4-BE49-F238E27FC236}">
                <a16:creationId xmlns:a16="http://schemas.microsoft.com/office/drawing/2014/main" id="{DB75CF7C-DE0D-4199-897E-065D207A6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A reviewer must identify the causal bridge from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to dependency.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When that bridge is absent, restate the approval boundary; the RISK-031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conclusion remains open.</a:t>
            </a:r>
          </a:p>
        </p:txBody>
      </p:sp>
    </p:spTree>
    <p:extLst>
      <p:ext uri="{BB962C8B-B14F-4D97-AF65-F5344CB8AC3E}">
        <p14:creationId xmlns:p14="http://schemas.microsoft.com/office/powerpoint/2010/main" val="12413195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1373-4">
            <a:extLst xmlns:a="http://schemas.openxmlformats.org/drawingml/2006/main">
              <a:ext uri="{FF2B5EF4-FFF2-40B4-BE49-F238E27FC236}">
                <a16:creationId xmlns:a16="http://schemas.microsoft.com/office/drawing/2014/main" id="{A6485357-4FB1-4A2D-8FDA-CEF348C8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1373-4">
            <a:extLst xmlns:a="http://schemas.openxmlformats.org/drawingml/2006/main">
              <a:ext uri="{FF2B5EF4-FFF2-40B4-BE49-F238E27FC236}">
                <a16:creationId xmlns:a16="http://schemas.microsoft.com/office/drawing/2014/main" id="{D15D5081-CF3C-4538-B887-F5EB75146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p03-full-001373</a:t>
            </a:r>
          </a:p>
        </p:txBody>
      </p:sp>
      <p:sp>
        <p:nvSpPr>
          <p:cNvPr id="3" name="qa-v2-r2-title-p03-full-001373-4">
            <a:extLst xmlns:a="http://schemas.openxmlformats.org/drawingml/2006/main">
              <a:ext uri="{FF2B5EF4-FFF2-40B4-BE49-F238E27FC236}">
                <a16:creationId xmlns:a16="http://schemas.microsoft.com/office/drawing/2014/main" id="{94443D04-6217-43BC-A2B6-33329787C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Follow-up record</a:t>
            </a:r>
          </a:p>
        </p:txBody>
      </p:sp>
      <p:sp>
        <p:nvSpPr>
          <p:cNvPr id="4" name="qa-v2-r2-body-p03-full-001373-4">
            <a:extLst xmlns:a="http://schemas.openxmlformats.org/drawingml/2006/main">
              <a:ext uri="{FF2B5EF4-FFF2-40B4-BE49-F238E27FC236}">
                <a16:creationId xmlns:a16="http://schemas.microsoft.com/office/drawing/2014/main" id="{6A8D7F4E-F470-4201-BF6D-AE7AFD96D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next review compares the changed source fact with p03-full-001206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retains an explicit record completeness note.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 counterexample is recorded separately so it cannot be mistaken for approval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evidence.</a:t>
            </a:r>
          </a:p>
        </p:txBody>
      </p:sp>
    </p:spTree>
    <p:extLst>
      <p:ext uri="{BB962C8B-B14F-4D97-AF65-F5344CB8AC3E}">
        <p14:creationId xmlns:p14="http://schemas.microsoft.com/office/powerpoint/2010/main" val="12413195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2026-08-25T12:52:27.9580000Z</dcterms:created>
  <dcterms:modified xsi:type="dcterms:W3CDTF">2026-08-25T12:52:27.9580000Z</dcterms:modified>
</coreProperties>
</file>