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d603e3e0f4ef1" /><Relationship Type="http://schemas.openxmlformats.org/officeDocument/2006/relationships/extended-properties" Target="/docProps/app.xml" Id="R37a394c15de24859" /><Relationship Type="http://schemas.openxmlformats.org/officeDocument/2006/relationships/officeDocument" Target="/ppt/presentation.xml" Id="R46d938cc55a5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f8213504247b6"/>
  </p:sldMasterIdLst>
  <p:notesMasterIdLst>
    <p:notesMasterId xmlns:r="http://schemas.openxmlformats.org/officeDocument/2006/relationships" r:id="Rf5b2c441e41f4bdb"/>
  </p:notesMasterIdLst>
  <p:sldIdLst>
    <p:sldId xmlns:r="http://schemas.openxmlformats.org/officeDocument/2006/relationships" id="256" r:id="Re9753d2430424302"/>
    <p:sldId xmlns:r="http://schemas.openxmlformats.org/officeDocument/2006/relationships" id="257" r:id="R4ca075c681c24d07"/>
    <p:sldId xmlns:r="http://schemas.openxmlformats.org/officeDocument/2006/relationships" id="258" r:id="R2db87e1885e740af"/>
    <p:sldId xmlns:r="http://schemas.openxmlformats.org/officeDocument/2006/relationships" id="259" r:id="Re43440aca491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0b3cdd01204478" /><Relationship Type="http://schemas.openxmlformats.org/officeDocument/2006/relationships/slideMaster" Target="/ppt/slideMasters/slideMaster1.xml" Id="R8d5f8213504247b6" /><Relationship Type="http://schemas.openxmlformats.org/officeDocument/2006/relationships/notesMaster" Target="/ppt/notesMasters/notesMaster1.xml" Id="Rf5b2c441e41f4bdb" /><Relationship Type="http://schemas.openxmlformats.org/officeDocument/2006/relationships/presProps" Target="/ppt/presProps.xml" Id="Re9c57e6780ed4015" /><Relationship Type="http://schemas.openxmlformats.org/officeDocument/2006/relationships/tableStyles" Target="/ppt/tableStyles.xml" Id="Rc00cc34c09774578" /><Relationship Type="http://schemas.openxmlformats.org/officeDocument/2006/relationships/slide" Target="/ppt/slides/slide1.xml" Id="Re9753d2430424302" /><Relationship Type="http://schemas.openxmlformats.org/officeDocument/2006/relationships/slide" Target="/ppt/slides/slide2.xml" Id="R4ca075c681c24d07" /><Relationship Type="http://schemas.openxmlformats.org/officeDocument/2006/relationships/slide" Target="/ppt/slides/slide3.xml" Id="R2db87e1885e740af" /><Relationship Type="http://schemas.openxmlformats.org/officeDocument/2006/relationships/slide" Target="/ppt/slides/slide4.xml" Id="Re43440aca491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71e8b9ee147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fbcff02694f0e" /><Relationship Type="http://schemas.openxmlformats.org/officeDocument/2006/relationships/notesMaster" Target="/ppt/notesMasters/notesMaster1.xml" Id="R612e03cd9de3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1f73f85b604dc2" /><Relationship Type="http://schemas.openxmlformats.org/officeDocument/2006/relationships/notesMaster" Target="/ppt/notesMasters/notesMaster1.xml" Id="R0491b7948bb748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4d98be81c4623" /><Relationship Type="http://schemas.openxmlformats.org/officeDocument/2006/relationships/notesMaster" Target="/ppt/notesMasters/notesMaster1.xml" Id="Rba315e2df596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9c68066a34cec" /><Relationship Type="http://schemas.openxmlformats.org/officeDocument/2006/relationships/notesMaster" Target="/ppt/notesMasters/notesMaster1.xml" Id="R905bc28b99c1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417d45c8e4a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7703f28f049a9" /><Relationship Type="http://schemas.openxmlformats.org/officeDocument/2006/relationships/slideLayout" Target="/ppt/slideLayouts/slideLayout1.xml" Id="R22580231599a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80231599a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4c7eed15041ca" /><Relationship Type="http://schemas.openxmlformats.org/officeDocument/2006/relationships/notesSlide" Target="/ppt/notesSlides/notesSlide1.xml" Id="R8981663e7f504d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41237f2c04eba" /><Relationship Type="http://schemas.openxmlformats.org/officeDocument/2006/relationships/notesSlide" Target="/ppt/notesSlides/notesSlide2.xml" Id="Rf7a1824ac0c2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c192e9c8943ba" /><Relationship Type="http://schemas.openxmlformats.org/officeDocument/2006/relationships/notesSlide" Target="/ppt/notesSlides/notesSlide3.xml" Id="R3d18b1e2458a4b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ccf4dc834b97" /><Relationship Type="http://schemas.openxmlformats.org/officeDocument/2006/relationships/notesSlide" Target="/ppt/notesSlides/notesSlide4.xml" Id="R99c66d3c2aac46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27-1">
            <a:extLst xmlns:a="http://schemas.openxmlformats.org/drawingml/2006/main">
              <a:ext uri="{FF2B5EF4-FFF2-40B4-BE49-F238E27FC236}">
                <a16:creationId xmlns:a16="http://schemas.microsoft.com/office/drawing/2014/main" id="{CB4533DD-28FD-43FD-8667-19BB31BB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27-1">
            <a:extLst xmlns:a="http://schemas.openxmlformats.org/drawingml/2006/main">
              <a:ext uri="{FF2B5EF4-FFF2-40B4-BE49-F238E27FC236}">
                <a16:creationId xmlns:a16="http://schemas.microsoft.com/office/drawing/2014/main" id="{D54EAB19-9BE6-42D1-8ED6-3A9A17C9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p03-full-009427</a:t>
            </a:r>
          </a:p>
        </p:txBody>
      </p:sp>
      <p:sp>
        <p:nvSpPr>
          <p:cNvPr id="3" name="qa-v2-r2-title-p03-full-009427-1">
            <a:extLst xmlns:a="http://schemas.openxmlformats.org/drawingml/2006/main">
              <a:ext uri="{FF2B5EF4-FFF2-40B4-BE49-F238E27FC236}">
                <a16:creationId xmlns:a16="http://schemas.microsoft.com/office/drawing/2014/main" id="{231D659F-D6FF-4F6F-B238-E29B21A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427-1">
            <a:extLst xmlns:a="http://schemas.openxmlformats.org/drawingml/2006/main">
              <a:ext uri="{FF2B5EF4-FFF2-40B4-BE49-F238E27FC236}">
                <a16:creationId xmlns:a16="http://schemas.microsoft.com/office/drawing/2014/main" id="{5FA36B83-19B7-4497-94A6-2E735512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p03-src-009427; p03-full-001778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1317848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27-2">
            <a:extLst xmlns:a="http://schemas.openxmlformats.org/drawingml/2006/main">
              <a:ext uri="{FF2B5EF4-FFF2-40B4-BE49-F238E27FC236}">
                <a16:creationId xmlns:a16="http://schemas.microsoft.com/office/drawing/2014/main" id="{7F5A2282-E88A-41E8-A60B-4480784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27-2">
            <a:extLst xmlns:a="http://schemas.openxmlformats.org/drawingml/2006/main">
              <a:ext uri="{FF2B5EF4-FFF2-40B4-BE49-F238E27FC236}">
                <a16:creationId xmlns:a16="http://schemas.microsoft.com/office/drawing/2014/main" id="{D00FEAFE-4E7E-4927-A23F-8E99140C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p03-full-009427</a:t>
            </a:r>
          </a:p>
        </p:txBody>
      </p:sp>
      <p:sp>
        <p:nvSpPr>
          <p:cNvPr id="3" name="qa-v2-r2-title-p03-full-009427-2">
            <a:extLst xmlns:a="http://schemas.openxmlformats.org/drawingml/2006/main">
              <a:ext uri="{FF2B5EF4-FFF2-40B4-BE49-F238E27FC236}">
                <a16:creationId xmlns:a16="http://schemas.microsoft.com/office/drawing/2014/main" id="{968530A4-7C33-4444-9AD6-FFF6E16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427-2">
            <a:extLst xmlns:a="http://schemas.openxmlformats.org/drawingml/2006/main">
              <a:ext uri="{FF2B5EF4-FFF2-40B4-BE49-F238E27FC236}">
                <a16:creationId xmlns:a16="http://schemas.microsoft.com/office/drawing/2014/main" id="{FE8180EF-C03F-47B5-A1F6-1524EC9B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p03-src-009427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944046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27-3">
            <a:extLst xmlns:a="http://schemas.openxmlformats.org/drawingml/2006/main">
              <a:ext uri="{FF2B5EF4-FFF2-40B4-BE49-F238E27FC236}">
                <a16:creationId xmlns:a16="http://schemas.microsoft.com/office/drawing/2014/main" id="{757E7D5C-6500-4DC6-9EE2-9BAFB1F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27-3">
            <a:extLst xmlns:a="http://schemas.openxmlformats.org/drawingml/2006/main">
              <a:ext uri="{FF2B5EF4-FFF2-40B4-BE49-F238E27FC236}">
                <a16:creationId xmlns:a16="http://schemas.microsoft.com/office/drawing/2014/main" id="{671F11D1-FACA-4233-9FB7-AB99D87C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p03-full-009427</a:t>
            </a:r>
          </a:p>
        </p:txBody>
      </p:sp>
      <p:sp>
        <p:nvSpPr>
          <p:cNvPr id="3" name="qa-v2-r2-title-p03-full-009427-3">
            <a:extLst xmlns:a="http://schemas.openxmlformats.org/drawingml/2006/main">
              <a:ext uri="{FF2B5EF4-FFF2-40B4-BE49-F238E27FC236}">
                <a16:creationId xmlns:a16="http://schemas.microsoft.com/office/drawing/2014/main" id="{C7B2F936-6CF2-45FC-91F0-7C576B4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427-3">
            <a:extLst xmlns:a="http://schemas.openxmlformats.org/drawingml/2006/main">
              <a:ext uri="{FF2B5EF4-FFF2-40B4-BE49-F238E27FC236}">
                <a16:creationId xmlns:a16="http://schemas.microsoft.com/office/drawing/2014/main" id="{D9228C3E-C092-42D1-9405-5CC7920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02412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427-4">
            <a:extLst xmlns:a="http://schemas.openxmlformats.org/drawingml/2006/main">
              <a:ext uri="{FF2B5EF4-FFF2-40B4-BE49-F238E27FC236}">
                <a16:creationId xmlns:a16="http://schemas.microsoft.com/office/drawing/2014/main" id="{D3965540-1772-4B02-86F5-5FABE3D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427-4">
            <a:extLst xmlns:a="http://schemas.openxmlformats.org/drawingml/2006/main">
              <a:ext uri="{FF2B5EF4-FFF2-40B4-BE49-F238E27FC236}">
                <a16:creationId xmlns:a16="http://schemas.microsoft.com/office/drawing/2014/main" id="{126619BB-1F37-410E-A916-670DF3C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p03-full-009427</a:t>
            </a:r>
          </a:p>
        </p:txBody>
      </p:sp>
      <p:sp>
        <p:nvSpPr>
          <p:cNvPr id="3" name="qa-v2-r2-title-p03-full-009427-4">
            <a:extLst xmlns:a="http://schemas.openxmlformats.org/drawingml/2006/main">
              <a:ext uri="{FF2B5EF4-FFF2-40B4-BE49-F238E27FC236}">
                <a16:creationId xmlns:a16="http://schemas.microsoft.com/office/drawing/2014/main" id="{C9D910C6-0C37-472B-A2DB-4C57F3CA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427-4">
            <a:extLst xmlns:a="http://schemas.openxmlformats.org/drawingml/2006/main">
              <a:ext uri="{FF2B5EF4-FFF2-40B4-BE49-F238E27FC236}">
                <a16:creationId xmlns:a16="http://schemas.microsoft.com/office/drawing/2014/main" id="{85ADB15E-794C-4B02-B00E-CBDDB3B0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p03-src-009427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02412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2026-08-25T12:51:45.2980000Z</dcterms:created>
  <dcterms:modified xsi:type="dcterms:W3CDTF">2026-08-25T12:51:45.2980000Z</dcterms:modified>
</coreProperties>
</file>