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ca54342c684a70" /><Relationship Type="http://schemas.openxmlformats.org/officeDocument/2006/relationships/extended-properties" Target="/docProps/app.xml" Id="R973404e920d340d8" /><Relationship Type="http://schemas.openxmlformats.org/officeDocument/2006/relationships/officeDocument" Target="/ppt/presentation.xml" Id="Re01672399d054e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c9786cdf674eb8"/>
  </p:sldMasterIdLst>
  <p:notesMasterIdLst>
    <p:notesMasterId xmlns:r="http://schemas.openxmlformats.org/officeDocument/2006/relationships" r:id="Re39a998775744577"/>
  </p:notesMasterIdLst>
  <p:sldIdLst>
    <p:sldId xmlns:r="http://schemas.openxmlformats.org/officeDocument/2006/relationships" id="256" r:id="Reb04a66f3b694399"/>
    <p:sldId xmlns:r="http://schemas.openxmlformats.org/officeDocument/2006/relationships" id="257" r:id="R704a3e911cc342d0"/>
    <p:sldId xmlns:r="http://schemas.openxmlformats.org/officeDocument/2006/relationships" id="258" r:id="Ra13315ab12ea4e00"/>
    <p:sldId xmlns:r="http://schemas.openxmlformats.org/officeDocument/2006/relationships" id="259" r:id="R12bc23c42a3f40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37f96df9dd4716" /><Relationship Type="http://schemas.openxmlformats.org/officeDocument/2006/relationships/slideMaster" Target="/ppt/slideMasters/slideMaster1.xml" Id="R01c9786cdf674eb8" /><Relationship Type="http://schemas.openxmlformats.org/officeDocument/2006/relationships/notesMaster" Target="/ppt/notesMasters/notesMaster1.xml" Id="Re39a998775744577" /><Relationship Type="http://schemas.openxmlformats.org/officeDocument/2006/relationships/presProps" Target="/ppt/presProps.xml" Id="Rc4ec1822c9f04552" /><Relationship Type="http://schemas.openxmlformats.org/officeDocument/2006/relationships/tableStyles" Target="/ppt/tableStyles.xml" Id="Ree685ad9589c492d" /><Relationship Type="http://schemas.openxmlformats.org/officeDocument/2006/relationships/slide" Target="/ppt/slides/slide1.xml" Id="Reb04a66f3b694399" /><Relationship Type="http://schemas.openxmlformats.org/officeDocument/2006/relationships/slide" Target="/ppt/slides/slide2.xml" Id="R704a3e911cc342d0" /><Relationship Type="http://schemas.openxmlformats.org/officeDocument/2006/relationships/slide" Target="/ppt/slides/slide3.xml" Id="Ra13315ab12ea4e00" /><Relationship Type="http://schemas.openxmlformats.org/officeDocument/2006/relationships/slide" Target="/ppt/slides/slide4.xml" Id="R12bc23c42a3f40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5789e54e904d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37ecbfaf464ef2" /><Relationship Type="http://schemas.openxmlformats.org/officeDocument/2006/relationships/notesMaster" Target="/ppt/notesMasters/notesMaster1.xml" Id="R58ef6383647747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c9faa50e55460e" /><Relationship Type="http://schemas.openxmlformats.org/officeDocument/2006/relationships/notesMaster" Target="/ppt/notesMasters/notesMaster1.xml" Id="R3da8bc5d389047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ea91edecb84ec3" /><Relationship Type="http://schemas.openxmlformats.org/officeDocument/2006/relationships/notesMaster" Target="/ppt/notesMasters/notesMaster1.xml" Id="Rc8afb8630b1648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d2c765d9194dfc" /><Relationship Type="http://schemas.openxmlformats.org/officeDocument/2006/relationships/notesMaster" Target="/ppt/notesMasters/notesMaster1.xml" Id="R503c463c9cea4b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f0cc1f85a44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4b2e187de34026" /><Relationship Type="http://schemas.openxmlformats.org/officeDocument/2006/relationships/slideLayout" Target="/ppt/slideLayouts/slideLayout1.xml" Id="Rab0c8a3dce4d46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0c8a3dce4d46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5dd3c16b040fa" /><Relationship Type="http://schemas.openxmlformats.org/officeDocument/2006/relationships/notesSlide" Target="/ppt/notesSlides/notesSlide1.xml" Id="Ref4a3258b02845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9422bf5944138" /><Relationship Type="http://schemas.openxmlformats.org/officeDocument/2006/relationships/notesSlide" Target="/ppt/notesSlides/notesSlide2.xml" Id="R3e4980eab9194d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4222494ec4913" /><Relationship Type="http://schemas.openxmlformats.org/officeDocument/2006/relationships/notesSlide" Target="/ppt/notesSlides/notesSlide3.xml" Id="Rb2c2f00ac7ce48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67a004ad040cd" /><Relationship Type="http://schemas.openxmlformats.org/officeDocument/2006/relationships/notesSlide" Target="/ppt/notesSlides/notesSlide4.xml" Id="R63a97efdb32444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928-1">
            <a:extLst xmlns:a="http://schemas.openxmlformats.org/drawingml/2006/main">
              <a:ext uri="{FF2B5EF4-FFF2-40B4-BE49-F238E27FC236}">
                <a16:creationId xmlns:a16="http://schemas.microsoft.com/office/drawing/2014/main" id="{B840002D-7B61-4853-8D40-4B5B6865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928-1">
            <a:extLst xmlns:a="http://schemas.openxmlformats.org/drawingml/2006/main">
              <a:ext uri="{FF2B5EF4-FFF2-40B4-BE49-F238E27FC236}">
                <a16:creationId xmlns:a16="http://schemas.microsoft.com/office/drawing/2014/main" id="{1B8F2BA3-EFFD-4480-A8CE-71E69303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p03-full-006928</a:t>
            </a:r>
          </a:p>
        </p:txBody>
      </p:sp>
      <p:sp>
        <p:nvSpPr>
          <p:cNvPr id="3" name="qa-v2-r2-title-p03-full-006928-1">
            <a:extLst xmlns:a="http://schemas.openxmlformats.org/drawingml/2006/main">
              <a:ext uri="{FF2B5EF4-FFF2-40B4-BE49-F238E27FC236}">
                <a16:creationId xmlns:a16="http://schemas.microsoft.com/office/drawing/2014/main" id="{AAD37885-AA18-47D3-BDAE-299E9E88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6928-1">
            <a:extLst xmlns:a="http://schemas.openxmlformats.org/drawingml/2006/main">
              <a:ext uri="{FF2B5EF4-FFF2-40B4-BE49-F238E27FC236}">
                <a16:creationId xmlns:a16="http://schemas.microsoft.com/office/drawing/2014/main" id="{831D42D7-D072-4903-B3F3-3E2295C3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compliance control evidence, the 2026 Q3 control evidence checksum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reconciliation security briefing frames RISK-031 as a source-reliability review.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 records RISK-031 on 2026-07-20 and evaluates source reliability,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provenance, and 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p03-src-006928 is the declared source; p03-full-001096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1315383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928-2">
            <a:extLst xmlns:a="http://schemas.openxmlformats.org/drawingml/2006/main">
              <a:ext uri="{FF2B5EF4-FFF2-40B4-BE49-F238E27FC236}">
                <a16:creationId xmlns:a16="http://schemas.microsoft.com/office/drawing/2014/main" id="{20415454-CAA8-4601-9813-D7294B30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928-2">
            <a:extLst xmlns:a="http://schemas.openxmlformats.org/drawingml/2006/main">
              <a:ext uri="{FF2B5EF4-FFF2-40B4-BE49-F238E27FC236}">
                <a16:creationId xmlns:a16="http://schemas.microsoft.com/office/drawing/2014/main" id="{E4F74319-211A-4C97-B328-5DDE38DD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p03-full-006928</a:t>
            </a:r>
          </a:p>
        </p:txBody>
      </p:sp>
      <p:sp>
        <p:nvSpPr>
          <p:cNvPr id="3" name="qa-v2-r2-title-p03-full-006928-2">
            <a:extLst xmlns:a="http://schemas.openxmlformats.org/drawingml/2006/main">
              <a:ext uri="{FF2B5EF4-FFF2-40B4-BE49-F238E27FC236}">
                <a16:creationId xmlns:a16="http://schemas.microsoft.com/office/drawing/2014/main" id="{2AC09C63-089C-4586-BE31-1CF66A6F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6928-2">
            <a:extLst xmlns:a="http://schemas.openxmlformats.org/drawingml/2006/main">
              <a:ext uri="{FF2B5EF4-FFF2-40B4-BE49-F238E27FC236}">
                <a16:creationId xmlns:a16="http://schemas.microsoft.com/office/drawing/2014/main" id="{5F5EA830-9AEC-4D15-9DA7-DC2BAD86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assigned record concerns 2026 q3 control evidence checksum reconciliation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compliance control evidence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requires a reviewer to explain how p03-src-006928 and p03-full-001096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timing consistency and source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reliability, provenance, and corroboration quality,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963316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928-3">
            <a:extLst xmlns:a="http://schemas.openxmlformats.org/drawingml/2006/main">
              <a:ext uri="{FF2B5EF4-FFF2-40B4-BE49-F238E27FC236}">
                <a16:creationId xmlns:a16="http://schemas.microsoft.com/office/drawing/2014/main" id="{3722D3C7-A0A4-4820-B6DA-11FDDA7A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928-3">
            <a:extLst xmlns:a="http://schemas.openxmlformats.org/drawingml/2006/main">
              <a:ext uri="{FF2B5EF4-FFF2-40B4-BE49-F238E27FC236}">
                <a16:creationId xmlns:a16="http://schemas.microsoft.com/office/drawing/2014/main" id="{8AA1BE2E-819A-431B-9215-319CAFC8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p03-full-006928</a:t>
            </a:r>
          </a:p>
        </p:txBody>
      </p:sp>
      <p:sp>
        <p:nvSpPr>
          <p:cNvPr id="3" name="qa-v2-r2-title-p03-full-006928-3">
            <a:extLst xmlns:a="http://schemas.openxmlformats.org/drawingml/2006/main">
              <a:ext uri="{FF2B5EF4-FFF2-40B4-BE49-F238E27FC236}">
                <a16:creationId xmlns:a16="http://schemas.microsoft.com/office/drawing/2014/main" id="{141201A4-DFEE-4FDD-AAE8-0FC4EE9D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6928-3">
            <a:extLst xmlns:a="http://schemas.openxmlformats.org/drawingml/2006/main">
              <a:ext uri="{FF2B5EF4-FFF2-40B4-BE49-F238E27FC236}">
                <a16:creationId xmlns:a16="http://schemas.microsoft.com/office/drawing/2014/main" id="{2F782A5D-BEF1-4FE7-94EB-6B6C1EE4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request an explicit corroborating note;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2083525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928-4">
            <a:extLst xmlns:a="http://schemas.openxmlformats.org/drawingml/2006/main">
              <a:ext uri="{FF2B5EF4-FFF2-40B4-BE49-F238E27FC236}">
                <a16:creationId xmlns:a16="http://schemas.microsoft.com/office/drawing/2014/main" id="{0BD18EA2-4CF2-4D7B-B87A-FEC18119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928-4">
            <a:extLst xmlns:a="http://schemas.openxmlformats.org/drawingml/2006/main">
              <a:ext uri="{FF2B5EF4-FFF2-40B4-BE49-F238E27FC236}">
                <a16:creationId xmlns:a16="http://schemas.microsoft.com/office/drawing/2014/main" id="{2DC592DB-0B06-4806-AFFC-3A259833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p03-full-006928</a:t>
            </a:r>
          </a:p>
        </p:txBody>
      </p:sp>
      <p:sp>
        <p:nvSpPr>
          <p:cNvPr id="3" name="qa-v2-r2-title-p03-full-006928-4">
            <a:extLst xmlns:a="http://schemas.openxmlformats.org/drawingml/2006/main">
              <a:ext uri="{FF2B5EF4-FFF2-40B4-BE49-F238E27FC236}">
                <a16:creationId xmlns:a16="http://schemas.microsoft.com/office/drawing/2014/main" id="{902D7DDA-24A3-4A70-B504-8854B1D3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6928-4">
            <a:extLst xmlns:a="http://schemas.openxmlformats.org/drawingml/2006/main">
              <a:ext uri="{FF2B5EF4-FFF2-40B4-BE49-F238E27FC236}">
                <a16:creationId xmlns:a16="http://schemas.microsoft.com/office/drawing/2014/main" id="{27393B80-E325-4A90-A8FB-2EAE6243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p03-full-001096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source reliability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2083525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2026-08-25T12:54:35.8750000Z</dcterms:created>
  <dcterms:modified xsi:type="dcterms:W3CDTF">2026-08-25T12:54:35.8750000Z</dcterms:modified>
</coreProperties>
</file>