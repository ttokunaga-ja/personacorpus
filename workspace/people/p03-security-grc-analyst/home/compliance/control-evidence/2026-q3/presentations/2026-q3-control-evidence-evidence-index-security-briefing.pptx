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fc6fd3c3e467a" /><Relationship Type="http://schemas.openxmlformats.org/officeDocument/2006/relationships/extended-properties" Target="/docProps/app.xml" Id="Rf043eddea79e4ce6" /><Relationship Type="http://schemas.openxmlformats.org/officeDocument/2006/relationships/officeDocument" Target="/ppt/presentation.xml" Id="R4c9087ec395843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3601affa8e4272"/>
  </p:sldMasterIdLst>
  <p:notesMasterIdLst>
    <p:notesMasterId xmlns:r="http://schemas.openxmlformats.org/officeDocument/2006/relationships" r:id="R6fd49e21a0a341e2"/>
  </p:notesMasterIdLst>
  <p:sldIdLst>
    <p:sldId xmlns:r="http://schemas.openxmlformats.org/officeDocument/2006/relationships" id="256" r:id="R410434abbff14333"/>
    <p:sldId xmlns:r="http://schemas.openxmlformats.org/officeDocument/2006/relationships" id="257" r:id="R8dc2ae938fa04233"/>
    <p:sldId xmlns:r="http://schemas.openxmlformats.org/officeDocument/2006/relationships" id="258" r:id="R46747b8fc54c426d"/>
    <p:sldId xmlns:r="http://schemas.openxmlformats.org/officeDocument/2006/relationships" id="259" r:id="R915f7c81e24d4a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be279d255d4c34" /><Relationship Type="http://schemas.openxmlformats.org/officeDocument/2006/relationships/slideMaster" Target="/ppt/slideMasters/slideMaster1.xml" Id="Ra63601affa8e4272" /><Relationship Type="http://schemas.openxmlformats.org/officeDocument/2006/relationships/notesMaster" Target="/ppt/notesMasters/notesMaster1.xml" Id="R6fd49e21a0a341e2" /><Relationship Type="http://schemas.openxmlformats.org/officeDocument/2006/relationships/presProps" Target="/ppt/presProps.xml" Id="Rc3a32a6c0cd24f46" /><Relationship Type="http://schemas.openxmlformats.org/officeDocument/2006/relationships/tableStyles" Target="/ppt/tableStyles.xml" Id="Rbef968c17021458f" /><Relationship Type="http://schemas.openxmlformats.org/officeDocument/2006/relationships/slide" Target="/ppt/slides/slide1.xml" Id="R410434abbff14333" /><Relationship Type="http://schemas.openxmlformats.org/officeDocument/2006/relationships/slide" Target="/ppt/slides/slide2.xml" Id="R8dc2ae938fa04233" /><Relationship Type="http://schemas.openxmlformats.org/officeDocument/2006/relationships/slide" Target="/ppt/slides/slide3.xml" Id="R46747b8fc54c426d" /><Relationship Type="http://schemas.openxmlformats.org/officeDocument/2006/relationships/slide" Target="/ppt/slides/slide4.xml" Id="R915f7c81e24d4a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f7ba70c34347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5117353f7a4266" /><Relationship Type="http://schemas.openxmlformats.org/officeDocument/2006/relationships/notesMaster" Target="/ppt/notesMasters/notesMaster1.xml" Id="Rfb82842927244d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2da3010426438d" /><Relationship Type="http://schemas.openxmlformats.org/officeDocument/2006/relationships/notesMaster" Target="/ppt/notesMasters/notesMaster1.xml" Id="Rd7599e8655fd4a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b8e1efb7864270" /><Relationship Type="http://schemas.openxmlformats.org/officeDocument/2006/relationships/notesMaster" Target="/ppt/notesMasters/notesMaster1.xml" Id="R92cdab450d8441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014062e9684f80" /><Relationship Type="http://schemas.openxmlformats.org/officeDocument/2006/relationships/notesMaster" Target="/ppt/notesMasters/notesMaster1.xml" Id="R7b8dd33d457c49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7d2a6f2d0c41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4905f64aac4412" /><Relationship Type="http://schemas.openxmlformats.org/officeDocument/2006/relationships/slideLayout" Target="/ppt/slideLayouts/slideLayout1.xml" Id="Rff6b78ca4aa047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6b78ca4aa047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86ce38f4e4912" /><Relationship Type="http://schemas.openxmlformats.org/officeDocument/2006/relationships/notesSlide" Target="/ppt/notesSlides/notesSlide1.xml" Id="Rb57852fab27d41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1180f61724a2d" /><Relationship Type="http://schemas.openxmlformats.org/officeDocument/2006/relationships/notesSlide" Target="/ppt/notesSlides/notesSlide2.xml" Id="Rd45a3a13228b4d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2fdfcb1f040b4" /><Relationship Type="http://schemas.openxmlformats.org/officeDocument/2006/relationships/notesSlide" Target="/ppt/notesSlides/notesSlide3.xml" Id="R277726b73dc242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3d4d23e374dfa" /><Relationship Type="http://schemas.openxmlformats.org/officeDocument/2006/relationships/notesSlide" Target="/ppt/notesSlides/notesSlide4.xml" Id="Rbb913c831af647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327-1">
            <a:extLst xmlns:a="http://schemas.openxmlformats.org/drawingml/2006/main">
              <a:ext uri="{FF2B5EF4-FFF2-40B4-BE49-F238E27FC236}">
                <a16:creationId xmlns:a16="http://schemas.microsoft.com/office/drawing/2014/main" id="{2E72A98F-0E5A-4422-8ADA-D32CC60E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327-1">
            <a:extLst xmlns:a="http://schemas.openxmlformats.org/drawingml/2006/main">
              <a:ext uri="{FF2B5EF4-FFF2-40B4-BE49-F238E27FC236}">
                <a16:creationId xmlns:a16="http://schemas.microsoft.com/office/drawing/2014/main" id="{09F70B19-955B-4761-A654-3A83EAEF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p03-full-008327</a:t>
            </a:r>
          </a:p>
        </p:txBody>
      </p:sp>
      <p:sp>
        <p:nvSpPr>
          <p:cNvPr id="3" name="qa-v2-r2-title-p03-full-008327-1">
            <a:extLst xmlns:a="http://schemas.openxmlformats.org/drawingml/2006/main">
              <a:ext uri="{FF2B5EF4-FFF2-40B4-BE49-F238E27FC236}">
                <a16:creationId xmlns:a16="http://schemas.microsoft.com/office/drawing/2014/main" id="{7755EC1D-A311-401F-B331-57764CA7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8327-1">
            <a:extLst xmlns:a="http://schemas.openxmlformats.org/drawingml/2006/main">
              <a:ext uri="{FF2B5EF4-FFF2-40B4-BE49-F238E27FC236}">
                <a16:creationId xmlns:a16="http://schemas.microsoft.com/office/drawing/2014/main" id="{B0DF981A-BB8D-4132-8A2C-59634031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 as an approval boundary question focused on ownership,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boundaries,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p03-src-008327 is the declared source; p03-full-002685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47774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327-2">
            <a:extLst xmlns:a="http://schemas.openxmlformats.org/drawingml/2006/main">
              <a:ext uri="{FF2B5EF4-FFF2-40B4-BE49-F238E27FC236}">
                <a16:creationId xmlns:a16="http://schemas.microsoft.com/office/drawing/2014/main" id="{BA18DC27-9DAC-424E-A8F7-F3F8F29B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327-2">
            <a:extLst xmlns:a="http://schemas.openxmlformats.org/drawingml/2006/main">
              <a:ext uri="{FF2B5EF4-FFF2-40B4-BE49-F238E27FC236}">
                <a16:creationId xmlns:a16="http://schemas.microsoft.com/office/drawing/2014/main" id="{6BEDCBCE-7F55-4708-8BF6-11E63B77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p03-full-008327</a:t>
            </a:r>
          </a:p>
        </p:txBody>
      </p:sp>
      <p:sp>
        <p:nvSpPr>
          <p:cNvPr id="3" name="qa-v2-r2-title-p03-full-008327-2">
            <a:extLst xmlns:a="http://schemas.openxmlformats.org/drawingml/2006/main">
              <a:ext uri="{FF2B5EF4-FFF2-40B4-BE49-F238E27FC236}">
                <a16:creationId xmlns:a16="http://schemas.microsoft.com/office/drawing/2014/main" id="{EB139446-00FD-4937-9E37-17529AF2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8327-2">
            <a:extLst xmlns:a="http://schemas.openxmlformats.org/drawingml/2006/main">
              <a:ext uri="{FF2B5EF4-FFF2-40B4-BE49-F238E27FC236}">
                <a16:creationId xmlns:a16="http://schemas.microsoft.com/office/drawing/2014/main" id="{D519D3E2-7D15-409C-A38D-5828D59F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2026 q3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 and requires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reviewer to explain how p03-src-008327 and p03-full-002685 support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record-to-decision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305967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327-3">
            <a:extLst xmlns:a="http://schemas.openxmlformats.org/drawingml/2006/main">
              <a:ext uri="{FF2B5EF4-FFF2-40B4-BE49-F238E27FC236}">
                <a16:creationId xmlns:a16="http://schemas.microsoft.com/office/drawing/2014/main" id="{9EF8F132-721F-4E54-AB5B-04AB6070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327-3">
            <a:extLst xmlns:a="http://schemas.openxmlformats.org/drawingml/2006/main">
              <a:ext uri="{FF2B5EF4-FFF2-40B4-BE49-F238E27FC236}">
                <a16:creationId xmlns:a16="http://schemas.microsoft.com/office/drawing/2014/main" id="{4D4778B6-D2BB-4A93-98AF-E7B51D7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p03-full-008327</a:t>
            </a:r>
          </a:p>
        </p:txBody>
      </p:sp>
      <p:sp>
        <p:nvSpPr>
          <p:cNvPr id="3" name="qa-v2-r2-title-p03-full-008327-3">
            <a:extLst xmlns:a="http://schemas.openxmlformats.org/drawingml/2006/main">
              <a:ext uri="{FF2B5EF4-FFF2-40B4-BE49-F238E27FC236}">
                <a16:creationId xmlns:a16="http://schemas.microsoft.com/office/drawing/2014/main" id="{ACE1571B-949C-497D-800A-5DAE2F6D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8327-3">
            <a:extLst xmlns:a="http://schemas.openxmlformats.org/drawingml/2006/main">
              <a:ext uri="{FF2B5EF4-FFF2-40B4-BE49-F238E27FC236}">
                <a16:creationId xmlns:a16="http://schemas.microsoft.com/office/drawing/2014/main" id="{E2F4CB4E-EBC7-4CA3-8A82-147AA3A4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restate the approval boundary;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2292552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327-4">
            <a:extLst xmlns:a="http://schemas.openxmlformats.org/drawingml/2006/main">
              <a:ext uri="{FF2B5EF4-FFF2-40B4-BE49-F238E27FC236}">
                <a16:creationId xmlns:a16="http://schemas.microsoft.com/office/drawing/2014/main" id="{D76D9F23-FEA4-47F3-9A78-BA88D1F4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327-4">
            <a:extLst xmlns:a="http://schemas.openxmlformats.org/drawingml/2006/main">
              <a:ext uri="{FF2B5EF4-FFF2-40B4-BE49-F238E27FC236}">
                <a16:creationId xmlns:a16="http://schemas.microsoft.com/office/drawing/2014/main" id="{315854F1-2CBF-4FF7-B388-17C0BD6B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p03-full-008327</a:t>
            </a:r>
          </a:p>
        </p:txBody>
      </p:sp>
      <p:sp>
        <p:nvSpPr>
          <p:cNvPr id="3" name="qa-v2-r2-title-p03-full-008327-4">
            <a:extLst xmlns:a="http://schemas.openxmlformats.org/drawingml/2006/main">
              <a:ext uri="{FF2B5EF4-FFF2-40B4-BE49-F238E27FC236}">
                <a16:creationId xmlns:a16="http://schemas.microsoft.com/office/drawing/2014/main" id="{916DF41F-EE77-40F0-B906-0D7014AB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8327-4">
            <a:extLst xmlns:a="http://schemas.openxmlformats.org/drawingml/2006/main">
              <a:ext uri="{FF2B5EF4-FFF2-40B4-BE49-F238E27FC236}">
                <a16:creationId xmlns:a16="http://schemas.microsoft.com/office/drawing/2014/main" id="{86B79462-0F7B-4B65-BD05-A3AD2FBE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p03-full-002685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approval boundary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229255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2026-08-25T12:54:57.1850000Z</dcterms:created>
  <dcterms:modified xsi:type="dcterms:W3CDTF">2026-08-25T12:54:57.1850000Z</dcterms:modified>
</coreProperties>
</file>