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c0f04cee744487" /><Relationship Type="http://schemas.openxmlformats.org/officeDocument/2006/relationships/extended-properties" Target="/docProps/app.xml" Id="R16ce64cf152d436d" /><Relationship Type="http://schemas.openxmlformats.org/officeDocument/2006/relationships/officeDocument" Target="/ppt/presentation.xml" Id="Rfed49cd90df94a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43d0a4e45d49a4"/>
  </p:sldMasterIdLst>
  <p:notesMasterIdLst>
    <p:notesMasterId xmlns:r="http://schemas.openxmlformats.org/officeDocument/2006/relationships" r:id="Rabcee5c11fb14f54"/>
  </p:notesMasterIdLst>
  <p:sldIdLst>
    <p:sldId xmlns:r="http://schemas.openxmlformats.org/officeDocument/2006/relationships" id="256" r:id="R0b819866dd8a449f"/>
    <p:sldId xmlns:r="http://schemas.openxmlformats.org/officeDocument/2006/relationships" id="257" r:id="R60a06a8e9d1b4716"/>
    <p:sldId xmlns:r="http://schemas.openxmlformats.org/officeDocument/2006/relationships" id="258" r:id="R4e400bab4e164647"/>
    <p:sldId xmlns:r="http://schemas.openxmlformats.org/officeDocument/2006/relationships" id="259" r:id="R4260de57721a41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f2310ddf444ab" /><Relationship Type="http://schemas.openxmlformats.org/officeDocument/2006/relationships/slideMaster" Target="/ppt/slideMasters/slideMaster1.xml" Id="Rb343d0a4e45d49a4" /><Relationship Type="http://schemas.openxmlformats.org/officeDocument/2006/relationships/notesMaster" Target="/ppt/notesMasters/notesMaster1.xml" Id="Rabcee5c11fb14f54" /><Relationship Type="http://schemas.openxmlformats.org/officeDocument/2006/relationships/presProps" Target="/ppt/presProps.xml" Id="Re0e4379de3b349c4" /><Relationship Type="http://schemas.openxmlformats.org/officeDocument/2006/relationships/tableStyles" Target="/ppt/tableStyles.xml" Id="Rf1b8b51d4d3948ac" /><Relationship Type="http://schemas.openxmlformats.org/officeDocument/2006/relationships/slide" Target="/ppt/slides/slide1.xml" Id="R0b819866dd8a449f" /><Relationship Type="http://schemas.openxmlformats.org/officeDocument/2006/relationships/slide" Target="/ppt/slides/slide2.xml" Id="R60a06a8e9d1b4716" /><Relationship Type="http://schemas.openxmlformats.org/officeDocument/2006/relationships/slide" Target="/ppt/slides/slide3.xml" Id="R4e400bab4e164647" /><Relationship Type="http://schemas.openxmlformats.org/officeDocument/2006/relationships/slide" Target="/ppt/slides/slide4.xml" Id="R4260de57721a41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4bd087efe1b45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548255864f45cf" /><Relationship Type="http://schemas.openxmlformats.org/officeDocument/2006/relationships/notesMaster" Target="/ppt/notesMasters/notesMaster1.xml" Id="Rd2dba77053c742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b8f83205c64206" /><Relationship Type="http://schemas.openxmlformats.org/officeDocument/2006/relationships/notesMaster" Target="/ppt/notesMasters/notesMaster1.xml" Id="R6939e577e4db41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74a30645274608" /><Relationship Type="http://schemas.openxmlformats.org/officeDocument/2006/relationships/notesMaster" Target="/ppt/notesMasters/notesMaster1.xml" Id="Ra34de686bb7645b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e2e9b2ad114380" /><Relationship Type="http://schemas.openxmlformats.org/officeDocument/2006/relationships/notesMaster" Target="/ppt/notesMasters/notesMaster1.xml" Id="R2aa9cbd6d2bd4d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c228587e8146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380226849bf4d01" /><Relationship Type="http://schemas.openxmlformats.org/officeDocument/2006/relationships/slideLayout" Target="/ppt/slideLayouts/slideLayout1.xml" Id="R59011375b28549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011375b28549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716ade89304e92" /><Relationship Type="http://schemas.openxmlformats.org/officeDocument/2006/relationships/notesSlide" Target="/ppt/notesSlides/notesSlide1.xml" Id="R9c9415c13be545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3b2ed87c14d02" /><Relationship Type="http://schemas.openxmlformats.org/officeDocument/2006/relationships/notesSlide" Target="/ppt/notesSlides/notesSlide2.xml" Id="R10738ac779ce49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676ca0f7a4b5b" /><Relationship Type="http://schemas.openxmlformats.org/officeDocument/2006/relationships/notesSlide" Target="/ppt/notesSlides/notesSlide3.xml" Id="Rc8f05e8cd3d342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ed13f5e9e4f2f" /><Relationship Type="http://schemas.openxmlformats.org/officeDocument/2006/relationships/notesSlide" Target="/ppt/notesSlides/notesSlide4.xml" Id="R0dddab81534944e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27-1">
            <a:extLst xmlns:a="http://schemas.openxmlformats.org/drawingml/2006/main">
              <a:ext uri="{FF2B5EF4-FFF2-40B4-BE49-F238E27FC236}">
                <a16:creationId xmlns:a16="http://schemas.microsoft.com/office/drawing/2014/main" id="{A67B3896-4E59-4C85-AC6C-CF01955F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27-1">
            <a:extLst xmlns:a="http://schemas.openxmlformats.org/drawingml/2006/main">
              <a:ext uri="{FF2B5EF4-FFF2-40B4-BE49-F238E27FC236}">
                <a16:creationId xmlns:a16="http://schemas.microsoft.com/office/drawing/2014/main" id="{EB19EE0D-8E52-408D-A644-FA605573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p03-full-007127</a:t>
            </a:r>
          </a:p>
        </p:txBody>
      </p:sp>
      <p:sp>
        <p:nvSpPr>
          <p:cNvPr id="3" name="qa-v2-r2-title-p03-full-007127-1">
            <a:extLst xmlns:a="http://schemas.openxmlformats.org/drawingml/2006/main">
              <a:ext uri="{FF2B5EF4-FFF2-40B4-BE49-F238E27FC236}">
                <a16:creationId xmlns:a16="http://schemas.microsoft.com/office/drawing/2014/main" id="{4BDC476A-781B-4E9B-AD77-27A7F9E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7127-1">
            <a:extLst xmlns:a="http://schemas.openxmlformats.org/drawingml/2006/main">
              <a:ext uri="{FF2B5EF4-FFF2-40B4-BE49-F238E27FC236}">
                <a16:creationId xmlns:a16="http://schemas.microsoft.com/office/drawing/2014/main" id="{96F86781-9778-422A-88F0-B02F8B2C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index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security 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2026-07-20. The assessment emphasizes dependency meaning,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operational 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p03-src-007127; p03-full-002685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decision trace assessment.</a:t>
            </a:r>
          </a:p>
        </p:txBody>
      </p:sp>
    </p:spTree>
    <p:extLst>
      <p:ext uri="{BB962C8B-B14F-4D97-AF65-F5344CB8AC3E}">
        <p14:creationId xmlns:p14="http://schemas.microsoft.com/office/powerpoint/2010/main" val="225276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27-2">
            <a:extLst xmlns:a="http://schemas.openxmlformats.org/drawingml/2006/main">
              <a:ext uri="{FF2B5EF4-FFF2-40B4-BE49-F238E27FC236}">
                <a16:creationId xmlns:a16="http://schemas.microsoft.com/office/drawing/2014/main" id="{48AC00BB-D67A-4C2C-8205-74083945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27-2">
            <a:extLst xmlns:a="http://schemas.openxmlformats.org/drawingml/2006/main">
              <a:ext uri="{FF2B5EF4-FFF2-40B4-BE49-F238E27FC236}">
                <a16:creationId xmlns:a16="http://schemas.microsoft.com/office/drawing/2014/main" id="{11C3FDAA-6815-4410-9C06-75062DCD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p03-full-007127</a:t>
            </a:r>
          </a:p>
        </p:txBody>
      </p:sp>
      <p:sp>
        <p:nvSpPr>
          <p:cNvPr id="3" name="qa-v2-r2-title-p03-full-007127-2">
            <a:extLst xmlns:a="http://schemas.openxmlformats.org/drawingml/2006/main">
              <a:ext uri="{FF2B5EF4-FFF2-40B4-BE49-F238E27FC236}">
                <a16:creationId xmlns:a16="http://schemas.microsoft.com/office/drawing/2014/main" id="{A5B320C8-ADE2-47D7-BB50-5E9DF02D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7127-2">
            <a:extLst xmlns:a="http://schemas.openxmlformats.org/drawingml/2006/main">
              <a:ext uri="{FF2B5EF4-FFF2-40B4-BE49-F238E27FC236}">
                <a16:creationId xmlns:a16="http://schemas.microsoft.com/office/drawing/2014/main" id="{547A0484-BCF9-4729-99E3-59FD6398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index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 and requires a reviewer to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explain how p03-src-007127 and p03-full-002685 support the stated 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4350010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27-3">
            <a:extLst xmlns:a="http://schemas.openxmlformats.org/drawingml/2006/main">
              <a:ext uri="{FF2B5EF4-FFF2-40B4-BE49-F238E27FC236}">
                <a16:creationId xmlns:a16="http://schemas.microsoft.com/office/drawing/2014/main" id="{85F969B6-AD79-4C0B-A997-2421603D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27-3">
            <a:extLst xmlns:a="http://schemas.openxmlformats.org/drawingml/2006/main">
              <a:ext uri="{FF2B5EF4-FFF2-40B4-BE49-F238E27FC236}">
                <a16:creationId xmlns:a16="http://schemas.microsoft.com/office/drawing/2014/main" id="{F8A87C4B-F461-4955-B0B6-7F7E0F47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p03-full-007127</a:t>
            </a:r>
          </a:p>
        </p:txBody>
      </p:sp>
      <p:sp>
        <p:nvSpPr>
          <p:cNvPr id="3" name="qa-v2-r2-title-p03-full-007127-3">
            <a:extLst xmlns:a="http://schemas.openxmlformats.org/drawingml/2006/main">
              <a:ext uri="{FF2B5EF4-FFF2-40B4-BE49-F238E27FC236}">
                <a16:creationId xmlns:a16="http://schemas.microsoft.com/office/drawing/2014/main" id="{A5E11CBA-EB88-41F5-B1C7-0CA5AF8D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7127-3">
            <a:extLst xmlns:a="http://schemas.openxmlformats.org/drawingml/2006/main">
              <a:ext uri="{FF2B5EF4-FFF2-40B4-BE49-F238E27FC236}">
                <a16:creationId xmlns:a16="http://schemas.microsoft.com/office/drawing/2014/main" id="{97C976D1-CB15-4AED-9F6D-2286868B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document the decision condition;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822203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7127-4">
            <a:extLst xmlns:a="http://schemas.openxmlformats.org/drawingml/2006/main">
              <a:ext uri="{FF2B5EF4-FFF2-40B4-BE49-F238E27FC236}">
                <a16:creationId xmlns:a16="http://schemas.microsoft.com/office/drawing/2014/main" id="{4A470806-D96D-4C33-955A-E06D424C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7127-4">
            <a:extLst xmlns:a="http://schemas.openxmlformats.org/drawingml/2006/main">
              <a:ext uri="{FF2B5EF4-FFF2-40B4-BE49-F238E27FC236}">
                <a16:creationId xmlns:a16="http://schemas.microsoft.com/office/drawing/2014/main" id="{1B101D93-F54D-42E7-BA5F-357127F4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p03-full-007127</a:t>
            </a:r>
          </a:p>
        </p:txBody>
      </p:sp>
      <p:sp>
        <p:nvSpPr>
          <p:cNvPr id="3" name="qa-v2-r2-title-p03-full-007127-4">
            <a:extLst xmlns:a="http://schemas.openxmlformats.org/drawingml/2006/main">
              <a:ext uri="{FF2B5EF4-FFF2-40B4-BE49-F238E27FC236}">
                <a16:creationId xmlns:a16="http://schemas.microsoft.com/office/drawing/2014/main" id="{7D19C581-3C30-40E8-A302-BE7E0DB6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7127-4">
            <a:extLst xmlns:a="http://schemas.openxmlformats.org/drawingml/2006/main">
              <a:ext uri="{FF2B5EF4-FFF2-40B4-BE49-F238E27FC236}">
                <a16:creationId xmlns:a16="http://schemas.microsoft.com/office/drawing/2014/main" id="{A22D2547-3596-4F41-A3CB-60175BE2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p03-src-007127 with p03-full-002685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decision trace.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8222038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2026-08-25T12:53:31.9470000Z</dcterms:created>
  <dcterms:modified xsi:type="dcterms:W3CDTF">2026-08-25T12:53:31.9470000Z</dcterms:modified>
</coreProperties>
</file>