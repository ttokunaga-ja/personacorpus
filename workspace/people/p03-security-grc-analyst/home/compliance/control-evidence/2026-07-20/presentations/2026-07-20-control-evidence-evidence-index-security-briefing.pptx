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75b6954b604bf1" /><Relationship Type="http://schemas.openxmlformats.org/officeDocument/2006/relationships/extended-properties" Target="/docProps/app.xml" Id="Rb23ac607c4ef4224" /><Relationship Type="http://schemas.openxmlformats.org/officeDocument/2006/relationships/officeDocument" Target="/ppt/presentation.xml" Id="R5f8e78a2c1bd46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3403a72584afa"/>
  </p:sldMasterIdLst>
  <p:notesMasterIdLst>
    <p:notesMasterId xmlns:r="http://schemas.openxmlformats.org/officeDocument/2006/relationships" r:id="Rd7596f11c21e4e53"/>
  </p:notesMasterIdLst>
  <p:sldIdLst>
    <p:sldId xmlns:r="http://schemas.openxmlformats.org/officeDocument/2006/relationships" id="256" r:id="R98e6a73be4bb40ce"/>
    <p:sldId xmlns:r="http://schemas.openxmlformats.org/officeDocument/2006/relationships" id="257" r:id="Radcdd25db4ab4149"/>
    <p:sldId xmlns:r="http://schemas.openxmlformats.org/officeDocument/2006/relationships" id="258" r:id="Rc82616f0def640b6"/>
    <p:sldId xmlns:r="http://schemas.openxmlformats.org/officeDocument/2006/relationships" id="259" r:id="R794d4fbcb36b4a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0a17edca83409f" /><Relationship Type="http://schemas.openxmlformats.org/officeDocument/2006/relationships/slideMaster" Target="/ppt/slideMasters/slideMaster1.xml" Id="Rb2c3403a72584afa" /><Relationship Type="http://schemas.openxmlformats.org/officeDocument/2006/relationships/notesMaster" Target="/ppt/notesMasters/notesMaster1.xml" Id="Rd7596f11c21e4e53" /><Relationship Type="http://schemas.openxmlformats.org/officeDocument/2006/relationships/presProps" Target="/ppt/presProps.xml" Id="R61b5951c2cc74373" /><Relationship Type="http://schemas.openxmlformats.org/officeDocument/2006/relationships/tableStyles" Target="/ppt/tableStyles.xml" Id="R828f132d43aa4f5d" /><Relationship Type="http://schemas.openxmlformats.org/officeDocument/2006/relationships/slide" Target="/ppt/slides/slide1.xml" Id="R98e6a73be4bb40ce" /><Relationship Type="http://schemas.openxmlformats.org/officeDocument/2006/relationships/slide" Target="/ppt/slides/slide2.xml" Id="Radcdd25db4ab4149" /><Relationship Type="http://schemas.openxmlformats.org/officeDocument/2006/relationships/slide" Target="/ppt/slides/slide3.xml" Id="Rc82616f0def640b6" /><Relationship Type="http://schemas.openxmlformats.org/officeDocument/2006/relationships/slide" Target="/ppt/slides/slide4.xml" Id="R794d4fbcb36b4a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d112936c8643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45950c96b342f2" /><Relationship Type="http://schemas.openxmlformats.org/officeDocument/2006/relationships/notesMaster" Target="/ppt/notesMasters/notesMaster1.xml" Id="Rdb67055c8e244d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1dee299aa54af6" /><Relationship Type="http://schemas.openxmlformats.org/officeDocument/2006/relationships/notesMaster" Target="/ppt/notesMasters/notesMaster1.xml" Id="Rc91133c50c1a4f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8b962fb0d14f1e" /><Relationship Type="http://schemas.openxmlformats.org/officeDocument/2006/relationships/notesMaster" Target="/ppt/notesMasters/notesMaster1.xml" Id="Rd7595d9420d94e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c4304c81374ae3" /><Relationship Type="http://schemas.openxmlformats.org/officeDocument/2006/relationships/notesMaster" Target="/ppt/notesMasters/notesMaster1.xml" Id="R3ba7c58f4fea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8fc90d25146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7d8981dd074499" /><Relationship Type="http://schemas.openxmlformats.org/officeDocument/2006/relationships/slideLayout" Target="/ppt/slideLayouts/slideLayout1.xml" Id="Rc1863c9318cc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863c9318cc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e7f9bf55049ed" /><Relationship Type="http://schemas.openxmlformats.org/officeDocument/2006/relationships/notesSlide" Target="/ppt/notesSlides/notesSlide1.xml" Id="R7ff55001ad1048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a968b6b0b4cc1" /><Relationship Type="http://schemas.openxmlformats.org/officeDocument/2006/relationships/notesSlide" Target="/ppt/notesSlides/notesSlide2.xml" Id="R2f8081e56f4d4c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bf1d36a9148c7" /><Relationship Type="http://schemas.openxmlformats.org/officeDocument/2006/relationships/notesSlide" Target="/ppt/notesSlides/notesSlide3.xml" Id="R9169bbfc6e9f42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ceae239364136" /><Relationship Type="http://schemas.openxmlformats.org/officeDocument/2006/relationships/notesSlide" Target="/ppt/notesSlides/notesSlide4.xml" Id="Reb6705a16eb640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127-1">
            <a:extLst xmlns:a="http://schemas.openxmlformats.org/drawingml/2006/main">
              <a:ext uri="{FF2B5EF4-FFF2-40B4-BE49-F238E27FC236}">
                <a16:creationId xmlns:a16="http://schemas.microsoft.com/office/drawing/2014/main" id="{5206F3A7-C11B-4F1F-8B75-85453E3C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127-1">
            <a:extLst xmlns:a="http://schemas.openxmlformats.org/drawingml/2006/main">
              <a:ext uri="{FF2B5EF4-FFF2-40B4-BE49-F238E27FC236}">
                <a16:creationId xmlns:a16="http://schemas.microsoft.com/office/drawing/2014/main" id="{6E0EE8B4-EABF-40A3-A251-D980031E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p03-full-000127</a:t>
            </a:r>
          </a:p>
        </p:txBody>
      </p:sp>
      <p:sp>
        <p:nvSpPr>
          <p:cNvPr id="3" name="qa-v2-r2-title-p03-full-000127-1">
            <a:extLst xmlns:a="http://schemas.openxmlformats.org/drawingml/2006/main">
              <a:ext uri="{FF2B5EF4-FFF2-40B4-BE49-F238E27FC236}">
                <a16:creationId xmlns:a16="http://schemas.microsoft.com/office/drawing/2014/main" id="{C2A3ACE1-CACC-47E5-8C57-FC5CA541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127-1">
            <a:extLst xmlns:a="http://schemas.openxmlformats.org/drawingml/2006/main">
              <a:ext uri="{FF2B5EF4-FFF2-40B4-BE49-F238E27FC236}">
                <a16:creationId xmlns:a16="http://schemas.microsoft.com/office/drawing/2014/main" id="{81FCF9FA-6563-4481-983C-059DDDD7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p03-src-000127; p03-full-001778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approval boundary assessment.</a:t>
            </a:r>
          </a:p>
        </p:txBody>
      </p:sp>
    </p:spTree>
    <p:extLst>
      <p:ext uri="{BB962C8B-B14F-4D97-AF65-F5344CB8AC3E}">
        <p14:creationId xmlns:p14="http://schemas.microsoft.com/office/powerpoint/2010/main" val="1246778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127-2">
            <a:extLst xmlns:a="http://schemas.openxmlformats.org/drawingml/2006/main">
              <a:ext uri="{FF2B5EF4-FFF2-40B4-BE49-F238E27FC236}">
                <a16:creationId xmlns:a16="http://schemas.microsoft.com/office/drawing/2014/main" id="{38A561A7-10DD-4453-8FD0-A5356A45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127-2">
            <a:extLst xmlns:a="http://schemas.openxmlformats.org/drawingml/2006/main">
              <a:ext uri="{FF2B5EF4-FFF2-40B4-BE49-F238E27FC236}">
                <a16:creationId xmlns:a16="http://schemas.microsoft.com/office/drawing/2014/main" id="{264A826A-D0F6-4437-B705-AAD6B255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p03-full-000127</a:t>
            </a:r>
          </a:p>
        </p:txBody>
      </p:sp>
      <p:sp>
        <p:nvSpPr>
          <p:cNvPr id="3" name="qa-v2-r2-title-p03-full-000127-2">
            <a:extLst xmlns:a="http://schemas.openxmlformats.org/drawingml/2006/main">
              <a:ext uri="{FF2B5EF4-FFF2-40B4-BE49-F238E27FC236}">
                <a16:creationId xmlns:a16="http://schemas.microsoft.com/office/drawing/2014/main" id="{879096D2-C411-4F13-8E13-097644B1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127-2">
            <a:extLst xmlns:a="http://schemas.openxmlformats.org/drawingml/2006/main">
              <a:ext uri="{FF2B5EF4-FFF2-40B4-BE49-F238E27FC236}">
                <a16:creationId xmlns:a16="http://schemas.microsoft.com/office/drawing/2014/main" id="{21EE6BB4-FF68-432C-ACDB-8AA959BD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p03-src-000127 and p03-full-001778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exception-to-owner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798799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127-3">
            <a:extLst xmlns:a="http://schemas.openxmlformats.org/drawingml/2006/main">
              <a:ext uri="{FF2B5EF4-FFF2-40B4-BE49-F238E27FC236}">
                <a16:creationId xmlns:a16="http://schemas.microsoft.com/office/drawing/2014/main" id="{3BA2229E-E166-49A8-ADE6-D27316C1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127-3">
            <a:extLst xmlns:a="http://schemas.openxmlformats.org/drawingml/2006/main">
              <a:ext uri="{FF2B5EF4-FFF2-40B4-BE49-F238E27FC236}">
                <a16:creationId xmlns:a16="http://schemas.microsoft.com/office/drawing/2014/main" id="{6131B6EF-8D29-4FF9-BB2D-227AFCD2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p03-full-000127</a:t>
            </a:r>
          </a:p>
        </p:txBody>
      </p:sp>
      <p:sp>
        <p:nvSpPr>
          <p:cNvPr id="3" name="qa-v2-r2-title-p03-full-000127-3">
            <a:extLst xmlns:a="http://schemas.openxmlformats.org/drawingml/2006/main">
              <a:ext uri="{FF2B5EF4-FFF2-40B4-BE49-F238E27FC236}">
                <a16:creationId xmlns:a16="http://schemas.microsoft.com/office/drawing/2014/main" id="{7983466B-FEBD-414B-9A81-BE06A61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127-3">
            <a:extLst xmlns:a="http://schemas.openxmlformats.org/drawingml/2006/main">
              <a:ext uri="{FF2B5EF4-FFF2-40B4-BE49-F238E27FC236}">
                <a16:creationId xmlns:a16="http://schemas.microsoft.com/office/drawing/2014/main" id="{9EFA9D6F-5AE6-4BFF-A35A-905F3D7D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hold the conclusion for review;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95248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127-4">
            <a:extLst xmlns:a="http://schemas.openxmlformats.org/drawingml/2006/main">
              <a:ext uri="{FF2B5EF4-FFF2-40B4-BE49-F238E27FC236}">
                <a16:creationId xmlns:a16="http://schemas.microsoft.com/office/drawing/2014/main" id="{B1E4571D-5C21-4025-8E27-E3A5303C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127-4">
            <a:extLst xmlns:a="http://schemas.openxmlformats.org/drawingml/2006/main">
              <a:ext uri="{FF2B5EF4-FFF2-40B4-BE49-F238E27FC236}">
                <a16:creationId xmlns:a16="http://schemas.microsoft.com/office/drawing/2014/main" id="{6EF77074-F3A3-40EC-A2C7-949F9AA3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p03-full-000127</a:t>
            </a:r>
          </a:p>
        </p:txBody>
      </p:sp>
      <p:sp>
        <p:nvSpPr>
          <p:cNvPr id="3" name="qa-v2-r2-title-p03-full-000127-4">
            <a:extLst xmlns:a="http://schemas.openxmlformats.org/drawingml/2006/main">
              <a:ext uri="{FF2B5EF4-FFF2-40B4-BE49-F238E27FC236}">
                <a16:creationId xmlns:a16="http://schemas.microsoft.com/office/drawing/2014/main" id="{0A70F9C9-C1D2-488A-A4D1-257B207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127-4">
            <a:extLst xmlns:a="http://schemas.openxmlformats.org/drawingml/2006/main">
              <a:ext uri="{FF2B5EF4-FFF2-40B4-BE49-F238E27FC236}">
                <a16:creationId xmlns:a16="http://schemas.microsoft.com/office/drawing/2014/main" id="{6DC4601D-3A45-4138-A8BF-26ED634B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p03-src-000127 with p03-full-001778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approval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995248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2026-08-25T12:53:10.6480000Z</dcterms:created>
  <dcterms:modified xsi:type="dcterms:W3CDTF">2026-08-25T12:53:10.6480000Z</dcterms:modified>
</coreProperties>
</file>