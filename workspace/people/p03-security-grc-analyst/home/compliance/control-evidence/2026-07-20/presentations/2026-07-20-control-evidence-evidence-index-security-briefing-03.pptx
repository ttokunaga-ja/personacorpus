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f56d1a003f43d1" /><Relationship Type="http://schemas.openxmlformats.org/officeDocument/2006/relationships/extended-properties" Target="/docProps/app.xml" Id="R3252040db6ca4b89" /><Relationship Type="http://schemas.openxmlformats.org/officeDocument/2006/relationships/officeDocument" Target="/ppt/presentation.xml" Id="Rb3f3eadcff4145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bdbc17fc824353"/>
  </p:sldMasterIdLst>
  <p:notesMasterIdLst>
    <p:notesMasterId xmlns:r="http://schemas.openxmlformats.org/officeDocument/2006/relationships" r:id="R5d1cc8ea7b324757"/>
  </p:notesMasterIdLst>
  <p:sldIdLst>
    <p:sldId xmlns:r="http://schemas.openxmlformats.org/officeDocument/2006/relationships" id="256" r:id="R749fd07242d6418a"/>
    <p:sldId xmlns:r="http://schemas.openxmlformats.org/officeDocument/2006/relationships" id="257" r:id="R7d000a4d0b6f4894"/>
    <p:sldId xmlns:r="http://schemas.openxmlformats.org/officeDocument/2006/relationships" id="258" r:id="Rfce1b1725f534150"/>
    <p:sldId xmlns:r="http://schemas.openxmlformats.org/officeDocument/2006/relationships" id="259" r:id="Raefbed5a394b4d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66740c63294070" /><Relationship Type="http://schemas.openxmlformats.org/officeDocument/2006/relationships/slideMaster" Target="/ppt/slideMasters/slideMaster1.xml" Id="R0dbdbc17fc824353" /><Relationship Type="http://schemas.openxmlformats.org/officeDocument/2006/relationships/notesMaster" Target="/ppt/notesMasters/notesMaster1.xml" Id="R5d1cc8ea7b324757" /><Relationship Type="http://schemas.openxmlformats.org/officeDocument/2006/relationships/presProps" Target="/ppt/presProps.xml" Id="Rd33c69a426374cee" /><Relationship Type="http://schemas.openxmlformats.org/officeDocument/2006/relationships/tableStyles" Target="/ppt/tableStyles.xml" Id="R56905da774e24dfd" /><Relationship Type="http://schemas.openxmlformats.org/officeDocument/2006/relationships/slide" Target="/ppt/slides/slide1.xml" Id="R749fd07242d6418a" /><Relationship Type="http://schemas.openxmlformats.org/officeDocument/2006/relationships/slide" Target="/ppt/slides/slide2.xml" Id="R7d000a4d0b6f4894" /><Relationship Type="http://schemas.openxmlformats.org/officeDocument/2006/relationships/slide" Target="/ppt/slides/slide3.xml" Id="Rfce1b1725f534150" /><Relationship Type="http://schemas.openxmlformats.org/officeDocument/2006/relationships/slide" Target="/ppt/slides/slide4.xml" Id="Raefbed5a394b4d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7cd98523644c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18ae3941ea4f89" /><Relationship Type="http://schemas.openxmlformats.org/officeDocument/2006/relationships/notesMaster" Target="/ppt/notesMasters/notesMaster1.xml" Id="R3dca6e8c6c6e42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ba5b02a47d4e69" /><Relationship Type="http://schemas.openxmlformats.org/officeDocument/2006/relationships/notesMaster" Target="/ppt/notesMasters/notesMaster1.xml" Id="R60d9e10267aa45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20f076dcea4885" /><Relationship Type="http://schemas.openxmlformats.org/officeDocument/2006/relationships/notesMaster" Target="/ppt/notesMasters/notesMaster1.xml" Id="R93d89d3419c14b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396109894a4249" /><Relationship Type="http://schemas.openxmlformats.org/officeDocument/2006/relationships/notesMaster" Target="/ppt/notesMasters/notesMaster1.xml" Id="R69ff5c9a6fde46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300967a15945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a9c8f2a0e94896" /><Relationship Type="http://schemas.openxmlformats.org/officeDocument/2006/relationships/slideLayout" Target="/ppt/slideLayouts/slideLayout1.xml" Id="R0e60ee8274d644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60ee8274d644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3651d5b4d4562" /><Relationship Type="http://schemas.openxmlformats.org/officeDocument/2006/relationships/notesSlide" Target="/ppt/notesSlides/notesSlide1.xml" Id="Rf45be3ee006648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3ac8485444b3d" /><Relationship Type="http://schemas.openxmlformats.org/officeDocument/2006/relationships/notesSlide" Target="/ppt/notesSlides/notesSlide2.xml" Id="R35da3740e0a346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f64abe9c64aac" /><Relationship Type="http://schemas.openxmlformats.org/officeDocument/2006/relationships/notesSlide" Target="/ppt/notesSlides/notesSlide3.xml" Id="Ra42ae325281344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d022d5a4d441b" /><Relationship Type="http://schemas.openxmlformats.org/officeDocument/2006/relationships/notesSlide" Target="/ppt/notesSlides/notesSlide4.xml" Id="Rc1d918dca1b34c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127-1">
            <a:extLst xmlns:a="http://schemas.openxmlformats.org/drawingml/2006/main">
              <a:ext uri="{FF2B5EF4-FFF2-40B4-BE49-F238E27FC236}">
                <a16:creationId xmlns:a16="http://schemas.microsoft.com/office/drawing/2014/main" id="{36A15186-211E-4227-82FD-306413BF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127-1">
            <a:extLst xmlns:a="http://schemas.openxmlformats.org/drawingml/2006/main">
              <a:ext uri="{FF2B5EF4-FFF2-40B4-BE49-F238E27FC236}">
                <a16:creationId xmlns:a16="http://schemas.microsoft.com/office/drawing/2014/main" id="{C40AFCAF-F57E-47EA-B2DF-B9ACE918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p03-full-009127</a:t>
            </a:r>
          </a:p>
        </p:txBody>
      </p:sp>
      <p:sp>
        <p:nvSpPr>
          <p:cNvPr id="3" name="qa-v2-r2-title-p03-full-009127-1">
            <a:extLst xmlns:a="http://schemas.openxmlformats.org/drawingml/2006/main">
              <a:ext uri="{FF2B5EF4-FFF2-40B4-BE49-F238E27FC236}">
                <a16:creationId xmlns:a16="http://schemas.microsoft.com/office/drawing/2014/main" id="{EB75BFF9-38DC-402B-BEBC-541DA8D0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9127-1">
            <a:extLst xmlns:a="http://schemas.openxmlformats.org/drawingml/2006/main">
              <a:ext uri="{FF2B5EF4-FFF2-40B4-BE49-F238E27FC236}">
                <a16:creationId xmlns:a16="http://schemas.microsoft.com/office/drawing/2014/main" id="{0CE47375-876A-4192-826F-77D89ABC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index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compliance control evidence.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2026-07-20. The assessment emphasizes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p03-src-009127; p03-full-001778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review chronology assessment.</a:t>
            </a:r>
          </a:p>
        </p:txBody>
      </p:sp>
    </p:spTree>
    <p:extLst>
      <p:ext uri="{BB962C8B-B14F-4D97-AF65-F5344CB8AC3E}">
        <p14:creationId xmlns:p14="http://schemas.microsoft.com/office/powerpoint/2010/main" val="20932003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127-2">
            <a:extLst xmlns:a="http://schemas.openxmlformats.org/drawingml/2006/main">
              <a:ext uri="{FF2B5EF4-FFF2-40B4-BE49-F238E27FC236}">
                <a16:creationId xmlns:a16="http://schemas.microsoft.com/office/drawing/2014/main" id="{C2B04088-D97D-4ECD-9D5E-E98269BE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127-2">
            <a:extLst xmlns:a="http://schemas.openxmlformats.org/drawingml/2006/main">
              <a:ext uri="{FF2B5EF4-FFF2-40B4-BE49-F238E27FC236}">
                <a16:creationId xmlns:a16="http://schemas.microsoft.com/office/drawing/2014/main" id="{FB7EFB4F-1D3C-46FB-BF86-87638B9C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p03-full-009127</a:t>
            </a:r>
          </a:p>
        </p:txBody>
      </p:sp>
      <p:sp>
        <p:nvSpPr>
          <p:cNvPr id="3" name="qa-v2-r2-title-p03-full-009127-2">
            <a:extLst xmlns:a="http://schemas.openxmlformats.org/drawingml/2006/main">
              <a:ext uri="{FF2B5EF4-FFF2-40B4-BE49-F238E27FC236}">
                <a16:creationId xmlns:a16="http://schemas.microsoft.com/office/drawing/2014/main" id="{4AADBFDA-68DA-4749-8AFE-C8064C86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9127-2">
            <a:extLst xmlns:a="http://schemas.openxmlformats.org/drawingml/2006/main">
              <a:ext uri="{FF2B5EF4-FFF2-40B4-BE49-F238E27FC236}">
                <a16:creationId xmlns:a16="http://schemas.microsoft.com/office/drawing/2014/main" id="{8ED12AF9-B9D4-4B85-9556-1C0ACA09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assigned record concerns control evidence index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compliance control evidence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p03-src-009127 and p03-full-001778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counterexample-to-decision separation review of the source and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through 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1025248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127-3">
            <a:extLst xmlns:a="http://schemas.openxmlformats.org/drawingml/2006/main">
              <a:ext uri="{FF2B5EF4-FFF2-40B4-BE49-F238E27FC236}">
                <a16:creationId xmlns:a16="http://schemas.microsoft.com/office/drawing/2014/main" id="{3C8668AA-8D04-48E7-BC18-4FA6F623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127-3">
            <a:extLst xmlns:a="http://schemas.openxmlformats.org/drawingml/2006/main">
              <a:ext uri="{FF2B5EF4-FFF2-40B4-BE49-F238E27FC236}">
                <a16:creationId xmlns:a16="http://schemas.microsoft.com/office/drawing/2014/main" id="{D66C5B44-DA3A-4404-9E75-D65B1B59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p03-full-009127</a:t>
            </a:r>
          </a:p>
        </p:txBody>
      </p:sp>
      <p:sp>
        <p:nvSpPr>
          <p:cNvPr id="3" name="qa-v2-r2-title-p03-full-009127-3">
            <a:extLst xmlns:a="http://schemas.openxmlformats.org/drawingml/2006/main">
              <a:ext uri="{FF2B5EF4-FFF2-40B4-BE49-F238E27FC236}">
                <a16:creationId xmlns:a16="http://schemas.microsoft.com/office/drawing/2014/main" id="{5B12F127-E128-42C5-89E6-9FB0CE4F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9127-3">
            <a:extLst xmlns:a="http://schemas.openxmlformats.org/drawingml/2006/main">
              <a:ext uri="{FF2B5EF4-FFF2-40B4-BE49-F238E27FC236}">
                <a16:creationId xmlns:a16="http://schemas.microsoft.com/office/drawing/2014/main" id="{D1CA4811-643F-4D94-8F73-AD0D0366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hold the conclusion for review;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7636780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127-4">
            <a:extLst xmlns:a="http://schemas.openxmlformats.org/drawingml/2006/main">
              <a:ext uri="{FF2B5EF4-FFF2-40B4-BE49-F238E27FC236}">
                <a16:creationId xmlns:a16="http://schemas.microsoft.com/office/drawing/2014/main" id="{013C05E0-E3A2-4074-A760-D76059CF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127-4">
            <a:extLst xmlns:a="http://schemas.openxmlformats.org/drawingml/2006/main">
              <a:ext uri="{FF2B5EF4-FFF2-40B4-BE49-F238E27FC236}">
                <a16:creationId xmlns:a16="http://schemas.microsoft.com/office/drawing/2014/main" id="{504E2CEF-783B-40C4-98A2-3363D072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p03-full-009127</a:t>
            </a:r>
          </a:p>
        </p:txBody>
      </p:sp>
      <p:sp>
        <p:nvSpPr>
          <p:cNvPr id="3" name="qa-v2-r2-title-p03-full-009127-4">
            <a:extLst xmlns:a="http://schemas.openxmlformats.org/drawingml/2006/main">
              <a:ext uri="{FF2B5EF4-FFF2-40B4-BE49-F238E27FC236}">
                <a16:creationId xmlns:a16="http://schemas.microsoft.com/office/drawing/2014/main" id="{10A76FFA-B3D0-4F07-8F22-E9B8865B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9127-4">
            <a:extLst xmlns:a="http://schemas.openxmlformats.org/drawingml/2006/main">
              <a:ext uri="{FF2B5EF4-FFF2-40B4-BE49-F238E27FC236}">
                <a16:creationId xmlns:a16="http://schemas.microsoft.com/office/drawing/2014/main" id="{F8910CC4-8ED9-4C8A-AE3C-55A22655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p03-src-009127 with p03-full-001778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review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763678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2026-08-25T12:53:53.2930000Z</dcterms:created>
  <dcterms:modified xsi:type="dcterms:W3CDTF">2026-08-25T12:53:53.2930000Z</dcterms:modified>
</coreProperties>
</file>