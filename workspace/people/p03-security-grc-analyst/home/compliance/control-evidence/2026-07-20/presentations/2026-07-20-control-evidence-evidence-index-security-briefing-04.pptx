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a51c78c9e840b7" /><Relationship Type="http://schemas.openxmlformats.org/officeDocument/2006/relationships/extended-properties" Target="/docProps/app.xml" Id="Rcbebdf33a4224bdb" /><Relationship Type="http://schemas.openxmlformats.org/officeDocument/2006/relationships/officeDocument" Target="/ppt/presentation.xml" Id="Re175acba963a42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582e6d1b04238"/>
  </p:sldMasterIdLst>
  <p:notesMasterIdLst>
    <p:notesMasterId xmlns:r="http://schemas.openxmlformats.org/officeDocument/2006/relationships" r:id="R089d2f6662fa4d45"/>
  </p:notesMasterIdLst>
  <p:sldIdLst>
    <p:sldId xmlns:r="http://schemas.openxmlformats.org/officeDocument/2006/relationships" id="256" r:id="R3297f05aa0f94e35"/>
    <p:sldId xmlns:r="http://schemas.openxmlformats.org/officeDocument/2006/relationships" id="257" r:id="R0a9861c56f9a43f5"/>
    <p:sldId xmlns:r="http://schemas.openxmlformats.org/officeDocument/2006/relationships" id="258" r:id="R245fdd40f0ce49ab"/>
    <p:sldId xmlns:r="http://schemas.openxmlformats.org/officeDocument/2006/relationships" id="259" r:id="R71c08501a05e45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b41ed4c9d14a55" /><Relationship Type="http://schemas.openxmlformats.org/officeDocument/2006/relationships/slideMaster" Target="/ppt/slideMasters/slideMaster1.xml" Id="Rbcd582e6d1b04238" /><Relationship Type="http://schemas.openxmlformats.org/officeDocument/2006/relationships/notesMaster" Target="/ppt/notesMasters/notesMaster1.xml" Id="R089d2f6662fa4d45" /><Relationship Type="http://schemas.openxmlformats.org/officeDocument/2006/relationships/presProps" Target="/ppt/presProps.xml" Id="R0b6c156d5e0f4889" /><Relationship Type="http://schemas.openxmlformats.org/officeDocument/2006/relationships/tableStyles" Target="/ppt/tableStyles.xml" Id="R412f04793d8244ce" /><Relationship Type="http://schemas.openxmlformats.org/officeDocument/2006/relationships/slide" Target="/ppt/slides/slide1.xml" Id="R3297f05aa0f94e35" /><Relationship Type="http://schemas.openxmlformats.org/officeDocument/2006/relationships/slide" Target="/ppt/slides/slide2.xml" Id="R0a9861c56f9a43f5" /><Relationship Type="http://schemas.openxmlformats.org/officeDocument/2006/relationships/slide" Target="/ppt/slides/slide3.xml" Id="R245fdd40f0ce49ab" /><Relationship Type="http://schemas.openxmlformats.org/officeDocument/2006/relationships/slide" Target="/ppt/slides/slide4.xml" Id="R71c08501a05e45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c39771eed4d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13d5e7bb5543d4" /><Relationship Type="http://schemas.openxmlformats.org/officeDocument/2006/relationships/notesMaster" Target="/ppt/notesMasters/notesMaster1.xml" Id="Rd2e03f2c28db44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4a0dfa7f874cb3" /><Relationship Type="http://schemas.openxmlformats.org/officeDocument/2006/relationships/notesMaster" Target="/ppt/notesMasters/notesMaster1.xml" Id="R2823d9aa8a574c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2773a5a1d84e3e" /><Relationship Type="http://schemas.openxmlformats.org/officeDocument/2006/relationships/notesMaster" Target="/ppt/notesMasters/notesMaster1.xml" Id="Re8b21608be354b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0a894452b4bfe" /><Relationship Type="http://schemas.openxmlformats.org/officeDocument/2006/relationships/notesMaster" Target="/ppt/notesMasters/notesMaster1.xml" Id="R22019aafcf024b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5d120250f4f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7d4ca630d74969" /><Relationship Type="http://schemas.openxmlformats.org/officeDocument/2006/relationships/slideLayout" Target="/ppt/slideLayouts/slideLayout1.xml" Id="Rd9bdd278c357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bdd278c357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0aabc8f134406" /><Relationship Type="http://schemas.openxmlformats.org/officeDocument/2006/relationships/notesSlide" Target="/ppt/notesSlides/notesSlide1.xml" Id="Rc89ed3f1a4f2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d36c122d2442c" /><Relationship Type="http://schemas.openxmlformats.org/officeDocument/2006/relationships/notesSlide" Target="/ppt/notesSlides/notesSlide2.xml" Id="R321c6c69a2fd4f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8a6bb9ea240ff" /><Relationship Type="http://schemas.openxmlformats.org/officeDocument/2006/relationships/notesSlide" Target="/ppt/notesSlides/notesSlide3.xml" Id="R8e117ca62c5f47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1fcaa8b374f62" /><Relationship Type="http://schemas.openxmlformats.org/officeDocument/2006/relationships/notesSlide" Target="/ppt/notesSlides/notesSlide4.xml" Id="Rd8ad24f8d4fb44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927-1">
            <a:extLst xmlns:a="http://schemas.openxmlformats.org/drawingml/2006/main">
              <a:ext uri="{FF2B5EF4-FFF2-40B4-BE49-F238E27FC236}">
                <a16:creationId xmlns:a16="http://schemas.microsoft.com/office/drawing/2014/main" id="{624EEEBB-DFE1-4BA0-ACD7-D5B913BF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927-1">
            <a:extLst xmlns:a="http://schemas.openxmlformats.org/drawingml/2006/main">
              <a:ext uri="{FF2B5EF4-FFF2-40B4-BE49-F238E27FC236}">
                <a16:creationId xmlns:a16="http://schemas.microsoft.com/office/drawing/2014/main" id="{C947E628-6DD6-4B33-A66A-C8F74EC9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p03-full-009927</a:t>
            </a:r>
          </a:p>
        </p:txBody>
      </p:sp>
      <p:sp>
        <p:nvSpPr>
          <p:cNvPr id="3" name="qa-v2-r2-title-p03-full-009927-1">
            <a:extLst xmlns:a="http://schemas.openxmlformats.org/drawingml/2006/main">
              <a:ext uri="{FF2B5EF4-FFF2-40B4-BE49-F238E27FC236}">
                <a16:creationId xmlns:a16="http://schemas.microsoft.com/office/drawing/2014/main" id="{FBEA86DD-85A6-44EE-9AC8-54CE364F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9927-1">
            <a:extLst xmlns:a="http://schemas.openxmlformats.org/drawingml/2006/main">
              <a:ext uri="{FF2B5EF4-FFF2-40B4-BE49-F238E27FC236}">
                <a16:creationId xmlns:a16="http://schemas.microsoft.com/office/drawing/2014/main" id="{E8402E3C-6DBC-4799-8A60-1395D106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 as a source reliability question focused on ownership,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p03-src-009927 is the declared source; p03-full-000923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688867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927-2">
            <a:extLst xmlns:a="http://schemas.openxmlformats.org/drawingml/2006/main">
              <a:ext uri="{FF2B5EF4-FFF2-40B4-BE49-F238E27FC236}">
                <a16:creationId xmlns:a16="http://schemas.microsoft.com/office/drawing/2014/main" id="{CAD09CCD-F564-4F73-A3E9-D08919E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927-2">
            <a:extLst xmlns:a="http://schemas.openxmlformats.org/drawingml/2006/main">
              <a:ext uri="{FF2B5EF4-FFF2-40B4-BE49-F238E27FC236}">
                <a16:creationId xmlns:a16="http://schemas.microsoft.com/office/drawing/2014/main" id="{C37ABF36-25C9-49D6-B157-A6EC04A9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p03-full-009927</a:t>
            </a:r>
          </a:p>
        </p:txBody>
      </p:sp>
      <p:sp>
        <p:nvSpPr>
          <p:cNvPr id="3" name="qa-v2-r2-title-p03-full-009927-2">
            <a:extLst xmlns:a="http://schemas.openxmlformats.org/drawingml/2006/main">
              <a:ext uri="{FF2B5EF4-FFF2-40B4-BE49-F238E27FC236}">
                <a16:creationId xmlns:a16="http://schemas.microsoft.com/office/drawing/2014/main" id="{A0CF29BF-B8D5-4650-B99F-704A85BF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9927-2">
            <a:extLst xmlns:a="http://schemas.openxmlformats.org/drawingml/2006/main">
              <a:ext uri="{FF2B5EF4-FFF2-40B4-BE49-F238E27FC236}">
                <a16:creationId xmlns:a16="http://schemas.microsoft.com/office/drawing/2014/main" id="{2945F2C0-28C7-4D39-B5A0-5C8FEE95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control evidence index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p03-src-009927 and p03-full-000923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source-to-review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969584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927-3">
            <a:extLst xmlns:a="http://schemas.openxmlformats.org/drawingml/2006/main">
              <a:ext uri="{FF2B5EF4-FFF2-40B4-BE49-F238E27FC236}">
                <a16:creationId xmlns:a16="http://schemas.microsoft.com/office/drawing/2014/main" id="{C7065A55-9C32-4FF3-8D3C-CEA27EE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927-3">
            <a:extLst xmlns:a="http://schemas.openxmlformats.org/drawingml/2006/main">
              <a:ext uri="{FF2B5EF4-FFF2-40B4-BE49-F238E27FC236}">
                <a16:creationId xmlns:a16="http://schemas.microsoft.com/office/drawing/2014/main" id="{25FFBDF4-28AE-47B2-A18D-43AF17A0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p03-full-009927</a:t>
            </a:r>
          </a:p>
        </p:txBody>
      </p:sp>
      <p:sp>
        <p:nvSpPr>
          <p:cNvPr id="3" name="qa-v2-r2-title-p03-full-009927-3">
            <a:extLst xmlns:a="http://schemas.openxmlformats.org/drawingml/2006/main">
              <a:ext uri="{FF2B5EF4-FFF2-40B4-BE49-F238E27FC236}">
                <a16:creationId xmlns:a16="http://schemas.microsoft.com/office/drawing/2014/main" id="{2992E4C5-8098-4044-8387-A5BB956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9927-3">
            <a:extLst xmlns:a="http://schemas.openxmlformats.org/drawingml/2006/main">
              <a:ext uri="{FF2B5EF4-FFF2-40B4-BE49-F238E27FC236}">
                <a16:creationId xmlns:a16="http://schemas.microsoft.com/office/drawing/2014/main" id="{2EED27D8-5302-4B20-A56F-674E1765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route the discrepancy to the reviewer;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352774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927-4">
            <a:extLst xmlns:a="http://schemas.openxmlformats.org/drawingml/2006/main">
              <a:ext uri="{FF2B5EF4-FFF2-40B4-BE49-F238E27FC236}">
                <a16:creationId xmlns:a16="http://schemas.microsoft.com/office/drawing/2014/main" id="{944FA721-2C6B-4468-B2DA-C1BD4D73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927-4">
            <a:extLst xmlns:a="http://schemas.openxmlformats.org/drawingml/2006/main">
              <a:ext uri="{FF2B5EF4-FFF2-40B4-BE49-F238E27FC236}">
                <a16:creationId xmlns:a16="http://schemas.microsoft.com/office/drawing/2014/main" id="{83634ED0-0913-4673-ABBA-5BC3D016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p03-full-009927</a:t>
            </a:r>
          </a:p>
        </p:txBody>
      </p:sp>
      <p:sp>
        <p:nvSpPr>
          <p:cNvPr id="3" name="qa-v2-r2-title-p03-full-009927-4">
            <a:extLst xmlns:a="http://schemas.openxmlformats.org/drawingml/2006/main">
              <a:ext uri="{FF2B5EF4-FFF2-40B4-BE49-F238E27FC236}">
                <a16:creationId xmlns:a16="http://schemas.microsoft.com/office/drawing/2014/main" id="{8FB0DCF4-2278-47FD-B0A4-96D6E8E3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9927-4">
            <a:extLst xmlns:a="http://schemas.openxmlformats.org/drawingml/2006/main">
              <a:ext uri="{FF2B5EF4-FFF2-40B4-BE49-F238E27FC236}">
                <a16:creationId xmlns:a16="http://schemas.microsoft.com/office/drawing/2014/main" id="{78719F73-7862-4004-A584-87B0633B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p03-full-000923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source reliability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352774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2026-08-25T12:54:14.6020000Z</dcterms:created>
  <dcterms:modified xsi:type="dcterms:W3CDTF">2026-08-25T12:54:14.6020000Z</dcterms:modified>
</coreProperties>
</file>