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e7e0311c24556" /><Relationship Type="http://schemas.openxmlformats.org/officeDocument/2006/relationships/extended-properties" Target="/docProps/app.xml" Id="R8cde4352454649f8" /><Relationship Type="http://schemas.openxmlformats.org/officeDocument/2006/relationships/officeDocument" Target="/ppt/presentation.xml" Id="Rb527831c3c48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e634229a247f6"/>
  </p:sldMasterIdLst>
  <p:notesMasterIdLst>
    <p:notesMasterId xmlns:r="http://schemas.openxmlformats.org/officeDocument/2006/relationships" r:id="R3b078ee4b3b14037"/>
  </p:notesMasterIdLst>
  <p:sldIdLst>
    <p:sldId xmlns:r="http://schemas.openxmlformats.org/officeDocument/2006/relationships" id="256" r:id="Ra0ffde4b44724c78"/>
    <p:sldId xmlns:r="http://schemas.openxmlformats.org/officeDocument/2006/relationships" id="257" r:id="R7f4f2a2c412f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470aab686b40ac" /><Relationship Type="http://schemas.openxmlformats.org/officeDocument/2006/relationships/slideMaster" Target="/ppt/slideMasters/slideMaster1.xml" Id="R849e634229a247f6" /><Relationship Type="http://schemas.openxmlformats.org/officeDocument/2006/relationships/notesMaster" Target="/ppt/notesMasters/notesMaster1.xml" Id="R3b078ee4b3b14037" /><Relationship Type="http://schemas.openxmlformats.org/officeDocument/2006/relationships/presProps" Target="/ppt/presProps.xml" Id="R47a9c6366c9b44f2" /><Relationship Type="http://schemas.openxmlformats.org/officeDocument/2006/relationships/tableStyles" Target="/ppt/tableStyles.xml" Id="R1b337d30d4b84aab" /><Relationship Type="http://schemas.openxmlformats.org/officeDocument/2006/relationships/slide" Target="/ppt/slides/slide1.xml" Id="Ra0ffde4b44724c78" /><Relationship Type="http://schemas.openxmlformats.org/officeDocument/2006/relationships/slide" Target="/ppt/slides/slide2.xml" Id="R7f4f2a2c412f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8f2fdaaec40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220403dfd4b8c" /><Relationship Type="http://schemas.openxmlformats.org/officeDocument/2006/relationships/notesMaster" Target="/ppt/notesMasters/notesMaster1.xml" Id="R0391df9eb53b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852be1cacf400a" /><Relationship Type="http://schemas.openxmlformats.org/officeDocument/2006/relationships/notesMaster" Target="/ppt/notesMasters/notesMaster1.xml" Id="R51cc635d89cf40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eecde5a30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2b16d95d44906" /><Relationship Type="http://schemas.openxmlformats.org/officeDocument/2006/relationships/slideLayout" Target="/ppt/slideLayouts/slideLayout1.xml" Id="R6a6c8d8d51df44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c8d8d51df44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7c677a31145dd" /><Relationship Type="http://schemas.openxmlformats.org/officeDocument/2006/relationships/notesSlide" Target="/ppt/notesSlides/notesSlide1.xml" Id="Rf4becba4ca89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2afa2354046b7" /><Relationship Type="http://schemas.openxmlformats.org/officeDocument/2006/relationships/notesSlide" Target="/ppt/notesSlides/notesSlide2.xml" Id="R0a8d8807693b4d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BE5C-1634-4F55-8EEB-FFDDC911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17775-3D35-4767-8D4D-ACC13DC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A528-7770-442B-A81A-9CFCE5A3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2026-07-13 | p03-full-003328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98ADF-376B-4765-AE9B-D07D9B84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Causal evidence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29297-994D-476E-ADF8-3B26EE9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Does the 13 July access-governance review use the access-governance title only for the cited control-evidence metrics?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A79F8-EA1B-403E-A2C3-FC52D437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test and direct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C7CE7-6E81-43B6-A34F-ADC68A3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Test whether evidence set 184, the 48-role population, and RISK-031 remain connected in the report conclusion. Source: p03-full-001308 (2026-07-14). Source scope: dated source scope; source record date: 2026-07-14. Actual metrics: evidence set 184; 48 synthetic privileged-role records; 47 timely attestations; 48 final completions.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70991-B739-4A38-8BA6-B6C4900A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1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817485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A0FD6-06A3-4A3B-AD93-36E194E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E5CA5-84AD-4907-938B-2A82F0CD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D34A4-5D2B-49E7-94D1-1439A888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2026-07-13 | p03-full-003328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4D35-917C-4FF6-8A0B-3BFF1F31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98701-2D2A-44FE-87AC-30F15AD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Finding: the evidence supports the named access-governance review, with residual Medium remaining a governance rating.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BB522-FAE3-48FB-B52B-4C9DD417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Disposition and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64717-C68E-4327-89BD-CFE6029F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GRC should retain the risk linkage and avoid converting the review into an operational-access claim. Assigned period: 2026-07-13; source record date: 2026-07-14. The bounded synthetic record remains under DEC-260713-004 for 18 months; no Kio claim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928E2-CE83-4B10-AE34-65834B08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2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1222688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2026-08-24T13:55:13.0200000Z</dcterms:created>
  <dcterms:modified xsi:type="dcterms:W3CDTF">2026-08-24T13:55:13.0200000Z</dcterms:modified>
</coreProperties>
</file>