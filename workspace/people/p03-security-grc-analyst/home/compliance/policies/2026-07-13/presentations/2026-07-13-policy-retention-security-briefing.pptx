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0f34ea53fd45cf" /><Relationship Type="http://schemas.openxmlformats.org/officeDocument/2006/relationships/extended-properties" Target="/docProps/app.xml" Id="Rf2bae9ed9ebf41f6" /><Relationship Type="http://schemas.openxmlformats.org/officeDocument/2006/relationships/officeDocument" Target="/ppt/presentation.xml" Id="Rb1a19887a86e4e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0ff4fcb6d84617"/>
  </p:sldMasterIdLst>
  <p:notesMasterIdLst>
    <p:notesMasterId xmlns:r="http://schemas.openxmlformats.org/officeDocument/2006/relationships" r:id="Rbdd9cfee7295451b"/>
  </p:notesMasterIdLst>
  <p:sldIdLst>
    <p:sldId xmlns:r="http://schemas.openxmlformats.org/officeDocument/2006/relationships" id="256" r:id="R860f4eacef914855"/>
    <p:sldId xmlns:r="http://schemas.openxmlformats.org/officeDocument/2006/relationships" id="257" r:id="R573d8754413341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9d4ee91ddb4b8d" /><Relationship Type="http://schemas.openxmlformats.org/officeDocument/2006/relationships/slideMaster" Target="/ppt/slideMasters/slideMaster1.xml" Id="Rc30ff4fcb6d84617" /><Relationship Type="http://schemas.openxmlformats.org/officeDocument/2006/relationships/notesMaster" Target="/ppt/notesMasters/notesMaster1.xml" Id="Rbdd9cfee7295451b" /><Relationship Type="http://schemas.openxmlformats.org/officeDocument/2006/relationships/presProps" Target="/ppt/presProps.xml" Id="Rf4a3f05def9247bf" /><Relationship Type="http://schemas.openxmlformats.org/officeDocument/2006/relationships/tableStyles" Target="/ppt/tableStyles.xml" Id="R9cf93f05982d42a0" /><Relationship Type="http://schemas.openxmlformats.org/officeDocument/2006/relationships/slide" Target="/ppt/slides/slide1.xml" Id="R860f4eacef914855" /><Relationship Type="http://schemas.openxmlformats.org/officeDocument/2006/relationships/slide" Target="/ppt/slides/slide2.xml" Id="R573d8754413341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c0f99bc4864f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2e4a8051f74413" /><Relationship Type="http://schemas.openxmlformats.org/officeDocument/2006/relationships/notesMaster" Target="/ppt/notesMasters/notesMaster1.xml" Id="R448b0be714a048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f4cb8227814ebe" /><Relationship Type="http://schemas.openxmlformats.org/officeDocument/2006/relationships/notesMaster" Target="/ppt/notesMasters/notesMaster1.xml" Id="R96275bdb35cd42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2a142c63246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7caab6346b4f75" /><Relationship Type="http://schemas.openxmlformats.org/officeDocument/2006/relationships/slideLayout" Target="/ppt/slideLayouts/slideLayout1.xml" Id="Rf2f408b6f8c245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f408b6f8c245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de699dace4ead" /><Relationship Type="http://schemas.openxmlformats.org/officeDocument/2006/relationships/notesSlide" Target="/ppt/notesSlides/notesSlide1.xml" Id="Rba484882c2304b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b5a87a8bc4864" /><Relationship Type="http://schemas.openxmlformats.org/officeDocument/2006/relationships/notesSlide" Target="/ppt/notesSlides/notesSlide2.xml" Id="Rb7562d562ad24e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E9EF7-525B-409D-A302-A6E4F1F7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09227-FB62-4FDF-AEBB-D3266342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policy retention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AA3F1-43FF-4177-BAB1-1FA749D7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Assigned period: 2026-07-13 | p03-full-003573 | Cobalt Harbor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50319-B965-4A75-A3DB-AD6AA7D2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Causal evidence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46514-9007-494B-91B9-C955EB4A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19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Does the 13 July retention review keep the 18-month corpus retention fact tied to DEC-260713-004?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3FEDA-0B2A-472A-8E81-0BD44C60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Evidence test and direct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1C433-F1E8-45F4-B207-6AE1B4C5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Compare the retention term and decision identifier, then test the counterexample that a metric record could create legal advice. Source: p03-full-002307 (2026-q3). Source scope: Q3 source scope; source record date: 2026-07-13. Actual metrics: evidence set 184; 48 synthetic privileged-role records; 47 timely attestations; 48 final completions.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3DC64-B5E9-43AF-8216-C8821D64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</a:defRPr>
            </a:pPr>
            <a:r>
              <a:rPr sz="975" b="0">
                <a:solidFill>
                  <a:srgbClr val="627D98"/>
                </a:solidFill>
              </a:rPr>
              <a:t>1 / 2  •  synthetic defensive GRC evidence</a:t>
            </a:r>
          </a:p>
        </p:txBody>
      </p:sp>
    </p:spTree>
    <p:extLst>
      <p:ext uri="{BB962C8B-B14F-4D97-AF65-F5344CB8AC3E}">
        <p14:creationId xmlns:p14="http://schemas.microsoft.com/office/powerpoint/2010/main" val="124095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A3F45-F6B4-474A-B86F-E1587966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486E8-CF42-453D-8193-BA48D9EF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policy retention disposition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83BFA-BFF5-4B9A-8FB8-959FF259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Assigned period: 2026-07-13 | p03-full-003573 | Cobalt Harbor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9A8F2-0B95-44F2-8F1D-7B784DD4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Finding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A3A65-1619-4B02-9E96-806DB62E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191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Finding: retention is a synthetic record disposition; it does not establish a legal mandate or a broader policy outcome.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DE183-A2A3-4EF6-ABA3-D00D3355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Disposition and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85F0A-390B-49AB-80AF-1E28F294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Records management should preserve the paired decision and duration in the retention handoff. Assigned period: 2026-07-13; source record date: 2026-07-13. The bounded synthetic record remains under DEC-260713-004 for 18 months; no Kio claim is made.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0813B-BFBF-47A1-BAA7-40D83249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</a:defRPr>
            </a:pPr>
            <a:r>
              <a:rPr sz="975" b="0">
                <a:solidFill>
                  <a:srgbClr val="627D98"/>
                </a:solidFill>
              </a:rPr>
              <a:t>2 / 2  •  synthetic defensive GRC evidence</a:t>
            </a:r>
          </a:p>
        </p:txBody>
      </p:sp>
    </p:spTree>
    <p:extLst>
      <p:ext uri="{BB962C8B-B14F-4D97-AF65-F5344CB8AC3E}">
        <p14:creationId xmlns:p14="http://schemas.microsoft.com/office/powerpoint/2010/main" val="16521401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2026-08-24T13:55:13.3730000Z</dcterms:created>
  <dcterms:modified xsi:type="dcterms:W3CDTF">2026-08-24T13:55:13.3730000Z</dcterms:modified>
</coreProperties>
</file>