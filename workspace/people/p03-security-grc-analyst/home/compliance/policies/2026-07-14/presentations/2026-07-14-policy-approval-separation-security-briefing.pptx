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b697610ae4240" /><Relationship Type="http://schemas.openxmlformats.org/officeDocument/2006/relationships/extended-properties" Target="/docProps/app.xml" Id="R93f5ffcebb384c1f" /><Relationship Type="http://schemas.openxmlformats.org/officeDocument/2006/relationships/officeDocument" Target="/ppt/presentation.xml" Id="Rb9f77b855afc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0bc0765d248f3"/>
  </p:sldMasterIdLst>
  <p:notesMasterIdLst>
    <p:notesMasterId xmlns:r="http://schemas.openxmlformats.org/officeDocument/2006/relationships" r:id="Re8829db9bf514e42"/>
  </p:notesMasterIdLst>
  <p:sldIdLst>
    <p:sldId xmlns:r="http://schemas.openxmlformats.org/officeDocument/2006/relationships" id="256" r:id="R270f438625724418"/>
    <p:sldId xmlns:r="http://schemas.openxmlformats.org/officeDocument/2006/relationships" id="257" r:id="Rc48599843a3349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48948a2b64bad" /><Relationship Type="http://schemas.openxmlformats.org/officeDocument/2006/relationships/slideMaster" Target="/ppt/slideMasters/slideMaster1.xml" Id="R8020bc0765d248f3" /><Relationship Type="http://schemas.openxmlformats.org/officeDocument/2006/relationships/notesMaster" Target="/ppt/notesMasters/notesMaster1.xml" Id="Re8829db9bf514e42" /><Relationship Type="http://schemas.openxmlformats.org/officeDocument/2006/relationships/presProps" Target="/ppt/presProps.xml" Id="R3922fd3bb22446a6" /><Relationship Type="http://schemas.openxmlformats.org/officeDocument/2006/relationships/tableStyles" Target="/ppt/tableStyles.xml" Id="Rec32e51fdd4a4589" /><Relationship Type="http://schemas.openxmlformats.org/officeDocument/2006/relationships/slide" Target="/ppt/slides/slide1.xml" Id="R270f438625724418" /><Relationship Type="http://schemas.openxmlformats.org/officeDocument/2006/relationships/slide" Target="/ppt/slides/slide2.xml" Id="Rc48599843a33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5fb63deb24f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969ed3765741d2" /><Relationship Type="http://schemas.openxmlformats.org/officeDocument/2006/relationships/notesMaster" Target="/ppt/notesMasters/notesMaster1.xml" Id="R7ebddb0d248444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273902c4a04a46" /><Relationship Type="http://schemas.openxmlformats.org/officeDocument/2006/relationships/notesMaster" Target="/ppt/notesMasters/notesMaster1.xml" Id="Rfc5ee7ccd4aa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345e7c639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5dc3568194c44" /><Relationship Type="http://schemas.openxmlformats.org/officeDocument/2006/relationships/slideLayout" Target="/ppt/slideLayouts/slideLayout1.xml" Id="Ra0a4ff407a2a4b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4ff407a2a4b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6c7ab5cdb45a6" /><Relationship Type="http://schemas.openxmlformats.org/officeDocument/2006/relationships/notesSlide" Target="/ppt/notesSlides/notesSlide1.xml" Id="Reecdb78a9ea24a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9a56d506448c" /><Relationship Type="http://schemas.openxmlformats.org/officeDocument/2006/relationships/notesSlide" Target="/ppt/notesSlides/notesSlide2.xml" Id="Rc2568a2df4d14a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72CCF-D6FF-401A-8952-6FC0E99C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2849-320C-43B5-82B0-156832AB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approval separation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AE0C5-BDA3-4169-AB59-981C1C9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2026-07-14 | p03-full-002427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27A0F-C8D4-4DDE-BC50-2D4B865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Causal evidence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1AD4F-7F2D-4985-98F4-731C9F23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Does the 14 July approval-separation review treat normalization timing as a review context without changing the 13 July source evidence?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1E401-9754-4E2F-ABDB-98AC80D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Evidence test and direct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70CD7-F28F-4E38-915F-FAE0EF4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Walk from assigned date to source date, then compare the control, case, and decision fields before accepting the separation statement. Source: p03-full-001086 (2026-07-13). Source scope: dated source scope; source record date: 2026-07-13. Actual metrics: evidence set 184; 48 synthetic privileged-role records; 47 timely attestations; 48 final completions.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1CFDF-7188-4407-853A-154046C9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1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1458959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2633C-FF6B-4B07-9E68-AFC8BFA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0D4B4-DEC5-48A3-8448-7E39FA80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approval separation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271FB-9153-4B11-9EB9-9A9373F1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2026-07-14 | p03-full-002427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87AD2-8E50-44A9-AC8A-60BB4A56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37E99-B10C-42E0-BB8B-5578B2D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Finding: the date distinction preserves evidence lineage while the metrics remain bounded synthetic control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68125-1B11-410B-99D1-30E9A873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Disposition and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83DC2-D6C2-46D1-A86F-5DA4537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The evidence custodian should retain the chronology note and route any field mismatch to GRC. Assigned period: 2026-07-14; source record date: 2026-07-13. The bounded synthetic record remains under DEC-260713-004 for 18 months; no Kio claim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DB488-BDA5-4165-A6DA-8FF470A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2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992564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2026-08-24T13:55:12.6020000Z</dcterms:created>
  <dcterms:modified xsi:type="dcterms:W3CDTF">2026-08-24T13:55:12.6020000Z</dcterms:modified>
</coreProperties>
</file>