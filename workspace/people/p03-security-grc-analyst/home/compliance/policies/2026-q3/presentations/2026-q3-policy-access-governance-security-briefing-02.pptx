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74494d2c204b4f" /><Relationship Type="http://schemas.openxmlformats.org/officeDocument/2006/relationships/extended-properties" Target="/docProps/app.xml" Id="R337b224e3ae64bf5" /><Relationship Type="http://schemas.openxmlformats.org/officeDocument/2006/relationships/officeDocument" Target="/ppt/presentation.xml" Id="R039ce4f6a462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7703f6576400d"/>
  </p:sldMasterIdLst>
  <p:notesMasterIdLst>
    <p:notesMasterId xmlns:r="http://schemas.openxmlformats.org/officeDocument/2006/relationships" r:id="Rba5a51acefa74a05"/>
  </p:notesMasterIdLst>
  <p:sldIdLst>
    <p:sldId xmlns:r="http://schemas.openxmlformats.org/officeDocument/2006/relationships" id="256" r:id="R1fbad70be88f441b"/>
    <p:sldId xmlns:r="http://schemas.openxmlformats.org/officeDocument/2006/relationships" id="257" r:id="Rc8b26724e07a4a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212b05c4d4b49" /><Relationship Type="http://schemas.openxmlformats.org/officeDocument/2006/relationships/slideMaster" Target="/ppt/slideMasters/slideMaster1.xml" Id="R9b57703f6576400d" /><Relationship Type="http://schemas.openxmlformats.org/officeDocument/2006/relationships/notesMaster" Target="/ppt/notesMasters/notesMaster1.xml" Id="Rba5a51acefa74a05" /><Relationship Type="http://schemas.openxmlformats.org/officeDocument/2006/relationships/presProps" Target="/ppt/presProps.xml" Id="Rf7e3b15ed984444d" /><Relationship Type="http://schemas.openxmlformats.org/officeDocument/2006/relationships/tableStyles" Target="/ppt/tableStyles.xml" Id="Rde8c5420f289421e" /><Relationship Type="http://schemas.openxmlformats.org/officeDocument/2006/relationships/slide" Target="/ppt/slides/slide1.xml" Id="R1fbad70be88f441b" /><Relationship Type="http://schemas.openxmlformats.org/officeDocument/2006/relationships/slide" Target="/ppt/slides/slide2.xml" Id="Rc8b26724e07a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dc7a8da569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c8971074e4ad2" /><Relationship Type="http://schemas.openxmlformats.org/officeDocument/2006/relationships/notesMaster" Target="/ppt/notesMasters/notesMaster1.xml" Id="R42a94514a89e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49d1e5ca6437b" /><Relationship Type="http://schemas.openxmlformats.org/officeDocument/2006/relationships/notesMaster" Target="/ppt/notesMasters/notesMaster1.xml" Id="R8de78990865d46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edd31d1348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be986881d45c3" /><Relationship Type="http://schemas.openxmlformats.org/officeDocument/2006/relationships/slideLayout" Target="/ppt/slideLayouts/slideLayout1.xml" Id="R01a2b2134820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2b2134820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b3b11ddd4b31" /><Relationship Type="http://schemas.openxmlformats.org/officeDocument/2006/relationships/notesSlide" Target="/ppt/notesSlides/notesSlide1.xml" Id="R94ad3563c7c3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91974dbd4755" /><Relationship Type="http://schemas.openxmlformats.org/officeDocument/2006/relationships/notesSlide" Target="/ppt/notesSlides/notesSlide2.xml" Id="Rc603769f81a844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05381-008C-4BCA-A984-A39F7ECD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8BB4C-1A8F-43E9-AB72-AA760E1D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493D0-FF5D-44BF-80DC-ABDB200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Q3 2026 | p03-full-001428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93EB9-9AF2-4999-A4DC-160C792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Causal evidence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64CB3-8785-4497-A829-A3A63C21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Does the second Q3 governance brief keep the approval-separation evidence slice distinct from a general access-governance conclusion?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D693C-0A92-477F-849E-3C64155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Evidence test and direct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7694D-9A13-4658-A0F3-8B34E43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Test the direct approval-separation source against the AC-27 label and check that 47 timely attestations are not represented as final completion. Source: p03-full-000306 (2026-07-20). Source scope: dated source scope; source record date: 2026-07-20. Actual metrics: evidence set 184; 48 synthetic privileged-role records; 47 timely attestations; 48 final completions.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0F2C2-63B4-4326-BC8E-E705BEF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1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1011937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1E126-A3BC-4020-9923-E6C7F88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88024-1E63-4A02-B56F-5EA1C6B8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policy access governance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6DB8F-00B4-4D11-985E-512E084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Assigned period: Q3 2026 | p03-full-001428 | Cobalt Harbor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CC041-7E78-4C86-8521-87E132C1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91BC1-170B-4822-8799-07CE755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Finding: the direct source supports a bounded approval-separation interpretation, not an enterprise-wide access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20307-A485-4BC7-BBE7-2BF4A793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Disposition and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6EF6B-742D-423E-98D0-A57E8399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The control owner should document the timely-versus-final distinction in the Q3 disposition. Assigned period: Q3 2026; source record date: 2026-07-20. The bounded synthetic record remains under DEC-260713-004 for 18 months; no Kio claim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F3837-797E-4B06-9F94-E2DD53DA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2 / 2  •  synthetic defensive GRC evidence</a:t>
            </a:r>
          </a:p>
        </p:txBody>
      </p:sp>
    </p:spTree>
    <p:extLst>
      <p:ext uri="{BB962C8B-B14F-4D97-AF65-F5344CB8AC3E}">
        <p14:creationId xmlns:p14="http://schemas.microsoft.com/office/powerpoint/2010/main" val="2104402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2026-08-24T13:55:12.2330000Z</dcterms:created>
  <dcterms:modified xsi:type="dcterms:W3CDTF">2026-08-24T13:55:12.2330000Z</dcterms:modified>
</coreProperties>
</file>