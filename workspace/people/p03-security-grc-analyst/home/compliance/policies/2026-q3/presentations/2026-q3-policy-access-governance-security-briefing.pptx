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ef7b99d17a4216" /><Relationship Type="http://schemas.openxmlformats.org/officeDocument/2006/relationships/extended-properties" Target="/docProps/app.xml" Id="Rb1e84d60edc94b27" /><Relationship Type="http://schemas.openxmlformats.org/officeDocument/2006/relationships/officeDocument" Target="/ppt/presentation.xml" Id="R887b4d7868624f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8aff3d60a34d87"/>
  </p:sldMasterIdLst>
  <p:notesMasterIdLst>
    <p:notesMasterId xmlns:r="http://schemas.openxmlformats.org/officeDocument/2006/relationships" r:id="R96a0b018f985434d"/>
  </p:notesMasterIdLst>
  <p:sldIdLst>
    <p:sldId xmlns:r="http://schemas.openxmlformats.org/officeDocument/2006/relationships" id="256" r:id="R4d07820652324e8e"/>
    <p:sldId xmlns:r="http://schemas.openxmlformats.org/officeDocument/2006/relationships" id="257" r:id="R669a4c92d9b54f9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b277beab5a418c" /><Relationship Type="http://schemas.openxmlformats.org/officeDocument/2006/relationships/slideMaster" Target="/ppt/slideMasters/slideMaster1.xml" Id="Rb88aff3d60a34d87" /><Relationship Type="http://schemas.openxmlformats.org/officeDocument/2006/relationships/notesMaster" Target="/ppt/notesMasters/notesMaster1.xml" Id="R96a0b018f985434d" /><Relationship Type="http://schemas.openxmlformats.org/officeDocument/2006/relationships/presProps" Target="/ppt/presProps.xml" Id="Rab1d4c5e7bf44ed6" /><Relationship Type="http://schemas.openxmlformats.org/officeDocument/2006/relationships/tableStyles" Target="/ppt/tableStyles.xml" Id="Rae10fa77e4c04ffd" /><Relationship Type="http://schemas.openxmlformats.org/officeDocument/2006/relationships/slide" Target="/ppt/slides/slide1.xml" Id="R4d07820652324e8e" /><Relationship Type="http://schemas.openxmlformats.org/officeDocument/2006/relationships/slide" Target="/ppt/slides/slide2.xml" Id="R669a4c92d9b54f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c59bc4906146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bbf3433ed64328" /><Relationship Type="http://schemas.openxmlformats.org/officeDocument/2006/relationships/notesMaster" Target="/ppt/notesMasters/notesMaster1.xml" Id="Rd503e0d03c854f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ca0aa573e04877" /><Relationship Type="http://schemas.openxmlformats.org/officeDocument/2006/relationships/notesMaster" Target="/ppt/notesMasters/notesMaster1.xml" Id="Ra5baa7fd0c504d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a5b73d2d144e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d68a8cbd1f4d32" /><Relationship Type="http://schemas.openxmlformats.org/officeDocument/2006/relationships/slideLayout" Target="/ppt/slideLayouts/slideLayout1.xml" Id="Rfe71fab36a684c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71fab36a684c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bf4439b17a4626" /><Relationship Type="http://schemas.openxmlformats.org/officeDocument/2006/relationships/notesSlide" Target="/ppt/notesSlides/notesSlide1.xml" Id="R565656a6e8964d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41c71aa88b4fd1" /><Relationship Type="http://schemas.openxmlformats.org/officeDocument/2006/relationships/notesSlide" Target="/ppt/notesSlides/notesSlide2.xml" Id="R930c8e32591349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0473BE-7A50-464F-9E20-EB143589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3DF2AD-59AF-4CB7-A067-99A903BCC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policy access governance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FE25C6-179D-458C-8609-F53C7C5F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86581"/>
                </a:solidFill>
              </a:defRPr>
            </a:pPr>
            <a:r>
              <a:rPr sz="1275" b="0">
                <a:solidFill>
                  <a:srgbClr val="486581"/>
                </a:solidFill>
              </a:rPr>
              <a:t>Assigned period: Q3 2026 | p03-full-001328 | Cobalt Harbor Systems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DC6F41-DE8E-4B78-B8E3-03E3BA66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Causal evidence question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CCC310-55AC-46D2-A5FC-232F1723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4191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Does Q3 access-governance planning preserve the dated evidence record as provenance rather than relabel it as a quarterly event?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78F6A4-1272-45D2-B7BF-1DF5678A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955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Evidence test and direct record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871E7F-499C-40CE-99A8-C41EF72B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47950"/>
            <a:ext cx="5238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Compare the Q3 framing with the dated source record, then test whether the population and completion measures retain their original denominator. Source: p03-full-001818 (2026-q3). Source scope: Q3 source scope; source record date: 2026-07-13. Actual metrics: evidence set 184; 48 synthetic privileged-role records; 47 timely attestations; 48 final completions.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DEFD07-7E37-4770-9D64-F0661926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27D98"/>
                </a:solidFill>
              </a:defRPr>
            </a:pPr>
            <a:r>
              <a:rPr sz="975" b="0">
                <a:solidFill>
                  <a:srgbClr val="627D98"/>
                </a:solidFill>
              </a:rPr>
              <a:t>1 / 2  •  synthetic defensive GRC evidence</a:t>
            </a:r>
          </a:p>
        </p:txBody>
      </p:sp>
    </p:spTree>
    <p:extLst>
      <p:ext uri="{BB962C8B-B14F-4D97-AF65-F5344CB8AC3E}">
        <p14:creationId xmlns:p14="http://schemas.microsoft.com/office/powerpoint/2010/main" val="20395909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66C131-8252-4F47-B5F1-9D5165D42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A5A9E6-7DC3-430F-9A0C-7D28FA35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policy access governance disposition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ECD845-AF82-4DC3-8A07-F3BA8013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86581"/>
                </a:solidFill>
              </a:defRPr>
            </a:pPr>
            <a:r>
              <a:rPr sz="1275" b="0">
                <a:solidFill>
                  <a:srgbClr val="486581"/>
                </a:solidFill>
              </a:rPr>
              <a:t>Assigned period: Q3 2026 | p03-full-001328 | Cobalt Harbor Systems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73FF7C-52D0-4AB0-8B99-D1B5BA308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Finding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DFDF32-2C76-4397-953E-A48726E4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4191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Finding: the planning frame is useful only when it leaves the 48-role evidence measure and the dated source record intact.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D3485A-24D7-4196-9666-BDF49CA2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955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Disposition and action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FB986A-B3EF-4C05-981E-36E875C6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47950"/>
            <a:ext cx="4857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GRC should publish the planning-to-provenance distinction and retain the source link before release. Assigned period: Q3 2026; source record date: 2026-07-13. The bounded synthetic record remains under DEC-260713-004 for 18 months; no Kio claim is made.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6565A8-3C0C-4C88-AE9B-09F44373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27D98"/>
                </a:solidFill>
              </a:defRPr>
            </a:pPr>
            <a:r>
              <a:rPr sz="975" b="0">
                <a:solidFill>
                  <a:srgbClr val="627D98"/>
                </a:solidFill>
              </a:rPr>
              <a:t>2 / 2  •  synthetic defensive GRC evidence</a:t>
            </a:r>
          </a:p>
        </p:txBody>
      </p:sp>
    </p:spTree>
    <p:extLst>
      <p:ext uri="{BB962C8B-B14F-4D97-AF65-F5344CB8AC3E}">
        <p14:creationId xmlns:p14="http://schemas.microsoft.com/office/powerpoint/2010/main" val="21374233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2026-08-24T13:55:10.8270000Z</dcterms:created>
  <dcterms:modified xsi:type="dcterms:W3CDTF">2026-08-24T13:55:10.8270000Z</dcterms:modified>
</coreProperties>
</file>