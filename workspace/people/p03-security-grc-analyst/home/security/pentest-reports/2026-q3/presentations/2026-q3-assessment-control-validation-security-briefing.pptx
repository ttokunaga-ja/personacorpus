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2d69b00105442a" /><Relationship Type="http://schemas.openxmlformats.org/officeDocument/2006/relationships/extended-properties" Target="/docProps/app.xml" Id="R826b29f69cb74dce" /><Relationship Type="http://schemas.openxmlformats.org/officeDocument/2006/relationships/officeDocument" Target="/ppt/presentation.xml" Id="Rf2bb367c95f74d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082c6403714989"/>
  </p:sldMasterIdLst>
  <p:notesMasterIdLst>
    <p:notesMasterId xmlns:r="http://schemas.openxmlformats.org/officeDocument/2006/relationships" r:id="Rbfbae8a869aa4000"/>
  </p:notesMasterIdLst>
  <p:sldIdLst>
    <p:sldId xmlns:r="http://schemas.openxmlformats.org/officeDocument/2006/relationships" id="256" r:id="R60cac192c8124e02"/>
    <p:sldId xmlns:r="http://schemas.openxmlformats.org/officeDocument/2006/relationships" id="257" r:id="R261f80bc749346bb"/>
    <p:sldId xmlns:r="http://schemas.openxmlformats.org/officeDocument/2006/relationships" id="258" r:id="Rb075299344814008"/>
    <p:sldId xmlns:r="http://schemas.openxmlformats.org/officeDocument/2006/relationships" id="259" r:id="R20273650c0944f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fb17a71b7a4c7e" /><Relationship Type="http://schemas.openxmlformats.org/officeDocument/2006/relationships/slideMaster" Target="/ppt/slideMasters/slideMaster1.xml" Id="Rb2082c6403714989" /><Relationship Type="http://schemas.openxmlformats.org/officeDocument/2006/relationships/notesMaster" Target="/ppt/notesMasters/notesMaster1.xml" Id="Rbfbae8a869aa4000" /><Relationship Type="http://schemas.openxmlformats.org/officeDocument/2006/relationships/presProps" Target="/ppt/presProps.xml" Id="R6909a6ad66a540a4" /><Relationship Type="http://schemas.openxmlformats.org/officeDocument/2006/relationships/tableStyles" Target="/ppt/tableStyles.xml" Id="Reeab7265ca9e4a5d" /><Relationship Type="http://schemas.openxmlformats.org/officeDocument/2006/relationships/slide" Target="/ppt/slides/slide1.xml" Id="R60cac192c8124e02" /><Relationship Type="http://schemas.openxmlformats.org/officeDocument/2006/relationships/slide" Target="/ppt/slides/slide2.xml" Id="R261f80bc749346bb" /><Relationship Type="http://schemas.openxmlformats.org/officeDocument/2006/relationships/slide" Target="/ppt/slides/slide3.xml" Id="Rb075299344814008" /><Relationship Type="http://schemas.openxmlformats.org/officeDocument/2006/relationships/slide" Target="/ppt/slides/slide4.xml" Id="R20273650c094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b309c3ded94b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77e43c0b64521" /><Relationship Type="http://schemas.openxmlformats.org/officeDocument/2006/relationships/notesMaster" Target="/ppt/notesMasters/notesMaster1.xml" Id="Rdafde705d9d747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340bb0c7544281" /><Relationship Type="http://schemas.openxmlformats.org/officeDocument/2006/relationships/notesMaster" Target="/ppt/notesMasters/notesMaster1.xml" Id="Recd139c9ef2544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78f468e97843c2" /><Relationship Type="http://schemas.openxmlformats.org/officeDocument/2006/relationships/notesMaster" Target="/ppt/notesMasters/notesMaster1.xml" Id="Re2efc01b9aa947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5c526cc4894367" /><Relationship Type="http://schemas.openxmlformats.org/officeDocument/2006/relationships/notesMaster" Target="/ppt/notesMasters/notesMaster1.xml" Id="Rbdc03f6389284e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558754dbe4f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77ff63f9b40b0" /><Relationship Type="http://schemas.openxmlformats.org/officeDocument/2006/relationships/slideLayout" Target="/ppt/slideLayouts/slideLayout1.xml" Id="R8adc3eb1249f4c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dc3eb1249f4c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7945f037347e6" /><Relationship Type="http://schemas.openxmlformats.org/officeDocument/2006/relationships/notesSlide" Target="/ppt/notesSlides/notesSlide1.xml" Id="R1a4b3ae2aa9645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dc809a8e34f8e" /><Relationship Type="http://schemas.openxmlformats.org/officeDocument/2006/relationships/notesSlide" Target="/ppt/notesSlides/notesSlide2.xml" Id="R9ff86864eb0142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c05a8c72b4859" /><Relationship Type="http://schemas.openxmlformats.org/officeDocument/2006/relationships/notesSlide" Target="/ppt/notesSlides/notesSlide3.xml" Id="Rc2fd234d68c9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12757248d43c4" /><Relationship Type="http://schemas.openxmlformats.org/officeDocument/2006/relationships/notesSlide" Target="/ppt/notesSlides/notesSlide4.xml" Id="Rb39ac3b20d2e46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175-1">
            <a:extLst xmlns:a="http://schemas.openxmlformats.org/drawingml/2006/main">
              <a:ext uri="{FF2B5EF4-FFF2-40B4-BE49-F238E27FC236}">
                <a16:creationId xmlns:a16="http://schemas.microsoft.com/office/drawing/2014/main" id="{9A2F857F-3B0D-42BB-A171-2D90630E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175-1">
            <a:extLst xmlns:a="http://schemas.openxmlformats.org/drawingml/2006/main">
              <a:ext uri="{FF2B5EF4-FFF2-40B4-BE49-F238E27FC236}">
                <a16:creationId xmlns:a16="http://schemas.microsoft.com/office/drawing/2014/main" id="{40A88247-A8BF-4ED9-B764-CBE726CD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p03-full-005175</a:t>
            </a:r>
          </a:p>
        </p:txBody>
      </p:sp>
      <p:sp>
        <p:nvSpPr>
          <p:cNvPr id="3" name="qa-v2-r2-title-p03-full-005175-1">
            <a:extLst xmlns:a="http://schemas.openxmlformats.org/drawingml/2006/main">
              <a:ext uri="{FF2B5EF4-FFF2-40B4-BE49-F238E27FC236}">
                <a16:creationId xmlns:a16="http://schemas.microsoft.com/office/drawing/2014/main" id="{CB28A0B5-6400-47C3-ABF5-EA783E2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5175-1">
            <a:extLst xmlns:a="http://schemas.openxmlformats.org/drawingml/2006/main">
              <a:ext uri="{FF2B5EF4-FFF2-40B4-BE49-F238E27FC236}">
                <a16:creationId xmlns:a16="http://schemas.microsoft.com/office/drawing/2014/main" id="{A94F5D7E-1CBB-4B50-A7AA-336CF1C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assessment control validation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 as an assessment context question focused on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p03-src-005175 is the declared source; p03-full-000685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729182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175-2">
            <a:extLst xmlns:a="http://schemas.openxmlformats.org/drawingml/2006/main">
              <a:ext uri="{FF2B5EF4-FFF2-40B4-BE49-F238E27FC236}">
                <a16:creationId xmlns:a16="http://schemas.microsoft.com/office/drawing/2014/main" id="{DF6AF7F2-C9D3-449F-9D1C-D69B4BE5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175-2">
            <a:extLst xmlns:a="http://schemas.openxmlformats.org/drawingml/2006/main">
              <a:ext uri="{FF2B5EF4-FFF2-40B4-BE49-F238E27FC236}">
                <a16:creationId xmlns:a16="http://schemas.microsoft.com/office/drawing/2014/main" id="{A167D04F-0B39-490E-B1A5-66FC217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p03-full-005175</a:t>
            </a:r>
          </a:p>
        </p:txBody>
      </p:sp>
      <p:sp>
        <p:nvSpPr>
          <p:cNvPr id="3" name="qa-v2-r2-title-p03-full-005175-2">
            <a:extLst xmlns:a="http://schemas.openxmlformats.org/drawingml/2006/main">
              <a:ext uri="{FF2B5EF4-FFF2-40B4-BE49-F238E27FC236}">
                <a16:creationId xmlns:a16="http://schemas.microsoft.com/office/drawing/2014/main" id="{102D70DA-D5C3-478A-86E3-838BBEBA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5175-2">
            <a:extLst xmlns:a="http://schemas.openxmlformats.org/drawingml/2006/main">
              <a:ext uri="{FF2B5EF4-FFF2-40B4-BE49-F238E27FC236}">
                <a16:creationId xmlns:a16="http://schemas.microsoft.com/office/drawing/2014/main" id="{986340C0-FE10-4509-9C48-8AA8B311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Read the closure decision back to the original evidence without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dropping the stated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record-to-decision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661472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175-3">
            <a:extLst xmlns:a="http://schemas.openxmlformats.org/drawingml/2006/main">
              <a:ext uri="{FF2B5EF4-FFF2-40B4-BE49-F238E27FC236}">
                <a16:creationId xmlns:a16="http://schemas.microsoft.com/office/drawing/2014/main" id="{BEC0E83B-1DD1-411B-8F03-EB4846C3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175-3">
            <a:extLst xmlns:a="http://schemas.openxmlformats.org/drawingml/2006/main">
              <a:ext uri="{FF2B5EF4-FFF2-40B4-BE49-F238E27FC236}">
                <a16:creationId xmlns:a16="http://schemas.microsoft.com/office/drawing/2014/main" id="{D879B9D6-2290-424D-AE5F-2E7271AD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p03-full-005175</a:t>
            </a:r>
          </a:p>
        </p:txBody>
      </p:sp>
      <p:sp>
        <p:nvSpPr>
          <p:cNvPr id="3" name="qa-v2-r2-title-p03-full-005175-3">
            <a:extLst xmlns:a="http://schemas.openxmlformats.org/drawingml/2006/main">
              <a:ext uri="{FF2B5EF4-FFF2-40B4-BE49-F238E27FC236}">
                <a16:creationId xmlns:a16="http://schemas.microsoft.com/office/drawing/2014/main" id="{A71731B1-7081-44BE-AD12-8E36E756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5175-3">
            <a:extLst xmlns:a="http://schemas.openxmlformats.org/drawingml/2006/main">
              <a:ext uri="{FF2B5EF4-FFF2-40B4-BE49-F238E27FC236}">
                <a16:creationId xmlns:a16="http://schemas.microsoft.com/office/drawing/2014/main" id="{664A87F6-3347-45F5-983C-C5075CA8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record a reasoned exception;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559638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175-4">
            <a:extLst xmlns:a="http://schemas.openxmlformats.org/drawingml/2006/main">
              <a:ext uri="{FF2B5EF4-FFF2-40B4-BE49-F238E27FC236}">
                <a16:creationId xmlns:a16="http://schemas.microsoft.com/office/drawing/2014/main" id="{F1A31FCE-04E7-4026-9052-90E3370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175-4">
            <a:extLst xmlns:a="http://schemas.openxmlformats.org/drawingml/2006/main">
              <a:ext uri="{FF2B5EF4-FFF2-40B4-BE49-F238E27FC236}">
                <a16:creationId xmlns:a16="http://schemas.microsoft.com/office/drawing/2014/main" id="{CD1D038C-338D-43D9-8AB7-F67CB26E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p03-full-005175</a:t>
            </a:r>
          </a:p>
        </p:txBody>
      </p:sp>
      <p:sp>
        <p:nvSpPr>
          <p:cNvPr id="3" name="qa-v2-r2-title-p03-full-005175-4">
            <a:extLst xmlns:a="http://schemas.openxmlformats.org/drawingml/2006/main">
              <a:ext uri="{FF2B5EF4-FFF2-40B4-BE49-F238E27FC236}">
                <a16:creationId xmlns:a16="http://schemas.microsoft.com/office/drawing/2014/main" id="{E529FC08-97F3-44F8-84F5-23E0E56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5175-4">
            <a:extLst xmlns:a="http://schemas.openxmlformats.org/drawingml/2006/main">
              <a:ext uri="{FF2B5EF4-FFF2-40B4-BE49-F238E27FC236}">
                <a16:creationId xmlns:a16="http://schemas.microsoft.com/office/drawing/2014/main" id="{916EF6A4-4432-4BF6-9E01-D3E8E1A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assessment context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559638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2026-08-25T12:54:25.4030000Z</dcterms:created>
  <dcterms:modified xsi:type="dcterms:W3CDTF">2026-08-25T12:54:25.4030000Z</dcterms:modified>
</coreProperties>
</file>