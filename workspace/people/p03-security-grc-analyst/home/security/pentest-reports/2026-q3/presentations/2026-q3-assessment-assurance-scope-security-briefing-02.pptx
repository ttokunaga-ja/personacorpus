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ee3d9ee83b4c38" /><Relationship Type="http://schemas.openxmlformats.org/officeDocument/2006/relationships/extended-properties" Target="/docProps/app.xml" Id="R814ef1eed4ff45e1" /><Relationship Type="http://schemas.openxmlformats.org/officeDocument/2006/relationships/officeDocument" Target="/ppt/presentation.xml" Id="R3f1bded973c040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de3a420a8e493e"/>
  </p:sldMasterIdLst>
  <p:notesMasterIdLst>
    <p:notesMasterId xmlns:r="http://schemas.openxmlformats.org/officeDocument/2006/relationships" r:id="R5efd31d75d1b4f6b"/>
  </p:notesMasterIdLst>
  <p:sldIdLst>
    <p:sldId xmlns:r="http://schemas.openxmlformats.org/officeDocument/2006/relationships" id="256" r:id="R3f7b561db65c4607"/>
    <p:sldId xmlns:r="http://schemas.openxmlformats.org/officeDocument/2006/relationships" id="257" r:id="R8ecba0c42f084055"/>
    <p:sldId xmlns:r="http://schemas.openxmlformats.org/officeDocument/2006/relationships" id="258" r:id="Rd78621c37cb9433c"/>
    <p:sldId xmlns:r="http://schemas.openxmlformats.org/officeDocument/2006/relationships" id="259" r:id="R4bf56457b85b46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f4d34ffb81442f" /><Relationship Type="http://schemas.openxmlformats.org/officeDocument/2006/relationships/slideMaster" Target="/ppt/slideMasters/slideMaster1.xml" Id="R73de3a420a8e493e" /><Relationship Type="http://schemas.openxmlformats.org/officeDocument/2006/relationships/notesMaster" Target="/ppt/notesMasters/notesMaster1.xml" Id="R5efd31d75d1b4f6b" /><Relationship Type="http://schemas.openxmlformats.org/officeDocument/2006/relationships/presProps" Target="/ppt/presProps.xml" Id="R8ec38ba9df4244c1" /><Relationship Type="http://schemas.openxmlformats.org/officeDocument/2006/relationships/tableStyles" Target="/ppt/tableStyles.xml" Id="Rb5b79f882c6a4bef" /><Relationship Type="http://schemas.openxmlformats.org/officeDocument/2006/relationships/slide" Target="/ppt/slides/slide1.xml" Id="R3f7b561db65c4607" /><Relationship Type="http://schemas.openxmlformats.org/officeDocument/2006/relationships/slide" Target="/ppt/slides/slide2.xml" Id="R8ecba0c42f084055" /><Relationship Type="http://schemas.openxmlformats.org/officeDocument/2006/relationships/slide" Target="/ppt/slides/slide3.xml" Id="Rd78621c37cb9433c" /><Relationship Type="http://schemas.openxmlformats.org/officeDocument/2006/relationships/slide" Target="/ppt/slides/slide4.xml" Id="R4bf56457b85b46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b93077a3884f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feaa1907434881" /><Relationship Type="http://schemas.openxmlformats.org/officeDocument/2006/relationships/notesMaster" Target="/ppt/notesMasters/notesMaster1.xml" Id="Rfc8737472bf847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f9a9c62141443e" /><Relationship Type="http://schemas.openxmlformats.org/officeDocument/2006/relationships/notesMaster" Target="/ppt/notesMasters/notesMaster1.xml" Id="Rb51ca78340e643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0d55da76a142cc" /><Relationship Type="http://schemas.openxmlformats.org/officeDocument/2006/relationships/notesMaster" Target="/ppt/notesMasters/notesMaster1.xml" Id="Rde25d993e0f14c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d8d2af1a7143d3" /><Relationship Type="http://schemas.openxmlformats.org/officeDocument/2006/relationships/notesMaster" Target="/ppt/notesMasters/notesMaster1.xml" Id="Re1ae68dd25d940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4772b4af747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6e892a72364d40" /><Relationship Type="http://schemas.openxmlformats.org/officeDocument/2006/relationships/slideLayout" Target="/ppt/slideLayouts/slideLayout1.xml" Id="R8c021da663234b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021da663234b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398d2c4fa4546" /><Relationship Type="http://schemas.openxmlformats.org/officeDocument/2006/relationships/notesSlide" Target="/ppt/notesSlides/notesSlide1.xml" Id="R4883c5f00d5349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5202e44a04b22" /><Relationship Type="http://schemas.openxmlformats.org/officeDocument/2006/relationships/notesSlide" Target="/ppt/notesSlides/notesSlide2.xml" Id="R9bead336de384b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f7cf783924897" /><Relationship Type="http://schemas.openxmlformats.org/officeDocument/2006/relationships/notesSlide" Target="/ppt/notesSlides/notesSlide3.xml" Id="Rbbdb92bde4c24c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9fd1329134768" /><Relationship Type="http://schemas.openxmlformats.org/officeDocument/2006/relationships/notesSlide" Target="/ppt/notesSlides/notesSlide4.xml" Id="R7e89fa8d70064c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373-1">
            <a:extLst xmlns:a="http://schemas.openxmlformats.org/drawingml/2006/main">
              <a:ext uri="{FF2B5EF4-FFF2-40B4-BE49-F238E27FC236}">
                <a16:creationId xmlns:a16="http://schemas.microsoft.com/office/drawing/2014/main" id="{D2FE2770-1452-4727-9BCB-B0D5608A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373-1">
            <a:extLst xmlns:a="http://schemas.openxmlformats.org/drawingml/2006/main">
              <a:ext uri="{FF2B5EF4-FFF2-40B4-BE49-F238E27FC236}">
                <a16:creationId xmlns:a16="http://schemas.microsoft.com/office/drawing/2014/main" id="{4113D5DD-50AA-425C-8925-3CCFA326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p03-full-009373</a:t>
            </a:r>
          </a:p>
        </p:txBody>
      </p:sp>
      <p:sp>
        <p:nvSpPr>
          <p:cNvPr id="3" name="qa-v2-r2-title-p03-full-009373-1">
            <a:extLst xmlns:a="http://schemas.openxmlformats.org/drawingml/2006/main">
              <a:ext uri="{FF2B5EF4-FFF2-40B4-BE49-F238E27FC236}">
                <a16:creationId xmlns:a16="http://schemas.microsoft.com/office/drawing/2014/main" id="{E2F8DB49-518A-43BA-B2D6-9E5C2758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9373-1">
            <a:extLst xmlns:a="http://schemas.openxmlformats.org/drawingml/2006/main">
              <a:ext uri="{FF2B5EF4-FFF2-40B4-BE49-F238E27FC236}">
                <a16:creationId xmlns:a16="http://schemas.microsoft.com/office/drawing/2014/main" id="{9CA28075-0CE9-4FA1-831A-B8EDE302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assessment assurance scope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security pentest reports.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2026-07-20. The assessment emphasizes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p03-src-009373; p03-full-000465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remediation threshold assessment.</a:t>
            </a:r>
          </a:p>
        </p:txBody>
      </p:sp>
    </p:spTree>
    <p:extLst>
      <p:ext uri="{BB962C8B-B14F-4D97-AF65-F5344CB8AC3E}">
        <p14:creationId xmlns:p14="http://schemas.microsoft.com/office/powerpoint/2010/main" val="1797903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373-2">
            <a:extLst xmlns:a="http://schemas.openxmlformats.org/drawingml/2006/main">
              <a:ext uri="{FF2B5EF4-FFF2-40B4-BE49-F238E27FC236}">
                <a16:creationId xmlns:a16="http://schemas.microsoft.com/office/drawing/2014/main" id="{95CDF648-E28C-4066-9A73-532A98E5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373-2">
            <a:extLst xmlns:a="http://schemas.openxmlformats.org/drawingml/2006/main">
              <a:ext uri="{FF2B5EF4-FFF2-40B4-BE49-F238E27FC236}">
                <a16:creationId xmlns:a16="http://schemas.microsoft.com/office/drawing/2014/main" id="{60079D76-ECBF-4639-8FB6-5C193FA8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p03-full-009373</a:t>
            </a:r>
          </a:p>
        </p:txBody>
      </p:sp>
      <p:sp>
        <p:nvSpPr>
          <p:cNvPr id="3" name="qa-v2-r2-title-p03-full-009373-2">
            <a:extLst xmlns:a="http://schemas.openxmlformats.org/drawingml/2006/main">
              <a:ext uri="{FF2B5EF4-FFF2-40B4-BE49-F238E27FC236}">
                <a16:creationId xmlns:a16="http://schemas.microsoft.com/office/drawing/2014/main" id="{597CCC29-26C9-4DED-B56E-505E2995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9373-2">
            <a:extLst xmlns:a="http://schemas.openxmlformats.org/drawingml/2006/main">
              <a:ext uri="{FF2B5EF4-FFF2-40B4-BE49-F238E27FC236}">
                <a16:creationId xmlns:a16="http://schemas.microsoft.com/office/drawing/2014/main" id="{5CD59463-6C67-4BB2-B9C0-D0E3ED93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Prevent the assurance boundary from expanding beyond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record into adjacent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assessment-to-control linkage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5040201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373-3">
            <a:extLst xmlns:a="http://schemas.openxmlformats.org/drawingml/2006/main">
              <a:ext uri="{FF2B5EF4-FFF2-40B4-BE49-F238E27FC236}">
                <a16:creationId xmlns:a16="http://schemas.microsoft.com/office/drawing/2014/main" id="{22A5513E-B9B8-4133-A5A3-34CEDA97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373-3">
            <a:extLst xmlns:a="http://schemas.openxmlformats.org/drawingml/2006/main">
              <a:ext uri="{FF2B5EF4-FFF2-40B4-BE49-F238E27FC236}">
                <a16:creationId xmlns:a16="http://schemas.microsoft.com/office/drawing/2014/main" id="{58F0E7EB-33F6-4DAE-B361-20B6FDDD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p03-full-009373</a:t>
            </a:r>
          </a:p>
        </p:txBody>
      </p:sp>
      <p:sp>
        <p:nvSpPr>
          <p:cNvPr id="3" name="qa-v2-r2-title-p03-full-009373-3">
            <a:extLst xmlns:a="http://schemas.openxmlformats.org/drawingml/2006/main">
              <a:ext uri="{FF2B5EF4-FFF2-40B4-BE49-F238E27FC236}">
                <a16:creationId xmlns:a16="http://schemas.microsoft.com/office/drawing/2014/main" id="{8CBF678C-B670-451D-AFA4-37B02477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9373-3">
            <a:extLst xmlns:a="http://schemas.openxmlformats.org/drawingml/2006/main">
              <a:ext uri="{FF2B5EF4-FFF2-40B4-BE49-F238E27FC236}">
                <a16:creationId xmlns:a16="http://schemas.microsoft.com/office/drawing/2014/main" id="{1F77F853-9206-4DB5-955C-434120AA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route the discrepancy to the reviewer; do not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carry 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1976152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373-4">
            <a:extLst xmlns:a="http://schemas.openxmlformats.org/drawingml/2006/main">
              <a:ext uri="{FF2B5EF4-FFF2-40B4-BE49-F238E27FC236}">
                <a16:creationId xmlns:a16="http://schemas.microsoft.com/office/drawing/2014/main" id="{D458AC1E-93F1-4B6D-A304-4305C81C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373-4">
            <a:extLst xmlns:a="http://schemas.openxmlformats.org/drawingml/2006/main">
              <a:ext uri="{FF2B5EF4-FFF2-40B4-BE49-F238E27FC236}">
                <a16:creationId xmlns:a16="http://schemas.microsoft.com/office/drawing/2014/main" id="{12165DB8-401A-4C0B-A052-881D812F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p03-full-009373</a:t>
            </a:r>
          </a:p>
        </p:txBody>
      </p:sp>
      <p:sp>
        <p:nvSpPr>
          <p:cNvPr id="3" name="qa-v2-r2-title-p03-full-009373-4">
            <a:extLst xmlns:a="http://schemas.openxmlformats.org/drawingml/2006/main">
              <a:ext uri="{FF2B5EF4-FFF2-40B4-BE49-F238E27FC236}">
                <a16:creationId xmlns:a16="http://schemas.microsoft.com/office/drawing/2014/main" id="{2EEB7AE6-2DA0-48D1-BAA6-66935945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9373-4">
            <a:extLst xmlns:a="http://schemas.openxmlformats.org/drawingml/2006/main">
              <a:ext uri="{FF2B5EF4-FFF2-40B4-BE49-F238E27FC236}">
                <a16:creationId xmlns:a16="http://schemas.microsoft.com/office/drawing/2014/main" id="{BEC828C0-C816-4F67-A852-AFD90F3E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p03-src-009373 with p03-full-000465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remediation threshold.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197615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2026-08-25T12:53:42.7640000Z</dcterms:created>
  <dcterms:modified xsi:type="dcterms:W3CDTF">2026-08-25T12:53:42.7640000Z</dcterms:modified>
</coreProperties>
</file>