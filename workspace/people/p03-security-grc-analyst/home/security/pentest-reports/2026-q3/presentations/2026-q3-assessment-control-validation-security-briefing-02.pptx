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fec0febd074cf3" /><Relationship Type="http://schemas.openxmlformats.org/officeDocument/2006/relationships/extended-properties" Target="/docProps/app.xml" Id="R1ef0772d18cf48a7" /><Relationship Type="http://schemas.openxmlformats.org/officeDocument/2006/relationships/officeDocument" Target="/ppt/presentation.xml" Id="R0d29bcf4f6f84e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53f5db46aa4496"/>
  </p:sldMasterIdLst>
  <p:notesMasterIdLst>
    <p:notesMasterId xmlns:r="http://schemas.openxmlformats.org/officeDocument/2006/relationships" r:id="R003e0f01e788400b"/>
  </p:notesMasterIdLst>
  <p:sldIdLst>
    <p:sldId xmlns:r="http://schemas.openxmlformats.org/officeDocument/2006/relationships" id="256" r:id="R278b16c9867542d7"/>
    <p:sldId xmlns:r="http://schemas.openxmlformats.org/officeDocument/2006/relationships" id="257" r:id="Re7acf2f173ef4e4d"/>
    <p:sldId xmlns:r="http://schemas.openxmlformats.org/officeDocument/2006/relationships" id="258" r:id="Rc839a94c0ff24d98"/>
    <p:sldId xmlns:r="http://schemas.openxmlformats.org/officeDocument/2006/relationships" id="259" r:id="R7ffa9afb0ac64c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8beb9c4945442c" /><Relationship Type="http://schemas.openxmlformats.org/officeDocument/2006/relationships/slideMaster" Target="/ppt/slideMasters/slideMaster1.xml" Id="Rfe53f5db46aa4496" /><Relationship Type="http://schemas.openxmlformats.org/officeDocument/2006/relationships/notesMaster" Target="/ppt/notesMasters/notesMaster1.xml" Id="R003e0f01e788400b" /><Relationship Type="http://schemas.openxmlformats.org/officeDocument/2006/relationships/presProps" Target="/ppt/presProps.xml" Id="R31d4b4fab9304894" /><Relationship Type="http://schemas.openxmlformats.org/officeDocument/2006/relationships/tableStyles" Target="/ppt/tableStyles.xml" Id="Raac0cd8c592d41b6" /><Relationship Type="http://schemas.openxmlformats.org/officeDocument/2006/relationships/slide" Target="/ppt/slides/slide1.xml" Id="R278b16c9867542d7" /><Relationship Type="http://schemas.openxmlformats.org/officeDocument/2006/relationships/slide" Target="/ppt/slides/slide2.xml" Id="Re7acf2f173ef4e4d" /><Relationship Type="http://schemas.openxmlformats.org/officeDocument/2006/relationships/slide" Target="/ppt/slides/slide3.xml" Id="Rc839a94c0ff24d98" /><Relationship Type="http://schemas.openxmlformats.org/officeDocument/2006/relationships/slide" Target="/ppt/slides/slide4.xml" Id="R7ffa9afb0ac64c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01641786004c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eb9939d69348e5" /><Relationship Type="http://schemas.openxmlformats.org/officeDocument/2006/relationships/notesMaster" Target="/ppt/notesMasters/notesMaster1.xml" Id="R686ec72a958049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258bdd19e340ef" /><Relationship Type="http://schemas.openxmlformats.org/officeDocument/2006/relationships/notesMaster" Target="/ppt/notesMasters/notesMaster1.xml" Id="R4f1ac2716cbe41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d00d008c3d4995" /><Relationship Type="http://schemas.openxmlformats.org/officeDocument/2006/relationships/notesMaster" Target="/ppt/notesMasters/notesMaster1.xml" Id="R7546b1bb14a642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faa054f3714376" /><Relationship Type="http://schemas.openxmlformats.org/officeDocument/2006/relationships/notesMaster" Target="/ppt/notesMasters/notesMaster1.xml" Id="R2964dadb0f8b4b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4a05a6390c4f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1c597b12664284" /><Relationship Type="http://schemas.openxmlformats.org/officeDocument/2006/relationships/slideLayout" Target="/ppt/slideLayouts/slideLayout1.xml" Id="R235b29b1e21145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5b29b1e21145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bc28a8f084986" /><Relationship Type="http://schemas.openxmlformats.org/officeDocument/2006/relationships/notesSlide" Target="/ppt/notesSlides/notesSlide1.xml" Id="Rddab31bed53740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856c514fc4324" /><Relationship Type="http://schemas.openxmlformats.org/officeDocument/2006/relationships/notesSlide" Target="/ppt/notesSlides/notesSlide2.xml" Id="Re006be7af2524c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da396a5934038" /><Relationship Type="http://schemas.openxmlformats.org/officeDocument/2006/relationships/notesSlide" Target="/ppt/notesSlides/notesSlide3.xml" Id="R2a7556d980e046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74b9243a944d9" /><Relationship Type="http://schemas.openxmlformats.org/officeDocument/2006/relationships/notesSlide" Target="/ppt/notesSlides/notesSlide4.xml" Id="R1b0275f113c543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575-1">
            <a:extLst xmlns:a="http://schemas.openxmlformats.org/drawingml/2006/main">
              <a:ext uri="{FF2B5EF4-FFF2-40B4-BE49-F238E27FC236}">
                <a16:creationId xmlns:a16="http://schemas.microsoft.com/office/drawing/2014/main" id="{376461F7-70E7-4E6E-A0C7-26F8C30B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575-1">
            <a:extLst xmlns:a="http://schemas.openxmlformats.org/drawingml/2006/main">
              <a:ext uri="{FF2B5EF4-FFF2-40B4-BE49-F238E27FC236}">
                <a16:creationId xmlns:a16="http://schemas.microsoft.com/office/drawing/2014/main" id="{63EE531C-F279-4D5E-92CA-4F7804B3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p03-full-006575</a:t>
            </a:r>
          </a:p>
        </p:txBody>
      </p:sp>
      <p:sp>
        <p:nvSpPr>
          <p:cNvPr id="3" name="qa-v2-r2-title-p03-full-006575-1">
            <a:extLst xmlns:a="http://schemas.openxmlformats.org/drawingml/2006/main">
              <a:ext uri="{FF2B5EF4-FFF2-40B4-BE49-F238E27FC236}">
                <a16:creationId xmlns:a16="http://schemas.microsoft.com/office/drawing/2014/main" id="{96EF11CC-8A7A-4FEF-A763-A66EFABD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6575-1">
            <a:extLst xmlns:a="http://schemas.openxmlformats.org/drawingml/2006/main">
              <a:ext uri="{FF2B5EF4-FFF2-40B4-BE49-F238E27FC236}">
                <a16:creationId xmlns:a16="http://schemas.microsoft.com/office/drawing/2014/main" id="{405C7531-CB01-4327-94BD-49548A15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2026 q3 assessment control validation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security pentest reports. The record treats RISK-031 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2026-07-20 as an approval boundary question focused on source reliability,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provenance, and corroboration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p03-src-006575 is the declared source; p03-full-001167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4939477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575-2">
            <a:extLst xmlns:a="http://schemas.openxmlformats.org/drawingml/2006/main">
              <a:ext uri="{FF2B5EF4-FFF2-40B4-BE49-F238E27FC236}">
                <a16:creationId xmlns:a16="http://schemas.microsoft.com/office/drawing/2014/main" id="{F6CEED26-4B64-425D-B249-6E35B220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575-2">
            <a:extLst xmlns:a="http://schemas.openxmlformats.org/drawingml/2006/main">
              <a:ext uri="{FF2B5EF4-FFF2-40B4-BE49-F238E27FC236}">
                <a16:creationId xmlns:a16="http://schemas.microsoft.com/office/drawing/2014/main" id="{4A971E4D-EBC4-4EC5-9146-4A211499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p03-full-006575</a:t>
            </a:r>
          </a:p>
        </p:txBody>
      </p:sp>
      <p:sp>
        <p:nvSpPr>
          <p:cNvPr id="3" name="qa-v2-r2-title-p03-full-006575-2">
            <a:extLst xmlns:a="http://schemas.openxmlformats.org/drawingml/2006/main">
              <a:ext uri="{FF2B5EF4-FFF2-40B4-BE49-F238E27FC236}">
                <a16:creationId xmlns:a16="http://schemas.microsoft.com/office/drawing/2014/main" id="{18582EF4-ECD1-4DD9-9FF0-EE361564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6575-2">
            <a:extLst xmlns:a="http://schemas.openxmlformats.org/drawingml/2006/main">
              <a:ext uri="{FF2B5EF4-FFF2-40B4-BE49-F238E27FC236}">
                <a16:creationId xmlns:a16="http://schemas.microsoft.com/office/drawing/2014/main" id="{B7840748-2BB2-4B6B-9B37-EBB3DDDE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Check whether a temporary compensating measure has a clear expiry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trigger and reassessment owner.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timing consistency and source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reliability, provenance, and corroboration quality, rather than treat two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12603473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575-3">
            <a:extLst xmlns:a="http://schemas.openxmlformats.org/drawingml/2006/main">
              <a:ext uri="{FF2B5EF4-FFF2-40B4-BE49-F238E27FC236}">
                <a16:creationId xmlns:a16="http://schemas.microsoft.com/office/drawing/2014/main" id="{2743DF2F-A809-471B-888F-10576B15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575-3">
            <a:extLst xmlns:a="http://schemas.openxmlformats.org/drawingml/2006/main">
              <a:ext uri="{FF2B5EF4-FFF2-40B4-BE49-F238E27FC236}">
                <a16:creationId xmlns:a16="http://schemas.microsoft.com/office/drawing/2014/main" id="{5DB9B562-604E-42E3-9A1B-5A81642C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p03-full-006575</a:t>
            </a:r>
          </a:p>
        </p:txBody>
      </p:sp>
      <p:sp>
        <p:nvSpPr>
          <p:cNvPr id="3" name="qa-v2-r2-title-p03-full-006575-3">
            <a:extLst xmlns:a="http://schemas.openxmlformats.org/drawingml/2006/main">
              <a:ext uri="{FF2B5EF4-FFF2-40B4-BE49-F238E27FC236}">
                <a16:creationId xmlns:a16="http://schemas.microsoft.com/office/drawing/2014/main" id="{BE1D83B7-C776-4C9C-8486-9F1A3298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6575-3">
            <a:extLst xmlns:a="http://schemas.openxmlformats.org/drawingml/2006/main">
              <a:ext uri="{FF2B5EF4-FFF2-40B4-BE49-F238E27FC236}">
                <a16:creationId xmlns:a16="http://schemas.microsoft.com/office/drawing/2014/main" id="{B549CE04-CF23-4511-9D2F-29BD12A4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route the discrepancy to the reviewer;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12235072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575-4">
            <a:extLst xmlns:a="http://schemas.openxmlformats.org/drawingml/2006/main">
              <a:ext uri="{FF2B5EF4-FFF2-40B4-BE49-F238E27FC236}">
                <a16:creationId xmlns:a16="http://schemas.microsoft.com/office/drawing/2014/main" id="{B972BB37-EF4C-44D5-8B10-EFFDE3C8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575-4">
            <a:extLst xmlns:a="http://schemas.openxmlformats.org/drawingml/2006/main">
              <a:ext uri="{FF2B5EF4-FFF2-40B4-BE49-F238E27FC236}">
                <a16:creationId xmlns:a16="http://schemas.microsoft.com/office/drawing/2014/main" id="{9C6113B9-E440-44B3-A2C7-91325A5D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p03-full-006575</a:t>
            </a:r>
          </a:p>
        </p:txBody>
      </p:sp>
      <p:sp>
        <p:nvSpPr>
          <p:cNvPr id="3" name="qa-v2-r2-title-p03-full-006575-4">
            <a:extLst xmlns:a="http://schemas.openxmlformats.org/drawingml/2006/main">
              <a:ext uri="{FF2B5EF4-FFF2-40B4-BE49-F238E27FC236}">
                <a16:creationId xmlns:a16="http://schemas.microsoft.com/office/drawing/2014/main" id="{D522D478-7FEB-4A35-99BC-A24E3302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6575-4">
            <a:extLst xmlns:a="http://schemas.openxmlformats.org/drawingml/2006/main">
              <a:ext uri="{FF2B5EF4-FFF2-40B4-BE49-F238E27FC236}">
                <a16:creationId xmlns:a16="http://schemas.microsoft.com/office/drawing/2014/main" id="{036D6B6A-FDB3-48E4-BE69-2AF481F2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p03-full-001167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approval boundary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12235072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2026-08-25T12:54:46.6990000Z</dcterms:created>
  <dcterms:modified xsi:type="dcterms:W3CDTF">2026-08-25T12:54:46.6990000Z</dcterms:modified>
</coreProperties>
</file>