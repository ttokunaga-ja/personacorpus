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22f9c3b64443ab" /><Relationship Type="http://schemas.openxmlformats.org/officeDocument/2006/relationships/extended-properties" Target="/docProps/app.xml" Id="R15b51e02379d405f" /><Relationship Type="http://schemas.openxmlformats.org/officeDocument/2006/relationships/officeDocument" Target="/ppt/presentation.xml" Id="R2daa57ea250e4c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148aaa9c084a8e"/>
  </p:sldMasterIdLst>
  <p:notesMasterIdLst>
    <p:notesMasterId xmlns:r="http://schemas.openxmlformats.org/officeDocument/2006/relationships" r:id="Rd2470172e1934918"/>
  </p:notesMasterIdLst>
  <p:sldIdLst>
    <p:sldId xmlns:r="http://schemas.openxmlformats.org/officeDocument/2006/relationships" id="256" r:id="R30549d2483ae4301"/>
    <p:sldId xmlns:r="http://schemas.openxmlformats.org/officeDocument/2006/relationships" id="257" r:id="Rdb222c33c73243bf"/>
    <p:sldId xmlns:r="http://schemas.openxmlformats.org/officeDocument/2006/relationships" id="258" r:id="Rc232b0a3ec914826"/>
    <p:sldId xmlns:r="http://schemas.openxmlformats.org/officeDocument/2006/relationships" id="259" r:id="Rab3a088f34c24d3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ed472d24c34daa" /><Relationship Type="http://schemas.openxmlformats.org/officeDocument/2006/relationships/slideMaster" Target="/ppt/slideMasters/slideMaster1.xml" Id="R79148aaa9c084a8e" /><Relationship Type="http://schemas.openxmlformats.org/officeDocument/2006/relationships/notesMaster" Target="/ppt/notesMasters/notesMaster1.xml" Id="Rd2470172e1934918" /><Relationship Type="http://schemas.openxmlformats.org/officeDocument/2006/relationships/presProps" Target="/ppt/presProps.xml" Id="R65f76d8d57784831" /><Relationship Type="http://schemas.openxmlformats.org/officeDocument/2006/relationships/tableStyles" Target="/ppt/tableStyles.xml" Id="R9e171e3b062347dd" /><Relationship Type="http://schemas.openxmlformats.org/officeDocument/2006/relationships/slide" Target="/ppt/slides/slide1.xml" Id="R30549d2483ae4301" /><Relationship Type="http://schemas.openxmlformats.org/officeDocument/2006/relationships/slide" Target="/ppt/slides/slide2.xml" Id="Rdb222c33c73243bf" /><Relationship Type="http://schemas.openxmlformats.org/officeDocument/2006/relationships/slide" Target="/ppt/slides/slide3.xml" Id="Rc232b0a3ec914826" /><Relationship Type="http://schemas.openxmlformats.org/officeDocument/2006/relationships/slide" Target="/ppt/slides/slide4.xml" Id="Rab3a088f34c24d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b2e6bfb686a45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fa1e9bbbb94e34" /><Relationship Type="http://schemas.openxmlformats.org/officeDocument/2006/relationships/notesMaster" Target="/ppt/notesMasters/notesMaster1.xml" Id="Rbcb435faa0fe4c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373e19dd6744c25" /><Relationship Type="http://schemas.openxmlformats.org/officeDocument/2006/relationships/notesMaster" Target="/ppt/notesMasters/notesMaster1.xml" Id="R4ffd7fe55f52448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ca3bb26e8d4e1a" /><Relationship Type="http://schemas.openxmlformats.org/officeDocument/2006/relationships/notesMaster" Target="/ppt/notesMasters/notesMaster1.xml" Id="R81a8e0e402ab476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a7a93d123f84d50" /><Relationship Type="http://schemas.openxmlformats.org/officeDocument/2006/relationships/notesMaster" Target="/ppt/notesMasters/notesMaster1.xml" Id="Rea80affc29314a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5aa3808175484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816da4490d478d" /><Relationship Type="http://schemas.openxmlformats.org/officeDocument/2006/relationships/slideLayout" Target="/ppt/slideLayouts/slideLayout1.xml" Id="R7c1f57ca4c1e4dd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1f57ca4c1e4dd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29d58adda3414d" /><Relationship Type="http://schemas.openxmlformats.org/officeDocument/2006/relationships/notesSlide" Target="/ppt/notesSlides/notesSlide1.xml" Id="R91c118a151184cc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aaaf07d0fc45db" /><Relationship Type="http://schemas.openxmlformats.org/officeDocument/2006/relationships/notesSlide" Target="/ppt/notesSlides/notesSlide2.xml" Id="Rd8062df726404d7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5007a094734b32" /><Relationship Type="http://schemas.openxmlformats.org/officeDocument/2006/relationships/notesSlide" Target="/ppt/notesSlides/notesSlide3.xml" Id="R6fff73e5075c4ac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30613b1d8b4611" /><Relationship Type="http://schemas.openxmlformats.org/officeDocument/2006/relationships/notesSlide" Target="/ppt/notesSlides/notesSlide4.xml" Id="R9f84b1c6273d4e8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3073-1">
            <a:extLst xmlns:a="http://schemas.openxmlformats.org/drawingml/2006/main">
              <a:ext uri="{FF2B5EF4-FFF2-40B4-BE49-F238E27FC236}">
                <a16:creationId xmlns:a16="http://schemas.microsoft.com/office/drawing/2014/main" id="{7A5123F3-2206-4739-97DA-B43D0454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3073-1">
            <a:extLst xmlns:a="http://schemas.openxmlformats.org/drawingml/2006/main">
              <a:ext uri="{FF2B5EF4-FFF2-40B4-BE49-F238E27FC236}">
                <a16:creationId xmlns:a16="http://schemas.microsoft.com/office/drawing/2014/main" id="{F01B457F-1940-45D4-BEEA-9ECB3A4E2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p03-full-003073</a:t>
            </a:r>
          </a:p>
        </p:txBody>
      </p:sp>
      <p:sp>
        <p:nvSpPr>
          <p:cNvPr id="3" name="qa-v2-r2-title-p03-full-003073-1">
            <a:extLst xmlns:a="http://schemas.openxmlformats.org/drawingml/2006/main">
              <a:ext uri="{FF2B5EF4-FFF2-40B4-BE49-F238E27FC236}">
                <a16:creationId xmlns:a16="http://schemas.microsoft.com/office/drawing/2014/main" id="{5F8C38DC-AAEA-434D-97C7-A247806D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3073-1">
            <a:extLst xmlns:a="http://schemas.openxmlformats.org/drawingml/2006/main">
              <a:ext uri="{FF2B5EF4-FFF2-40B4-BE49-F238E27FC236}">
                <a16:creationId xmlns:a16="http://schemas.microsoft.com/office/drawing/2014/main" id="{86CB179D-F5A8-46D7-83EA-AB713FE1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2026 q3 assessment assurance scope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security briefing within security pentest reports. Declared review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date: 2026-07-20. The assessment emphasizes exception rationale,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counterexamples, and control treatment.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p03-src-003073; p03-full-000465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an evidence lineage assessment.</a:t>
            </a:r>
          </a:p>
        </p:txBody>
      </p:sp>
    </p:spTree>
    <p:extLst>
      <p:ext uri="{BB962C8B-B14F-4D97-AF65-F5344CB8AC3E}">
        <p14:creationId xmlns:p14="http://schemas.microsoft.com/office/powerpoint/2010/main" val="5651367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3073-2">
            <a:extLst xmlns:a="http://schemas.openxmlformats.org/drawingml/2006/main">
              <a:ext uri="{FF2B5EF4-FFF2-40B4-BE49-F238E27FC236}">
                <a16:creationId xmlns:a16="http://schemas.microsoft.com/office/drawing/2014/main" id="{1F184C6B-F49E-43FE-BE78-8F2A25DD9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3073-2">
            <a:extLst xmlns:a="http://schemas.openxmlformats.org/drawingml/2006/main">
              <a:ext uri="{FF2B5EF4-FFF2-40B4-BE49-F238E27FC236}">
                <a16:creationId xmlns:a16="http://schemas.microsoft.com/office/drawing/2014/main" id="{765D05AA-6D76-4B9C-BF7B-28AA48C9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p03-full-003073</a:t>
            </a:r>
          </a:p>
        </p:txBody>
      </p:sp>
      <p:sp>
        <p:nvSpPr>
          <p:cNvPr id="3" name="qa-v2-r2-title-p03-full-003073-2">
            <a:extLst xmlns:a="http://schemas.openxmlformats.org/drawingml/2006/main">
              <a:ext uri="{FF2B5EF4-FFF2-40B4-BE49-F238E27FC236}">
                <a16:creationId xmlns:a16="http://schemas.microsoft.com/office/drawing/2014/main" id="{2772A3E1-A1AF-4A2E-BB95-682F81193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3073-2">
            <a:extLst xmlns:a="http://schemas.openxmlformats.org/drawingml/2006/main">
              <a:ext uri="{FF2B5EF4-FFF2-40B4-BE49-F238E27FC236}">
                <a16:creationId xmlns:a16="http://schemas.microsoft.com/office/drawing/2014/main" id="{7267CAD2-1978-4E68-A447-655CB913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Make exclusions legible so silence is not mistaken for an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all-clear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dependency-to-action relevance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exception rationale, counterexamples, and control treatment.</a:t>
            </a:r>
          </a:p>
        </p:txBody>
      </p:sp>
    </p:spTree>
    <p:extLst>
      <p:ext uri="{BB962C8B-B14F-4D97-AF65-F5344CB8AC3E}">
        <p14:creationId xmlns:p14="http://schemas.microsoft.com/office/powerpoint/2010/main" val="21224346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3073-3">
            <a:extLst xmlns:a="http://schemas.openxmlformats.org/drawingml/2006/main">
              <a:ext uri="{FF2B5EF4-FFF2-40B4-BE49-F238E27FC236}">
                <a16:creationId xmlns:a16="http://schemas.microsoft.com/office/drawing/2014/main" id="{80CD5EE4-DC51-40F0-92C6-75AE2928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3073-3">
            <a:extLst xmlns:a="http://schemas.openxmlformats.org/drawingml/2006/main">
              <a:ext uri="{FF2B5EF4-FFF2-40B4-BE49-F238E27FC236}">
                <a16:creationId xmlns:a16="http://schemas.microsoft.com/office/drawing/2014/main" id="{17D9042A-B749-4CDC-A8F4-20308E62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p03-full-003073</a:t>
            </a:r>
          </a:p>
        </p:txBody>
      </p:sp>
      <p:sp>
        <p:nvSpPr>
          <p:cNvPr id="3" name="qa-v2-r2-title-p03-full-003073-3">
            <a:extLst xmlns:a="http://schemas.openxmlformats.org/drawingml/2006/main">
              <a:ext uri="{FF2B5EF4-FFF2-40B4-BE49-F238E27FC236}">
                <a16:creationId xmlns:a16="http://schemas.microsoft.com/office/drawing/2014/main" id="{59B9CD82-7C69-4141-B5A0-4529F75C9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3073-3">
            <a:extLst xmlns:a="http://schemas.openxmlformats.org/drawingml/2006/main">
              <a:ext uri="{FF2B5EF4-FFF2-40B4-BE49-F238E27FC236}">
                <a16:creationId xmlns:a16="http://schemas.microsoft.com/office/drawing/2014/main" id="{3942EB7A-C26B-4D4A-BC11-D192A898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compare the changed record; do not carry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9969312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3073-4">
            <a:extLst xmlns:a="http://schemas.openxmlformats.org/drawingml/2006/main">
              <a:ext uri="{FF2B5EF4-FFF2-40B4-BE49-F238E27FC236}">
                <a16:creationId xmlns:a16="http://schemas.microsoft.com/office/drawing/2014/main" id="{029B62F1-BFF6-49FE-9181-D750EDFEC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3073-4">
            <a:extLst xmlns:a="http://schemas.openxmlformats.org/drawingml/2006/main">
              <a:ext uri="{FF2B5EF4-FFF2-40B4-BE49-F238E27FC236}">
                <a16:creationId xmlns:a16="http://schemas.microsoft.com/office/drawing/2014/main" id="{EB64543D-0A53-4406-BE1E-74FC3B2BB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p03-full-003073</a:t>
            </a:r>
          </a:p>
        </p:txBody>
      </p:sp>
      <p:sp>
        <p:nvSpPr>
          <p:cNvPr id="3" name="qa-v2-r2-title-p03-full-003073-4">
            <a:extLst xmlns:a="http://schemas.openxmlformats.org/drawingml/2006/main">
              <a:ext uri="{FF2B5EF4-FFF2-40B4-BE49-F238E27FC236}">
                <a16:creationId xmlns:a16="http://schemas.microsoft.com/office/drawing/2014/main" id="{0B203D24-BE74-4439-BBB3-49565FCD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3073-4">
            <a:extLst xmlns:a="http://schemas.openxmlformats.org/drawingml/2006/main">
              <a:ext uri="{FF2B5EF4-FFF2-40B4-BE49-F238E27FC236}">
                <a16:creationId xmlns:a16="http://schemas.microsoft.com/office/drawing/2014/main" id="{42B03978-8B64-4BB5-B367-98A6EF2B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p03-src-003073 with p03-full-000465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evidence lineage.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9969312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2026-08-25T12:53:21.4410000Z</dcterms:created>
  <dcterms:modified xsi:type="dcterms:W3CDTF">2026-08-25T12:53:21.4410000Z</dcterms:modified>
</coreProperties>
</file>