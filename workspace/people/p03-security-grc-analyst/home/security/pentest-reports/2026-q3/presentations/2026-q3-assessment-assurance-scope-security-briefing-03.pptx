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39131f614b4332" /><Relationship Type="http://schemas.openxmlformats.org/officeDocument/2006/relationships/extended-properties" Target="/docProps/app.xml" Id="R862661103c2f4e62" /><Relationship Type="http://schemas.openxmlformats.org/officeDocument/2006/relationships/officeDocument" Target="/ppt/presentation.xml" Id="R551dedae7cd846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62ea57b3024852"/>
  </p:sldMasterIdLst>
  <p:notesMasterIdLst>
    <p:notesMasterId xmlns:r="http://schemas.openxmlformats.org/officeDocument/2006/relationships" r:id="R975344265e10417f"/>
  </p:notesMasterIdLst>
  <p:sldIdLst>
    <p:sldId xmlns:r="http://schemas.openxmlformats.org/officeDocument/2006/relationships" id="256" r:id="R253f44a286a54ef5"/>
    <p:sldId xmlns:r="http://schemas.openxmlformats.org/officeDocument/2006/relationships" id="257" r:id="Rf67680ca22fc48a4"/>
    <p:sldId xmlns:r="http://schemas.openxmlformats.org/officeDocument/2006/relationships" id="258" r:id="Ref6171c3f4a44867"/>
    <p:sldId xmlns:r="http://schemas.openxmlformats.org/officeDocument/2006/relationships" id="259" r:id="Refd9a8e43a7649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375bdec72e4fcc" /><Relationship Type="http://schemas.openxmlformats.org/officeDocument/2006/relationships/slideMaster" Target="/ppt/slideMasters/slideMaster1.xml" Id="Rfa62ea57b3024852" /><Relationship Type="http://schemas.openxmlformats.org/officeDocument/2006/relationships/notesMaster" Target="/ppt/notesMasters/notesMaster1.xml" Id="R975344265e10417f" /><Relationship Type="http://schemas.openxmlformats.org/officeDocument/2006/relationships/presProps" Target="/ppt/presProps.xml" Id="Re3aa06d405544a56" /><Relationship Type="http://schemas.openxmlformats.org/officeDocument/2006/relationships/tableStyles" Target="/ppt/tableStyles.xml" Id="R5051aca8205b4bf8" /><Relationship Type="http://schemas.openxmlformats.org/officeDocument/2006/relationships/slide" Target="/ppt/slides/slide1.xml" Id="R253f44a286a54ef5" /><Relationship Type="http://schemas.openxmlformats.org/officeDocument/2006/relationships/slide" Target="/ppt/slides/slide2.xml" Id="Rf67680ca22fc48a4" /><Relationship Type="http://schemas.openxmlformats.org/officeDocument/2006/relationships/slide" Target="/ppt/slides/slide3.xml" Id="Ref6171c3f4a44867" /><Relationship Type="http://schemas.openxmlformats.org/officeDocument/2006/relationships/slide" Target="/ppt/slides/slide4.xml" Id="Refd9a8e43a7649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52a93aafd844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ef566928e94588" /><Relationship Type="http://schemas.openxmlformats.org/officeDocument/2006/relationships/notesMaster" Target="/ppt/notesMasters/notesMaster1.xml" Id="R040dba076abf46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f315d8c0dd4b96" /><Relationship Type="http://schemas.openxmlformats.org/officeDocument/2006/relationships/notesMaster" Target="/ppt/notesMasters/notesMaster1.xml" Id="R6d7164bcaac14b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df4644fbc242e7" /><Relationship Type="http://schemas.openxmlformats.org/officeDocument/2006/relationships/notesMaster" Target="/ppt/notesMasters/notesMaster1.xml" Id="Rd7c118bcfb8d4e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3c6b3f85cf4f56" /><Relationship Type="http://schemas.openxmlformats.org/officeDocument/2006/relationships/notesMaster" Target="/ppt/notesMasters/notesMaster1.xml" Id="R5a8efef00f5e4b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b16a990fb4c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374e3bf14140e0" /><Relationship Type="http://schemas.openxmlformats.org/officeDocument/2006/relationships/slideLayout" Target="/ppt/slideLayouts/slideLayout1.xml" Id="Rc2f6d9c0579943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f6d9c0579943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4a49190804829" /><Relationship Type="http://schemas.openxmlformats.org/officeDocument/2006/relationships/notesSlide" Target="/ppt/notesSlides/notesSlide1.xml" Id="R270f7fa97dcc4e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c7278bdfd483c" /><Relationship Type="http://schemas.openxmlformats.org/officeDocument/2006/relationships/notesSlide" Target="/ppt/notesSlides/notesSlide2.xml" Id="Rd422091e939d44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6585c46564aa1" /><Relationship Type="http://schemas.openxmlformats.org/officeDocument/2006/relationships/notesSlide" Target="/ppt/notesSlides/notesSlide3.xml" Id="R87a6ec51f89c40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5b6d45f854453" /><Relationship Type="http://schemas.openxmlformats.org/officeDocument/2006/relationships/notesSlide" Target="/ppt/notesSlides/notesSlide4.xml" Id="R4bcb54ddabc14c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729-1">
            <a:extLst xmlns:a="http://schemas.openxmlformats.org/drawingml/2006/main">
              <a:ext uri="{FF2B5EF4-FFF2-40B4-BE49-F238E27FC236}">
                <a16:creationId xmlns:a16="http://schemas.microsoft.com/office/drawing/2014/main" id="{B858B339-CD15-4025-A141-30534200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729-1">
            <a:extLst xmlns:a="http://schemas.openxmlformats.org/drawingml/2006/main">
              <a:ext uri="{FF2B5EF4-FFF2-40B4-BE49-F238E27FC236}">
                <a16:creationId xmlns:a16="http://schemas.microsoft.com/office/drawing/2014/main" id="{4274B045-F998-438C-94CA-9BFFE0E6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p03-full-009729</a:t>
            </a:r>
          </a:p>
        </p:txBody>
      </p:sp>
      <p:sp>
        <p:nvSpPr>
          <p:cNvPr id="3" name="qa-v2-r2-title-p03-full-009729-1">
            <a:extLst xmlns:a="http://schemas.openxmlformats.org/drawingml/2006/main">
              <a:ext uri="{FF2B5EF4-FFF2-40B4-BE49-F238E27FC236}">
                <a16:creationId xmlns:a16="http://schemas.microsoft.com/office/drawing/2014/main" id="{225679AA-44A9-4DD0-8B3E-D14A5110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9729-1">
            <a:extLst xmlns:a="http://schemas.openxmlformats.org/drawingml/2006/main">
              <a:ext uri="{FF2B5EF4-FFF2-40B4-BE49-F238E27FC236}">
                <a16:creationId xmlns:a16="http://schemas.microsoft.com/office/drawing/2014/main" id="{A8CD7A17-892A-46EA-A55B-5E4E3C8F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assessment assurance scope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pentest reports. The record treats RISK-031 on 2026-07-20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 a review chronology question focused on ownership, approval boundaries,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p03-src-009729 is the declared source; p03-full-000955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683819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729-2">
            <a:extLst xmlns:a="http://schemas.openxmlformats.org/drawingml/2006/main">
              <a:ext uri="{FF2B5EF4-FFF2-40B4-BE49-F238E27FC236}">
                <a16:creationId xmlns:a16="http://schemas.microsoft.com/office/drawing/2014/main" id="{09E2AFAB-237C-44C0-89F7-F8838D3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729-2">
            <a:extLst xmlns:a="http://schemas.openxmlformats.org/drawingml/2006/main">
              <a:ext uri="{FF2B5EF4-FFF2-40B4-BE49-F238E27FC236}">
                <a16:creationId xmlns:a16="http://schemas.microsoft.com/office/drawing/2014/main" id="{38445D0D-85C2-441E-A457-BADE4B59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p03-full-009729</a:t>
            </a:r>
          </a:p>
        </p:txBody>
      </p:sp>
      <p:sp>
        <p:nvSpPr>
          <p:cNvPr id="3" name="qa-v2-r2-title-p03-full-009729-2">
            <a:extLst xmlns:a="http://schemas.openxmlformats.org/drawingml/2006/main">
              <a:ext uri="{FF2B5EF4-FFF2-40B4-BE49-F238E27FC236}">
                <a16:creationId xmlns:a16="http://schemas.microsoft.com/office/drawing/2014/main" id="{80D6F6CB-7645-4E6C-8836-C017F4EF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9729-2">
            <a:extLst xmlns:a="http://schemas.openxmlformats.org/drawingml/2006/main">
              <a:ext uri="{FF2B5EF4-FFF2-40B4-BE49-F238E27FC236}">
                <a16:creationId xmlns:a16="http://schemas.microsoft.com/office/drawing/2014/main" id="{DDA51BD3-FA26-412E-8A25-7952B5F5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Test whether a favorable quarterly summary would erase a material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caveat from the local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exception-to-owner linkage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8455240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729-3">
            <a:extLst xmlns:a="http://schemas.openxmlformats.org/drawingml/2006/main">
              <a:ext uri="{FF2B5EF4-FFF2-40B4-BE49-F238E27FC236}">
                <a16:creationId xmlns:a16="http://schemas.microsoft.com/office/drawing/2014/main" id="{88DD7653-8989-48C9-A1A8-26BC74EE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729-3">
            <a:extLst xmlns:a="http://schemas.openxmlformats.org/drawingml/2006/main">
              <a:ext uri="{FF2B5EF4-FFF2-40B4-BE49-F238E27FC236}">
                <a16:creationId xmlns:a16="http://schemas.microsoft.com/office/drawing/2014/main" id="{FDC7FADB-D5DC-40F0-9CAB-1045800F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p03-full-009729</a:t>
            </a:r>
          </a:p>
        </p:txBody>
      </p:sp>
      <p:sp>
        <p:nvSpPr>
          <p:cNvPr id="3" name="qa-v2-r2-title-p03-full-009729-3">
            <a:extLst xmlns:a="http://schemas.openxmlformats.org/drawingml/2006/main">
              <a:ext uri="{FF2B5EF4-FFF2-40B4-BE49-F238E27FC236}">
                <a16:creationId xmlns:a16="http://schemas.microsoft.com/office/drawing/2014/main" id="{F217773A-BAD2-432C-8923-DFF49962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9729-3">
            <a:extLst xmlns:a="http://schemas.openxmlformats.org/drawingml/2006/main">
              <a:ext uri="{FF2B5EF4-FFF2-40B4-BE49-F238E27FC236}">
                <a16:creationId xmlns:a16="http://schemas.microsoft.com/office/drawing/2014/main" id="{1939AD40-915B-4A5C-B9EE-69F22635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confirm the evidence chain;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4587514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729-4">
            <a:extLst xmlns:a="http://schemas.openxmlformats.org/drawingml/2006/main">
              <a:ext uri="{FF2B5EF4-FFF2-40B4-BE49-F238E27FC236}">
                <a16:creationId xmlns:a16="http://schemas.microsoft.com/office/drawing/2014/main" id="{65FB1537-7BE0-4866-A554-770C46C1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729-4">
            <a:extLst xmlns:a="http://schemas.openxmlformats.org/drawingml/2006/main">
              <a:ext uri="{FF2B5EF4-FFF2-40B4-BE49-F238E27FC236}">
                <a16:creationId xmlns:a16="http://schemas.microsoft.com/office/drawing/2014/main" id="{E9062C57-0DF9-4414-A502-8964C976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p03-full-009729</a:t>
            </a:r>
          </a:p>
        </p:txBody>
      </p:sp>
      <p:sp>
        <p:nvSpPr>
          <p:cNvPr id="3" name="qa-v2-r2-title-p03-full-009729-4">
            <a:extLst xmlns:a="http://schemas.openxmlformats.org/drawingml/2006/main">
              <a:ext uri="{FF2B5EF4-FFF2-40B4-BE49-F238E27FC236}">
                <a16:creationId xmlns:a16="http://schemas.microsoft.com/office/drawing/2014/main" id="{BCDC8641-CD88-484F-95FF-B3D8ED13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9729-4">
            <a:extLst xmlns:a="http://schemas.openxmlformats.org/drawingml/2006/main">
              <a:ext uri="{FF2B5EF4-FFF2-40B4-BE49-F238E27FC236}">
                <a16:creationId xmlns:a16="http://schemas.microsoft.com/office/drawing/2014/main" id="{AEC80F40-54D4-47CD-896A-E3A19ED1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p03-full-000955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review chronology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458751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2026-08-25T12:54:04.0960000Z</dcterms:created>
  <dcterms:modified xsi:type="dcterms:W3CDTF">2026-08-25T12:54:04.0960000Z</dcterms:modified>
</coreProperties>
</file>