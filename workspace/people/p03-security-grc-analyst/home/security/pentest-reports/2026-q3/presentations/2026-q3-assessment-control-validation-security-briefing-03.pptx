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f2e64e65fb4465" /><Relationship Type="http://schemas.openxmlformats.org/officeDocument/2006/relationships/extended-properties" Target="/docProps/app.xml" Id="Rd66e00db8c5a4287" /><Relationship Type="http://schemas.openxmlformats.org/officeDocument/2006/relationships/officeDocument" Target="/ppt/presentation.xml" Id="Rb21cc46b41684d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17dcfa3a2e48da"/>
  </p:sldMasterIdLst>
  <p:notesMasterIdLst>
    <p:notesMasterId xmlns:r="http://schemas.openxmlformats.org/officeDocument/2006/relationships" r:id="R4f2c0d2342774fe1"/>
  </p:notesMasterIdLst>
  <p:sldIdLst>
    <p:sldId xmlns:r="http://schemas.openxmlformats.org/officeDocument/2006/relationships" id="256" r:id="R97d44235c97e40f1"/>
    <p:sldId xmlns:r="http://schemas.openxmlformats.org/officeDocument/2006/relationships" id="257" r:id="Rf4149d1a3f1b4e46"/>
    <p:sldId xmlns:r="http://schemas.openxmlformats.org/officeDocument/2006/relationships" id="258" r:id="R7008f4c38d0e4647"/>
    <p:sldId xmlns:r="http://schemas.openxmlformats.org/officeDocument/2006/relationships" id="259" r:id="Rebfe8e5d44d94d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835ffa5a1349da" /><Relationship Type="http://schemas.openxmlformats.org/officeDocument/2006/relationships/slideMaster" Target="/ppt/slideMasters/slideMaster1.xml" Id="R8717dcfa3a2e48da" /><Relationship Type="http://schemas.openxmlformats.org/officeDocument/2006/relationships/notesMaster" Target="/ppt/notesMasters/notesMaster1.xml" Id="R4f2c0d2342774fe1" /><Relationship Type="http://schemas.openxmlformats.org/officeDocument/2006/relationships/presProps" Target="/ppt/presProps.xml" Id="Rb7462bef3ba14386" /><Relationship Type="http://schemas.openxmlformats.org/officeDocument/2006/relationships/tableStyles" Target="/ppt/tableStyles.xml" Id="Rd9a2d861848c43a7" /><Relationship Type="http://schemas.openxmlformats.org/officeDocument/2006/relationships/slide" Target="/ppt/slides/slide1.xml" Id="R97d44235c97e40f1" /><Relationship Type="http://schemas.openxmlformats.org/officeDocument/2006/relationships/slide" Target="/ppt/slides/slide2.xml" Id="Rf4149d1a3f1b4e46" /><Relationship Type="http://schemas.openxmlformats.org/officeDocument/2006/relationships/slide" Target="/ppt/slides/slide3.xml" Id="R7008f4c38d0e4647" /><Relationship Type="http://schemas.openxmlformats.org/officeDocument/2006/relationships/slide" Target="/ppt/slides/slide4.xml" Id="Rebfe8e5d44d94d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2a6f76dd684f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0e85dd51794e51" /><Relationship Type="http://schemas.openxmlformats.org/officeDocument/2006/relationships/notesMaster" Target="/ppt/notesMasters/notesMaster1.xml" Id="R3d16205d136a47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581833172f412c" /><Relationship Type="http://schemas.openxmlformats.org/officeDocument/2006/relationships/notesMaster" Target="/ppt/notesMasters/notesMaster1.xml" Id="Ra162e4142ec845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a3d642b413491d" /><Relationship Type="http://schemas.openxmlformats.org/officeDocument/2006/relationships/notesMaster" Target="/ppt/notesMasters/notesMaster1.xml" Id="Rb42c6c3d47374c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222c22040d443c" /><Relationship Type="http://schemas.openxmlformats.org/officeDocument/2006/relationships/notesMaster" Target="/ppt/notesMasters/notesMaster1.xml" Id="R6bad54db4cd543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ff2409e5b4f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62603544544889" /><Relationship Type="http://schemas.openxmlformats.org/officeDocument/2006/relationships/slideLayout" Target="/ppt/slideLayouts/slideLayout1.xml" Id="R9f0cc34b51a84d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0cc34b51a84d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4f550e7d54aef" /><Relationship Type="http://schemas.openxmlformats.org/officeDocument/2006/relationships/notesSlide" Target="/ppt/notesSlides/notesSlide1.xml" Id="R92a04f1ed3c041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e86fc0b474cfe" /><Relationship Type="http://schemas.openxmlformats.org/officeDocument/2006/relationships/notesSlide" Target="/ppt/notesSlides/notesSlide2.xml" Id="Ref204bf0fefd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430814f9548fb" /><Relationship Type="http://schemas.openxmlformats.org/officeDocument/2006/relationships/notesSlide" Target="/ppt/notesSlides/notesSlide3.xml" Id="R4ba2057b47be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a30d1d0bd499d" /><Relationship Type="http://schemas.openxmlformats.org/officeDocument/2006/relationships/notesSlide" Target="/ppt/notesSlides/notesSlide4.xml" Id="R8c0517a18e9d47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975-1">
            <a:extLst xmlns:a="http://schemas.openxmlformats.org/drawingml/2006/main">
              <a:ext uri="{FF2B5EF4-FFF2-40B4-BE49-F238E27FC236}">
                <a16:creationId xmlns:a16="http://schemas.microsoft.com/office/drawing/2014/main" id="{FAF3E20A-B2E4-4634-BF62-4D37F1FB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975-1">
            <a:extLst xmlns:a="http://schemas.openxmlformats.org/drawingml/2006/main">
              <a:ext uri="{FF2B5EF4-FFF2-40B4-BE49-F238E27FC236}">
                <a16:creationId xmlns:a16="http://schemas.microsoft.com/office/drawing/2014/main" id="{32329218-0706-4733-B636-8999E9F2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p03-full-007975</a:t>
            </a:r>
          </a:p>
        </p:txBody>
      </p:sp>
      <p:sp>
        <p:nvSpPr>
          <p:cNvPr id="3" name="qa-v2-r2-title-p03-full-007975-1">
            <a:extLst xmlns:a="http://schemas.openxmlformats.org/drawingml/2006/main">
              <a:ext uri="{FF2B5EF4-FFF2-40B4-BE49-F238E27FC236}">
                <a16:creationId xmlns:a16="http://schemas.microsoft.com/office/drawing/2014/main" id="{BE253CB4-5B9C-4D37-A3FB-1320D25A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7975-1">
            <a:extLst xmlns:a="http://schemas.openxmlformats.org/drawingml/2006/main">
              <a:ext uri="{FF2B5EF4-FFF2-40B4-BE49-F238E27FC236}">
                <a16:creationId xmlns:a16="http://schemas.microsoft.com/office/drawing/2014/main" id="{8FD7AA6B-51D3-4827-92DB-F71931E3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assessment control validation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pentest reports.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2026-07-20. The assessment emphasizes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p03-src-007975; p03-full-000847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source reliability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1191374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975-2">
            <a:extLst xmlns:a="http://schemas.openxmlformats.org/drawingml/2006/main">
              <a:ext uri="{FF2B5EF4-FFF2-40B4-BE49-F238E27FC236}">
                <a16:creationId xmlns:a16="http://schemas.microsoft.com/office/drawing/2014/main" id="{19839B90-D916-4ACF-A480-18F169B5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975-2">
            <a:extLst xmlns:a="http://schemas.openxmlformats.org/drawingml/2006/main">
              <a:ext uri="{FF2B5EF4-FFF2-40B4-BE49-F238E27FC236}">
                <a16:creationId xmlns:a16="http://schemas.microsoft.com/office/drawing/2014/main" id="{3C80B834-0D04-40C1-B19E-BCE5C515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p03-full-007975</a:t>
            </a:r>
          </a:p>
        </p:txBody>
      </p:sp>
      <p:sp>
        <p:nvSpPr>
          <p:cNvPr id="3" name="qa-v2-r2-title-p03-full-007975-2">
            <a:extLst xmlns:a="http://schemas.openxmlformats.org/drawingml/2006/main">
              <a:ext uri="{FF2B5EF4-FFF2-40B4-BE49-F238E27FC236}">
                <a16:creationId xmlns:a16="http://schemas.microsoft.com/office/drawing/2014/main" id="{0B8BDB2A-7145-4417-9E06-0A2018EC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7975-2">
            <a:extLst xmlns:a="http://schemas.openxmlformats.org/drawingml/2006/main">
              <a:ext uri="{FF2B5EF4-FFF2-40B4-BE49-F238E27FC236}">
                <a16:creationId xmlns:a16="http://schemas.microsoft.com/office/drawing/2014/main" id="{2B9B5166-42ED-433E-BE42-D7C17FA0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Require a denominator selection rule and reconciliation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marker before interpreting a count as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record-to-decision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868777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975-3">
            <a:extLst xmlns:a="http://schemas.openxmlformats.org/drawingml/2006/main">
              <a:ext uri="{FF2B5EF4-FFF2-40B4-BE49-F238E27FC236}">
                <a16:creationId xmlns:a16="http://schemas.microsoft.com/office/drawing/2014/main" id="{7DFE36D1-283B-4A18-AC21-8F31EFB5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975-3">
            <a:extLst xmlns:a="http://schemas.openxmlformats.org/drawingml/2006/main">
              <a:ext uri="{FF2B5EF4-FFF2-40B4-BE49-F238E27FC236}">
                <a16:creationId xmlns:a16="http://schemas.microsoft.com/office/drawing/2014/main" id="{B6B5FAD2-7D1B-4742-BF5B-67978EA0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p03-full-007975</a:t>
            </a:r>
          </a:p>
        </p:txBody>
      </p:sp>
      <p:sp>
        <p:nvSpPr>
          <p:cNvPr id="3" name="qa-v2-r2-title-p03-full-007975-3">
            <a:extLst xmlns:a="http://schemas.openxmlformats.org/drawingml/2006/main">
              <a:ext uri="{FF2B5EF4-FFF2-40B4-BE49-F238E27FC236}">
                <a16:creationId xmlns:a16="http://schemas.microsoft.com/office/drawing/2014/main" id="{49945D9D-3A25-4E5E-A639-AF143A1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7975-3">
            <a:extLst xmlns:a="http://schemas.openxmlformats.org/drawingml/2006/main">
              <a:ext uri="{FF2B5EF4-FFF2-40B4-BE49-F238E27FC236}">
                <a16:creationId xmlns:a16="http://schemas.microsoft.com/office/drawing/2014/main" id="{25AAF9BF-0800-4A45-8D3E-CE74C5FD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verify the dependency meaning;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580507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975-4">
            <a:extLst xmlns:a="http://schemas.openxmlformats.org/drawingml/2006/main">
              <a:ext uri="{FF2B5EF4-FFF2-40B4-BE49-F238E27FC236}">
                <a16:creationId xmlns:a16="http://schemas.microsoft.com/office/drawing/2014/main" id="{D737C3B0-F451-423A-AC51-C3CDCA23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975-4">
            <a:extLst xmlns:a="http://schemas.openxmlformats.org/drawingml/2006/main">
              <a:ext uri="{FF2B5EF4-FFF2-40B4-BE49-F238E27FC236}">
                <a16:creationId xmlns:a16="http://schemas.microsoft.com/office/drawing/2014/main" id="{02D5D470-40EF-4437-B60A-B96B70FD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p03-full-007975</a:t>
            </a:r>
          </a:p>
        </p:txBody>
      </p:sp>
      <p:sp>
        <p:nvSpPr>
          <p:cNvPr id="3" name="qa-v2-r2-title-p03-full-007975-4">
            <a:extLst xmlns:a="http://schemas.openxmlformats.org/drawingml/2006/main">
              <a:ext uri="{FF2B5EF4-FFF2-40B4-BE49-F238E27FC236}">
                <a16:creationId xmlns:a16="http://schemas.microsoft.com/office/drawing/2014/main" id="{C32E2DF8-5FCE-4278-A108-222C143F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7975-4">
            <a:extLst xmlns:a="http://schemas.openxmlformats.org/drawingml/2006/main">
              <a:ext uri="{FF2B5EF4-FFF2-40B4-BE49-F238E27FC236}">
                <a16:creationId xmlns:a16="http://schemas.microsoft.com/office/drawing/2014/main" id="{A3A11858-D2C6-4217-A128-9C8184D6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p03-src-007975 with p03-full-000847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source reliability.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580507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2026-08-25T12:55:08.0490000Z</dcterms:created>
  <dcterms:modified xsi:type="dcterms:W3CDTF">2026-08-25T12:55:08.0490000Z</dcterms:modified>
</coreProperties>
</file>