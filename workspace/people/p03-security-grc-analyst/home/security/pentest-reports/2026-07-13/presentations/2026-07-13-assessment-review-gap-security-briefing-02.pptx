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212973f65143ad" /><Relationship Type="http://schemas.openxmlformats.org/officeDocument/2006/relationships/extended-properties" Target="/docProps/app.xml" Id="Rc159f1ad810e4eed" /><Relationship Type="http://schemas.openxmlformats.org/officeDocument/2006/relationships/officeDocument" Target="/ppt/presentation.xml" Id="Rfe8a627f398043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ee2537942e4f2a"/>
  </p:sldMasterIdLst>
  <p:notesMasterIdLst>
    <p:notesMasterId xmlns:r="http://schemas.openxmlformats.org/officeDocument/2006/relationships" r:id="R009f8754007d417a"/>
  </p:notesMasterIdLst>
  <p:sldIdLst>
    <p:sldId xmlns:r="http://schemas.openxmlformats.org/officeDocument/2006/relationships" id="256" r:id="R2e9a601849d947be"/>
    <p:sldId xmlns:r="http://schemas.openxmlformats.org/officeDocument/2006/relationships" id="257" r:id="Rbb0060ad63ff4dbd"/>
    <p:sldId xmlns:r="http://schemas.openxmlformats.org/officeDocument/2006/relationships" id="258" r:id="R57c6d4d989b54964"/>
    <p:sldId xmlns:r="http://schemas.openxmlformats.org/officeDocument/2006/relationships" id="259" r:id="R74e6bf795b624e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8c1f0ac5cc400e" /><Relationship Type="http://schemas.openxmlformats.org/officeDocument/2006/relationships/slideMaster" Target="/ppt/slideMasters/slideMaster1.xml" Id="Rb6ee2537942e4f2a" /><Relationship Type="http://schemas.openxmlformats.org/officeDocument/2006/relationships/notesMaster" Target="/ppt/notesMasters/notesMaster1.xml" Id="R009f8754007d417a" /><Relationship Type="http://schemas.openxmlformats.org/officeDocument/2006/relationships/presProps" Target="/ppt/presProps.xml" Id="Re37ef487ea224257" /><Relationship Type="http://schemas.openxmlformats.org/officeDocument/2006/relationships/tableStyles" Target="/ppt/tableStyles.xml" Id="R12fede7e9552490d" /><Relationship Type="http://schemas.openxmlformats.org/officeDocument/2006/relationships/slide" Target="/ppt/slides/slide1.xml" Id="R2e9a601849d947be" /><Relationship Type="http://schemas.openxmlformats.org/officeDocument/2006/relationships/slide" Target="/ppt/slides/slide2.xml" Id="Rbb0060ad63ff4dbd" /><Relationship Type="http://schemas.openxmlformats.org/officeDocument/2006/relationships/slide" Target="/ppt/slides/slide3.xml" Id="R57c6d4d989b54964" /><Relationship Type="http://schemas.openxmlformats.org/officeDocument/2006/relationships/slide" Target="/ppt/slides/slide4.xml" Id="R74e6bf795b624e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ec9c85b5d24f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d5da83f6074351" /><Relationship Type="http://schemas.openxmlformats.org/officeDocument/2006/relationships/notesMaster" Target="/ppt/notesMasters/notesMaster1.xml" Id="Rbfaf93ebf1824c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28606722894a9b" /><Relationship Type="http://schemas.openxmlformats.org/officeDocument/2006/relationships/notesMaster" Target="/ppt/notesMasters/notesMaster1.xml" Id="Rc40993850b8943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4f6018ca8d4630" /><Relationship Type="http://schemas.openxmlformats.org/officeDocument/2006/relationships/notesMaster" Target="/ppt/notesMasters/notesMaster1.xml" Id="R9a4008de84c84d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9bad4673024f78" /><Relationship Type="http://schemas.openxmlformats.org/officeDocument/2006/relationships/notesMaster" Target="/ppt/notesMasters/notesMaster1.xml" Id="R85c722da6f2841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ca5657bfd42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f1128b1a4d4c64" /><Relationship Type="http://schemas.openxmlformats.org/officeDocument/2006/relationships/slideLayout" Target="/ppt/slideLayouts/slideLayout1.xml" Id="R9ef7c6c7590046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f7c6c7590046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b842744674d67" /><Relationship Type="http://schemas.openxmlformats.org/officeDocument/2006/relationships/notesSlide" Target="/ppt/notesSlides/notesSlide1.xml" Id="R99e27e75e9d949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8221935e442ee" /><Relationship Type="http://schemas.openxmlformats.org/officeDocument/2006/relationships/notesSlide" Target="/ppt/notesSlides/notesSlide2.xml" Id="R735db7df7c914c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b69ec99c44485" /><Relationship Type="http://schemas.openxmlformats.org/officeDocument/2006/relationships/notesSlide" Target="/ppt/notesSlides/notesSlide3.xml" Id="R66036391a6964c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408d88254430b" /><Relationship Type="http://schemas.openxmlformats.org/officeDocument/2006/relationships/notesSlide" Target="/ppt/notesSlides/notesSlide4.xml" Id="R247d66a455ae43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174-1">
            <a:extLst xmlns:a="http://schemas.openxmlformats.org/drawingml/2006/main">
              <a:ext uri="{FF2B5EF4-FFF2-40B4-BE49-F238E27FC236}">
                <a16:creationId xmlns:a16="http://schemas.microsoft.com/office/drawing/2014/main" id="{EDB458B1-B2B8-47E6-8A09-0426A528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174-1">
            <a:extLst xmlns:a="http://schemas.openxmlformats.org/drawingml/2006/main">
              <a:ext uri="{FF2B5EF4-FFF2-40B4-BE49-F238E27FC236}">
                <a16:creationId xmlns:a16="http://schemas.microsoft.com/office/drawing/2014/main" id="{C812C024-762C-47E6-B86E-1C841354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p03-full-009174</a:t>
            </a:r>
          </a:p>
        </p:txBody>
      </p:sp>
      <p:sp>
        <p:nvSpPr>
          <p:cNvPr id="3" name="qa-v2-r2-title-p03-full-009174-1">
            <a:extLst xmlns:a="http://schemas.openxmlformats.org/drawingml/2006/main">
              <a:ext uri="{FF2B5EF4-FFF2-40B4-BE49-F238E27FC236}">
                <a16:creationId xmlns:a16="http://schemas.microsoft.com/office/drawing/2014/main" id="{6B6A8008-0757-4E9E-AE0D-CEC7B82F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9174-1">
            <a:extLst xmlns:a="http://schemas.openxmlformats.org/drawingml/2006/main">
              <a:ext uri="{FF2B5EF4-FFF2-40B4-BE49-F238E27FC236}">
                <a16:creationId xmlns:a16="http://schemas.microsoft.com/office/drawing/2014/main" id="{EC61EE21-D5D2-4626-B589-95E5CB2A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assessment review gap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security pentest reports. Declared review date: 2026-07-13.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exception rationale, counterexamples,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p03-src-009174; p03-full-000824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approval boundary assessment.</a:t>
            </a:r>
          </a:p>
        </p:txBody>
      </p:sp>
    </p:spTree>
    <p:extLst>
      <p:ext uri="{BB962C8B-B14F-4D97-AF65-F5344CB8AC3E}">
        <p14:creationId xmlns:p14="http://schemas.microsoft.com/office/powerpoint/2010/main" val="1528091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174-2">
            <a:extLst xmlns:a="http://schemas.openxmlformats.org/drawingml/2006/main">
              <a:ext uri="{FF2B5EF4-FFF2-40B4-BE49-F238E27FC236}">
                <a16:creationId xmlns:a16="http://schemas.microsoft.com/office/drawing/2014/main" id="{BC270DE7-CB26-4B7C-959D-349D6D99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174-2">
            <a:extLst xmlns:a="http://schemas.openxmlformats.org/drawingml/2006/main">
              <a:ext uri="{FF2B5EF4-FFF2-40B4-BE49-F238E27FC236}">
                <a16:creationId xmlns:a16="http://schemas.microsoft.com/office/drawing/2014/main" id="{06BBF019-BE73-4B88-BDE8-DE7738DA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p03-full-009174</a:t>
            </a:r>
          </a:p>
        </p:txBody>
      </p:sp>
      <p:sp>
        <p:nvSpPr>
          <p:cNvPr id="3" name="qa-v2-r2-title-p03-full-009174-2">
            <a:extLst xmlns:a="http://schemas.openxmlformats.org/drawingml/2006/main">
              <a:ext uri="{FF2B5EF4-FFF2-40B4-BE49-F238E27FC236}">
                <a16:creationId xmlns:a16="http://schemas.microsoft.com/office/drawing/2014/main" id="{88CF2DA8-320B-41A7-812B-A3492733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9174-2">
            <a:extLst xmlns:a="http://schemas.openxmlformats.org/drawingml/2006/main">
              <a:ext uri="{FF2B5EF4-FFF2-40B4-BE49-F238E27FC236}">
                <a16:creationId xmlns:a16="http://schemas.microsoft.com/office/drawing/2014/main" id="{E2D04D57-4433-40FF-8BD8-0CA025E9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Ensure new source evidence can reopen a decision without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obscuring its original rationale.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scope-to-treatment alignment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11963136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174-3">
            <a:extLst xmlns:a="http://schemas.openxmlformats.org/drawingml/2006/main">
              <a:ext uri="{FF2B5EF4-FFF2-40B4-BE49-F238E27FC236}">
                <a16:creationId xmlns:a16="http://schemas.microsoft.com/office/drawing/2014/main" id="{CEC23BF6-D9AF-4DF8-AE34-124C6354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174-3">
            <a:extLst xmlns:a="http://schemas.openxmlformats.org/drawingml/2006/main">
              <a:ext uri="{FF2B5EF4-FFF2-40B4-BE49-F238E27FC236}">
                <a16:creationId xmlns:a16="http://schemas.microsoft.com/office/drawing/2014/main" id="{06981145-7389-44F9-B6C5-448BEF8D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p03-full-009174</a:t>
            </a:r>
          </a:p>
        </p:txBody>
      </p:sp>
      <p:sp>
        <p:nvSpPr>
          <p:cNvPr id="3" name="qa-v2-r2-title-p03-full-009174-3">
            <a:extLst xmlns:a="http://schemas.openxmlformats.org/drawingml/2006/main">
              <a:ext uri="{FF2B5EF4-FFF2-40B4-BE49-F238E27FC236}">
                <a16:creationId xmlns:a16="http://schemas.microsoft.com/office/drawing/2014/main" id="{CF55B48D-3E79-4187-B22D-4E7F7E20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9174-3">
            <a:extLst xmlns:a="http://schemas.openxmlformats.org/drawingml/2006/main">
              <a:ext uri="{FF2B5EF4-FFF2-40B4-BE49-F238E27FC236}">
                <a16:creationId xmlns:a16="http://schemas.microsoft.com/office/drawing/2014/main" id="{037DB9C6-CDCA-48EF-9513-621B2586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request an explicit corroborating note; do not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carry 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3227446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174-4">
            <a:extLst xmlns:a="http://schemas.openxmlformats.org/drawingml/2006/main">
              <a:ext uri="{FF2B5EF4-FFF2-40B4-BE49-F238E27FC236}">
                <a16:creationId xmlns:a16="http://schemas.microsoft.com/office/drawing/2014/main" id="{912937FF-CF01-4DA4-B9CC-418B5800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174-4">
            <a:extLst xmlns:a="http://schemas.openxmlformats.org/drawingml/2006/main">
              <a:ext uri="{FF2B5EF4-FFF2-40B4-BE49-F238E27FC236}">
                <a16:creationId xmlns:a16="http://schemas.microsoft.com/office/drawing/2014/main" id="{40487D8C-789D-4255-B035-E1B55782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p03-full-009174</a:t>
            </a:r>
          </a:p>
        </p:txBody>
      </p:sp>
      <p:sp>
        <p:nvSpPr>
          <p:cNvPr id="3" name="qa-v2-r2-title-p03-full-009174-4">
            <a:extLst xmlns:a="http://schemas.openxmlformats.org/drawingml/2006/main">
              <a:ext uri="{FF2B5EF4-FFF2-40B4-BE49-F238E27FC236}">
                <a16:creationId xmlns:a16="http://schemas.microsoft.com/office/drawing/2014/main" id="{8D2191E7-CA6B-4E44-8A10-6A5D1B98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9174-4">
            <a:extLst xmlns:a="http://schemas.openxmlformats.org/drawingml/2006/main">
              <a:ext uri="{FF2B5EF4-FFF2-40B4-BE49-F238E27FC236}">
                <a16:creationId xmlns:a16="http://schemas.microsoft.com/office/drawing/2014/main" id="{838C2ED4-6F1A-4E5F-A800-9F11DA81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p03-src-009174 with p03-full-000824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approval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322744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2026-08-25T12:47:39.6240000Z</dcterms:created>
  <dcterms:modified xsi:type="dcterms:W3CDTF">2026-08-25T12:47:39.6240000Z</dcterms:modified>
</coreProperties>
</file>