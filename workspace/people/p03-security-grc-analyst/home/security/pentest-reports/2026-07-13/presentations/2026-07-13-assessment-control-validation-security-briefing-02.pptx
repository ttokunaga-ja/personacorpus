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62c816d07f4089" /><Relationship Type="http://schemas.openxmlformats.org/officeDocument/2006/relationships/extended-properties" Target="/docProps/app.xml" Id="R9884c3cd0afe461d" /><Relationship Type="http://schemas.openxmlformats.org/officeDocument/2006/relationships/officeDocument" Target="/ppt/presentation.xml" Id="R5a0adf01cc6a4f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715f7bfdd141c0"/>
  </p:sldMasterIdLst>
  <p:notesMasterIdLst>
    <p:notesMasterId xmlns:r="http://schemas.openxmlformats.org/officeDocument/2006/relationships" r:id="R94f1ce9d607f4f08"/>
  </p:notesMasterIdLst>
  <p:sldIdLst>
    <p:sldId xmlns:r="http://schemas.openxmlformats.org/officeDocument/2006/relationships" id="256" r:id="Rb9e0e5682f7b47c9"/>
    <p:sldId xmlns:r="http://schemas.openxmlformats.org/officeDocument/2006/relationships" id="257" r:id="R2ad2c0af2dfa468f"/>
    <p:sldId xmlns:r="http://schemas.openxmlformats.org/officeDocument/2006/relationships" id="258" r:id="R9f0a0c0aa97d4b12"/>
    <p:sldId xmlns:r="http://schemas.openxmlformats.org/officeDocument/2006/relationships" id="259" r:id="R42d71e7e219c4b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a65484611d4dd0" /><Relationship Type="http://schemas.openxmlformats.org/officeDocument/2006/relationships/slideMaster" Target="/ppt/slideMasters/slideMaster1.xml" Id="R25715f7bfdd141c0" /><Relationship Type="http://schemas.openxmlformats.org/officeDocument/2006/relationships/notesMaster" Target="/ppt/notesMasters/notesMaster1.xml" Id="R94f1ce9d607f4f08" /><Relationship Type="http://schemas.openxmlformats.org/officeDocument/2006/relationships/presProps" Target="/ppt/presProps.xml" Id="R3804d3332646418d" /><Relationship Type="http://schemas.openxmlformats.org/officeDocument/2006/relationships/tableStyles" Target="/ppt/tableStyles.xml" Id="Rc1dcfdddc9b5492e" /><Relationship Type="http://schemas.openxmlformats.org/officeDocument/2006/relationships/slide" Target="/ppt/slides/slide1.xml" Id="Rb9e0e5682f7b47c9" /><Relationship Type="http://schemas.openxmlformats.org/officeDocument/2006/relationships/slide" Target="/ppt/slides/slide2.xml" Id="R2ad2c0af2dfa468f" /><Relationship Type="http://schemas.openxmlformats.org/officeDocument/2006/relationships/slide" Target="/ppt/slides/slide3.xml" Id="R9f0a0c0aa97d4b12" /><Relationship Type="http://schemas.openxmlformats.org/officeDocument/2006/relationships/slide" Target="/ppt/slides/slide4.xml" Id="R42d71e7e219c4b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b5ef6167848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05183104fd48ff" /><Relationship Type="http://schemas.openxmlformats.org/officeDocument/2006/relationships/notesMaster" Target="/ppt/notesMasters/notesMaster1.xml" Id="Ref058c385ddb47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364f43e504b4e" /><Relationship Type="http://schemas.openxmlformats.org/officeDocument/2006/relationships/notesMaster" Target="/ppt/notesMasters/notesMaster1.xml" Id="R227b9a9d3af8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4ffabdbaf34da9" /><Relationship Type="http://schemas.openxmlformats.org/officeDocument/2006/relationships/notesMaster" Target="/ppt/notesMasters/notesMaster1.xml" Id="Raa5aed2af64048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8d023792e5419b" /><Relationship Type="http://schemas.openxmlformats.org/officeDocument/2006/relationships/notesMaster" Target="/ppt/notesMasters/notesMaster1.xml" Id="Red781012d42a43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77f9004f441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60d363e37b4f9c" /><Relationship Type="http://schemas.openxmlformats.org/officeDocument/2006/relationships/slideLayout" Target="/ppt/slideLayouts/slideLayout1.xml" Id="Ra45379f1ebde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5379f1ebde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605c327794b13" /><Relationship Type="http://schemas.openxmlformats.org/officeDocument/2006/relationships/notesSlide" Target="/ppt/notesSlides/notesSlide1.xml" Id="Rb731474ad6bf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015a2c0b642c6" /><Relationship Type="http://schemas.openxmlformats.org/officeDocument/2006/relationships/notesSlide" Target="/ppt/notesSlides/notesSlide2.xml" Id="R95699edb3a07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261aad09b497c" /><Relationship Type="http://schemas.openxmlformats.org/officeDocument/2006/relationships/notesSlide" Target="/ppt/notesSlides/notesSlide3.xml" Id="Rbf09c067ba2c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7325dad434c74" /><Relationship Type="http://schemas.openxmlformats.org/officeDocument/2006/relationships/notesSlide" Target="/ppt/notesSlides/notesSlide4.xml" Id="Re25da6898ff147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75-1">
            <a:extLst xmlns:a="http://schemas.openxmlformats.org/drawingml/2006/main">
              <a:ext uri="{FF2B5EF4-FFF2-40B4-BE49-F238E27FC236}">
                <a16:creationId xmlns:a16="http://schemas.microsoft.com/office/drawing/2014/main" id="{36161689-8E1B-4A85-AEA8-4E6F8C65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75-1">
            <a:extLst xmlns:a="http://schemas.openxmlformats.org/drawingml/2006/main">
              <a:ext uri="{FF2B5EF4-FFF2-40B4-BE49-F238E27FC236}">
                <a16:creationId xmlns:a16="http://schemas.microsoft.com/office/drawing/2014/main" id="{4DB9D7EF-900D-4827-8205-BBB895B1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p03-full-008475</a:t>
            </a:r>
          </a:p>
        </p:txBody>
      </p:sp>
      <p:sp>
        <p:nvSpPr>
          <p:cNvPr id="3" name="qa-v2-r2-title-p03-full-008475-1">
            <a:extLst xmlns:a="http://schemas.openxmlformats.org/drawingml/2006/main">
              <a:ext uri="{FF2B5EF4-FFF2-40B4-BE49-F238E27FC236}">
                <a16:creationId xmlns:a16="http://schemas.microsoft.com/office/drawing/2014/main" id="{B570564C-2E3A-4943-BE28-650AAFB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475-1">
            <a:extLst xmlns:a="http://schemas.openxmlformats.org/drawingml/2006/main">
              <a:ext uri="{FF2B5EF4-FFF2-40B4-BE49-F238E27FC236}">
                <a16:creationId xmlns:a16="http://schemas.microsoft.com/office/drawing/2014/main" id="{A4EA65B1-621F-4200-8666-F24FB097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The record treats RISK-031 on 2026-07-13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 scope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p03-src-008475 is the declared source; p03-full-000685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2114115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75-2">
            <a:extLst xmlns:a="http://schemas.openxmlformats.org/drawingml/2006/main">
              <a:ext uri="{FF2B5EF4-FFF2-40B4-BE49-F238E27FC236}">
                <a16:creationId xmlns:a16="http://schemas.microsoft.com/office/drawing/2014/main" id="{FB6385BB-1C1D-4730-BD92-B141B23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75-2">
            <a:extLst xmlns:a="http://schemas.openxmlformats.org/drawingml/2006/main">
              <a:ext uri="{FF2B5EF4-FFF2-40B4-BE49-F238E27FC236}">
                <a16:creationId xmlns:a16="http://schemas.microsoft.com/office/drawing/2014/main" id="{8D888CA6-FD63-4ACD-B27A-0364E8C0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p03-full-008475</a:t>
            </a:r>
          </a:p>
        </p:txBody>
      </p:sp>
      <p:sp>
        <p:nvSpPr>
          <p:cNvPr id="3" name="qa-v2-r2-title-p03-full-008475-2">
            <a:extLst xmlns:a="http://schemas.openxmlformats.org/drawingml/2006/main">
              <a:ext uri="{FF2B5EF4-FFF2-40B4-BE49-F238E27FC236}">
                <a16:creationId xmlns:a16="http://schemas.microsoft.com/office/drawing/2014/main" id="{9FB19F7D-7042-4522-BA08-50C870A2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8475-2">
            <a:extLst xmlns:a="http://schemas.openxmlformats.org/drawingml/2006/main">
              <a:ext uri="{FF2B5EF4-FFF2-40B4-BE49-F238E27FC236}">
                <a16:creationId xmlns:a16="http://schemas.microsoft.com/office/drawing/2014/main" id="{37C4BE48-9B63-4B06-B7B2-3F36E536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Link the finding to its source record decision and follow-up without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relying on narrative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owner-to-approval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 and source reliability, provenance, and corroboration quality,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rather than 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31175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75-3">
            <a:extLst xmlns:a="http://schemas.openxmlformats.org/drawingml/2006/main">
              <a:ext uri="{FF2B5EF4-FFF2-40B4-BE49-F238E27FC236}">
                <a16:creationId xmlns:a16="http://schemas.microsoft.com/office/drawing/2014/main" id="{6F1C1FA2-DE26-40D0-B015-6E35A8F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75-3">
            <a:extLst xmlns:a="http://schemas.openxmlformats.org/drawingml/2006/main">
              <a:ext uri="{FF2B5EF4-FFF2-40B4-BE49-F238E27FC236}">
                <a16:creationId xmlns:a16="http://schemas.microsoft.com/office/drawing/2014/main" id="{458E08F9-3DB3-4E4E-917D-13B52DBD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p03-full-008475</a:t>
            </a:r>
          </a:p>
        </p:txBody>
      </p:sp>
      <p:sp>
        <p:nvSpPr>
          <p:cNvPr id="3" name="qa-v2-r2-title-p03-full-008475-3">
            <a:extLst xmlns:a="http://schemas.openxmlformats.org/drawingml/2006/main">
              <a:ext uri="{FF2B5EF4-FFF2-40B4-BE49-F238E27FC236}">
                <a16:creationId xmlns:a16="http://schemas.microsoft.com/office/drawing/2014/main" id="{4E91BF33-0ED8-4F51-8775-C344DDB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8475-3">
            <a:extLst xmlns:a="http://schemas.openxmlformats.org/drawingml/2006/main">
              <a:ext uri="{FF2B5EF4-FFF2-40B4-BE49-F238E27FC236}">
                <a16:creationId xmlns:a16="http://schemas.microsoft.com/office/drawing/2014/main" id="{188B786C-9289-4411-AF5D-2AA36F0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defer closure pending evidence;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455240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75-4">
            <a:extLst xmlns:a="http://schemas.openxmlformats.org/drawingml/2006/main">
              <a:ext uri="{FF2B5EF4-FFF2-40B4-BE49-F238E27FC236}">
                <a16:creationId xmlns:a16="http://schemas.microsoft.com/office/drawing/2014/main" id="{CE09FF54-D884-4CEF-A702-B41B65AB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75-4">
            <a:extLst xmlns:a="http://schemas.openxmlformats.org/drawingml/2006/main">
              <a:ext uri="{FF2B5EF4-FFF2-40B4-BE49-F238E27FC236}">
                <a16:creationId xmlns:a16="http://schemas.microsoft.com/office/drawing/2014/main" id="{EE1BBCD4-138C-4D8E-A4F0-A9217A2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p03-full-008475</a:t>
            </a:r>
          </a:p>
        </p:txBody>
      </p:sp>
      <p:sp>
        <p:nvSpPr>
          <p:cNvPr id="3" name="qa-v2-r2-title-p03-full-008475-4">
            <a:extLst xmlns:a="http://schemas.openxmlformats.org/drawingml/2006/main">
              <a:ext uri="{FF2B5EF4-FFF2-40B4-BE49-F238E27FC236}">
                <a16:creationId xmlns:a16="http://schemas.microsoft.com/office/drawing/2014/main" id="{4B6A802A-4898-4557-A206-0BF790C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8475-4">
            <a:extLst xmlns:a="http://schemas.openxmlformats.org/drawingml/2006/main">
              <a:ext uri="{FF2B5EF4-FFF2-40B4-BE49-F238E27FC236}">
                <a16:creationId xmlns:a16="http://schemas.microsoft.com/office/drawing/2014/main" id="{DB31459D-4EDA-46EF-9A55-0B336402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scope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455240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2026-08-25T12:46:56.7390000Z</dcterms:created>
  <dcterms:modified xsi:type="dcterms:W3CDTF">2026-08-25T12:46:56.7390000Z</dcterms:modified>
</coreProperties>
</file>