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13a9d14074f61" /><Relationship Type="http://schemas.openxmlformats.org/officeDocument/2006/relationships/extended-properties" Target="/docProps/app.xml" Id="Rd7a902885e4a4d79" /><Relationship Type="http://schemas.openxmlformats.org/officeDocument/2006/relationships/officeDocument" Target="/ppt/presentation.xml" Id="R0e02a2ea44bb40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ca3a168734095"/>
  </p:sldMasterIdLst>
  <p:notesMasterIdLst>
    <p:notesMasterId xmlns:r="http://schemas.openxmlformats.org/officeDocument/2006/relationships" r:id="R5926e9d411654714"/>
  </p:notesMasterIdLst>
  <p:sldIdLst>
    <p:sldId xmlns:r="http://schemas.openxmlformats.org/officeDocument/2006/relationships" id="256" r:id="Re9555942669a4c06"/>
    <p:sldId xmlns:r="http://schemas.openxmlformats.org/officeDocument/2006/relationships" id="257" r:id="R9adfa3987b22429f"/>
    <p:sldId xmlns:r="http://schemas.openxmlformats.org/officeDocument/2006/relationships" id="258" r:id="Rb044e6e9fa0e4eef"/>
    <p:sldId xmlns:r="http://schemas.openxmlformats.org/officeDocument/2006/relationships" id="259" r:id="R2ea3b318ff2949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6c9c6e9714d4b" /><Relationship Type="http://schemas.openxmlformats.org/officeDocument/2006/relationships/slideMaster" Target="/ppt/slideMasters/slideMaster1.xml" Id="Rde9ca3a168734095" /><Relationship Type="http://schemas.openxmlformats.org/officeDocument/2006/relationships/notesMaster" Target="/ppt/notesMasters/notesMaster1.xml" Id="R5926e9d411654714" /><Relationship Type="http://schemas.openxmlformats.org/officeDocument/2006/relationships/presProps" Target="/ppt/presProps.xml" Id="Rf9550c5eac3f49a7" /><Relationship Type="http://schemas.openxmlformats.org/officeDocument/2006/relationships/tableStyles" Target="/ppt/tableStyles.xml" Id="R1788ee6870dd485e" /><Relationship Type="http://schemas.openxmlformats.org/officeDocument/2006/relationships/slide" Target="/ppt/slides/slide1.xml" Id="Re9555942669a4c06" /><Relationship Type="http://schemas.openxmlformats.org/officeDocument/2006/relationships/slide" Target="/ppt/slides/slide2.xml" Id="R9adfa3987b22429f" /><Relationship Type="http://schemas.openxmlformats.org/officeDocument/2006/relationships/slide" Target="/ppt/slides/slide3.xml" Id="Rb044e6e9fa0e4eef" /><Relationship Type="http://schemas.openxmlformats.org/officeDocument/2006/relationships/slide" Target="/ppt/slides/slide4.xml" Id="R2ea3b318ff2949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28083eafd48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3f3bc99772432f" /><Relationship Type="http://schemas.openxmlformats.org/officeDocument/2006/relationships/notesMaster" Target="/ppt/notesMasters/notesMaster1.xml" Id="R48ec8498934a41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ab2ad9d3a04c2b" /><Relationship Type="http://schemas.openxmlformats.org/officeDocument/2006/relationships/notesMaster" Target="/ppt/notesMasters/notesMaster1.xml" Id="Rc653faf6c87e41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947aab180e4dac" /><Relationship Type="http://schemas.openxmlformats.org/officeDocument/2006/relationships/notesMaster" Target="/ppt/notesMasters/notesMaster1.xml" Id="R23f10cfd88c0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5a20f3d7b4721" /><Relationship Type="http://schemas.openxmlformats.org/officeDocument/2006/relationships/notesMaster" Target="/ppt/notesMasters/notesMaster1.xml" Id="Raaea512a2c9e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0e6ae7187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ab8f68ad24cca" /><Relationship Type="http://schemas.openxmlformats.org/officeDocument/2006/relationships/slideLayout" Target="/ppt/slideLayouts/slideLayout1.xml" Id="R096b590e869b48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b590e869b48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c1c3b381749da" /><Relationship Type="http://schemas.openxmlformats.org/officeDocument/2006/relationships/notesSlide" Target="/ppt/notesSlides/notesSlide1.xml" Id="R2026d9bd3cc448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af7475da4454b" /><Relationship Type="http://schemas.openxmlformats.org/officeDocument/2006/relationships/notesSlide" Target="/ppt/notesSlides/notesSlide2.xml" Id="R33af40d185c748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76118c974033" /><Relationship Type="http://schemas.openxmlformats.org/officeDocument/2006/relationships/notesSlide" Target="/ppt/notesSlides/notesSlide3.xml" Id="Rdaf499df9f3143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049746a8460c" /><Relationship Type="http://schemas.openxmlformats.org/officeDocument/2006/relationships/notesSlide" Target="/ppt/notesSlides/notesSlide4.xml" Id="Rfb6001f4494346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26-1">
            <a:extLst xmlns:a="http://schemas.openxmlformats.org/drawingml/2006/main">
              <a:ext uri="{FF2B5EF4-FFF2-40B4-BE49-F238E27FC236}">
                <a16:creationId xmlns:a16="http://schemas.microsoft.com/office/drawing/2014/main" id="{2DB01AC9-078A-4F31-B6AB-9319422D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26-1">
            <a:extLst xmlns:a="http://schemas.openxmlformats.org/drawingml/2006/main">
              <a:ext uri="{FF2B5EF4-FFF2-40B4-BE49-F238E27FC236}">
                <a16:creationId xmlns:a16="http://schemas.microsoft.com/office/drawing/2014/main" id="{CB921D88-285A-4F3A-8A1B-3A45259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p03-full-004026</a:t>
            </a:r>
          </a:p>
        </p:txBody>
      </p:sp>
      <p:sp>
        <p:nvSpPr>
          <p:cNvPr id="3" name="qa-v2-r2-title-p03-full-004026-1">
            <a:extLst xmlns:a="http://schemas.openxmlformats.org/drawingml/2006/main">
              <a:ext uri="{FF2B5EF4-FFF2-40B4-BE49-F238E27FC236}">
                <a16:creationId xmlns:a16="http://schemas.microsoft.com/office/drawing/2014/main" id="{722DA769-A54D-403D-9B2F-21C0D255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4026-1">
            <a:extLst xmlns:a="http://schemas.openxmlformats.org/drawingml/2006/main">
              <a:ext uri="{FF2B5EF4-FFF2-40B4-BE49-F238E27FC236}">
                <a16:creationId xmlns:a16="http://schemas.microsoft.com/office/drawing/2014/main" id="{39400686-68FD-4D39-ABA3-9D9B9A7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review gap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The record treats RISK-031 on 2026-07-13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 applicability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p03-src-004026 is the declared source; p03-full-000824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573527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26-2">
            <a:extLst xmlns:a="http://schemas.openxmlformats.org/drawingml/2006/main">
              <a:ext uri="{FF2B5EF4-FFF2-40B4-BE49-F238E27FC236}">
                <a16:creationId xmlns:a16="http://schemas.microsoft.com/office/drawing/2014/main" id="{57D52167-00D2-453C-BC86-12D2064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26-2">
            <a:extLst xmlns:a="http://schemas.openxmlformats.org/drawingml/2006/main">
              <a:ext uri="{FF2B5EF4-FFF2-40B4-BE49-F238E27FC236}">
                <a16:creationId xmlns:a16="http://schemas.microsoft.com/office/drawing/2014/main" id="{13781BE5-D99B-4E37-85AF-6BB87CE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p03-full-004026</a:t>
            </a:r>
          </a:p>
        </p:txBody>
      </p:sp>
      <p:sp>
        <p:nvSpPr>
          <p:cNvPr id="3" name="qa-v2-r2-title-p03-full-004026-2">
            <a:extLst xmlns:a="http://schemas.openxmlformats.org/drawingml/2006/main">
              <a:ext uri="{FF2B5EF4-FFF2-40B4-BE49-F238E27FC236}">
                <a16:creationId xmlns:a16="http://schemas.microsoft.com/office/drawing/2014/main" id="{D8981966-7A47-4522-BFB5-5A0F3A1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4026-2">
            <a:extLst xmlns:a="http://schemas.openxmlformats.org/drawingml/2006/main">
              <a:ext uri="{FF2B5EF4-FFF2-40B4-BE49-F238E27FC236}">
                <a16:creationId xmlns:a16="http://schemas.microsoft.com/office/drawing/2014/main" id="{19BF1AAB-9072-4B24-BEA4-4C17DCC7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Align explicit dates and events without filling chronological gaps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 plausible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exception-to-owner linkage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43815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26-3">
            <a:extLst xmlns:a="http://schemas.openxmlformats.org/drawingml/2006/main">
              <a:ext uri="{FF2B5EF4-FFF2-40B4-BE49-F238E27FC236}">
                <a16:creationId xmlns:a16="http://schemas.microsoft.com/office/drawing/2014/main" id="{13C4B538-D4C6-4827-87FF-A1F6A7EC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26-3">
            <a:extLst xmlns:a="http://schemas.openxmlformats.org/drawingml/2006/main">
              <a:ext uri="{FF2B5EF4-FFF2-40B4-BE49-F238E27FC236}">
                <a16:creationId xmlns:a16="http://schemas.microsoft.com/office/drawing/2014/main" id="{226FE5A1-3AE6-45A0-B85C-8D8AB6D6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p03-full-004026</a:t>
            </a:r>
          </a:p>
        </p:txBody>
      </p:sp>
      <p:sp>
        <p:nvSpPr>
          <p:cNvPr id="3" name="qa-v2-r2-title-p03-full-004026-3">
            <a:extLst xmlns:a="http://schemas.openxmlformats.org/drawingml/2006/main">
              <a:ext uri="{FF2B5EF4-FFF2-40B4-BE49-F238E27FC236}">
                <a16:creationId xmlns:a16="http://schemas.microsoft.com/office/drawing/2014/main" id="{4404F378-E5B3-4F3E-91D2-F26B3552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4026-3">
            <a:extLst xmlns:a="http://schemas.openxmlformats.org/drawingml/2006/main">
              <a:ext uri="{FF2B5EF4-FFF2-40B4-BE49-F238E27FC236}">
                <a16:creationId xmlns:a16="http://schemas.microsoft.com/office/drawing/2014/main" id="{23521752-8B81-4D9E-B13B-5D36302E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request an explicit corroborating note;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471313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026-4">
            <a:extLst xmlns:a="http://schemas.openxmlformats.org/drawingml/2006/main">
              <a:ext uri="{FF2B5EF4-FFF2-40B4-BE49-F238E27FC236}">
                <a16:creationId xmlns:a16="http://schemas.microsoft.com/office/drawing/2014/main" id="{8B01D08E-EC96-4D76-91A7-B3532C54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026-4">
            <a:extLst xmlns:a="http://schemas.openxmlformats.org/drawingml/2006/main">
              <a:ext uri="{FF2B5EF4-FFF2-40B4-BE49-F238E27FC236}">
                <a16:creationId xmlns:a16="http://schemas.microsoft.com/office/drawing/2014/main" id="{657AF4CA-FD1A-4B06-AE5F-F415956E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p03-full-004026</a:t>
            </a:r>
          </a:p>
        </p:txBody>
      </p:sp>
      <p:sp>
        <p:nvSpPr>
          <p:cNvPr id="3" name="qa-v2-r2-title-p03-full-004026-4">
            <a:extLst xmlns:a="http://schemas.openxmlformats.org/drawingml/2006/main">
              <a:ext uri="{FF2B5EF4-FFF2-40B4-BE49-F238E27FC236}">
                <a16:creationId xmlns:a16="http://schemas.microsoft.com/office/drawing/2014/main" id="{182A14B9-E40F-4E05-87AA-4E217C68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4026-4">
            <a:extLst xmlns:a="http://schemas.openxmlformats.org/drawingml/2006/main">
              <a:ext uri="{FF2B5EF4-FFF2-40B4-BE49-F238E27FC236}">
                <a16:creationId xmlns:a16="http://schemas.microsoft.com/office/drawing/2014/main" id="{DA4C3FEC-F978-4B11-8B27-6191D5E6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p03-full-000824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471313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2026-08-25T12:47:18.1470000Z</dcterms:created>
  <dcterms:modified xsi:type="dcterms:W3CDTF">2026-08-25T12:47:18.1470000Z</dcterms:modified>
</coreProperties>
</file>