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a9623594e49ff" /><Relationship Type="http://schemas.openxmlformats.org/officeDocument/2006/relationships/extended-properties" Target="/docProps/app.xml" Id="R8ea09e344c0e4e3b" /><Relationship Type="http://schemas.openxmlformats.org/officeDocument/2006/relationships/officeDocument" Target="/ppt/presentation.xml" Id="Rf0ad763d4ede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808db5dd4840ba"/>
  </p:sldMasterIdLst>
  <p:notesMasterIdLst>
    <p:notesMasterId xmlns:r="http://schemas.openxmlformats.org/officeDocument/2006/relationships" r:id="R33047f9ab81e4c22"/>
  </p:notesMasterIdLst>
  <p:sldIdLst>
    <p:sldId xmlns:r="http://schemas.openxmlformats.org/officeDocument/2006/relationships" id="256" r:id="Re028020a8a3a4f26"/>
    <p:sldId xmlns:r="http://schemas.openxmlformats.org/officeDocument/2006/relationships" id="257" r:id="R4fd15b223c964b68"/>
    <p:sldId xmlns:r="http://schemas.openxmlformats.org/officeDocument/2006/relationships" id="258" r:id="R0d0e4126b8dd4d01"/>
    <p:sldId xmlns:r="http://schemas.openxmlformats.org/officeDocument/2006/relationships" id="259" r:id="Rb683f98cac7348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b3dcb46e1f4842" /><Relationship Type="http://schemas.openxmlformats.org/officeDocument/2006/relationships/slideMaster" Target="/ppt/slideMasters/slideMaster1.xml" Id="Re6808db5dd4840ba" /><Relationship Type="http://schemas.openxmlformats.org/officeDocument/2006/relationships/notesMaster" Target="/ppt/notesMasters/notesMaster1.xml" Id="R33047f9ab81e4c22" /><Relationship Type="http://schemas.openxmlformats.org/officeDocument/2006/relationships/presProps" Target="/ppt/presProps.xml" Id="R547420e58bf142d9" /><Relationship Type="http://schemas.openxmlformats.org/officeDocument/2006/relationships/tableStyles" Target="/ppt/tableStyles.xml" Id="Rd8f585b58b454be1" /><Relationship Type="http://schemas.openxmlformats.org/officeDocument/2006/relationships/slide" Target="/ppt/slides/slide1.xml" Id="Re028020a8a3a4f26" /><Relationship Type="http://schemas.openxmlformats.org/officeDocument/2006/relationships/slide" Target="/ppt/slides/slide2.xml" Id="R4fd15b223c964b68" /><Relationship Type="http://schemas.openxmlformats.org/officeDocument/2006/relationships/slide" Target="/ppt/slides/slide3.xml" Id="R0d0e4126b8dd4d01" /><Relationship Type="http://schemas.openxmlformats.org/officeDocument/2006/relationships/slide" Target="/ppt/slides/slide4.xml" Id="Rb683f98cac73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3abab2395d4b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72689b0d2474b" /><Relationship Type="http://schemas.openxmlformats.org/officeDocument/2006/relationships/notesMaster" Target="/ppt/notesMasters/notesMaster1.xml" Id="R0897a5d1d5cd41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3e318149a94afe" /><Relationship Type="http://schemas.openxmlformats.org/officeDocument/2006/relationships/notesMaster" Target="/ppt/notesMasters/notesMaster1.xml" Id="R85cebc76bbc64a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351101b56b4daf" /><Relationship Type="http://schemas.openxmlformats.org/officeDocument/2006/relationships/notesMaster" Target="/ppt/notesMasters/notesMaster1.xml" Id="R26193c7701774b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1d4a4d464b4553" /><Relationship Type="http://schemas.openxmlformats.org/officeDocument/2006/relationships/notesMaster" Target="/ppt/notesMasters/notesMaster1.xml" Id="Rdf4bf95debb4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6d34f51584c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101d2235294332" /><Relationship Type="http://schemas.openxmlformats.org/officeDocument/2006/relationships/slideLayout" Target="/ppt/slideLayouts/slideLayout1.xml" Id="Rdbbe7be12869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e7be12869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6de49df404024" /><Relationship Type="http://schemas.openxmlformats.org/officeDocument/2006/relationships/notesSlide" Target="/ppt/notesSlides/notesSlide1.xml" Id="R8cb5ed9a576d42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3a3433b64dfe" /><Relationship Type="http://schemas.openxmlformats.org/officeDocument/2006/relationships/notesSlide" Target="/ppt/notesSlides/notesSlide2.xml" Id="Rc1ddb2ff1dd8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6cfa8489b4ad3" /><Relationship Type="http://schemas.openxmlformats.org/officeDocument/2006/relationships/notesSlide" Target="/ppt/notesSlides/notesSlide3.xml" Id="R598f02fab2334b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387e0de314054" /><Relationship Type="http://schemas.openxmlformats.org/officeDocument/2006/relationships/notesSlide" Target="/ppt/notesSlides/notesSlide4.xml" Id="Rece2ff264d9d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75-1">
            <a:extLst xmlns:a="http://schemas.openxmlformats.org/drawingml/2006/main">
              <a:ext uri="{FF2B5EF4-FFF2-40B4-BE49-F238E27FC236}">
                <a16:creationId xmlns:a16="http://schemas.microsoft.com/office/drawing/2014/main" id="{4715218E-CF1E-467C-B5F2-D429559B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75-1">
            <a:extLst xmlns:a="http://schemas.openxmlformats.org/drawingml/2006/main">
              <a:ext uri="{FF2B5EF4-FFF2-40B4-BE49-F238E27FC236}">
                <a16:creationId xmlns:a16="http://schemas.microsoft.com/office/drawing/2014/main" id="{C1DC304C-9136-4F42-A010-49F7BA1E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p03-full-000175</a:t>
            </a:r>
          </a:p>
        </p:txBody>
      </p:sp>
      <p:sp>
        <p:nvSpPr>
          <p:cNvPr id="3" name="qa-v2-r2-title-p03-full-000175-1">
            <a:extLst xmlns:a="http://schemas.openxmlformats.org/drawingml/2006/main">
              <a:ext uri="{FF2B5EF4-FFF2-40B4-BE49-F238E27FC236}">
                <a16:creationId xmlns:a16="http://schemas.microsoft.com/office/drawing/2014/main" id="{C5BDF150-D156-4018-AD42-F77445EE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175-1">
            <a:extLst xmlns:a="http://schemas.openxmlformats.org/drawingml/2006/main">
              <a:ext uri="{FF2B5EF4-FFF2-40B4-BE49-F238E27FC236}">
                <a16:creationId xmlns:a16="http://schemas.microsoft.com/office/drawing/2014/main" id="{756F0D2E-0E0D-47F4-A064-AD8FAFF7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control validation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2026-07-13.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p03-src-000175; p03-full-000847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remediation threshold assessment.</a:t>
            </a:r>
          </a:p>
        </p:txBody>
      </p:sp>
    </p:spTree>
    <p:extLst>
      <p:ext uri="{BB962C8B-B14F-4D97-AF65-F5344CB8AC3E}">
        <p14:creationId xmlns:p14="http://schemas.microsoft.com/office/powerpoint/2010/main" val="973677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75-2">
            <a:extLst xmlns:a="http://schemas.openxmlformats.org/drawingml/2006/main">
              <a:ext uri="{FF2B5EF4-FFF2-40B4-BE49-F238E27FC236}">
                <a16:creationId xmlns:a16="http://schemas.microsoft.com/office/drawing/2014/main" id="{E068A1A3-D438-49D4-B93E-815392E5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75-2">
            <a:extLst xmlns:a="http://schemas.openxmlformats.org/drawingml/2006/main">
              <a:ext uri="{FF2B5EF4-FFF2-40B4-BE49-F238E27FC236}">
                <a16:creationId xmlns:a16="http://schemas.microsoft.com/office/drawing/2014/main" id="{C2821943-68B7-4445-A18D-33FD142B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p03-full-000175</a:t>
            </a:r>
          </a:p>
        </p:txBody>
      </p:sp>
      <p:sp>
        <p:nvSpPr>
          <p:cNvPr id="3" name="qa-v2-r2-title-p03-full-000175-2">
            <a:extLst xmlns:a="http://schemas.openxmlformats.org/drawingml/2006/main">
              <a:ext uri="{FF2B5EF4-FFF2-40B4-BE49-F238E27FC236}">
                <a16:creationId xmlns:a16="http://schemas.microsoft.com/office/drawing/2014/main" id="{11425CA5-ABEE-4797-B8FE-ABBB8B2D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175-2">
            <a:extLst xmlns:a="http://schemas.openxmlformats.org/drawingml/2006/main">
              <a:ext uri="{FF2B5EF4-FFF2-40B4-BE49-F238E27FC236}">
                <a16:creationId xmlns:a16="http://schemas.microsoft.com/office/drawing/2014/main" id="{ADEAAB94-6C37-4FD6-9ED7-BBB0BA9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asks the reviewer to reconstruct signer, approver, and executor lineage and identify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where authority changes hands without conflating request receipt with independent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source-to-dependency corroboration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485858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75-3">
            <a:extLst xmlns:a="http://schemas.openxmlformats.org/drawingml/2006/main">
              <a:ext uri="{FF2B5EF4-FFF2-40B4-BE49-F238E27FC236}">
                <a16:creationId xmlns:a16="http://schemas.microsoft.com/office/drawing/2014/main" id="{2BCF78AC-F1F5-4903-9BCB-D924DFC4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75-3">
            <a:extLst xmlns:a="http://schemas.openxmlformats.org/drawingml/2006/main">
              <a:ext uri="{FF2B5EF4-FFF2-40B4-BE49-F238E27FC236}">
                <a16:creationId xmlns:a16="http://schemas.microsoft.com/office/drawing/2014/main" id="{E2CA1180-27B9-4A93-BB12-95B40E9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p03-full-000175</a:t>
            </a:r>
          </a:p>
        </p:txBody>
      </p:sp>
      <p:sp>
        <p:nvSpPr>
          <p:cNvPr id="3" name="qa-v2-r2-title-p03-full-000175-3">
            <a:extLst xmlns:a="http://schemas.openxmlformats.org/drawingml/2006/main">
              <a:ext uri="{FF2B5EF4-FFF2-40B4-BE49-F238E27FC236}">
                <a16:creationId xmlns:a16="http://schemas.microsoft.com/office/drawing/2014/main" id="{0864CE32-672D-40F5-B577-313E098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175-3">
            <a:extLst xmlns:a="http://schemas.openxmlformats.org/drawingml/2006/main">
              <a:ext uri="{FF2B5EF4-FFF2-40B4-BE49-F238E27FC236}">
                <a16:creationId xmlns:a16="http://schemas.microsoft.com/office/drawing/2014/main" id="{16267725-1D09-446B-B0A1-91C45F0A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separate unsupported claims;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61827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175-4">
            <a:extLst xmlns:a="http://schemas.openxmlformats.org/drawingml/2006/main">
              <a:ext uri="{FF2B5EF4-FFF2-40B4-BE49-F238E27FC236}">
                <a16:creationId xmlns:a16="http://schemas.microsoft.com/office/drawing/2014/main" id="{0BDB65CB-DEFD-4DE8-A291-D95A7996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175-4">
            <a:extLst xmlns:a="http://schemas.openxmlformats.org/drawingml/2006/main">
              <a:ext uri="{FF2B5EF4-FFF2-40B4-BE49-F238E27FC236}">
                <a16:creationId xmlns:a16="http://schemas.microsoft.com/office/drawing/2014/main" id="{37A6A79F-92B6-4737-B348-89974362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p03-full-000175</a:t>
            </a:r>
          </a:p>
        </p:txBody>
      </p:sp>
      <p:sp>
        <p:nvSpPr>
          <p:cNvPr id="3" name="qa-v2-r2-title-p03-full-000175-4">
            <a:extLst xmlns:a="http://schemas.openxmlformats.org/drawingml/2006/main">
              <a:ext uri="{FF2B5EF4-FFF2-40B4-BE49-F238E27FC236}">
                <a16:creationId xmlns:a16="http://schemas.microsoft.com/office/drawing/2014/main" id="{BD80C80F-2101-4FAF-BBDA-C08483D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175-4">
            <a:extLst xmlns:a="http://schemas.openxmlformats.org/drawingml/2006/main">
              <a:ext uri="{FF2B5EF4-FFF2-40B4-BE49-F238E27FC236}">
                <a16:creationId xmlns:a16="http://schemas.microsoft.com/office/drawing/2014/main" id="{177018F0-6D38-4257-87B5-7EA196D0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p03-src-000175 with p03-full-000847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remediation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61827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2026-08-25T12:46:35.2350000Z</dcterms:created>
  <dcterms:modified xsi:type="dcterms:W3CDTF">2026-08-25T12:46:35.2350000Z</dcterms:modified>
</coreProperties>
</file>