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9e254aa0b4472a" /><Relationship Type="http://schemas.openxmlformats.org/officeDocument/2006/relationships/extended-properties" Target="/docProps/app.xml" Id="Rfe14545fa53f4f25" /><Relationship Type="http://schemas.openxmlformats.org/officeDocument/2006/relationships/officeDocument" Target="/ppt/presentation.xml" Id="R2e443200772540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a3109e3302482e"/>
  </p:sldMasterIdLst>
  <p:notesMasterIdLst>
    <p:notesMasterId xmlns:r="http://schemas.openxmlformats.org/officeDocument/2006/relationships" r:id="R82a39c0c9a644075"/>
  </p:notesMasterIdLst>
  <p:sldIdLst>
    <p:sldId xmlns:r="http://schemas.openxmlformats.org/officeDocument/2006/relationships" id="256" r:id="R7a7f206b54c84220"/>
    <p:sldId xmlns:r="http://schemas.openxmlformats.org/officeDocument/2006/relationships" id="257" r:id="R3c264d0abad84055"/>
    <p:sldId xmlns:r="http://schemas.openxmlformats.org/officeDocument/2006/relationships" id="258" r:id="Rd00816754ca9419b"/>
    <p:sldId xmlns:r="http://schemas.openxmlformats.org/officeDocument/2006/relationships" id="259" r:id="Ra37d040e45db4b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77d1759a70459a" /><Relationship Type="http://schemas.openxmlformats.org/officeDocument/2006/relationships/slideMaster" Target="/ppt/slideMasters/slideMaster1.xml" Id="Rcca3109e3302482e" /><Relationship Type="http://schemas.openxmlformats.org/officeDocument/2006/relationships/notesMaster" Target="/ppt/notesMasters/notesMaster1.xml" Id="R82a39c0c9a644075" /><Relationship Type="http://schemas.openxmlformats.org/officeDocument/2006/relationships/presProps" Target="/ppt/presProps.xml" Id="Re6ee98d913024bde" /><Relationship Type="http://schemas.openxmlformats.org/officeDocument/2006/relationships/tableStyles" Target="/ppt/tableStyles.xml" Id="R6d2cd263d201495a" /><Relationship Type="http://schemas.openxmlformats.org/officeDocument/2006/relationships/slide" Target="/ppt/slides/slide1.xml" Id="R7a7f206b54c84220" /><Relationship Type="http://schemas.openxmlformats.org/officeDocument/2006/relationships/slide" Target="/ppt/slides/slide2.xml" Id="R3c264d0abad84055" /><Relationship Type="http://schemas.openxmlformats.org/officeDocument/2006/relationships/slide" Target="/ppt/slides/slide3.xml" Id="Rd00816754ca9419b" /><Relationship Type="http://schemas.openxmlformats.org/officeDocument/2006/relationships/slide" Target="/ppt/slides/slide4.xml" Id="Ra37d040e45db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e81daed7c347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cff95c09594605" /><Relationship Type="http://schemas.openxmlformats.org/officeDocument/2006/relationships/notesMaster" Target="/ppt/notesMasters/notesMaster1.xml" Id="R6d4c05342e43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786a369a8417a" /><Relationship Type="http://schemas.openxmlformats.org/officeDocument/2006/relationships/notesMaster" Target="/ppt/notesMasters/notesMaster1.xml" Id="Rbac3f6b349a34f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2cdae5f1b24578" /><Relationship Type="http://schemas.openxmlformats.org/officeDocument/2006/relationships/notesMaster" Target="/ppt/notesMasters/notesMaster1.xml" Id="R8b546da62f4a44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bce73cfd0b46ad" /><Relationship Type="http://schemas.openxmlformats.org/officeDocument/2006/relationships/notesMaster" Target="/ppt/notesMasters/notesMaster1.xml" Id="R3fd0c9e44c5c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77e4b16d342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24e97a2214cef" /><Relationship Type="http://schemas.openxmlformats.org/officeDocument/2006/relationships/slideLayout" Target="/ppt/slideLayouts/slideLayout1.xml" Id="R4ebe16fcf1c6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e16fcf1c6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0e52de13b400b" /><Relationship Type="http://schemas.openxmlformats.org/officeDocument/2006/relationships/notesSlide" Target="/ppt/notesSlides/notesSlide1.xml" Id="R1d6c7784c1fa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b13ebcf024baf" /><Relationship Type="http://schemas.openxmlformats.org/officeDocument/2006/relationships/notesSlide" Target="/ppt/notesSlides/notesSlide2.xml" Id="R2df09fa30a70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89d9190e4d00" /><Relationship Type="http://schemas.openxmlformats.org/officeDocument/2006/relationships/notesSlide" Target="/ppt/notesSlides/notesSlide3.xml" Id="R6887a99bffbe44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ae7a97664379" /><Relationship Type="http://schemas.openxmlformats.org/officeDocument/2006/relationships/notesSlide" Target="/ppt/notesSlides/notesSlide4.xml" Id="R25d958bdd61a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3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74-1">
            <a:extLst xmlns:a="http://schemas.openxmlformats.org/drawingml/2006/main">
              <a:ext uri="{FF2B5EF4-FFF2-40B4-BE49-F238E27FC236}">
                <a16:creationId xmlns:a16="http://schemas.microsoft.com/office/drawing/2014/main" id="{970CB12B-BE75-499C-ACC2-79F974CC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74-1">
            <a:extLst xmlns:a="http://schemas.openxmlformats.org/drawingml/2006/main">
              <a:ext uri="{FF2B5EF4-FFF2-40B4-BE49-F238E27FC236}">
                <a16:creationId xmlns:a16="http://schemas.microsoft.com/office/drawing/2014/main" id="{0662FD51-C194-46DB-A3C0-E26A510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p03-full-003174</a:t>
            </a:r>
          </a:p>
        </p:txBody>
      </p:sp>
      <p:sp>
        <p:nvSpPr>
          <p:cNvPr id="3" name="qa-v2-r2-title-p03-full-003174-1">
            <a:extLst xmlns:a="http://schemas.openxmlformats.org/drawingml/2006/main">
              <a:ext uri="{FF2B5EF4-FFF2-40B4-BE49-F238E27FC236}">
                <a16:creationId xmlns:a16="http://schemas.microsoft.com/office/drawing/2014/main" id="{0508859A-E4E0-4EF8-A878-89D565E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3174-1">
            <a:extLst xmlns:a="http://schemas.openxmlformats.org/drawingml/2006/main">
              <a:ext uri="{FF2B5EF4-FFF2-40B4-BE49-F238E27FC236}">
                <a16:creationId xmlns:a16="http://schemas.microsoft.com/office/drawing/2014/main" id="{85961E8A-BB9A-491B-9F6C-5EA4049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exception rationale, counterexamples,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p03-src-003174; p03-full-000824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569657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74-2">
            <a:extLst xmlns:a="http://schemas.openxmlformats.org/drawingml/2006/main">
              <a:ext uri="{FF2B5EF4-FFF2-40B4-BE49-F238E27FC236}">
                <a16:creationId xmlns:a16="http://schemas.microsoft.com/office/drawing/2014/main" id="{3F226C4D-2D25-418B-B8B0-21CF1C66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74-2">
            <a:extLst xmlns:a="http://schemas.openxmlformats.org/drawingml/2006/main">
              <a:ext uri="{FF2B5EF4-FFF2-40B4-BE49-F238E27FC236}">
                <a16:creationId xmlns:a16="http://schemas.microsoft.com/office/drawing/2014/main" id="{312B00A3-EFAB-4D0C-B5B4-F105DC3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p03-full-003174</a:t>
            </a:r>
          </a:p>
        </p:txBody>
      </p:sp>
      <p:sp>
        <p:nvSpPr>
          <p:cNvPr id="3" name="qa-v2-r2-title-p03-full-003174-2">
            <a:extLst xmlns:a="http://schemas.openxmlformats.org/drawingml/2006/main">
              <a:ext uri="{FF2B5EF4-FFF2-40B4-BE49-F238E27FC236}">
                <a16:creationId xmlns:a16="http://schemas.microsoft.com/office/drawing/2014/main" id="{39FFEE17-EDCC-4CE4-BB74-B48A233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3174-2">
            <a:extLst xmlns:a="http://schemas.openxmlformats.org/drawingml/2006/main">
              <a:ext uri="{FF2B5EF4-FFF2-40B4-BE49-F238E27FC236}">
                <a16:creationId xmlns:a16="http://schemas.microsoft.com/office/drawing/2014/main" id="{57018E14-CEE1-41ED-AF1E-8CB2F04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Preserve accountability from discovery through corrective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action and independent readback.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797909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74-3">
            <a:extLst xmlns:a="http://schemas.openxmlformats.org/drawingml/2006/main">
              <a:ext uri="{FF2B5EF4-FFF2-40B4-BE49-F238E27FC236}">
                <a16:creationId xmlns:a16="http://schemas.microsoft.com/office/drawing/2014/main" id="{52FE1D1A-80D4-4EFE-B574-19B8C3A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74-3">
            <a:extLst xmlns:a="http://schemas.openxmlformats.org/drawingml/2006/main">
              <a:ext uri="{FF2B5EF4-FFF2-40B4-BE49-F238E27FC236}">
                <a16:creationId xmlns:a16="http://schemas.microsoft.com/office/drawing/2014/main" id="{BC439837-2CA1-4E1D-AE3C-DE70C26D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p03-full-003174</a:t>
            </a:r>
          </a:p>
        </p:txBody>
      </p:sp>
      <p:sp>
        <p:nvSpPr>
          <p:cNvPr id="3" name="qa-v2-r2-title-p03-full-003174-3">
            <a:extLst xmlns:a="http://schemas.openxmlformats.org/drawingml/2006/main">
              <a:ext uri="{FF2B5EF4-FFF2-40B4-BE49-F238E27FC236}">
                <a16:creationId xmlns:a16="http://schemas.microsoft.com/office/drawing/2014/main" id="{E7D06724-57AC-46CA-9289-44E75203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3174-3">
            <a:extLst xmlns:a="http://schemas.openxmlformats.org/drawingml/2006/main">
              <a:ext uri="{FF2B5EF4-FFF2-40B4-BE49-F238E27FC236}">
                <a16:creationId xmlns:a16="http://schemas.microsoft.com/office/drawing/2014/main" id="{46C4B08E-E8AC-4217-9F5F-CF41EC9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669058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74-4">
            <a:extLst xmlns:a="http://schemas.openxmlformats.org/drawingml/2006/main">
              <a:ext uri="{FF2B5EF4-FFF2-40B4-BE49-F238E27FC236}">
                <a16:creationId xmlns:a16="http://schemas.microsoft.com/office/drawing/2014/main" id="{E5030708-D477-45E1-923D-CA9B3DD5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74-4">
            <a:extLst xmlns:a="http://schemas.openxmlformats.org/drawingml/2006/main">
              <a:ext uri="{FF2B5EF4-FFF2-40B4-BE49-F238E27FC236}">
                <a16:creationId xmlns:a16="http://schemas.microsoft.com/office/drawing/2014/main" id="{AE61D074-8053-490C-A902-6CBA1BED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p03-full-003174</a:t>
            </a:r>
          </a:p>
        </p:txBody>
      </p:sp>
      <p:sp>
        <p:nvSpPr>
          <p:cNvPr id="3" name="qa-v2-r2-title-p03-full-003174-4">
            <a:extLst xmlns:a="http://schemas.openxmlformats.org/drawingml/2006/main">
              <a:ext uri="{FF2B5EF4-FFF2-40B4-BE49-F238E27FC236}">
                <a16:creationId xmlns:a16="http://schemas.microsoft.com/office/drawing/2014/main" id="{D7F848E4-3A5F-4A92-B35D-FD445791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3174-4">
            <a:extLst xmlns:a="http://schemas.openxmlformats.org/drawingml/2006/main">
              <a:ext uri="{FF2B5EF4-FFF2-40B4-BE49-F238E27FC236}">
                <a16:creationId xmlns:a16="http://schemas.microsoft.com/office/drawing/2014/main" id="{81D3BD85-8A5F-4050-A80B-A9EB8C7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p03-src-003174 with p03-full-000824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669058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2026-08-25T12:53:00.1010000Z</dcterms:created>
  <dcterms:modified xsi:type="dcterms:W3CDTF">2026-08-25T12:53:00.1010000Z</dcterms:modified>
</coreProperties>
</file>