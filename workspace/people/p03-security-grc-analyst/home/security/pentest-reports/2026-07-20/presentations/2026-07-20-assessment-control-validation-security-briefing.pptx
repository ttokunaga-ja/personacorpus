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95d6eafcb94ac1" /><Relationship Type="http://schemas.openxmlformats.org/officeDocument/2006/relationships/extended-properties" Target="/docProps/app.xml" Id="R57e9955a261c4d17" /><Relationship Type="http://schemas.openxmlformats.org/officeDocument/2006/relationships/officeDocument" Target="/ppt/presentation.xml" Id="Rd6936c62117b41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fc34c95c704377"/>
  </p:sldMasterIdLst>
  <p:notesMasterIdLst>
    <p:notesMasterId xmlns:r="http://schemas.openxmlformats.org/officeDocument/2006/relationships" r:id="R6ee8ffd6dfd6432b"/>
  </p:notesMasterIdLst>
  <p:sldIdLst>
    <p:sldId xmlns:r="http://schemas.openxmlformats.org/officeDocument/2006/relationships" id="256" r:id="R24b23dee1c584dff"/>
    <p:sldId xmlns:r="http://schemas.openxmlformats.org/officeDocument/2006/relationships" id="257" r:id="R2fd41c787be34b28"/>
    <p:sldId xmlns:r="http://schemas.openxmlformats.org/officeDocument/2006/relationships" id="258" r:id="R96783db3e4bf4a4d"/>
    <p:sldId xmlns:r="http://schemas.openxmlformats.org/officeDocument/2006/relationships" id="259" r:id="R272bc35316a941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e88d7b7d164d8b" /><Relationship Type="http://schemas.openxmlformats.org/officeDocument/2006/relationships/slideMaster" Target="/ppt/slideMasters/slideMaster1.xml" Id="R4dfc34c95c704377" /><Relationship Type="http://schemas.openxmlformats.org/officeDocument/2006/relationships/notesMaster" Target="/ppt/notesMasters/notesMaster1.xml" Id="R6ee8ffd6dfd6432b" /><Relationship Type="http://schemas.openxmlformats.org/officeDocument/2006/relationships/presProps" Target="/ppt/presProps.xml" Id="R7f31ee30d8ba4fb8" /><Relationship Type="http://schemas.openxmlformats.org/officeDocument/2006/relationships/tableStyles" Target="/ppt/tableStyles.xml" Id="R8df61251e5f04fe6" /><Relationship Type="http://schemas.openxmlformats.org/officeDocument/2006/relationships/slide" Target="/ppt/slides/slide1.xml" Id="R24b23dee1c584dff" /><Relationship Type="http://schemas.openxmlformats.org/officeDocument/2006/relationships/slide" Target="/ppt/slides/slide2.xml" Id="R2fd41c787be34b28" /><Relationship Type="http://schemas.openxmlformats.org/officeDocument/2006/relationships/slide" Target="/ppt/slides/slide3.xml" Id="R96783db3e4bf4a4d" /><Relationship Type="http://schemas.openxmlformats.org/officeDocument/2006/relationships/slide" Target="/ppt/slides/slide4.xml" Id="R272bc35316a941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6b533a5e0448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fdf84db4354113" /><Relationship Type="http://schemas.openxmlformats.org/officeDocument/2006/relationships/notesMaster" Target="/ppt/notesMasters/notesMaster1.xml" Id="R5e15575d396943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1e8851e99c4a32" /><Relationship Type="http://schemas.openxmlformats.org/officeDocument/2006/relationships/notesMaster" Target="/ppt/notesMasters/notesMaster1.xml" Id="R18486feb08fd44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a3318b08dc4194" /><Relationship Type="http://schemas.openxmlformats.org/officeDocument/2006/relationships/notesMaster" Target="/ppt/notesMasters/notesMaster1.xml" Id="Rc590d54a88d44e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f15de5e1914d09" /><Relationship Type="http://schemas.openxmlformats.org/officeDocument/2006/relationships/notesMaster" Target="/ppt/notesMasters/notesMaster1.xml" Id="R30dd87d5b3ab44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6f34ac03ad4e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aff74fa86d4b03" /><Relationship Type="http://schemas.openxmlformats.org/officeDocument/2006/relationships/slideLayout" Target="/ppt/slideLayouts/slideLayout1.xml" Id="R7307b4e50d3a44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07b4e50d3a44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a7cf948fe4f26" /><Relationship Type="http://schemas.openxmlformats.org/officeDocument/2006/relationships/notesSlide" Target="/ppt/notesSlides/notesSlide1.xml" Id="Rbf5d88e8a46c4e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d16d5f18d4897" /><Relationship Type="http://schemas.openxmlformats.org/officeDocument/2006/relationships/notesSlide" Target="/ppt/notesSlides/notesSlide2.xml" Id="R115b8a153b0042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821f448b8400b" /><Relationship Type="http://schemas.openxmlformats.org/officeDocument/2006/relationships/notesSlide" Target="/ppt/notesSlides/notesSlide3.xml" Id="R8e1fb4d6ec0340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931d9c3a94ed6" /><Relationship Type="http://schemas.openxmlformats.org/officeDocument/2006/relationships/notesSlide" Target="/ppt/notesSlides/notesSlide4.xml" Id="R4e8b888fa5b744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F3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071-1">
            <a:extLst xmlns:a="http://schemas.openxmlformats.org/drawingml/2006/main">
              <a:ext uri="{FF2B5EF4-FFF2-40B4-BE49-F238E27FC236}">
                <a16:creationId xmlns:a16="http://schemas.microsoft.com/office/drawing/2014/main" id="{2333DFAD-1219-47C1-BFFB-D3CCBAD1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071-1">
            <a:extLst xmlns:a="http://schemas.openxmlformats.org/drawingml/2006/main">
              <a:ext uri="{FF2B5EF4-FFF2-40B4-BE49-F238E27FC236}">
                <a16:creationId xmlns:a16="http://schemas.microsoft.com/office/drawing/2014/main" id="{0F83F25B-2FEC-4F45-9761-377D9780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p03-full-001071</a:t>
            </a:r>
          </a:p>
        </p:txBody>
      </p:sp>
      <p:sp>
        <p:nvSpPr>
          <p:cNvPr id="3" name="qa-v2-r2-title-p03-full-001071-1">
            <a:extLst xmlns:a="http://schemas.openxmlformats.org/drawingml/2006/main">
              <a:ext uri="{FF2B5EF4-FFF2-40B4-BE49-F238E27FC236}">
                <a16:creationId xmlns:a16="http://schemas.microsoft.com/office/drawing/2014/main" id="{82C2DCA0-6F1E-49FF-B630-5E082A8E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1071-1">
            <a:extLst xmlns:a="http://schemas.openxmlformats.org/drawingml/2006/main">
              <a:ext uri="{FF2B5EF4-FFF2-40B4-BE49-F238E27FC236}">
                <a16:creationId xmlns:a16="http://schemas.microsoft.com/office/drawing/2014/main" id="{EDD5FF88-802A-440E-A94A-292BB7F6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assessment control validation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security pentest reports. Declared review date: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2026-07-20. The assessment emphasizes dependency meaning, operational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p03-src-001071; p03-full-000685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record completeness assessment.</a:t>
            </a:r>
          </a:p>
        </p:txBody>
      </p:sp>
    </p:spTree>
    <p:extLst>
      <p:ext uri="{BB962C8B-B14F-4D97-AF65-F5344CB8AC3E}">
        <p14:creationId xmlns:p14="http://schemas.microsoft.com/office/powerpoint/2010/main" val="2214397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071-2">
            <a:extLst xmlns:a="http://schemas.openxmlformats.org/drawingml/2006/main">
              <a:ext uri="{FF2B5EF4-FFF2-40B4-BE49-F238E27FC236}">
                <a16:creationId xmlns:a16="http://schemas.microsoft.com/office/drawing/2014/main" id="{3089819B-6422-4690-8972-555E27A1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071-2">
            <a:extLst xmlns:a="http://schemas.openxmlformats.org/drawingml/2006/main">
              <a:ext uri="{FF2B5EF4-FFF2-40B4-BE49-F238E27FC236}">
                <a16:creationId xmlns:a16="http://schemas.microsoft.com/office/drawing/2014/main" id="{02A70E04-4213-440C-ADFB-62EA2DE6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p03-full-001071</a:t>
            </a:r>
          </a:p>
        </p:txBody>
      </p:sp>
      <p:sp>
        <p:nvSpPr>
          <p:cNvPr id="3" name="qa-v2-r2-title-p03-full-001071-2">
            <a:extLst xmlns:a="http://schemas.openxmlformats.org/drawingml/2006/main">
              <a:ext uri="{FF2B5EF4-FFF2-40B4-BE49-F238E27FC236}">
                <a16:creationId xmlns:a16="http://schemas.microsoft.com/office/drawing/2014/main" id="{5E3C02A4-AA3E-4E2A-9843-25F39A4D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1071-2">
            <a:extLst xmlns:a="http://schemas.openxmlformats.org/drawingml/2006/main">
              <a:ext uri="{FF2B5EF4-FFF2-40B4-BE49-F238E27FC236}">
                <a16:creationId xmlns:a16="http://schemas.microsoft.com/office/drawing/2014/main" id="{5D926B7A-A99A-463D-AF6E-E82FD550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Track possession review approval and archival custody so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responsibility does not disappear between contributors.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owner-to-approval accountability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13213837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071-3">
            <a:extLst xmlns:a="http://schemas.openxmlformats.org/drawingml/2006/main">
              <a:ext uri="{FF2B5EF4-FFF2-40B4-BE49-F238E27FC236}">
                <a16:creationId xmlns:a16="http://schemas.microsoft.com/office/drawing/2014/main" id="{44B7BE7C-D5F4-4231-889C-E985B84F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071-3">
            <a:extLst xmlns:a="http://schemas.openxmlformats.org/drawingml/2006/main">
              <a:ext uri="{FF2B5EF4-FFF2-40B4-BE49-F238E27FC236}">
                <a16:creationId xmlns:a16="http://schemas.microsoft.com/office/drawing/2014/main" id="{FC4A6779-4A0A-42A8-A217-4C8E018F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p03-full-001071</a:t>
            </a:r>
          </a:p>
        </p:txBody>
      </p:sp>
      <p:sp>
        <p:nvSpPr>
          <p:cNvPr id="3" name="qa-v2-r2-title-p03-full-001071-3">
            <a:extLst xmlns:a="http://schemas.openxmlformats.org/drawingml/2006/main">
              <a:ext uri="{FF2B5EF4-FFF2-40B4-BE49-F238E27FC236}">
                <a16:creationId xmlns:a16="http://schemas.microsoft.com/office/drawing/2014/main" id="{1575EFE6-3F84-432F-884C-F08A2FC2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1071-3">
            <a:extLst xmlns:a="http://schemas.openxmlformats.org/drawingml/2006/main">
              <a:ext uri="{FF2B5EF4-FFF2-40B4-BE49-F238E27FC236}">
                <a16:creationId xmlns:a16="http://schemas.microsoft.com/office/drawing/2014/main" id="{DDF75348-464D-4A95-B424-0A710101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compare the changed record;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6157125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1071-4">
            <a:extLst xmlns:a="http://schemas.openxmlformats.org/drawingml/2006/main">
              <a:ext uri="{FF2B5EF4-FFF2-40B4-BE49-F238E27FC236}">
                <a16:creationId xmlns:a16="http://schemas.microsoft.com/office/drawing/2014/main" id="{4B208C01-BF6C-45DE-BC48-2D78A316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1071-4">
            <a:extLst xmlns:a="http://schemas.openxmlformats.org/drawingml/2006/main">
              <a:ext uri="{FF2B5EF4-FFF2-40B4-BE49-F238E27FC236}">
                <a16:creationId xmlns:a16="http://schemas.microsoft.com/office/drawing/2014/main" id="{8B55C96B-10F4-4097-B6C3-F4D0641D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p03-full-001071</a:t>
            </a:r>
          </a:p>
        </p:txBody>
      </p:sp>
      <p:sp>
        <p:nvSpPr>
          <p:cNvPr id="3" name="qa-v2-r2-title-p03-full-001071-4">
            <a:extLst xmlns:a="http://schemas.openxmlformats.org/drawingml/2006/main">
              <a:ext uri="{FF2B5EF4-FFF2-40B4-BE49-F238E27FC236}">
                <a16:creationId xmlns:a16="http://schemas.microsoft.com/office/drawing/2014/main" id="{1ED36E61-FD26-4190-A6B7-43EE563D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1071-4">
            <a:extLst xmlns:a="http://schemas.openxmlformats.org/drawingml/2006/main">
              <a:ext uri="{FF2B5EF4-FFF2-40B4-BE49-F238E27FC236}">
                <a16:creationId xmlns:a16="http://schemas.microsoft.com/office/drawing/2014/main" id="{B1176F97-8761-43B9-9ECD-AEDBE861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p03-src-001071 with p03-full-000685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record completeness.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6157125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2026-08-25T12:51:34.6890000Z</dcterms:created>
  <dcterms:modified xsi:type="dcterms:W3CDTF">2026-08-25T12:51:34.6890000Z</dcterms:modified>
</coreProperties>
</file>