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1db58c30434955" /><Relationship Type="http://schemas.openxmlformats.org/officeDocument/2006/relationships/extended-properties" Target="/docProps/app.xml" Id="R850c4213cfc14ec2" /><Relationship Type="http://schemas.openxmlformats.org/officeDocument/2006/relationships/officeDocument" Target="/ppt/presentation.xml" Id="Rdbda01c3ba22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0cd73cba94514"/>
  </p:sldMasterIdLst>
  <p:notesMasterIdLst>
    <p:notesMasterId xmlns:r="http://schemas.openxmlformats.org/officeDocument/2006/relationships" r:id="R75aca484a5754ead"/>
  </p:notesMasterIdLst>
  <p:sldIdLst>
    <p:sldId xmlns:r="http://schemas.openxmlformats.org/officeDocument/2006/relationships" id="256" r:id="Rf1ea0541ffa84a90"/>
    <p:sldId xmlns:r="http://schemas.openxmlformats.org/officeDocument/2006/relationships" id="257" r:id="Rb9e4b4f1a07a4522"/>
    <p:sldId xmlns:r="http://schemas.openxmlformats.org/officeDocument/2006/relationships" id="258" r:id="R437ec0e329324d0e"/>
    <p:sldId xmlns:r="http://schemas.openxmlformats.org/officeDocument/2006/relationships" id="259" r:id="R23487136d0fd4f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186913257449f4" /><Relationship Type="http://schemas.openxmlformats.org/officeDocument/2006/relationships/slideMaster" Target="/ppt/slideMasters/slideMaster1.xml" Id="R2e40cd73cba94514" /><Relationship Type="http://schemas.openxmlformats.org/officeDocument/2006/relationships/notesMaster" Target="/ppt/notesMasters/notesMaster1.xml" Id="R75aca484a5754ead" /><Relationship Type="http://schemas.openxmlformats.org/officeDocument/2006/relationships/presProps" Target="/ppt/presProps.xml" Id="Rb8a7eb902a124933" /><Relationship Type="http://schemas.openxmlformats.org/officeDocument/2006/relationships/tableStyles" Target="/ppt/tableStyles.xml" Id="Reb6ef532abfa4326" /><Relationship Type="http://schemas.openxmlformats.org/officeDocument/2006/relationships/slide" Target="/ppt/slides/slide1.xml" Id="Rf1ea0541ffa84a90" /><Relationship Type="http://schemas.openxmlformats.org/officeDocument/2006/relationships/slide" Target="/ppt/slides/slide2.xml" Id="Rb9e4b4f1a07a4522" /><Relationship Type="http://schemas.openxmlformats.org/officeDocument/2006/relationships/slide" Target="/ppt/slides/slide3.xml" Id="R437ec0e329324d0e" /><Relationship Type="http://schemas.openxmlformats.org/officeDocument/2006/relationships/slide" Target="/ppt/slides/slide4.xml" Id="R23487136d0fd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4c42887f0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e5ece1ebc46fa" /><Relationship Type="http://schemas.openxmlformats.org/officeDocument/2006/relationships/notesMaster" Target="/ppt/notesMasters/notesMaster1.xml" Id="Rcf55267260b843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fe5a0166c94dae" /><Relationship Type="http://schemas.openxmlformats.org/officeDocument/2006/relationships/notesMaster" Target="/ppt/notesMasters/notesMaster1.xml" Id="Rb408d61ac243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4102ab22c143a1" /><Relationship Type="http://schemas.openxmlformats.org/officeDocument/2006/relationships/notesMaster" Target="/ppt/notesMasters/notesMaster1.xml" Id="R5989db3ac3a0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9959512b0b4021" /><Relationship Type="http://schemas.openxmlformats.org/officeDocument/2006/relationships/notesMaster" Target="/ppt/notesMasters/notesMaster1.xml" Id="R9f388011abcf4f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4665667de41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4e788ee53f4012" /><Relationship Type="http://schemas.openxmlformats.org/officeDocument/2006/relationships/slideLayout" Target="/ppt/slideLayouts/slideLayout1.xml" Id="Rafd095075e2d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d095075e2d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642f310094eb5" /><Relationship Type="http://schemas.openxmlformats.org/officeDocument/2006/relationships/notesSlide" Target="/ppt/notesSlides/notesSlide1.xml" Id="R266bf46aeef2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8bf7efd7b4aec" /><Relationship Type="http://schemas.openxmlformats.org/officeDocument/2006/relationships/notesSlide" Target="/ppt/notesSlides/notesSlide2.xml" Id="Rf5da5c4c0968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bb08cd1174974" /><Relationship Type="http://schemas.openxmlformats.org/officeDocument/2006/relationships/notesSlide" Target="/ppt/notesSlides/notesSlide3.xml" Id="Ra515d59860ff46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577f6c973416d" /><Relationship Type="http://schemas.openxmlformats.org/officeDocument/2006/relationships/notesSlide" Target="/ppt/notesSlides/notesSlide4.xml" Id="R2a0857268dcc43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73-1">
            <a:extLst xmlns:a="http://schemas.openxmlformats.org/drawingml/2006/main">
              <a:ext uri="{FF2B5EF4-FFF2-40B4-BE49-F238E27FC236}">
                <a16:creationId xmlns:a16="http://schemas.microsoft.com/office/drawing/2014/main" id="{BD5E3055-7D51-44B2-93E0-69A05E41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73-1">
            <a:extLst xmlns:a="http://schemas.openxmlformats.org/drawingml/2006/main">
              <a:ext uri="{FF2B5EF4-FFF2-40B4-BE49-F238E27FC236}">
                <a16:creationId xmlns:a16="http://schemas.microsoft.com/office/drawing/2014/main" id="{A781760F-2DD6-4784-9D60-80EB741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p03-full-009473</a:t>
            </a:r>
          </a:p>
        </p:txBody>
      </p:sp>
      <p:sp>
        <p:nvSpPr>
          <p:cNvPr id="3" name="qa-v2-r2-title-p03-full-009473-1">
            <a:extLst xmlns:a="http://schemas.openxmlformats.org/drawingml/2006/main">
              <a:ext uri="{FF2B5EF4-FFF2-40B4-BE49-F238E27FC236}">
                <a16:creationId xmlns:a16="http://schemas.microsoft.com/office/drawing/2014/main" id="{A36DFD7E-D3F2-4625-8C97-A1544B8E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473-1">
            <a:extLst xmlns:a="http://schemas.openxmlformats.org/drawingml/2006/main">
              <a:ext uri="{FF2B5EF4-FFF2-40B4-BE49-F238E27FC236}">
                <a16:creationId xmlns:a16="http://schemas.microsoft.com/office/drawing/2014/main" id="{27CB9699-66DD-4F6F-8EFD-D8B131AC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assurance scope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p03-src-009473; p03-full-000806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9159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73-2">
            <a:extLst xmlns:a="http://schemas.openxmlformats.org/drawingml/2006/main">
              <a:ext uri="{FF2B5EF4-FFF2-40B4-BE49-F238E27FC236}">
                <a16:creationId xmlns:a16="http://schemas.microsoft.com/office/drawing/2014/main" id="{61A4204C-2C75-4302-A761-946A760F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73-2">
            <a:extLst xmlns:a="http://schemas.openxmlformats.org/drawingml/2006/main">
              <a:ext uri="{FF2B5EF4-FFF2-40B4-BE49-F238E27FC236}">
                <a16:creationId xmlns:a16="http://schemas.microsoft.com/office/drawing/2014/main" id="{81FF6487-4406-4A6A-B328-0A759C3A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p03-full-009473</a:t>
            </a:r>
          </a:p>
        </p:txBody>
      </p:sp>
      <p:sp>
        <p:nvSpPr>
          <p:cNvPr id="3" name="qa-v2-r2-title-p03-full-009473-2">
            <a:extLst xmlns:a="http://schemas.openxmlformats.org/drawingml/2006/main">
              <a:ext uri="{FF2B5EF4-FFF2-40B4-BE49-F238E27FC236}">
                <a16:creationId xmlns:a16="http://schemas.microsoft.com/office/drawing/2014/main" id="{04E79191-36B7-4EFC-ABE0-6FA5D152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473-2">
            <a:extLst xmlns:a="http://schemas.openxmlformats.org/drawingml/2006/main">
              <a:ext uri="{FF2B5EF4-FFF2-40B4-BE49-F238E27FC236}">
                <a16:creationId xmlns:a16="http://schemas.microsoft.com/office/drawing/2014/main" id="{56C1B0F8-0183-40A3-BB4E-66E997A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Identify the condition that turns a lingering evidence gap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into accountable escalation.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107786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73-3">
            <a:extLst xmlns:a="http://schemas.openxmlformats.org/drawingml/2006/main">
              <a:ext uri="{FF2B5EF4-FFF2-40B4-BE49-F238E27FC236}">
                <a16:creationId xmlns:a16="http://schemas.microsoft.com/office/drawing/2014/main" id="{644E1EA7-3D30-4D85-9DAA-2781CD86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73-3">
            <a:extLst xmlns:a="http://schemas.openxmlformats.org/drawingml/2006/main">
              <a:ext uri="{FF2B5EF4-FFF2-40B4-BE49-F238E27FC236}">
                <a16:creationId xmlns:a16="http://schemas.microsoft.com/office/drawing/2014/main" id="{AA401E77-AFCB-4B9C-BAA7-DB1B5C3D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p03-full-009473</a:t>
            </a:r>
          </a:p>
        </p:txBody>
      </p:sp>
      <p:sp>
        <p:nvSpPr>
          <p:cNvPr id="3" name="qa-v2-r2-title-p03-full-009473-3">
            <a:extLst xmlns:a="http://schemas.openxmlformats.org/drawingml/2006/main">
              <a:ext uri="{FF2B5EF4-FFF2-40B4-BE49-F238E27FC236}">
                <a16:creationId xmlns:a16="http://schemas.microsoft.com/office/drawing/2014/main" id="{3089D5E3-7312-4BCB-9F09-B6F70246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473-3">
            <a:extLst xmlns:a="http://schemas.openxmlformats.org/drawingml/2006/main">
              <a:ext uri="{FF2B5EF4-FFF2-40B4-BE49-F238E27FC236}">
                <a16:creationId xmlns:a16="http://schemas.microsoft.com/office/drawing/2014/main" id="{0C4F8894-D234-4491-A07B-C22FD02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52151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73-4">
            <a:extLst xmlns:a="http://schemas.openxmlformats.org/drawingml/2006/main">
              <a:ext uri="{FF2B5EF4-FFF2-40B4-BE49-F238E27FC236}">
                <a16:creationId xmlns:a16="http://schemas.microsoft.com/office/drawing/2014/main" id="{C580FAD3-4E52-4260-926D-229F53F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73-4">
            <a:extLst xmlns:a="http://schemas.openxmlformats.org/drawingml/2006/main">
              <a:ext uri="{FF2B5EF4-FFF2-40B4-BE49-F238E27FC236}">
                <a16:creationId xmlns:a16="http://schemas.microsoft.com/office/drawing/2014/main" id="{873BCE15-728D-4D3C-91FE-10F7D319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p03-full-009473</a:t>
            </a:r>
          </a:p>
        </p:txBody>
      </p:sp>
      <p:sp>
        <p:nvSpPr>
          <p:cNvPr id="3" name="qa-v2-r2-title-p03-full-009473-4">
            <a:extLst xmlns:a="http://schemas.openxmlformats.org/drawingml/2006/main">
              <a:ext uri="{FF2B5EF4-FFF2-40B4-BE49-F238E27FC236}">
                <a16:creationId xmlns:a16="http://schemas.microsoft.com/office/drawing/2014/main" id="{045E2B7A-6B62-48A2-970C-A3164028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473-4">
            <a:extLst xmlns:a="http://schemas.openxmlformats.org/drawingml/2006/main">
              <a:ext uri="{FF2B5EF4-FFF2-40B4-BE49-F238E27FC236}">
                <a16:creationId xmlns:a16="http://schemas.microsoft.com/office/drawing/2014/main" id="{4C00650F-3F62-4967-9A85-4DF6CAAE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p03-src-009473 with p03-full-000806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52151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2026-08-25T12:51:13.2810000Z</dcterms:created>
  <dcterms:modified xsi:type="dcterms:W3CDTF">2026-08-25T12:51:13.2810000Z</dcterms:modified>
</coreProperties>
</file>