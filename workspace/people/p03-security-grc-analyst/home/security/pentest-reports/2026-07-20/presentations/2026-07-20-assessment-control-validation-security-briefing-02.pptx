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a46c29388d450c" /><Relationship Type="http://schemas.openxmlformats.org/officeDocument/2006/relationships/extended-properties" Target="/docProps/app.xml" Id="R4398151c733e4597" /><Relationship Type="http://schemas.openxmlformats.org/officeDocument/2006/relationships/officeDocument" Target="/ppt/presentation.xml" Id="R367111ac180f40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ffc69860784e0a"/>
  </p:sldMasterIdLst>
  <p:notesMasterIdLst>
    <p:notesMasterId xmlns:r="http://schemas.openxmlformats.org/officeDocument/2006/relationships" r:id="Re0c533fe60cc4b48"/>
  </p:notesMasterIdLst>
  <p:sldIdLst>
    <p:sldId xmlns:r="http://schemas.openxmlformats.org/officeDocument/2006/relationships" id="256" r:id="R7dee715781144e30"/>
    <p:sldId xmlns:r="http://schemas.openxmlformats.org/officeDocument/2006/relationships" id="257" r:id="R70fac42561b44793"/>
    <p:sldId xmlns:r="http://schemas.openxmlformats.org/officeDocument/2006/relationships" id="258" r:id="Rc0add42f20c44c2b"/>
    <p:sldId xmlns:r="http://schemas.openxmlformats.org/officeDocument/2006/relationships" id="259" r:id="R2cbd45c13d2149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c52e4c74c74d3b" /><Relationship Type="http://schemas.openxmlformats.org/officeDocument/2006/relationships/slideMaster" Target="/ppt/slideMasters/slideMaster1.xml" Id="R03ffc69860784e0a" /><Relationship Type="http://schemas.openxmlformats.org/officeDocument/2006/relationships/notesMaster" Target="/ppt/notesMasters/notesMaster1.xml" Id="Re0c533fe60cc4b48" /><Relationship Type="http://schemas.openxmlformats.org/officeDocument/2006/relationships/presProps" Target="/ppt/presProps.xml" Id="R429e96cf159d43e7" /><Relationship Type="http://schemas.openxmlformats.org/officeDocument/2006/relationships/tableStyles" Target="/ppt/tableStyles.xml" Id="R0c6bf527e9104d9b" /><Relationship Type="http://schemas.openxmlformats.org/officeDocument/2006/relationships/slide" Target="/ppt/slides/slide1.xml" Id="R7dee715781144e30" /><Relationship Type="http://schemas.openxmlformats.org/officeDocument/2006/relationships/slide" Target="/ppt/slides/slide2.xml" Id="R70fac42561b44793" /><Relationship Type="http://schemas.openxmlformats.org/officeDocument/2006/relationships/slide" Target="/ppt/slides/slide3.xml" Id="Rc0add42f20c44c2b" /><Relationship Type="http://schemas.openxmlformats.org/officeDocument/2006/relationships/slide" Target="/ppt/slides/slide4.xml" Id="R2cbd45c13d2149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32ed35230146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23ed98527a4e26" /><Relationship Type="http://schemas.openxmlformats.org/officeDocument/2006/relationships/notesMaster" Target="/ppt/notesMasters/notesMaster1.xml" Id="R9cfac4e4b6ba4f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7acdec1bd14c3f" /><Relationship Type="http://schemas.openxmlformats.org/officeDocument/2006/relationships/notesMaster" Target="/ppt/notesMasters/notesMaster1.xml" Id="R0bd020dbea7041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0fa9ad30924692" /><Relationship Type="http://schemas.openxmlformats.org/officeDocument/2006/relationships/notesMaster" Target="/ppt/notesMasters/notesMaster1.xml" Id="Rb34b494d3a1448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bdcbcaf25a4762" /><Relationship Type="http://schemas.openxmlformats.org/officeDocument/2006/relationships/notesMaster" Target="/ppt/notesMasters/notesMaster1.xml" Id="Ra2e4a65df52248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7b2ae43774c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b59504b57d4f21" /><Relationship Type="http://schemas.openxmlformats.org/officeDocument/2006/relationships/slideLayout" Target="/ppt/slideLayouts/slideLayout1.xml" Id="Rcddde9218a064e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dde9218a064e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709e462ce402f" /><Relationship Type="http://schemas.openxmlformats.org/officeDocument/2006/relationships/notesSlide" Target="/ppt/notesSlides/notesSlide1.xml" Id="R495d33aa974c46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f8520e27a404c" /><Relationship Type="http://schemas.openxmlformats.org/officeDocument/2006/relationships/notesSlide" Target="/ppt/notesSlides/notesSlide2.xml" Id="Ra72dafb8849047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4c4acdc104f00" /><Relationship Type="http://schemas.openxmlformats.org/officeDocument/2006/relationships/notesSlide" Target="/ppt/notesSlides/notesSlide3.xml" Id="R1f39e43d139945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64f5a6fc44097" /><Relationship Type="http://schemas.openxmlformats.org/officeDocument/2006/relationships/notesSlide" Target="/ppt/notesSlides/notesSlide4.xml" Id="Rd802d5862ebe49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F3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975-1">
            <a:extLst xmlns:a="http://schemas.openxmlformats.org/drawingml/2006/main">
              <a:ext uri="{FF2B5EF4-FFF2-40B4-BE49-F238E27FC236}">
                <a16:creationId xmlns:a16="http://schemas.microsoft.com/office/drawing/2014/main" id="{98AD9A43-2883-40F9-9F97-78985166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975-1">
            <a:extLst xmlns:a="http://schemas.openxmlformats.org/drawingml/2006/main">
              <a:ext uri="{FF2B5EF4-FFF2-40B4-BE49-F238E27FC236}">
                <a16:creationId xmlns:a16="http://schemas.microsoft.com/office/drawing/2014/main" id="{BF6FD028-C485-4931-80F5-432548EA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p03-full-005975</a:t>
            </a:r>
          </a:p>
        </p:txBody>
      </p:sp>
      <p:sp>
        <p:nvSpPr>
          <p:cNvPr id="3" name="qa-v2-r2-title-p03-full-005975-1">
            <a:extLst xmlns:a="http://schemas.openxmlformats.org/drawingml/2006/main">
              <a:ext uri="{FF2B5EF4-FFF2-40B4-BE49-F238E27FC236}">
                <a16:creationId xmlns:a16="http://schemas.microsoft.com/office/drawing/2014/main" id="{C18AEBC6-0B45-4ACE-B40E-8FE2FF89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5975-1">
            <a:extLst xmlns:a="http://schemas.openxmlformats.org/drawingml/2006/main">
              <a:ext uri="{FF2B5EF4-FFF2-40B4-BE49-F238E27FC236}">
                <a16:creationId xmlns:a16="http://schemas.microsoft.com/office/drawing/2014/main" id="{EE16B4F0-B5F7-4065-AF4D-94A2F609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control validation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security pentest reports. The record treats RISK-031 on 2026-07-20 as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relevance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p03-src-005975 is the declared source; p03-full-001167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422379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975-2">
            <a:extLst xmlns:a="http://schemas.openxmlformats.org/drawingml/2006/main">
              <a:ext uri="{FF2B5EF4-FFF2-40B4-BE49-F238E27FC236}">
                <a16:creationId xmlns:a16="http://schemas.microsoft.com/office/drawing/2014/main" id="{C95DB621-4DB1-4FDD-AE43-37C267FE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975-2">
            <a:extLst xmlns:a="http://schemas.openxmlformats.org/drawingml/2006/main">
              <a:ext uri="{FF2B5EF4-FFF2-40B4-BE49-F238E27FC236}">
                <a16:creationId xmlns:a16="http://schemas.microsoft.com/office/drawing/2014/main" id="{C9E0726D-4B8C-4E7F-AF46-3B815AD7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p03-full-005975</a:t>
            </a:r>
          </a:p>
        </p:txBody>
      </p:sp>
      <p:sp>
        <p:nvSpPr>
          <p:cNvPr id="3" name="qa-v2-r2-title-p03-full-005975-2">
            <a:extLst xmlns:a="http://schemas.openxmlformats.org/drawingml/2006/main">
              <a:ext uri="{FF2B5EF4-FFF2-40B4-BE49-F238E27FC236}">
                <a16:creationId xmlns:a16="http://schemas.microsoft.com/office/drawing/2014/main" id="{47E9B7A2-1CAC-45A7-B858-EF4ACF48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5975-2">
            <a:extLst xmlns:a="http://schemas.openxmlformats.org/drawingml/2006/main">
              <a:ext uri="{FF2B5EF4-FFF2-40B4-BE49-F238E27FC236}">
                <a16:creationId xmlns:a16="http://schemas.microsoft.com/office/drawing/2014/main" id="{B76FFA71-1492-4ACB-AAC9-28E4E704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Test whether a compensating review addresses the same risk mechanism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as the primary control shortfall.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claim-to-rationale support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2150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975-3">
            <a:extLst xmlns:a="http://schemas.openxmlformats.org/drawingml/2006/main">
              <a:ext uri="{FF2B5EF4-FFF2-40B4-BE49-F238E27FC236}">
                <a16:creationId xmlns:a16="http://schemas.microsoft.com/office/drawing/2014/main" id="{17EAA857-2EEF-4CA7-B198-5DE84094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975-3">
            <a:extLst xmlns:a="http://schemas.openxmlformats.org/drawingml/2006/main">
              <a:ext uri="{FF2B5EF4-FFF2-40B4-BE49-F238E27FC236}">
                <a16:creationId xmlns:a16="http://schemas.microsoft.com/office/drawing/2014/main" id="{695355BE-2D16-4190-85EA-8AD59EC6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p03-full-005975</a:t>
            </a:r>
          </a:p>
        </p:txBody>
      </p:sp>
      <p:sp>
        <p:nvSpPr>
          <p:cNvPr id="3" name="qa-v2-r2-title-p03-full-005975-3">
            <a:extLst xmlns:a="http://schemas.openxmlformats.org/drawingml/2006/main">
              <a:ext uri="{FF2B5EF4-FFF2-40B4-BE49-F238E27FC236}">
                <a16:creationId xmlns:a16="http://schemas.microsoft.com/office/drawing/2014/main" id="{3243E5F4-69D6-45F3-9E05-B5296388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5975-3">
            <a:extLst xmlns:a="http://schemas.openxmlformats.org/drawingml/2006/main">
              <a:ext uri="{FF2B5EF4-FFF2-40B4-BE49-F238E27FC236}">
                <a16:creationId xmlns:a16="http://schemas.microsoft.com/office/drawing/2014/main" id="{CCF7330D-EB1C-4E79-B6A4-CCC6AAF0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separate unsupported claims;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962983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975-4">
            <a:extLst xmlns:a="http://schemas.openxmlformats.org/drawingml/2006/main">
              <a:ext uri="{FF2B5EF4-FFF2-40B4-BE49-F238E27FC236}">
                <a16:creationId xmlns:a16="http://schemas.microsoft.com/office/drawing/2014/main" id="{B0038C7D-C2DF-4EAF-B0BB-A755D92C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975-4">
            <a:extLst xmlns:a="http://schemas.openxmlformats.org/drawingml/2006/main">
              <a:ext uri="{FF2B5EF4-FFF2-40B4-BE49-F238E27FC236}">
                <a16:creationId xmlns:a16="http://schemas.microsoft.com/office/drawing/2014/main" id="{44AB5967-1A5F-491A-994A-5C0BAB5E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p03-full-005975</a:t>
            </a:r>
          </a:p>
        </p:txBody>
      </p:sp>
      <p:sp>
        <p:nvSpPr>
          <p:cNvPr id="3" name="qa-v2-r2-title-p03-full-005975-4">
            <a:extLst xmlns:a="http://schemas.openxmlformats.org/drawingml/2006/main">
              <a:ext uri="{FF2B5EF4-FFF2-40B4-BE49-F238E27FC236}">
                <a16:creationId xmlns:a16="http://schemas.microsoft.com/office/drawing/2014/main" id="{8391EA23-1C1A-4FD0-B597-A3B894CD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5975-4">
            <a:extLst xmlns:a="http://schemas.openxmlformats.org/drawingml/2006/main">
              <a:ext uri="{FF2B5EF4-FFF2-40B4-BE49-F238E27FC236}">
                <a16:creationId xmlns:a16="http://schemas.microsoft.com/office/drawing/2014/main" id="{AD437D02-063C-4C10-A742-9483077D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p03-full-001167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dependency relevance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962983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2026-08-25T12:51:56.0500000Z</dcterms:created>
  <dcterms:modified xsi:type="dcterms:W3CDTF">2026-08-25T12:51:56.0500000Z</dcterms:modified>
</coreProperties>
</file>