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5925174f904d4e" /><Relationship Type="http://schemas.openxmlformats.org/officeDocument/2006/relationships/extended-properties" Target="/docProps/app.xml" Id="R70f29e5dd3e84d8e" /><Relationship Type="http://schemas.openxmlformats.org/officeDocument/2006/relationships/officeDocument" Target="/ppt/presentation.xml" Id="R6c989893dbc84a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bf0591c30840f8"/>
  </p:sldMasterIdLst>
  <p:notesMasterIdLst>
    <p:notesMasterId xmlns:r="http://schemas.openxmlformats.org/officeDocument/2006/relationships" r:id="R41f3cd5da0dc477f"/>
  </p:notesMasterIdLst>
  <p:sldIdLst>
    <p:sldId xmlns:r="http://schemas.openxmlformats.org/officeDocument/2006/relationships" id="256" r:id="R0778f87276184051"/>
    <p:sldId xmlns:r="http://schemas.openxmlformats.org/officeDocument/2006/relationships" id="257" r:id="R65fb406425d34769"/>
    <p:sldId xmlns:r="http://schemas.openxmlformats.org/officeDocument/2006/relationships" id="258" r:id="R606c4ce8849a4415"/>
    <p:sldId xmlns:r="http://schemas.openxmlformats.org/officeDocument/2006/relationships" id="259" r:id="R4a70fc91bb4849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cf7d9c52c442c1" /><Relationship Type="http://schemas.openxmlformats.org/officeDocument/2006/relationships/slideMaster" Target="/ppt/slideMasters/slideMaster1.xml" Id="Ra9bf0591c30840f8" /><Relationship Type="http://schemas.openxmlformats.org/officeDocument/2006/relationships/notesMaster" Target="/ppt/notesMasters/notesMaster1.xml" Id="R41f3cd5da0dc477f" /><Relationship Type="http://schemas.openxmlformats.org/officeDocument/2006/relationships/presProps" Target="/ppt/presProps.xml" Id="R941dff5b0d61465b" /><Relationship Type="http://schemas.openxmlformats.org/officeDocument/2006/relationships/tableStyles" Target="/ppt/tableStyles.xml" Id="R535f1b8597ed424f" /><Relationship Type="http://schemas.openxmlformats.org/officeDocument/2006/relationships/slide" Target="/ppt/slides/slide1.xml" Id="R0778f87276184051" /><Relationship Type="http://schemas.openxmlformats.org/officeDocument/2006/relationships/slide" Target="/ppt/slides/slide2.xml" Id="R65fb406425d34769" /><Relationship Type="http://schemas.openxmlformats.org/officeDocument/2006/relationships/slide" Target="/ppt/slides/slide3.xml" Id="R606c4ce8849a4415" /><Relationship Type="http://schemas.openxmlformats.org/officeDocument/2006/relationships/slide" Target="/ppt/slides/slide4.xml" Id="R4a70fc91bb4849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cbd2831bec41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25535f83734df1" /><Relationship Type="http://schemas.openxmlformats.org/officeDocument/2006/relationships/notesMaster" Target="/ppt/notesMasters/notesMaster1.xml" Id="R3210fbe973254c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2ba8b44d2349fb" /><Relationship Type="http://schemas.openxmlformats.org/officeDocument/2006/relationships/notesMaster" Target="/ppt/notesMasters/notesMaster1.xml" Id="R39271328d03d45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bc75b0c47a4967" /><Relationship Type="http://schemas.openxmlformats.org/officeDocument/2006/relationships/notesMaster" Target="/ppt/notesMasters/notesMaster1.xml" Id="R9d9b0399b8f64f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8338fd584846d2" /><Relationship Type="http://schemas.openxmlformats.org/officeDocument/2006/relationships/notesMaster" Target="/ppt/notesMasters/notesMaster1.xml" Id="R6c20eac0c66b49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cca365775040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989fcfecac4486" /><Relationship Type="http://schemas.openxmlformats.org/officeDocument/2006/relationships/slideLayout" Target="/ppt/slideLayouts/slideLayout1.xml" Id="R277adb831f964c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7adb831f964c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1af5dc62d4ac5" /><Relationship Type="http://schemas.openxmlformats.org/officeDocument/2006/relationships/notesSlide" Target="/ppt/notesSlides/notesSlide1.xml" Id="Rc714e915d6184d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232319b9c4137" /><Relationship Type="http://schemas.openxmlformats.org/officeDocument/2006/relationships/notesSlide" Target="/ppt/notesSlides/notesSlide2.xml" Id="R755b2823835043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c427874d34f21" /><Relationship Type="http://schemas.openxmlformats.org/officeDocument/2006/relationships/notesSlide" Target="/ppt/notesSlides/notesSlide3.xml" Id="R9e9300f466d54c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ff2b9bfe24e5b" /><Relationship Type="http://schemas.openxmlformats.org/officeDocument/2006/relationships/notesSlide" Target="/ppt/notesSlides/notesSlide4.xml" Id="R949a88928ddd46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928-1">
            <a:extLst xmlns:a="http://schemas.openxmlformats.org/drawingml/2006/main">
              <a:ext uri="{FF2B5EF4-FFF2-40B4-BE49-F238E27FC236}">
                <a16:creationId xmlns:a16="http://schemas.microsoft.com/office/drawing/2014/main" id="{A1277162-57ED-48A5-AF0B-BB993A3D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928-1">
            <a:extLst xmlns:a="http://schemas.openxmlformats.org/drawingml/2006/main">
              <a:ext uri="{FF2B5EF4-FFF2-40B4-BE49-F238E27FC236}">
                <a16:creationId xmlns:a16="http://schemas.microsoft.com/office/drawing/2014/main" id="{AFFD3160-1CDE-4E66-ADBA-BE0600CE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p03-full-002928</a:t>
            </a:r>
          </a:p>
        </p:txBody>
      </p:sp>
      <p:sp>
        <p:nvSpPr>
          <p:cNvPr id="3" name="qa-v2-r2-title-p03-full-002928-1">
            <a:extLst xmlns:a="http://schemas.openxmlformats.org/drawingml/2006/main">
              <a:ext uri="{FF2B5EF4-FFF2-40B4-BE49-F238E27FC236}">
                <a16:creationId xmlns:a16="http://schemas.microsoft.com/office/drawing/2014/main" id="{0383F622-67C4-4BDB-BB8A-378BFFEB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2928-1">
            <a:extLst xmlns:a="http://schemas.openxmlformats.org/drawingml/2006/main">
              <a:ext uri="{FF2B5EF4-FFF2-40B4-BE49-F238E27FC236}">
                <a16:creationId xmlns:a16="http://schemas.microsoft.com/office/drawing/2014/main" id="{C9009DA9-989D-4396-A040-EEBB0E8D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assessment defensive testing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pentest reports. Declared review date: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2026-07-20. 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p03-src-002928; p03-full-000048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control scope assessment.</a:t>
            </a:r>
          </a:p>
        </p:txBody>
      </p:sp>
    </p:spTree>
    <p:extLst>
      <p:ext uri="{BB962C8B-B14F-4D97-AF65-F5344CB8AC3E}">
        <p14:creationId xmlns:p14="http://schemas.microsoft.com/office/powerpoint/2010/main" val="10362894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928-2">
            <a:extLst xmlns:a="http://schemas.openxmlformats.org/drawingml/2006/main">
              <a:ext uri="{FF2B5EF4-FFF2-40B4-BE49-F238E27FC236}">
                <a16:creationId xmlns:a16="http://schemas.microsoft.com/office/drawing/2014/main" id="{681CCF17-7E11-4AE8-9115-303DD1DC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928-2">
            <a:extLst xmlns:a="http://schemas.openxmlformats.org/drawingml/2006/main">
              <a:ext uri="{FF2B5EF4-FFF2-40B4-BE49-F238E27FC236}">
                <a16:creationId xmlns:a16="http://schemas.microsoft.com/office/drawing/2014/main" id="{3678B72B-8CF4-4C0E-9DF5-55C69845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p03-full-002928</a:t>
            </a:r>
          </a:p>
        </p:txBody>
      </p:sp>
      <p:sp>
        <p:nvSpPr>
          <p:cNvPr id="3" name="qa-v2-r2-title-p03-full-002928-2">
            <a:extLst xmlns:a="http://schemas.openxmlformats.org/drawingml/2006/main">
              <a:ext uri="{FF2B5EF4-FFF2-40B4-BE49-F238E27FC236}">
                <a16:creationId xmlns:a16="http://schemas.microsoft.com/office/drawing/2014/main" id="{6B03293A-A01D-43AC-8A40-38319AD3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2928-2">
            <a:extLst xmlns:a="http://schemas.openxmlformats.org/drawingml/2006/main">
              <a:ext uri="{FF2B5EF4-FFF2-40B4-BE49-F238E27FC236}">
                <a16:creationId xmlns:a16="http://schemas.microsoft.com/office/drawing/2014/main" id="{A20F7156-D581-4B9C-9D9A-795CE66A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Frame the finding as defensive containment evidence without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suggesting exploit execution or live-system testing.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source-to-review continuity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4763567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928-3">
            <a:extLst xmlns:a="http://schemas.openxmlformats.org/drawingml/2006/main">
              <a:ext uri="{FF2B5EF4-FFF2-40B4-BE49-F238E27FC236}">
                <a16:creationId xmlns:a16="http://schemas.microsoft.com/office/drawing/2014/main" id="{AA306017-12E2-4801-80ED-88A2DAA1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928-3">
            <a:extLst xmlns:a="http://schemas.openxmlformats.org/drawingml/2006/main">
              <a:ext uri="{FF2B5EF4-FFF2-40B4-BE49-F238E27FC236}">
                <a16:creationId xmlns:a16="http://schemas.microsoft.com/office/drawing/2014/main" id="{257E93BC-AA1D-4430-9592-A4E2E987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p03-full-002928</a:t>
            </a:r>
          </a:p>
        </p:txBody>
      </p:sp>
      <p:sp>
        <p:nvSpPr>
          <p:cNvPr id="3" name="qa-v2-r2-title-p03-full-002928-3">
            <a:extLst xmlns:a="http://schemas.openxmlformats.org/drawingml/2006/main">
              <a:ext uri="{FF2B5EF4-FFF2-40B4-BE49-F238E27FC236}">
                <a16:creationId xmlns:a16="http://schemas.microsoft.com/office/drawing/2014/main" id="{9262C402-06E1-429C-B7C9-0ED95160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2928-3">
            <a:extLst xmlns:a="http://schemas.openxmlformats.org/drawingml/2006/main">
              <a:ext uri="{FF2B5EF4-FFF2-40B4-BE49-F238E27FC236}">
                <a16:creationId xmlns:a16="http://schemas.microsoft.com/office/drawing/2014/main" id="{BFDFE71E-B95A-4941-8114-093647F4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defer closure pending evidence; do not carry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20286706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928-4">
            <a:extLst xmlns:a="http://schemas.openxmlformats.org/drawingml/2006/main">
              <a:ext uri="{FF2B5EF4-FFF2-40B4-BE49-F238E27FC236}">
                <a16:creationId xmlns:a16="http://schemas.microsoft.com/office/drawing/2014/main" id="{67CB3AAA-0972-4D3A-835B-CE0C6195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928-4">
            <a:extLst xmlns:a="http://schemas.openxmlformats.org/drawingml/2006/main">
              <a:ext uri="{FF2B5EF4-FFF2-40B4-BE49-F238E27FC236}">
                <a16:creationId xmlns:a16="http://schemas.microsoft.com/office/drawing/2014/main" id="{6DA05F10-C0E1-49F7-A6A5-9584FAEF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p03-full-002928</a:t>
            </a:r>
          </a:p>
        </p:txBody>
      </p:sp>
      <p:sp>
        <p:nvSpPr>
          <p:cNvPr id="3" name="qa-v2-r2-title-p03-full-002928-4">
            <a:extLst xmlns:a="http://schemas.openxmlformats.org/drawingml/2006/main">
              <a:ext uri="{FF2B5EF4-FFF2-40B4-BE49-F238E27FC236}">
                <a16:creationId xmlns:a16="http://schemas.microsoft.com/office/drawing/2014/main" id="{14FFDE37-023F-4419-8E99-D13CE906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2928-4">
            <a:extLst xmlns:a="http://schemas.openxmlformats.org/drawingml/2006/main">
              <a:ext uri="{FF2B5EF4-FFF2-40B4-BE49-F238E27FC236}">
                <a16:creationId xmlns:a16="http://schemas.microsoft.com/office/drawing/2014/main" id="{1FE3EA4C-F656-46A5-AB93-B6A6A83C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p03-src-002928 with p03-full-000048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control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20286706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2026-08-25T12:52:38.7830000Z</dcterms:created>
  <dcterms:modified xsi:type="dcterms:W3CDTF">2026-08-25T12:52:38.7830000Z</dcterms:modified>
</coreProperties>
</file>