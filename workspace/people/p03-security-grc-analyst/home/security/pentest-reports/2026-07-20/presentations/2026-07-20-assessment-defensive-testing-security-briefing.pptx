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60013247334db1" /><Relationship Type="http://schemas.openxmlformats.org/officeDocument/2006/relationships/extended-properties" Target="/docProps/app.xml" Id="R63802069e26e442b" /><Relationship Type="http://schemas.openxmlformats.org/officeDocument/2006/relationships/officeDocument" Target="/ppt/presentation.xml" Id="R61260e623f55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c2b7e6979047a0"/>
  </p:sldMasterIdLst>
  <p:notesMasterIdLst>
    <p:notesMasterId xmlns:r="http://schemas.openxmlformats.org/officeDocument/2006/relationships" r:id="Rdbe15e4a45a74ad4"/>
  </p:notesMasterIdLst>
  <p:sldIdLst>
    <p:sldId xmlns:r="http://schemas.openxmlformats.org/officeDocument/2006/relationships" id="256" r:id="Ra256dbf9b9934598"/>
    <p:sldId xmlns:r="http://schemas.openxmlformats.org/officeDocument/2006/relationships" id="257" r:id="Rdad81479958a4870"/>
    <p:sldId xmlns:r="http://schemas.openxmlformats.org/officeDocument/2006/relationships" id="258" r:id="Ra250c6377cf04215"/>
    <p:sldId xmlns:r="http://schemas.openxmlformats.org/officeDocument/2006/relationships" id="259" r:id="Re6ab3a26ed44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f85e3984c246c6" /><Relationship Type="http://schemas.openxmlformats.org/officeDocument/2006/relationships/slideMaster" Target="/ppt/slideMasters/slideMaster1.xml" Id="Racc2b7e6979047a0" /><Relationship Type="http://schemas.openxmlformats.org/officeDocument/2006/relationships/notesMaster" Target="/ppt/notesMasters/notesMaster1.xml" Id="Rdbe15e4a45a74ad4" /><Relationship Type="http://schemas.openxmlformats.org/officeDocument/2006/relationships/presProps" Target="/ppt/presProps.xml" Id="Ra2bd2d496cc3420e" /><Relationship Type="http://schemas.openxmlformats.org/officeDocument/2006/relationships/tableStyles" Target="/ppt/tableStyles.xml" Id="R958b23e0cacb418b" /><Relationship Type="http://schemas.openxmlformats.org/officeDocument/2006/relationships/slide" Target="/ppt/slides/slide1.xml" Id="Ra256dbf9b9934598" /><Relationship Type="http://schemas.openxmlformats.org/officeDocument/2006/relationships/slide" Target="/ppt/slides/slide2.xml" Id="Rdad81479958a4870" /><Relationship Type="http://schemas.openxmlformats.org/officeDocument/2006/relationships/slide" Target="/ppt/slides/slide3.xml" Id="Ra250c6377cf04215" /><Relationship Type="http://schemas.openxmlformats.org/officeDocument/2006/relationships/slide" Target="/ppt/slides/slide4.xml" Id="Re6ab3a26ed44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b5b175704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61608afbc43b7" /><Relationship Type="http://schemas.openxmlformats.org/officeDocument/2006/relationships/notesMaster" Target="/ppt/notesMasters/notesMaster1.xml" Id="Re857b74ebdbb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73a3d22ae64bac" /><Relationship Type="http://schemas.openxmlformats.org/officeDocument/2006/relationships/notesMaster" Target="/ppt/notesMasters/notesMaster1.xml" Id="R1f7fb189465f44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05e48f4fb4bee" /><Relationship Type="http://schemas.openxmlformats.org/officeDocument/2006/relationships/notesMaster" Target="/ppt/notesMasters/notesMaster1.xml" Id="Rbcfa53940cdb4c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452077534e4d6f" /><Relationship Type="http://schemas.openxmlformats.org/officeDocument/2006/relationships/notesMaster" Target="/ppt/notesMasters/notesMaster1.xml" Id="Ra7ec3f7e7d11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1bc3bf3c546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35e2cef5c4f97" /><Relationship Type="http://schemas.openxmlformats.org/officeDocument/2006/relationships/slideLayout" Target="/ppt/slideLayouts/slideLayout1.xml" Id="R3faa0dbe8e34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aa0dbe8e34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a815a061a47e4" /><Relationship Type="http://schemas.openxmlformats.org/officeDocument/2006/relationships/notesSlide" Target="/ppt/notesSlides/notesSlide1.xml" Id="Rf2b9ef48fb1e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2d854b70345b5" /><Relationship Type="http://schemas.openxmlformats.org/officeDocument/2006/relationships/notesSlide" Target="/ppt/notesSlides/notesSlide2.xml" Id="R00160b1e4165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dd70215d34d09" /><Relationship Type="http://schemas.openxmlformats.org/officeDocument/2006/relationships/notesSlide" Target="/ppt/notesSlides/notesSlide3.xml" Id="R37e04fdd9fe6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cf68614414079" /><Relationship Type="http://schemas.openxmlformats.org/officeDocument/2006/relationships/notesSlide" Target="/ppt/notesSlides/notesSlide4.xml" Id="Re088eba3117849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72-1">
            <a:extLst xmlns:a="http://schemas.openxmlformats.org/drawingml/2006/main">
              <a:ext uri="{FF2B5EF4-FFF2-40B4-BE49-F238E27FC236}">
                <a16:creationId xmlns:a16="http://schemas.microsoft.com/office/drawing/2014/main" id="{9B160DCB-FA91-4988-AB75-885372A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72-1">
            <a:extLst xmlns:a="http://schemas.openxmlformats.org/drawingml/2006/main">
              <a:ext uri="{FF2B5EF4-FFF2-40B4-BE49-F238E27FC236}">
                <a16:creationId xmlns:a16="http://schemas.microsoft.com/office/drawing/2014/main" id="{8D5E866A-04BD-4F67-AD4B-90C8DAB3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p03-full-000272</a:t>
            </a:r>
          </a:p>
        </p:txBody>
      </p:sp>
      <p:sp>
        <p:nvSpPr>
          <p:cNvPr id="3" name="qa-v2-r2-title-p03-full-000272-1">
            <a:extLst xmlns:a="http://schemas.openxmlformats.org/drawingml/2006/main">
              <a:ext uri="{FF2B5EF4-FFF2-40B4-BE49-F238E27FC236}">
                <a16:creationId xmlns:a16="http://schemas.microsoft.com/office/drawing/2014/main" id="{87C052CE-02E8-4524-9D28-D0490191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272-1">
            <a:extLst xmlns:a="http://schemas.openxmlformats.org/drawingml/2006/main">
              <a:ext uri="{FF2B5EF4-FFF2-40B4-BE49-F238E27FC236}">
                <a16:creationId xmlns:a16="http://schemas.microsoft.com/office/drawing/2014/main" id="{9988CA6F-5530-4BC3-B2D2-E4C08818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defensive testing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p03-src-000272; p03-full-000882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417431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72-2">
            <a:extLst xmlns:a="http://schemas.openxmlformats.org/drawingml/2006/main">
              <a:ext uri="{FF2B5EF4-FFF2-40B4-BE49-F238E27FC236}">
                <a16:creationId xmlns:a16="http://schemas.microsoft.com/office/drawing/2014/main" id="{9D2FA255-7918-4A62-93A6-6F67F8A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72-2">
            <a:extLst xmlns:a="http://schemas.openxmlformats.org/drawingml/2006/main">
              <a:ext uri="{FF2B5EF4-FFF2-40B4-BE49-F238E27FC236}">
                <a16:creationId xmlns:a16="http://schemas.microsoft.com/office/drawing/2014/main" id="{3E93823D-B2D5-402F-9B86-FBE92BB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p03-full-000272</a:t>
            </a:r>
          </a:p>
        </p:txBody>
      </p:sp>
      <p:sp>
        <p:nvSpPr>
          <p:cNvPr id="3" name="qa-v2-r2-title-p03-full-000272-2">
            <a:extLst xmlns:a="http://schemas.openxmlformats.org/drawingml/2006/main">
              <a:ext uri="{FF2B5EF4-FFF2-40B4-BE49-F238E27FC236}">
                <a16:creationId xmlns:a16="http://schemas.microsoft.com/office/drawing/2014/main" id="{E4728A18-24FA-44E1-9A1C-8AC1AFD2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272-2">
            <a:extLst xmlns:a="http://schemas.openxmlformats.org/drawingml/2006/main">
              <a:ext uri="{FF2B5EF4-FFF2-40B4-BE49-F238E27FC236}">
                <a16:creationId xmlns:a16="http://schemas.microsoft.com/office/drawing/2014/main" id="{547EE7A4-6D63-4497-8F48-1625519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Reverse the favorable evidence value and ask which assurance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actually survives the negative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source-to-review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292060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72-3">
            <a:extLst xmlns:a="http://schemas.openxmlformats.org/drawingml/2006/main">
              <a:ext uri="{FF2B5EF4-FFF2-40B4-BE49-F238E27FC236}">
                <a16:creationId xmlns:a16="http://schemas.microsoft.com/office/drawing/2014/main" id="{02CBFC0D-4732-4552-93EE-F529AA0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72-3">
            <a:extLst xmlns:a="http://schemas.openxmlformats.org/drawingml/2006/main">
              <a:ext uri="{FF2B5EF4-FFF2-40B4-BE49-F238E27FC236}">
                <a16:creationId xmlns:a16="http://schemas.microsoft.com/office/drawing/2014/main" id="{665B6FFB-351B-49B6-A9EE-8FD01BEB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p03-full-000272</a:t>
            </a:r>
          </a:p>
        </p:txBody>
      </p:sp>
      <p:sp>
        <p:nvSpPr>
          <p:cNvPr id="3" name="qa-v2-r2-title-p03-full-000272-3">
            <a:extLst xmlns:a="http://schemas.openxmlformats.org/drawingml/2006/main">
              <a:ext uri="{FF2B5EF4-FFF2-40B4-BE49-F238E27FC236}">
                <a16:creationId xmlns:a16="http://schemas.microsoft.com/office/drawing/2014/main" id="{43B6DAE2-2EC1-4B40-B2E6-8AA111D2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272-3">
            <a:extLst xmlns:a="http://schemas.openxmlformats.org/drawingml/2006/main">
              <a:ext uri="{FF2B5EF4-FFF2-40B4-BE49-F238E27FC236}">
                <a16:creationId xmlns:a16="http://schemas.microsoft.com/office/drawing/2014/main" id="{04C0B3BB-A26F-4CAA-A984-F1EAF3EC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18155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272-4">
            <a:extLst xmlns:a="http://schemas.openxmlformats.org/drawingml/2006/main">
              <a:ext uri="{FF2B5EF4-FFF2-40B4-BE49-F238E27FC236}">
                <a16:creationId xmlns:a16="http://schemas.microsoft.com/office/drawing/2014/main" id="{684F7526-B924-4DED-8054-2D1CDFF4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272-4">
            <a:extLst xmlns:a="http://schemas.openxmlformats.org/drawingml/2006/main">
              <a:ext uri="{FF2B5EF4-FFF2-40B4-BE49-F238E27FC236}">
                <a16:creationId xmlns:a16="http://schemas.microsoft.com/office/drawing/2014/main" id="{3A1D1634-E1E8-426F-8252-3F17446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p03-full-000272</a:t>
            </a:r>
          </a:p>
        </p:txBody>
      </p:sp>
      <p:sp>
        <p:nvSpPr>
          <p:cNvPr id="3" name="qa-v2-r2-title-p03-full-000272-4">
            <a:extLst xmlns:a="http://schemas.openxmlformats.org/drawingml/2006/main">
              <a:ext uri="{FF2B5EF4-FFF2-40B4-BE49-F238E27FC236}">
                <a16:creationId xmlns:a16="http://schemas.microsoft.com/office/drawing/2014/main" id="{40BDB78C-63F0-44CD-B57E-FE4755F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272-4">
            <a:extLst xmlns:a="http://schemas.openxmlformats.org/drawingml/2006/main">
              <a:ext uri="{FF2B5EF4-FFF2-40B4-BE49-F238E27FC236}">
                <a16:creationId xmlns:a16="http://schemas.microsoft.com/office/drawing/2014/main" id="{563EF307-1585-4E63-A14C-44D3BBE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p03-src-000272 with p03-full-000882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18155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2026-08-25T12:52:17.4260000Z</dcterms:created>
  <dcterms:modified xsi:type="dcterms:W3CDTF">2026-08-25T12:52:17.4260000Z</dcterms:modified>
</coreProperties>
</file>