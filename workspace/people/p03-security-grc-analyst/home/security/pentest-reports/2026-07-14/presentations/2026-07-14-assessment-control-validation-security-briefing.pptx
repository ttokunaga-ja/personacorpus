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7fb24da0a4309" /><Relationship Type="http://schemas.openxmlformats.org/officeDocument/2006/relationships/extended-properties" Target="/docProps/app.xml" Id="Rcb1ede9accc84b27" /><Relationship Type="http://schemas.openxmlformats.org/officeDocument/2006/relationships/officeDocument" Target="/ppt/presentation.xml" Id="R06b618333f8c42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a8584b19c643f6"/>
  </p:sldMasterIdLst>
  <p:notesMasterIdLst>
    <p:notesMasterId xmlns:r="http://schemas.openxmlformats.org/officeDocument/2006/relationships" r:id="Rceba58de14454130"/>
  </p:notesMasterIdLst>
  <p:sldIdLst>
    <p:sldId xmlns:r="http://schemas.openxmlformats.org/officeDocument/2006/relationships" id="256" r:id="R6e7fe78d8c1e4df0"/>
    <p:sldId xmlns:r="http://schemas.openxmlformats.org/officeDocument/2006/relationships" id="257" r:id="R396049cd21d248f6"/>
    <p:sldId xmlns:r="http://schemas.openxmlformats.org/officeDocument/2006/relationships" id="258" r:id="Rad79e1e14b2c4200"/>
    <p:sldId xmlns:r="http://schemas.openxmlformats.org/officeDocument/2006/relationships" id="259" r:id="R93253a5362194e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9dadba1bcc4f55" /><Relationship Type="http://schemas.openxmlformats.org/officeDocument/2006/relationships/slideMaster" Target="/ppt/slideMasters/slideMaster1.xml" Id="Ra4a8584b19c643f6" /><Relationship Type="http://schemas.openxmlformats.org/officeDocument/2006/relationships/notesMaster" Target="/ppt/notesMasters/notesMaster1.xml" Id="Rceba58de14454130" /><Relationship Type="http://schemas.openxmlformats.org/officeDocument/2006/relationships/presProps" Target="/ppt/presProps.xml" Id="R63a81ff056b945df" /><Relationship Type="http://schemas.openxmlformats.org/officeDocument/2006/relationships/tableStyles" Target="/ppt/tableStyles.xml" Id="Rbe5bf1441a904bae" /><Relationship Type="http://schemas.openxmlformats.org/officeDocument/2006/relationships/slide" Target="/ppt/slides/slide1.xml" Id="R6e7fe78d8c1e4df0" /><Relationship Type="http://schemas.openxmlformats.org/officeDocument/2006/relationships/slide" Target="/ppt/slides/slide2.xml" Id="R396049cd21d248f6" /><Relationship Type="http://schemas.openxmlformats.org/officeDocument/2006/relationships/slide" Target="/ppt/slides/slide3.xml" Id="Rad79e1e14b2c4200" /><Relationship Type="http://schemas.openxmlformats.org/officeDocument/2006/relationships/slide" Target="/ppt/slides/slide4.xml" Id="R93253a5362194e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894fdf854d44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fa07db453c4c84" /><Relationship Type="http://schemas.openxmlformats.org/officeDocument/2006/relationships/notesMaster" Target="/ppt/notesMasters/notesMaster1.xml" Id="R886a702f122149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b1796c61dd4d87" /><Relationship Type="http://schemas.openxmlformats.org/officeDocument/2006/relationships/notesMaster" Target="/ppt/notesMasters/notesMaster1.xml" Id="R22a22518be154f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c9451cb6b34944" /><Relationship Type="http://schemas.openxmlformats.org/officeDocument/2006/relationships/notesMaster" Target="/ppt/notesMasters/notesMaster1.xml" Id="R0c92abe8d46b4e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a01433b9c4664" /><Relationship Type="http://schemas.openxmlformats.org/officeDocument/2006/relationships/notesMaster" Target="/ppt/notesMasters/notesMaster1.xml" Id="Rc18f9339ad6744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46166e4f1742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31bcd112cd4e7a" /><Relationship Type="http://schemas.openxmlformats.org/officeDocument/2006/relationships/slideLayout" Target="/ppt/slideLayouts/slideLayout1.xml" Id="Rbea5344614294d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5344614294d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09753557e4779" /><Relationship Type="http://schemas.openxmlformats.org/officeDocument/2006/relationships/notesSlide" Target="/ppt/notesSlides/notesSlide1.xml" Id="R68859212f0af47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4e00417244376" /><Relationship Type="http://schemas.openxmlformats.org/officeDocument/2006/relationships/notesSlide" Target="/ppt/notesSlides/notesSlide2.xml" Id="R236e4e6bd4c44b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ed62e1af24086" /><Relationship Type="http://schemas.openxmlformats.org/officeDocument/2006/relationships/notesSlide" Target="/ppt/notesSlides/notesSlide3.xml" Id="R5f666d22703340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47b4cad0f420c" /><Relationship Type="http://schemas.openxmlformats.org/officeDocument/2006/relationships/notesSlide" Target="/ppt/notesSlides/notesSlide4.xml" Id="R43ac074046b548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427-1">
            <a:extLst xmlns:a="http://schemas.openxmlformats.org/drawingml/2006/main">
              <a:ext uri="{FF2B5EF4-FFF2-40B4-BE49-F238E27FC236}">
                <a16:creationId xmlns:a16="http://schemas.microsoft.com/office/drawing/2014/main" id="{B1EFE2AF-1064-46D7-87C5-92B1209B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427-1">
            <a:extLst xmlns:a="http://schemas.openxmlformats.org/drawingml/2006/main">
              <a:ext uri="{FF2B5EF4-FFF2-40B4-BE49-F238E27FC236}">
                <a16:creationId xmlns:a16="http://schemas.microsoft.com/office/drawing/2014/main" id="{FC3E877F-8255-49C9-B44E-56D6ECBD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p03-full-000427</a:t>
            </a:r>
          </a:p>
        </p:txBody>
      </p:sp>
      <p:sp>
        <p:nvSpPr>
          <p:cNvPr id="3" name="qa-v2-r2-title-p03-full-000427-1">
            <a:extLst xmlns:a="http://schemas.openxmlformats.org/drawingml/2006/main">
              <a:ext uri="{FF2B5EF4-FFF2-40B4-BE49-F238E27FC236}">
                <a16:creationId xmlns:a16="http://schemas.microsoft.com/office/drawing/2014/main" id="{F640197D-C3AF-4B66-903C-1636C54C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427-1">
            <a:extLst xmlns:a="http://schemas.openxmlformats.org/drawingml/2006/main">
              <a:ext uri="{FF2B5EF4-FFF2-40B4-BE49-F238E27FC236}">
                <a16:creationId xmlns:a16="http://schemas.microsoft.com/office/drawing/2014/main" id="{5F1BA3F8-4729-4246-BA7E-1911E75B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assessment control validation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pentest reports.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2026-07-14.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p03-src-000427; p03-full-000847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source reliability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1728383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427-2">
            <a:extLst xmlns:a="http://schemas.openxmlformats.org/drawingml/2006/main">
              <a:ext uri="{FF2B5EF4-FFF2-40B4-BE49-F238E27FC236}">
                <a16:creationId xmlns:a16="http://schemas.microsoft.com/office/drawing/2014/main" id="{D959B6CE-2E76-407F-AB02-30B32FCE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427-2">
            <a:extLst xmlns:a="http://schemas.openxmlformats.org/drawingml/2006/main">
              <a:ext uri="{FF2B5EF4-FFF2-40B4-BE49-F238E27FC236}">
                <a16:creationId xmlns:a16="http://schemas.microsoft.com/office/drawing/2014/main" id="{BA204B8B-22E0-43A5-A6E6-BFBB866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p03-full-000427</a:t>
            </a:r>
          </a:p>
        </p:txBody>
      </p:sp>
      <p:sp>
        <p:nvSpPr>
          <p:cNvPr id="3" name="qa-v2-r2-title-p03-full-000427-2">
            <a:extLst xmlns:a="http://schemas.openxmlformats.org/drawingml/2006/main">
              <a:ext uri="{FF2B5EF4-FFF2-40B4-BE49-F238E27FC236}">
                <a16:creationId xmlns:a16="http://schemas.microsoft.com/office/drawing/2014/main" id="{C564E157-8599-42A4-AC4B-822B5F5E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427-2">
            <a:extLst xmlns:a="http://schemas.openxmlformats.org/drawingml/2006/main">
              <a:ext uri="{FF2B5EF4-FFF2-40B4-BE49-F238E27FC236}">
                <a16:creationId xmlns:a16="http://schemas.microsoft.com/office/drawing/2014/main" id="{F9BCF758-B8E8-44A6-A36D-A1C7D4B7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Separate the source observation date from the assigned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period and expose stale or undated material.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assessment-to-control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19161483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427-3">
            <a:extLst xmlns:a="http://schemas.openxmlformats.org/drawingml/2006/main">
              <a:ext uri="{FF2B5EF4-FFF2-40B4-BE49-F238E27FC236}">
                <a16:creationId xmlns:a16="http://schemas.microsoft.com/office/drawing/2014/main" id="{A7B60B4F-2EC7-4E42-BFEC-4D95B976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427-3">
            <a:extLst xmlns:a="http://schemas.openxmlformats.org/drawingml/2006/main">
              <a:ext uri="{FF2B5EF4-FFF2-40B4-BE49-F238E27FC236}">
                <a16:creationId xmlns:a16="http://schemas.microsoft.com/office/drawing/2014/main" id="{3C3D1410-C085-4C2F-A222-50CABF71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p03-full-000427</a:t>
            </a:r>
          </a:p>
        </p:txBody>
      </p:sp>
      <p:sp>
        <p:nvSpPr>
          <p:cNvPr id="3" name="qa-v2-r2-title-p03-full-000427-3">
            <a:extLst xmlns:a="http://schemas.openxmlformats.org/drawingml/2006/main">
              <a:ext uri="{FF2B5EF4-FFF2-40B4-BE49-F238E27FC236}">
                <a16:creationId xmlns:a16="http://schemas.microsoft.com/office/drawing/2014/main" id="{DECA2B5D-C1A0-40C5-A71D-3C4FC964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427-3">
            <a:extLst xmlns:a="http://schemas.openxmlformats.org/drawingml/2006/main">
              <a:ext uri="{FF2B5EF4-FFF2-40B4-BE49-F238E27FC236}">
                <a16:creationId xmlns:a16="http://schemas.microsoft.com/office/drawing/2014/main" id="{72FDC071-5984-4B2C-927A-76FE5A38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reasoned exception;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17628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427-4">
            <a:extLst xmlns:a="http://schemas.openxmlformats.org/drawingml/2006/main">
              <a:ext uri="{FF2B5EF4-FFF2-40B4-BE49-F238E27FC236}">
                <a16:creationId xmlns:a16="http://schemas.microsoft.com/office/drawing/2014/main" id="{BF35073C-E51F-4B58-9F5B-12A7C5F2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427-4">
            <a:extLst xmlns:a="http://schemas.openxmlformats.org/drawingml/2006/main">
              <a:ext uri="{FF2B5EF4-FFF2-40B4-BE49-F238E27FC236}">
                <a16:creationId xmlns:a16="http://schemas.microsoft.com/office/drawing/2014/main" id="{99866BEA-948F-443A-8726-8F48A109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p03-full-000427</a:t>
            </a:r>
          </a:p>
        </p:txBody>
      </p:sp>
      <p:sp>
        <p:nvSpPr>
          <p:cNvPr id="3" name="qa-v2-r2-title-p03-full-000427-4">
            <a:extLst xmlns:a="http://schemas.openxmlformats.org/drawingml/2006/main">
              <a:ext uri="{FF2B5EF4-FFF2-40B4-BE49-F238E27FC236}">
                <a16:creationId xmlns:a16="http://schemas.microsoft.com/office/drawing/2014/main" id="{A83EC0BC-5F57-4751-A6A2-CA8C5CDF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427-4">
            <a:extLst xmlns:a="http://schemas.openxmlformats.org/drawingml/2006/main">
              <a:ext uri="{FF2B5EF4-FFF2-40B4-BE49-F238E27FC236}">
                <a16:creationId xmlns:a16="http://schemas.microsoft.com/office/drawing/2014/main" id="{F648BB72-C89F-4CA9-8FC6-B2C415FF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p03-src-000427 with p03-full-000847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source reliability.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176286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2026-08-25T12:48:43.7660000Z</dcterms:created>
  <dcterms:modified xsi:type="dcterms:W3CDTF">2026-08-25T12:48:43.7660000Z</dcterms:modified>
</coreProperties>
</file>