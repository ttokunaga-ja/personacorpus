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235fa33fd4dc8" /><Relationship Type="http://schemas.openxmlformats.org/officeDocument/2006/relationships/extended-properties" Target="/docProps/app.xml" Id="R1fa75ec0416e472d" /><Relationship Type="http://schemas.openxmlformats.org/officeDocument/2006/relationships/officeDocument" Target="/ppt/presentation.xml" Id="R35f3ac3003d646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03b640444438c"/>
  </p:sldMasterIdLst>
  <p:notesMasterIdLst>
    <p:notesMasterId xmlns:r="http://schemas.openxmlformats.org/officeDocument/2006/relationships" r:id="Re93f0b4837514ad5"/>
  </p:notesMasterIdLst>
  <p:sldIdLst>
    <p:sldId xmlns:r="http://schemas.openxmlformats.org/officeDocument/2006/relationships" id="256" r:id="R2e79cbb38b944e27"/>
    <p:sldId xmlns:r="http://schemas.openxmlformats.org/officeDocument/2006/relationships" id="257" r:id="R409facb12a73416a"/>
    <p:sldId xmlns:r="http://schemas.openxmlformats.org/officeDocument/2006/relationships" id="258" r:id="Rfdfe436de9944c50"/>
    <p:sldId xmlns:r="http://schemas.openxmlformats.org/officeDocument/2006/relationships" id="259" r:id="Ra2f65f459fc949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72d8a241048ef" /><Relationship Type="http://schemas.openxmlformats.org/officeDocument/2006/relationships/slideMaster" Target="/ppt/slideMasters/slideMaster1.xml" Id="R4f003b640444438c" /><Relationship Type="http://schemas.openxmlformats.org/officeDocument/2006/relationships/notesMaster" Target="/ppt/notesMasters/notesMaster1.xml" Id="Re93f0b4837514ad5" /><Relationship Type="http://schemas.openxmlformats.org/officeDocument/2006/relationships/presProps" Target="/ppt/presProps.xml" Id="Ra60b5565260b46df" /><Relationship Type="http://schemas.openxmlformats.org/officeDocument/2006/relationships/tableStyles" Target="/ppt/tableStyles.xml" Id="R7c4170d935f24179" /><Relationship Type="http://schemas.openxmlformats.org/officeDocument/2006/relationships/slide" Target="/ppt/slides/slide1.xml" Id="R2e79cbb38b944e27" /><Relationship Type="http://schemas.openxmlformats.org/officeDocument/2006/relationships/slide" Target="/ppt/slides/slide2.xml" Id="R409facb12a73416a" /><Relationship Type="http://schemas.openxmlformats.org/officeDocument/2006/relationships/slide" Target="/ppt/slides/slide3.xml" Id="Rfdfe436de9944c50" /><Relationship Type="http://schemas.openxmlformats.org/officeDocument/2006/relationships/slide" Target="/ppt/slides/slide4.xml" Id="Ra2f65f459fc949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89d86cf87f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fdc2222b64622" /><Relationship Type="http://schemas.openxmlformats.org/officeDocument/2006/relationships/notesMaster" Target="/ppt/notesMasters/notesMaster1.xml" Id="Rba9fc0bb561647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0ac48e536485a" /><Relationship Type="http://schemas.openxmlformats.org/officeDocument/2006/relationships/notesMaster" Target="/ppt/notesMasters/notesMaster1.xml" Id="R1e2e2239e6a445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95c3ee91542e7" /><Relationship Type="http://schemas.openxmlformats.org/officeDocument/2006/relationships/notesMaster" Target="/ppt/notesMasters/notesMaster1.xml" Id="Ra58a9bb986d448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e4e8e893c74fc6" /><Relationship Type="http://schemas.openxmlformats.org/officeDocument/2006/relationships/notesMaster" Target="/ppt/notesMasters/notesMaster1.xml" Id="R711adb430c2b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399d924cb40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fa1173db34a9c" /><Relationship Type="http://schemas.openxmlformats.org/officeDocument/2006/relationships/slideLayout" Target="/ppt/slideLayouts/slideLayout1.xml" Id="R71ebc476fdb8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bc476fdb8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74c41b2024882" /><Relationship Type="http://schemas.openxmlformats.org/officeDocument/2006/relationships/notesSlide" Target="/ppt/notesSlides/notesSlide1.xml" Id="R2a884c52180242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ff2d2f75c43bf" /><Relationship Type="http://schemas.openxmlformats.org/officeDocument/2006/relationships/notesSlide" Target="/ppt/notesSlides/notesSlide2.xml" Id="R790db47112ab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f55bf0934bbc" /><Relationship Type="http://schemas.openxmlformats.org/officeDocument/2006/relationships/notesSlide" Target="/ppt/notesSlides/notesSlide3.xml" Id="R8d72f67c8fae42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ca3ba84b0456f" /><Relationship Type="http://schemas.openxmlformats.org/officeDocument/2006/relationships/notesSlide" Target="/ppt/notesSlides/notesSlide4.xml" Id="R07cbd7159bd643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73-1">
            <a:extLst xmlns:a="http://schemas.openxmlformats.org/drawingml/2006/main">
              <a:ext uri="{FF2B5EF4-FFF2-40B4-BE49-F238E27FC236}">
                <a16:creationId xmlns:a16="http://schemas.microsoft.com/office/drawing/2014/main" id="{9D907467-9141-47C0-972B-A2894E28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73-1">
            <a:extLst xmlns:a="http://schemas.openxmlformats.org/drawingml/2006/main">
              <a:ext uri="{FF2B5EF4-FFF2-40B4-BE49-F238E27FC236}">
                <a16:creationId xmlns:a16="http://schemas.microsoft.com/office/drawing/2014/main" id="{B1F36F30-BE4F-4F64-800A-00CE947A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p03-full-002773</a:t>
            </a:r>
          </a:p>
        </p:txBody>
      </p:sp>
      <p:sp>
        <p:nvSpPr>
          <p:cNvPr id="3" name="qa-v2-r2-title-p03-full-002773-1">
            <a:extLst xmlns:a="http://schemas.openxmlformats.org/drawingml/2006/main">
              <a:ext uri="{FF2B5EF4-FFF2-40B4-BE49-F238E27FC236}">
                <a16:creationId xmlns:a16="http://schemas.microsoft.com/office/drawing/2014/main" id="{75B1ECBA-5F45-4186-A471-6C2E9610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2773-1">
            <a:extLst xmlns:a="http://schemas.openxmlformats.org/drawingml/2006/main">
              <a:ext uri="{FF2B5EF4-FFF2-40B4-BE49-F238E27FC236}">
                <a16:creationId xmlns:a16="http://schemas.microsoft.com/office/drawing/2014/main" id="{BCF944AA-208A-444A-95C0-FE2D7454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assurance scope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p03-src-002773; p03-full-000465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exception rationale assessment.</a:t>
            </a:r>
          </a:p>
        </p:txBody>
      </p:sp>
    </p:spTree>
    <p:extLst>
      <p:ext uri="{BB962C8B-B14F-4D97-AF65-F5344CB8AC3E}">
        <p14:creationId xmlns:p14="http://schemas.microsoft.com/office/powerpoint/2010/main" val="2092686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73-2">
            <a:extLst xmlns:a="http://schemas.openxmlformats.org/drawingml/2006/main">
              <a:ext uri="{FF2B5EF4-FFF2-40B4-BE49-F238E27FC236}">
                <a16:creationId xmlns:a16="http://schemas.microsoft.com/office/drawing/2014/main" id="{66CB48AA-9117-4F0C-8D1C-BAA4E85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73-2">
            <a:extLst xmlns:a="http://schemas.openxmlformats.org/drawingml/2006/main">
              <a:ext uri="{FF2B5EF4-FFF2-40B4-BE49-F238E27FC236}">
                <a16:creationId xmlns:a16="http://schemas.microsoft.com/office/drawing/2014/main" id="{04611D96-7E8E-4B18-AE9D-2AEA0A88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p03-full-002773</a:t>
            </a:r>
          </a:p>
        </p:txBody>
      </p:sp>
      <p:sp>
        <p:nvSpPr>
          <p:cNvPr id="3" name="qa-v2-r2-title-p03-full-002773-2">
            <a:extLst xmlns:a="http://schemas.openxmlformats.org/drawingml/2006/main">
              <a:ext uri="{FF2B5EF4-FFF2-40B4-BE49-F238E27FC236}">
                <a16:creationId xmlns:a16="http://schemas.microsoft.com/office/drawing/2014/main" id="{999915FE-E35E-4735-8167-8FF4B26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2773-2">
            <a:extLst xmlns:a="http://schemas.openxmlformats.org/drawingml/2006/main">
              <a:ext uri="{FF2B5EF4-FFF2-40B4-BE49-F238E27FC236}">
                <a16:creationId xmlns:a16="http://schemas.microsoft.com/office/drawing/2014/main" id="{33531498-8387-4E9B-AAD7-F1FF043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State the included denominator and excluded population before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interpreting a reviewed subset as assurance.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85319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73-3">
            <a:extLst xmlns:a="http://schemas.openxmlformats.org/drawingml/2006/main">
              <a:ext uri="{FF2B5EF4-FFF2-40B4-BE49-F238E27FC236}">
                <a16:creationId xmlns:a16="http://schemas.microsoft.com/office/drawing/2014/main" id="{3612903A-150C-46CD-8F0F-2B1CB13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73-3">
            <a:extLst xmlns:a="http://schemas.openxmlformats.org/drawingml/2006/main">
              <a:ext uri="{FF2B5EF4-FFF2-40B4-BE49-F238E27FC236}">
                <a16:creationId xmlns:a16="http://schemas.microsoft.com/office/drawing/2014/main" id="{53723760-0F22-43B0-AF84-0837DD0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p03-full-002773</a:t>
            </a:r>
          </a:p>
        </p:txBody>
      </p:sp>
      <p:sp>
        <p:nvSpPr>
          <p:cNvPr id="3" name="qa-v2-r2-title-p03-full-002773-3">
            <a:extLst xmlns:a="http://schemas.openxmlformats.org/drawingml/2006/main">
              <a:ext uri="{FF2B5EF4-FFF2-40B4-BE49-F238E27FC236}">
                <a16:creationId xmlns:a16="http://schemas.microsoft.com/office/drawing/2014/main" id="{532DB6B3-55C6-4266-AD1C-BF1E5CD4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2773-3">
            <a:extLst xmlns:a="http://schemas.openxmlformats.org/drawingml/2006/main">
              <a:ext uri="{FF2B5EF4-FFF2-40B4-BE49-F238E27FC236}">
                <a16:creationId xmlns:a16="http://schemas.microsoft.com/office/drawing/2014/main" id="{FC220E2B-85B9-416C-BA55-DD49CA10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509925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773-4">
            <a:extLst xmlns:a="http://schemas.openxmlformats.org/drawingml/2006/main">
              <a:ext uri="{FF2B5EF4-FFF2-40B4-BE49-F238E27FC236}">
                <a16:creationId xmlns:a16="http://schemas.microsoft.com/office/drawing/2014/main" id="{AC653DF0-2D65-4DB9-97F6-5F81959D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773-4">
            <a:extLst xmlns:a="http://schemas.openxmlformats.org/drawingml/2006/main">
              <a:ext uri="{FF2B5EF4-FFF2-40B4-BE49-F238E27FC236}">
                <a16:creationId xmlns:a16="http://schemas.microsoft.com/office/drawing/2014/main" id="{AABF2B00-DE47-4433-8E0C-628A2B7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p03-full-002773</a:t>
            </a:r>
          </a:p>
        </p:txBody>
      </p:sp>
      <p:sp>
        <p:nvSpPr>
          <p:cNvPr id="3" name="qa-v2-r2-title-p03-full-002773-4">
            <a:extLst xmlns:a="http://schemas.openxmlformats.org/drawingml/2006/main">
              <a:ext uri="{FF2B5EF4-FFF2-40B4-BE49-F238E27FC236}">
                <a16:creationId xmlns:a16="http://schemas.microsoft.com/office/drawing/2014/main" id="{5B8ED4C5-EFD5-460A-8259-F47D7831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2773-4">
            <a:extLst xmlns:a="http://schemas.openxmlformats.org/drawingml/2006/main">
              <a:ext uri="{FF2B5EF4-FFF2-40B4-BE49-F238E27FC236}">
                <a16:creationId xmlns:a16="http://schemas.microsoft.com/office/drawing/2014/main" id="{66470717-E4DF-4F95-8964-2CEED9B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p03-src-002773 with p03-full-000465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exception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509925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2026-08-25T12:48:01.0130000Z</dcterms:created>
  <dcterms:modified xsi:type="dcterms:W3CDTF">2026-08-25T12:48:01.0130000Z</dcterms:modified>
</coreProperties>
</file>