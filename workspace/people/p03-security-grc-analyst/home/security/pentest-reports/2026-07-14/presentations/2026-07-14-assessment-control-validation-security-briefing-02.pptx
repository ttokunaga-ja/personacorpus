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9dd9e0aace4bad" /><Relationship Type="http://schemas.openxmlformats.org/officeDocument/2006/relationships/extended-properties" Target="/docProps/app.xml" Id="R795eac5c13ac4396" /><Relationship Type="http://schemas.openxmlformats.org/officeDocument/2006/relationships/officeDocument" Target="/ppt/presentation.xml" Id="R15fc290c452247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734fa179654ef2"/>
  </p:sldMasterIdLst>
  <p:notesMasterIdLst>
    <p:notesMasterId xmlns:r="http://schemas.openxmlformats.org/officeDocument/2006/relationships" r:id="Re44228b1f27d442a"/>
  </p:notesMasterIdLst>
  <p:sldIdLst>
    <p:sldId xmlns:r="http://schemas.openxmlformats.org/officeDocument/2006/relationships" id="256" r:id="Re5b9676fe0b944ae"/>
    <p:sldId xmlns:r="http://schemas.openxmlformats.org/officeDocument/2006/relationships" id="257" r:id="Rbaf47a4fa8a04d02"/>
    <p:sldId xmlns:r="http://schemas.openxmlformats.org/officeDocument/2006/relationships" id="258" r:id="R2fbbf2c22c9d47e9"/>
    <p:sldId xmlns:r="http://schemas.openxmlformats.org/officeDocument/2006/relationships" id="259" r:id="Ra6b49ac023a445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9ec2c89caf45c9" /><Relationship Type="http://schemas.openxmlformats.org/officeDocument/2006/relationships/slideMaster" Target="/ppt/slideMasters/slideMaster1.xml" Id="R30734fa179654ef2" /><Relationship Type="http://schemas.openxmlformats.org/officeDocument/2006/relationships/notesMaster" Target="/ppt/notesMasters/notesMaster1.xml" Id="Re44228b1f27d442a" /><Relationship Type="http://schemas.openxmlformats.org/officeDocument/2006/relationships/presProps" Target="/ppt/presProps.xml" Id="R72e1bdf02a2b4ff5" /><Relationship Type="http://schemas.openxmlformats.org/officeDocument/2006/relationships/tableStyles" Target="/ppt/tableStyles.xml" Id="Rdd30d995378b443d" /><Relationship Type="http://schemas.openxmlformats.org/officeDocument/2006/relationships/slide" Target="/ppt/slides/slide1.xml" Id="Re5b9676fe0b944ae" /><Relationship Type="http://schemas.openxmlformats.org/officeDocument/2006/relationships/slide" Target="/ppt/slides/slide2.xml" Id="Rbaf47a4fa8a04d02" /><Relationship Type="http://schemas.openxmlformats.org/officeDocument/2006/relationships/slide" Target="/ppt/slides/slide3.xml" Id="R2fbbf2c22c9d47e9" /><Relationship Type="http://schemas.openxmlformats.org/officeDocument/2006/relationships/slide" Target="/ppt/slides/slide4.xml" Id="Ra6b49ac023a445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02b946f95d45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b0b093816c4a26" /><Relationship Type="http://schemas.openxmlformats.org/officeDocument/2006/relationships/notesMaster" Target="/ppt/notesMasters/notesMaster1.xml" Id="R281fbaf80dac45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41cbbc652640ad" /><Relationship Type="http://schemas.openxmlformats.org/officeDocument/2006/relationships/notesMaster" Target="/ppt/notesMasters/notesMaster1.xml" Id="Rde5a786a8d2f46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51d7bafee74f16" /><Relationship Type="http://schemas.openxmlformats.org/officeDocument/2006/relationships/notesMaster" Target="/ppt/notesMasters/notesMaster1.xml" Id="Rc93fa91315e140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98a6a1df594ae3" /><Relationship Type="http://schemas.openxmlformats.org/officeDocument/2006/relationships/notesMaster" Target="/ppt/notesMasters/notesMaster1.xml" Id="R5c5e2cb7575b40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3ee91b20b42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d739a1a5e3462c" /><Relationship Type="http://schemas.openxmlformats.org/officeDocument/2006/relationships/slideLayout" Target="/ppt/slideLayouts/slideLayout1.xml" Id="Rae75f4f96df84e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75f4f96df84e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0a8bce5aa4fda" /><Relationship Type="http://schemas.openxmlformats.org/officeDocument/2006/relationships/notesSlide" Target="/ppt/notesSlides/notesSlide1.xml" Id="Ra4380ad4c78842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c2a344ef14bb2" /><Relationship Type="http://schemas.openxmlformats.org/officeDocument/2006/relationships/notesSlide" Target="/ppt/notesSlides/notesSlide2.xml" Id="R9b13ab4a06b24e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1a890fbb34d07" /><Relationship Type="http://schemas.openxmlformats.org/officeDocument/2006/relationships/notesSlide" Target="/ppt/notesSlides/notesSlide3.xml" Id="R672250bd781b42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199451aac4a13" /><Relationship Type="http://schemas.openxmlformats.org/officeDocument/2006/relationships/notesSlide" Target="/ppt/notesSlides/notesSlide4.xml" Id="Re19ac535ca9441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675-1">
            <a:extLst xmlns:a="http://schemas.openxmlformats.org/drawingml/2006/main">
              <a:ext uri="{FF2B5EF4-FFF2-40B4-BE49-F238E27FC236}">
                <a16:creationId xmlns:a16="http://schemas.microsoft.com/office/drawing/2014/main" id="{94E27599-A1D2-40E1-A668-7E8041AE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675-1">
            <a:extLst xmlns:a="http://schemas.openxmlformats.org/drawingml/2006/main">
              <a:ext uri="{FF2B5EF4-FFF2-40B4-BE49-F238E27FC236}">
                <a16:creationId xmlns:a16="http://schemas.microsoft.com/office/drawing/2014/main" id="{5CA6DCC0-A26D-4B87-92C4-5CD98796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p03-full-007675</a:t>
            </a:r>
          </a:p>
        </p:txBody>
      </p:sp>
      <p:sp>
        <p:nvSpPr>
          <p:cNvPr id="3" name="qa-v2-r2-title-p03-full-007675-1">
            <a:extLst xmlns:a="http://schemas.openxmlformats.org/drawingml/2006/main">
              <a:ext uri="{FF2B5EF4-FFF2-40B4-BE49-F238E27FC236}">
                <a16:creationId xmlns:a16="http://schemas.microsoft.com/office/drawing/2014/main" id="{997D2592-77F0-41BC-9541-D8D9455A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7675-1">
            <a:extLst xmlns:a="http://schemas.openxmlformats.org/drawingml/2006/main">
              <a:ext uri="{FF2B5EF4-FFF2-40B4-BE49-F238E27FC236}">
                <a16:creationId xmlns:a16="http://schemas.microsoft.com/office/drawing/2014/main" id="{CE396D5C-4491-48A8-9B62-69328101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assessment control validation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security pentest reports. The record treats RISK-031 on 2026-07-14 as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control scope question focused on ownership, approval boundaries,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p03-src-007675 is the declared source; p03-full-000847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826987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675-2">
            <a:extLst xmlns:a="http://schemas.openxmlformats.org/drawingml/2006/main">
              <a:ext uri="{FF2B5EF4-FFF2-40B4-BE49-F238E27FC236}">
                <a16:creationId xmlns:a16="http://schemas.microsoft.com/office/drawing/2014/main" id="{9C8753AE-DC5C-4BB6-88AE-B6A3C5FE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675-2">
            <a:extLst xmlns:a="http://schemas.openxmlformats.org/drawingml/2006/main">
              <a:ext uri="{FF2B5EF4-FFF2-40B4-BE49-F238E27FC236}">
                <a16:creationId xmlns:a16="http://schemas.microsoft.com/office/drawing/2014/main" id="{0D90E8CD-B74B-4EE5-B327-498F3B44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p03-full-007675</a:t>
            </a:r>
          </a:p>
        </p:txBody>
      </p:sp>
      <p:sp>
        <p:nvSpPr>
          <p:cNvPr id="3" name="qa-v2-r2-title-p03-full-007675-2">
            <a:extLst xmlns:a="http://schemas.openxmlformats.org/drawingml/2006/main">
              <a:ext uri="{FF2B5EF4-FFF2-40B4-BE49-F238E27FC236}">
                <a16:creationId xmlns:a16="http://schemas.microsoft.com/office/drawing/2014/main" id="{B3B57ED2-11C8-43E3-A110-6ECF76A7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7675-2">
            <a:extLst xmlns:a="http://schemas.openxmlformats.org/drawingml/2006/main">
              <a:ext uri="{FF2B5EF4-FFF2-40B4-BE49-F238E27FC236}">
                <a16:creationId xmlns:a16="http://schemas.microsoft.com/office/drawing/2014/main" id="{A7740ACB-8833-47D5-B62E-74F27D64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Show reviewer independence from workflow relationships rather than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from a title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claim-to-rationale support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9709038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675-3">
            <a:extLst xmlns:a="http://schemas.openxmlformats.org/drawingml/2006/main">
              <a:ext uri="{FF2B5EF4-FFF2-40B4-BE49-F238E27FC236}">
                <a16:creationId xmlns:a16="http://schemas.microsoft.com/office/drawing/2014/main" id="{21CBF0D5-E2FF-458C-864B-7962A490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675-3">
            <a:extLst xmlns:a="http://schemas.openxmlformats.org/drawingml/2006/main">
              <a:ext uri="{FF2B5EF4-FFF2-40B4-BE49-F238E27FC236}">
                <a16:creationId xmlns:a16="http://schemas.microsoft.com/office/drawing/2014/main" id="{475E935D-A866-4B45-853C-89AA0126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p03-full-007675</a:t>
            </a:r>
          </a:p>
        </p:txBody>
      </p:sp>
      <p:sp>
        <p:nvSpPr>
          <p:cNvPr id="3" name="qa-v2-r2-title-p03-full-007675-3">
            <a:extLst xmlns:a="http://schemas.openxmlformats.org/drawingml/2006/main">
              <a:ext uri="{FF2B5EF4-FFF2-40B4-BE49-F238E27FC236}">
                <a16:creationId xmlns:a16="http://schemas.microsoft.com/office/drawing/2014/main" id="{BE961CF3-0FB4-4893-826C-96AE3F0A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7675-3">
            <a:extLst xmlns:a="http://schemas.openxmlformats.org/drawingml/2006/main">
              <a:ext uri="{FF2B5EF4-FFF2-40B4-BE49-F238E27FC236}">
                <a16:creationId xmlns:a16="http://schemas.microsoft.com/office/drawing/2014/main" id="{6B1221BA-4E8A-469C-A840-E75684E5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route the discrepancy to the reviewer;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882096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675-4">
            <a:extLst xmlns:a="http://schemas.openxmlformats.org/drawingml/2006/main">
              <a:ext uri="{FF2B5EF4-FFF2-40B4-BE49-F238E27FC236}">
                <a16:creationId xmlns:a16="http://schemas.microsoft.com/office/drawing/2014/main" id="{14182A7A-9D1F-4354-BE19-0278AC01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675-4">
            <a:extLst xmlns:a="http://schemas.openxmlformats.org/drawingml/2006/main">
              <a:ext uri="{FF2B5EF4-FFF2-40B4-BE49-F238E27FC236}">
                <a16:creationId xmlns:a16="http://schemas.microsoft.com/office/drawing/2014/main" id="{F5C8D0AA-5F3E-4F67-B887-CD04363D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p03-full-007675</a:t>
            </a:r>
          </a:p>
        </p:txBody>
      </p:sp>
      <p:sp>
        <p:nvSpPr>
          <p:cNvPr id="3" name="qa-v2-r2-title-p03-full-007675-4">
            <a:extLst xmlns:a="http://schemas.openxmlformats.org/drawingml/2006/main">
              <a:ext uri="{FF2B5EF4-FFF2-40B4-BE49-F238E27FC236}">
                <a16:creationId xmlns:a16="http://schemas.microsoft.com/office/drawing/2014/main" id="{614E6DAB-97BD-494C-8AB6-E843A5E9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7675-4">
            <a:extLst xmlns:a="http://schemas.openxmlformats.org/drawingml/2006/main">
              <a:ext uri="{FF2B5EF4-FFF2-40B4-BE49-F238E27FC236}">
                <a16:creationId xmlns:a16="http://schemas.microsoft.com/office/drawing/2014/main" id="{98696590-F1FC-4D43-8653-97E5C146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p03-full-000847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control scope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882096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2026-08-25T12:49:05.1590000Z</dcterms:created>
  <dcterms:modified xsi:type="dcterms:W3CDTF">2026-08-25T12:49:05.1590000Z</dcterms:modified>
</coreProperties>
</file>