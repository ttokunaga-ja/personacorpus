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65224b8743444c" /><Relationship Type="http://schemas.openxmlformats.org/officeDocument/2006/relationships/extended-properties" Target="/docProps/app.xml" Id="R69e7e0ed8b6844d1" /><Relationship Type="http://schemas.openxmlformats.org/officeDocument/2006/relationships/officeDocument" Target="/ppt/presentation.xml" Id="R86dd7778c450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2aaac757c48ad"/>
  </p:sldMasterIdLst>
  <p:notesMasterIdLst>
    <p:notesMasterId xmlns:r="http://schemas.openxmlformats.org/officeDocument/2006/relationships" r:id="R09e890a3aaec4221"/>
  </p:notesMasterIdLst>
  <p:sldIdLst>
    <p:sldId xmlns:r="http://schemas.openxmlformats.org/officeDocument/2006/relationships" id="256" r:id="R36e7d4da559c47ae"/>
    <p:sldId xmlns:r="http://schemas.openxmlformats.org/officeDocument/2006/relationships" id="257" r:id="Rf44d88c3cff44cab"/>
    <p:sldId xmlns:r="http://schemas.openxmlformats.org/officeDocument/2006/relationships" id="258" r:id="Rcfea3e35ca9444b7"/>
    <p:sldId xmlns:r="http://schemas.openxmlformats.org/officeDocument/2006/relationships" id="259" r:id="Rba736d826d034e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4e425469114ba2" /><Relationship Type="http://schemas.openxmlformats.org/officeDocument/2006/relationships/slideMaster" Target="/ppt/slideMasters/slideMaster1.xml" Id="R08f2aaac757c48ad" /><Relationship Type="http://schemas.openxmlformats.org/officeDocument/2006/relationships/notesMaster" Target="/ppt/notesMasters/notesMaster1.xml" Id="R09e890a3aaec4221" /><Relationship Type="http://schemas.openxmlformats.org/officeDocument/2006/relationships/presProps" Target="/ppt/presProps.xml" Id="Rb9cb34f3240a4641" /><Relationship Type="http://schemas.openxmlformats.org/officeDocument/2006/relationships/tableStyles" Target="/ppt/tableStyles.xml" Id="R2e57151a31464291" /><Relationship Type="http://schemas.openxmlformats.org/officeDocument/2006/relationships/slide" Target="/ppt/slides/slide1.xml" Id="R36e7d4da559c47ae" /><Relationship Type="http://schemas.openxmlformats.org/officeDocument/2006/relationships/slide" Target="/ppt/slides/slide2.xml" Id="Rf44d88c3cff44cab" /><Relationship Type="http://schemas.openxmlformats.org/officeDocument/2006/relationships/slide" Target="/ppt/slides/slide3.xml" Id="Rcfea3e35ca9444b7" /><Relationship Type="http://schemas.openxmlformats.org/officeDocument/2006/relationships/slide" Target="/ppt/slides/slide4.xml" Id="Rba736d826d03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a45a141e6a40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02b336b274e26" /><Relationship Type="http://schemas.openxmlformats.org/officeDocument/2006/relationships/notesMaster" Target="/ppt/notesMasters/notesMaster1.xml" Id="R1f2f3e97e3614e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2de672c93f42af" /><Relationship Type="http://schemas.openxmlformats.org/officeDocument/2006/relationships/notesMaster" Target="/ppt/notesMasters/notesMaster1.xml" Id="Rf4551fc42e7e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3711cd0c1a4c3a" /><Relationship Type="http://schemas.openxmlformats.org/officeDocument/2006/relationships/notesMaster" Target="/ppt/notesMasters/notesMaster1.xml" Id="R5c9733ee71f34c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52857189da4544" /><Relationship Type="http://schemas.openxmlformats.org/officeDocument/2006/relationships/notesMaster" Target="/ppt/notesMasters/notesMaster1.xml" Id="Rf8b348e7c9fb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67024c97f42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4d1653b45744d3" /><Relationship Type="http://schemas.openxmlformats.org/officeDocument/2006/relationships/slideLayout" Target="/ppt/slideLayouts/slideLayout1.xml" Id="R2ce90ea9f01f4d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e90ea9f01f4d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a0a92e5e34c59" /><Relationship Type="http://schemas.openxmlformats.org/officeDocument/2006/relationships/notesSlide" Target="/ppt/notesSlides/notesSlide1.xml" Id="R1c9df2f2409549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aead616884eea" /><Relationship Type="http://schemas.openxmlformats.org/officeDocument/2006/relationships/notesSlide" Target="/ppt/notesSlides/notesSlide2.xml" Id="R77b35ee160ce40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2fa5953934756" /><Relationship Type="http://schemas.openxmlformats.org/officeDocument/2006/relationships/notesSlide" Target="/ppt/notesSlides/notesSlide3.xml" Id="Ra80fbf80f92c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3599af4d74921" /><Relationship Type="http://schemas.openxmlformats.org/officeDocument/2006/relationships/notesSlide" Target="/ppt/notesSlides/notesSlide4.xml" Id="R3172cafbcbd643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928-1">
            <a:extLst xmlns:a="http://schemas.openxmlformats.org/drawingml/2006/main">
              <a:ext uri="{FF2B5EF4-FFF2-40B4-BE49-F238E27FC236}">
                <a16:creationId xmlns:a16="http://schemas.microsoft.com/office/drawing/2014/main" id="{373FD2D8-E113-4369-9E0B-16ACE7D4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928-1">
            <a:extLst xmlns:a="http://schemas.openxmlformats.org/drawingml/2006/main">
              <a:ext uri="{FF2B5EF4-FFF2-40B4-BE49-F238E27FC236}">
                <a16:creationId xmlns:a16="http://schemas.microsoft.com/office/drawing/2014/main" id="{65598D3D-AB44-41D6-AA99-68317179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p03-full-003928</a:t>
            </a:r>
          </a:p>
        </p:txBody>
      </p:sp>
      <p:sp>
        <p:nvSpPr>
          <p:cNvPr id="3" name="qa-v2-r2-title-p03-full-003928-1">
            <a:extLst xmlns:a="http://schemas.openxmlformats.org/drawingml/2006/main">
              <a:ext uri="{FF2B5EF4-FFF2-40B4-BE49-F238E27FC236}">
                <a16:creationId xmlns:a16="http://schemas.microsoft.com/office/drawing/2014/main" id="{C0F58C24-C788-45CF-9B37-FAD8FDAB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928-1">
            <a:extLst xmlns:a="http://schemas.openxmlformats.org/drawingml/2006/main">
              <a:ext uri="{FF2B5EF4-FFF2-40B4-BE49-F238E27FC236}">
                <a16:creationId xmlns:a16="http://schemas.microsoft.com/office/drawing/2014/main" id="{87FA4B4E-8027-4B74-B367-93B86E4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defensive testing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2026-07-14. 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p03-src-003928; p03-full-000752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1948433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928-2">
            <a:extLst xmlns:a="http://schemas.openxmlformats.org/drawingml/2006/main">
              <a:ext uri="{FF2B5EF4-FFF2-40B4-BE49-F238E27FC236}">
                <a16:creationId xmlns:a16="http://schemas.microsoft.com/office/drawing/2014/main" id="{8B504458-411A-481A-9B2F-5BA4735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928-2">
            <a:extLst xmlns:a="http://schemas.openxmlformats.org/drawingml/2006/main">
              <a:ext uri="{FF2B5EF4-FFF2-40B4-BE49-F238E27FC236}">
                <a16:creationId xmlns:a16="http://schemas.microsoft.com/office/drawing/2014/main" id="{5C1086C7-D34B-4564-BE7E-63E1A98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p03-full-003928</a:t>
            </a:r>
          </a:p>
        </p:txBody>
      </p:sp>
      <p:sp>
        <p:nvSpPr>
          <p:cNvPr id="3" name="qa-v2-r2-title-p03-full-003928-2">
            <a:extLst xmlns:a="http://schemas.openxmlformats.org/drawingml/2006/main">
              <a:ext uri="{FF2B5EF4-FFF2-40B4-BE49-F238E27FC236}">
                <a16:creationId xmlns:a16="http://schemas.microsoft.com/office/drawing/2014/main" id="{DBAC4636-DFDF-4369-ADC0-7520C4B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928-2">
            <a:extLst xmlns:a="http://schemas.openxmlformats.org/drawingml/2006/main">
              <a:ext uri="{FF2B5EF4-FFF2-40B4-BE49-F238E27FC236}">
                <a16:creationId xmlns:a16="http://schemas.microsoft.com/office/drawing/2014/main" id="{B3BDE8C7-8BFE-4379-94DA-2C86587B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Design a read-only retest that confirms the original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boundary without widening operational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chronology, recency,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906848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928-3">
            <a:extLst xmlns:a="http://schemas.openxmlformats.org/drawingml/2006/main">
              <a:ext uri="{FF2B5EF4-FFF2-40B4-BE49-F238E27FC236}">
                <a16:creationId xmlns:a16="http://schemas.microsoft.com/office/drawing/2014/main" id="{00ABC4A1-F6F3-403D-BE40-8AAA3909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928-3">
            <a:extLst xmlns:a="http://schemas.openxmlformats.org/drawingml/2006/main">
              <a:ext uri="{FF2B5EF4-FFF2-40B4-BE49-F238E27FC236}">
                <a16:creationId xmlns:a16="http://schemas.microsoft.com/office/drawing/2014/main" id="{D5410545-AF0D-4D21-9611-11AFD52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p03-full-003928</a:t>
            </a:r>
          </a:p>
        </p:txBody>
      </p:sp>
      <p:sp>
        <p:nvSpPr>
          <p:cNvPr id="3" name="qa-v2-r2-title-p03-full-003928-3">
            <a:extLst xmlns:a="http://schemas.openxmlformats.org/drawingml/2006/main">
              <a:ext uri="{FF2B5EF4-FFF2-40B4-BE49-F238E27FC236}">
                <a16:creationId xmlns:a16="http://schemas.microsoft.com/office/drawing/2014/main" id="{E4D66415-A809-40A8-9AF9-AD4A767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928-3">
            <a:extLst xmlns:a="http://schemas.openxmlformats.org/drawingml/2006/main">
              <a:ext uri="{FF2B5EF4-FFF2-40B4-BE49-F238E27FC236}">
                <a16:creationId xmlns:a16="http://schemas.microsoft.com/office/drawing/2014/main" id="{A45BEB83-BD44-48B2-9359-8051F38A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411543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928-4">
            <a:extLst xmlns:a="http://schemas.openxmlformats.org/drawingml/2006/main">
              <a:ext uri="{FF2B5EF4-FFF2-40B4-BE49-F238E27FC236}">
                <a16:creationId xmlns:a16="http://schemas.microsoft.com/office/drawing/2014/main" id="{33ECE785-61D0-4C5F-AB8B-7759B50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928-4">
            <a:extLst xmlns:a="http://schemas.openxmlformats.org/drawingml/2006/main">
              <a:ext uri="{FF2B5EF4-FFF2-40B4-BE49-F238E27FC236}">
                <a16:creationId xmlns:a16="http://schemas.microsoft.com/office/drawing/2014/main" id="{7E131E4A-2694-4716-A631-AC6AD75F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p03-full-003928</a:t>
            </a:r>
          </a:p>
        </p:txBody>
      </p:sp>
      <p:sp>
        <p:nvSpPr>
          <p:cNvPr id="3" name="qa-v2-r2-title-p03-full-003928-4">
            <a:extLst xmlns:a="http://schemas.openxmlformats.org/drawingml/2006/main">
              <a:ext uri="{FF2B5EF4-FFF2-40B4-BE49-F238E27FC236}">
                <a16:creationId xmlns:a16="http://schemas.microsoft.com/office/drawing/2014/main" id="{E3988BFC-F849-4018-9504-F00E24C3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928-4">
            <a:extLst xmlns:a="http://schemas.openxmlformats.org/drawingml/2006/main">
              <a:ext uri="{FF2B5EF4-FFF2-40B4-BE49-F238E27FC236}">
                <a16:creationId xmlns:a16="http://schemas.microsoft.com/office/drawing/2014/main" id="{0578F03D-3F08-4C53-BB45-ABA10188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p03-src-003928 with p03-full-000752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411543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2026-08-25T12:49:26.5520000Z</dcterms:created>
  <dcterms:modified xsi:type="dcterms:W3CDTF">2026-08-25T12:49:26.5520000Z</dcterms:modified>
</coreProperties>
</file>