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346a6a89884b28" /><Relationship Type="http://schemas.openxmlformats.org/officeDocument/2006/relationships/extended-properties" Target="/docProps/app.xml" Id="R786828382fb047e6" /><Relationship Type="http://schemas.openxmlformats.org/officeDocument/2006/relationships/officeDocument" Target="/ppt/presentation.xml" Id="R83db73a2afcf4b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b270773fd4d46"/>
  </p:sldMasterIdLst>
  <p:notesMasterIdLst>
    <p:notesMasterId xmlns:r="http://schemas.openxmlformats.org/officeDocument/2006/relationships" r:id="R25633a3828654434"/>
  </p:notesMasterIdLst>
  <p:sldIdLst>
    <p:sldId xmlns:r="http://schemas.openxmlformats.org/officeDocument/2006/relationships" id="256" r:id="R0635e47a43484f8a"/>
    <p:sldId xmlns:r="http://schemas.openxmlformats.org/officeDocument/2006/relationships" id="257" r:id="R915d5965e14c4077"/>
    <p:sldId xmlns:r="http://schemas.openxmlformats.org/officeDocument/2006/relationships" id="258" r:id="Rdb642657aa804761"/>
    <p:sldId xmlns:r="http://schemas.openxmlformats.org/officeDocument/2006/relationships" id="259" r:id="Rd8f6f94e878b4a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9b0aee85c946ba" /><Relationship Type="http://schemas.openxmlformats.org/officeDocument/2006/relationships/slideMaster" Target="/ppt/slideMasters/slideMaster1.xml" Id="R979b270773fd4d46" /><Relationship Type="http://schemas.openxmlformats.org/officeDocument/2006/relationships/notesMaster" Target="/ppt/notesMasters/notesMaster1.xml" Id="R25633a3828654434" /><Relationship Type="http://schemas.openxmlformats.org/officeDocument/2006/relationships/presProps" Target="/ppt/presProps.xml" Id="R263c99160e6c457e" /><Relationship Type="http://schemas.openxmlformats.org/officeDocument/2006/relationships/tableStyles" Target="/ppt/tableStyles.xml" Id="R97fb6cbe089a4c72" /><Relationship Type="http://schemas.openxmlformats.org/officeDocument/2006/relationships/slide" Target="/ppt/slides/slide1.xml" Id="R0635e47a43484f8a" /><Relationship Type="http://schemas.openxmlformats.org/officeDocument/2006/relationships/slide" Target="/ppt/slides/slide2.xml" Id="R915d5965e14c4077" /><Relationship Type="http://schemas.openxmlformats.org/officeDocument/2006/relationships/slide" Target="/ppt/slides/slide3.xml" Id="Rdb642657aa804761" /><Relationship Type="http://schemas.openxmlformats.org/officeDocument/2006/relationships/slide" Target="/ppt/slides/slide4.xml" Id="Rd8f6f94e878b4a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c0fd0746f5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bdfbe0a2a41f8" /><Relationship Type="http://schemas.openxmlformats.org/officeDocument/2006/relationships/notesMaster" Target="/ppt/notesMasters/notesMaster1.xml" Id="R27e128c474bf47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e56eddd38e458c" /><Relationship Type="http://schemas.openxmlformats.org/officeDocument/2006/relationships/notesMaster" Target="/ppt/notesMasters/notesMaster1.xml" Id="Rd1f15287bd1242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fcc25046ce418e" /><Relationship Type="http://schemas.openxmlformats.org/officeDocument/2006/relationships/notesMaster" Target="/ppt/notesMasters/notesMaster1.xml" Id="R6f1aa2a52e2942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5badc661164e65" /><Relationship Type="http://schemas.openxmlformats.org/officeDocument/2006/relationships/notesMaster" Target="/ppt/notesMasters/notesMaster1.xml" Id="R6124e6f3978f4e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b25f0cc6a47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ca8ffb189e4283" /><Relationship Type="http://schemas.openxmlformats.org/officeDocument/2006/relationships/slideLayout" Target="/ppt/slideLayouts/slideLayout1.xml" Id="R2ad548ac7e904b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d548ac7e904b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37ee7438149b8" /><Relationship Type="http://schemas.openxmlformats.org/officeDocument/2006/relationships/notesSlide" Target="/ppt/notesSlides/notesSlide1.xml" Id="R2aaf9f728bfa46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c81346d524060" /><Relationship Type="http://schemas.openxmlformats.org/officeDocument/2006/relationships/notesSlide" Target="/ppt/notesSlides/notesSlide2.xml" Id="Ra93cf4e851be49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c094a1d7d4de8" /><Relationship Type="http://schemas.openxmlformats.org/officeDocument/2006/relationships/notesSlide" Target="/ppt/notesSlides/notesSlide3.xml" Id="Rf58b88c6d510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5b4bc906b427c" /><Relationship Type="http://schemas.openxmlformats.org/officeDocument/2006/relationships/notesSlide" Target="/ppt/notesSlides/notesSlide4.xml" Id="Red4910e225d343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074-1">
            <a:extLst xmlns:a="http://schemas.openxmlformats.org/drawingml/2006/main">
              <a:ext uri="{FF2B5EF4-FFF2-40B4-BE49-F238E27FC236}">
                <a16:creationId xmlns:a16="http://schemas.microsoft.com/office/drawing/2014/main" id="{A952832C-9431-4492-A6C1-D6712CE1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074-1">
            <a:extLst xmlns:a="http://schemas.openxmlformats.org/drawingml/2006/main">
              <a:ext uri="{FF2B5EF4-FFF2-40B4-BE49-F238E27FC236}">
                <a16:creationId xmlns:a16="http://schemas.microsoft.com/office/drawing/2014/main" id="{59D21671-13A5-43A4-BC79-1FF0EB71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p03-full-002074</a:t>
            </a:r>
          </a:p>
        </p:txBody>
      </p:sp>
      <p:sp>
        <p:nvSpPr>
          <p:cNvPr id="3" name="qa-v2-r2-title-p03-full-002074-1">
            <a:extLst xmlns:a="http://schemas.openxmlformats.org/drawingml/2006/main">
              <a:ext uri="{FF2B5EF4-FFF2-40B4-BE49-F238E27FC236}">
                <a16:creationId xmlns:a16="http://schemas.microsoft.com/office/drawing/2014/main" id="{91C5AAD3-9604-43AF-9D53-FC81B6C4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074-1">
            <a:extLst xmlns:a="http://schemas.openxmlformats.org/drawingml/2006/main">
              <a:ext uri="{FF2B5EF4-FFF2-40B4-BE49-F238E27FC236}">
                <a16:creationId xmlns:a16="http://schemas.microsoft.com/office/drawing/2014/main" id="{01ED4AF0-8F06-4A1E-A758-ED2E2F43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review gap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p03-src-002074; p03-full-001125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source reliability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489895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074-2">
            <a:extLst xmlns:a="http://schemas.openxmlformats.org/drawingml/2006/main">
              <a:ext uri="{FF2B5EF4-FFF2-40B4-BE49-F238E27FC236}">
                <a16:creationId xmlns:a16="http://schemas.microsoft.com/office/drawing/2014/main" id="{8EDA6F05-146B-45B9-8848-D37E42AD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074-2">
            <a:extLst xmlns:a="http://schemas.openxmlformats.org/drawingml/2006/main">
              <a:ext uri="{FF2B5EF4-FFF2-40B4-BE49-F238E27FC236}">
                <a16:creationId xmlns:a16="http://schemas.microsoft.com/office/drawing/2014/main" id="{9792D668-F72A-4A09-A725-F5DEADF7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p03-full-002074</a:t>
            </a:r>
          </a:p>
        </p:txBody>
      </p:sp>
      <p:sp>
        <p:nvSpPr>
          <p:cNvPr id="3" name="qa-v2-r2-title-p03-full-002074-2">
            <a:extLst xmlns:a="http://schemas.openxmlformats.org/drawingml/2006/main">
              <a:ext uri="{FF2B5EF4-FFF2-40B4-BE49-F238E27FC236}">
                <a16:creationId xmlns:a16="http://schemas.microsoft.com/office/drawing/2014/main" id="{B48CD5E4-949B-4078-81C3-8094C649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074-2">
            <a:extLst xmlns:a="http://schemas.openxmlformats.org/drawingml/2006/main">
              <a:ext uri="{FF2B5EF4-FFF2-40B4-BE49-F238E27FC236}">
                <a16:creationId xmlns:a16="http://schemas.microsoft.com/office/drawing/2014/main" id="{7641D667-AD47-493E-87F5-8C555498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Determine whether an exception remains visible long enough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elapsed age to influence remediation priority.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430890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074-3">
            <a:extLst xmlns:a="http://schemas.openxmlformats.org/drawingml/2006/main">
              <a:ext uri="{FF2B5EF4-FFF2-40B4-BE49-F238E27FC236}">
                <a16:creationId xmlns:a16="http://schemas.microsoft.com/office/drawing/2014/main" id="{EDFE3859-ED14-405E-9F62-89E0AAD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074-3">
            <a:extLst xmlns:a="http://schemas.openxmlformats.org/drawingml/2006/main">
              <a:ext uri="{FF2B5EF4-FFF2-40B4-BE49-F238E27FC236}">
                <a16:creationId xmlns:a16="http://schemas.microsoft.com/office/drawing/2014/main" id="{F8EC5805-E7FC-4482-8107-30F30951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p03-full-002074</a:t>
            </a:r>
          </a:p>
        </p:txBody>
      </p:sp>
      <p:sp>
        <p:nvSpPr>
          <p:cNvPr id="3" name="qa-v2-r2-title-p03-full-002074-3">
            <a:extLst xmlns:a="http://schemas.openxmlformats.org/drawingml/2006/main">
              <a:ext uri="{FF2B5EF4-FFF2-40B4-BE49-F238E27FC236}">
                <a16:creationId xmlns:a16="http://schemas.microsoft.com/office/drawing/2014/main" id="{9BE9DCD1-64DC-4B6C-8CC0-2B9D2F49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074-3">
            <a:extLst xmlns:a="http://schemas.openxmlformats.org/drawingml/2006/main">
              <a:ext uri="{FF2B5EF4-FFF2-40B4-BE49-F238E27FC236}">
                <a16:creationId xmlns:a16="http://schemas.microsoft.com/office/drawing/2014/main" id="{9CA0B4AC-B919-4874-9AF4-8C23891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02439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074-4">
            <a:extLst xmlns:a="http://schemas.openxmlformats.org/drawingml/2006/main">
              <a:ext uri="{FF2B5EF4-FFF2-40B4-BE49-F238E27FC236}">
                <a16:creationId xmlns:a16="http://schemas.microsoft.com/office/drawing/2014/main" id="{8F5B49E4-5BF1-41B9-87BE-F78F7C1B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074-4">
            <a:extLst xmlns:a="http://schemas.openxmlformats.org/drawingml/2006/main">
              <a:ext uri="{FF2B5EF4-FFF2-40B4-BE49-F238E27FC236}">
                <a16:creationId xmlns:a16="http://schemas.microsoft.com/office/drawing/2014/main" id="{D2669A13-6EAA-43BA-89AB-9E5B5ECF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p03-full-002074</a:t>
            </a:r>
          </a:p>
        </p:txBody>
      </p:sp>
      <p:sp>
        <p:nvSpPr>
          <p:cNvPr id="3" name="qa-v2-r2-title-p03-full-002074-4">
            <a:extLst xmlns:a="http://schemas.openxmlformats.org/drawingml/2006/main">
              <a:ext uri="{FF2B5EF4-FFF2-40B4-BE49-F238E27FC236}">
                <a16:creationId xmlns:a16="http://schemas.microsoft.com/office/drawing/2014/main" id="{15E4AB63-E6CC-4DBE-9C18-9C6F355B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074-4">
            <a:extLst xmlns:a="http://schemas.openxmlformats.org/drawingml/2006/main">
              <a:ext uri="{FF2B5EF4-FFF2-40B4-BE49-F238E27FC236}">
                <a16:creationId xmlns:a16="http://schemas.microsoft.com/office/drawing/2014/main" id="{2FA75142-BA5F-47A9-8535-45DDBFD5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p03-src-002074 with p03-full-001125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source reliability.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02439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2026-08-25T12:49:47.9080000Z</dcterms:created>
  <dcterms:modified xsi:type="dcterms:W3CDTF">2026-08-25T12:49:47.9080000Z</dcterms:modified>
</coreProperties>
</file>