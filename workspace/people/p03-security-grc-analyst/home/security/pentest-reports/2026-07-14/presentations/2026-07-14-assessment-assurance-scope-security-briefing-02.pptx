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3968fd88c44d0" /><Relationship Type="http://schemas.openxmlformats.org/officeDocument/2006/relationships/extended-properties" Target="/docProps/app.xml" Id="Ra3d452cd09a640d2" /><Relationship Type="http://schemas.openxmlformats.org/officeDocument/2006/relationships/officeDocument" Target="/ppt/presentation.xml" Id="R9064025ac33a4f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19cbae4b84c97"/>
  </p:sldMasterIdLst>
  <p:notesMasterIdLst>
    <p:notesMasterId xmlns:r="http://schemas.openxmlformats.org/officeDocument/2006/relationships" r:id="Rfc260880941a4044"/>
  </p:notesMasterIdLst>
  <p:sldIdLst>
    <p:sldId xmlns:r="http://schemas.openxmlformats.org/officeDocument/2006/relationships" id="256" r:id="Rf0969a9f4a574f98"/>
    <p:sldId xmlns:r="http://schemas.openxmlformats.org/officeDocument/2006/relationships" id="257" r:id="Re9beceba01f14958"/>
    <p:sldId xmlns:r="http://schemas.openxmlformats.org/officeDocument/2006/relationships" id="258" r:id="R4a5d63f144294d7f"/>
    <p:sldId xmlns:r="http://schemas.openxmlformats.org/officeDocument/2006/relationships" id="259" r:id="R0306af9dd10744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b087f5d4a4bde" /><Relationship Type="http://schemas.openxmlformats.org/officeDocument/2006/relationships/slideMaster" Target="/ppt/slideMasters/slideMaster1.xml" Id="Ra8619cbae4b84c97" /><Relationship Type="http://schemas.openxmlformats.org/officeDocument/2006/relationships/notesMaster" Target="/ppt/notesMasters/notesMaster1.xml" Id="Rfc260880941a4044" /><Relationship Type="http://schemas.openxmlformats.org/officeDocument/2006/relationships/presProps" Target="/ppt/presProps.xml" Id="R2aca75547ea542cc" /><Relationship Type="http://schemas.openxmlformats.org/officeDocument/2006/relationships/tableStyles" Target="/ppt/tableStyles.xml" Id="R2e2c723d008d4d88" /><Relationship Type="http://schemas.openxmlformats.org/officeDocument/2006/relationships/slide" Target="/ppt/slides/slide1.xml" Id="Rf0969a9f4a574f98" /><Relationship Type="http://schemas.openxmlformats.org/officeDocument/2006/relationships/slide" Target="/ppt/slides/slide2.xml" Id="Re9beceba01f14958" /><Relationship Type="http://schemas.openxmlformats.org/officeDocument/2006/relationships/slide" Target="/ppt/slides/slide3.xml" Id="R4a5d63f144294d7f" /><Relationship Type="http://schemas.openxmlformats.org/officeDocument/2006/relationships/slide" Target="/ppt/slides/slide4.xml" Id="R0306af9dd107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5d12948c7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9147d5e7f74c34" /><Relationship Type="http://schemas.openxmlformats.org/officeDocument/2006/relationships/notesMaster" Target="/ppt/notesMasters/notesMaster1.xml" Id="Rd975230176ff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abc7778a954828" /><Relationship Type="http://schemas.openxmlformats.org/officeDocument/2006/relationships/notesMaster" Target="/ppt/notesMasters/notesMaster1.xml" Id="R4673d91c08fe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b761085ae544d8" /><Relationship Type="http://schemas.openxmlformats.org/officeDocument/2006/relationships/notesMaster" Target="/ppt/notesMasters/notesMaster1.xml" Id="R0b3e24a572ec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248274c20b4387" /><Relationship Type="http://schemas.openxmlformats.org/officeDocument/2006/relationships/notesMaster" Target="/ppt/notesMasters/notesMaster1.xml" Id="Rba38fabc8f54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89727fc0442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98e741137405d" /><Relationship Type="http://schemas.openxmlformats.org/officeDocument/2006/relationships/slideLayout" Target="/ppt/slideLayouts/slideLayout1.xml" Id="Rb07615cd39d6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7615cd39d6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9f6e2c0c1460d" /><Relationship Type="http://schemas.openxmlformats.org/officeDocument/2006/relationships/notesSlide" Target="/ppt/notesSlides/notesSlide1.xml" Id="R3540e4e6b76240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a5bd907f74fbd" /><Relationship Type="http://schemas.openxmlformats.org/officeDocument/2006/relationships/notesSlide" Target="/ppt/notesSlides/notesSlide2.xml" Id="R58c662ff6339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c92a0f5040f4" /><Relationship Type="http://schemas.openxmlformats.org/officeDocument/2006/relationships/notesSlide" Target="/ppt/notesSlides/notesSlide3.xml" Id="R7a126dde31bb48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22b764d1342f7" /><Relationship Type="http://schemas.openxmlformats.org/officeDocument/2006/relationships/notesSlide" Target="/ppt/notesSlides/notesSlide4.xml" Id="R0279a595e106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3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73-1">
            <a:extLst xmlns:a="http://schemas.openxmlformats.org/drawingml/2006/main">
              <a:ext uri="{FF2B5EF4-FFF2-40B4-BE49-F238E27FC236}">
                <a16:creationId xmlns:a16="http://schemas.microsoft.com/office/drawing/2014/main" id="{82B7E424-F581-4BE1-8AE3-21DBDFC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73-1">
            <a:extLst xmlns:a="http://schemas.openxmlformats.org/drawingml/2006/main">
              <a:ext uri="{FF2B5EF4-FFF2-40B4-BE49-F238E27FC236}">
                <a16:creationId xmlns:a16="http://schemas.microsoft.com/office/drawing/2014/main" id="{EA29D827-5B8C-471D-B7C2-DC803169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p03-full-009673</a:t>
            </a:r>
          </a:p>
        </p:txBody>
      </p:sp>
      <p:sp>
        <p:nvSpPr>
          <p:cNvPr id="3" name="qa-v2-r2-title-p03-full-009673-1">
            <a:extLst xmlns:a="http://schemas.openxmlformats.org/drawingml/2006/main">
              <a:ext uri="{FF2B5EF4-FFF2-40B4-BE49-F238E27FC236}">
                <a16:creationId xmlns:a16="http://schemas.microsoft.com/office/drawing/2014/main" id="{537B0A42-B1EC-46E1-8FA9-109CF852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673-1">
            <a:extLst xmlns:a="http://schemas.openxmlformats.org/drawingml/2006/main">
              <a:ext uri="{FF2B5EF4-FFF2-40B4-BE49-F238E27FC236}">
                <a16:creationId xmlns:a16="http://schemas.microsoft.com/office/drawing/2014/main" id="{EF4DB2E2-2ED2-465E-89F0-235BBAD8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assurance scope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p03-src-009673; p03-full-000465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365552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73-2">
            <a:extLst xmlns:a="http://schemas.openxmlformats.org/drawingml/2006/main">
              <a:ext uri="{FF2B5EF4-FFF2-40B4-BE49-F238E27FC236}">
                <a16:creationId xmlns:a16="http://schemas.microsoft.com/office/drawing/2014/main" id="{5B520EB4-D926-426A-9499-8E558E5D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73-2">
            <a:extLst xmlns:a="http://schemas.openxmlformats.org/drawingml/2006/main">
              <a:ext uri="{FF2B5EF4-FFF2-40B4-BE49-F238E27FC236}">
                <a16:creationId xmlns:a16="http://schemas.microsoft.com/office/drawing/2014/main" id="{1208F74E-6CCB-4E87-914F-E35A4CE3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p03-full-009673</a:t>
            </a:r>
          </a:p>
        </p:txBody>
      </p:sp>
      <p:sp>
        <p:nvSpPr>
          <p:cNvPr id="3" name="qa-v2-r2-title-p03-full-009673-2">
            <a:extLst xmlns:a="http://schemas.openxmlformats.org/drawingml/2006/main">
              <a:ext uri="{FF2B5EF4-FFF2-40B4-BE49-F238E27FC236}">
                <a16:creationId xmlns:a16="http://schemas.microsoft.com/office/drawing/2014/main" id="{FC87CCFC-A675-4F55-A909-61FC6D6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673-2">
            <a:extLst xmlns:a="http://schemas.openxmlformats.org/drawingml/2006/main">
              <a:ext uri="{FF2B5EF4-FFF2-40B4-BE49-F238E27FC236}">
                <a16:creationId xmlns:a16="http://schemas.microsoft.com/office/drawing/2014/main" id="{E0FAFF8F-3E91-42FC-8EE3-114E636B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Enable another reviewer to repeat the bounded conclusion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same dependency and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2021817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73-3">
            <a:extLst xmlns:a="http://schemas.openxmlformats.org/drawingml/2006/main">
              <a:ext uri="{FF2B5EF4-FFF2-40B4-BE49-F238E27FC236}">
                <a16:creationId xmlns:a16="http://schemas.microsoft.com/office/drawing/2014/main" id="{493660DC-2BE7-49CD-92F8-AB8891C6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73-3">
            <a:extLst xmlns:a="http://schemas.openxmlformats.org/drawingml/2006/main">
              <a:ext uri="{FF2B5EF4-FFF2-40B4-BE49-F238E27FC236}">
                <a16:creationId xmlns:a16="http://schemas.microsoft.com/office/drawing/2014/main" id="{D1E005E3-A97F-4064-AFE9-EFA4D81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p03-full-009673</a:t>
            </a:r>
          </a:p>
        </p:txBody>
      </p:sp>
      <p:sp>
        <p:nvSpPr>
          <p:cNvPr id="3" name="qa-v2-r2-title-p03-full-009673-3">
            <a:extLst xmlns:a="http://schemas.openxmlformats.org/drawingml/2006/main">
              <a:ext uri="{FF2B5EF4-FFF2-40B4-BE49-F238E27FC236}">
                <a16:creationId xmlns:a16="http://schemas.microsoft.com/office/drawing/2014/main" id="{162AA7F1-38D4-4133-80F9-A729D6C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673-3">
            <a:extLst xmlns:a="http://schemas.openxmlformats.org/drawingml/2006/main">
              <a:ext uri="{FF2B5EF4-FFF2-40B4-BE49-F238E27FC236}">
                <a16:creationId xmlns:a16="http://schemas.microsoft.com/office/drawing/2014/main" id="{41612BFA-98B3-4E9A-90EB-9FAB970A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86277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73-4">
            <a:extLst xmlns:a="http://schemas.openxmlformats.org/drawingml/2006/main">
              <a:ext uri="{FF2B5EF4-FFF2-40B4-BE49-F238E27FC236}">
                <a16:creationId xmlns:a16="http://schemas.microsoft.com/office/drawing/2014/main" id="{E92DB5DB-802E-451C-9C56-12F83B9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73-4">
            <a:extLst xmlns:a="http://schemas.openxmlformats.org/drawingml/2006/main">
              <a:ext uri="{FF2B5EF4-FFF2-40B4-BE49-F238E27FC236}">
                <a16:creationId xmlns:a16="http://schemas.microsoft.com/office/drawing/2014/main" id="{58F23205-9C05-4384-A3FA-7B6C480B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p03-full-009673</a:t>
            </a:r>
          </a:p>
        </p:txBody>
      </p:sp>
      <p:sp>
        <p:nvSpPr>
          <p:cNvPr id="3" name="qa-v2-r2-title-p03-full-009673-4">
            <a:extLst xmlns:a="http://schemas.openxmlformats.org/drawingml/2006/main">
              <a:ext uri="{FF2B5EF4-FFF2-40B4-BE49-F238E27FC236}">
                <a16:creationId xmlns:a16="http://schemas.microsoft.com/office/drawing/2014/main" id="{02CD26F0-A411-4021-8744-4F02A128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673-4">
            <a:extLst xmlns:a="http://schemas.openxmlformats.org/drawingml/2006/main">
              <a:ext uri="{FF2B5EF4-FFF2-40B4-BE49-F238E27FC236}">
                <a16:creationId xmlns:a16="http://schemas.microsoft.com/office/drawing/2014/main" id="{0A112F9F-9805-428F-AEB0-140AB60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p03-src-009673 with p03-full-000465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86277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2026-08-25T12:48:22.4150000Z</dcterms:created>
  <dcterms:modified xsi:type="dcterms:W3CDTF">2026-08-25T12:48:22.4150000Z</dcterms:modified>
</coreProperties>
</file>