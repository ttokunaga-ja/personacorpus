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2cd7d051b43a7" /><Relationship Type="http://schemas.openxmlformats.org/officeDocument/2006/relationships/extended-properties" Target="/docProps/app.xml" Id="R433d1a1bb8954b0b" /><Relationship Type="http://schemas.openxmlformats.org/officeDocument/2006/relationships/officeDocument" Target="/ppt/presentation.xml" Id="Rf40afa0c57fe45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101f2e62f54faa"/>
  </p:sldMasterIdLst>
  <p:notesMasterIdLst>
    <p:notesMasterId xmlns:r="http://schemas.openxmlformats.org/officeDocument/2006/relationships" r:id="Ra7e8387a8f324bc4"/>
  </p:notesMasterIdLst>
  <p:sldIdLst>
    <p:sldId xmlns:r="http://schemas.openxmlformats.org/officeDocument/2006/relationships" id="256" r:id="Rd4d4a88847f644cc"/>
    <p:sldId xmlns:r="http://schemas.openxmlformats.org/officeDocument/2006/relationships" id="257" r:id="Rac503e219ae94476"/>
    <p:sldId xmlns:r="http://schemas.openxmlformats.org/officeDocument/2006/relationships" id="258" r:id="R38249569fca145d6"/>
    <p:sldId xmlns:r="http://schemas.openxmlformats.org/officeDocument/2006/relationships" id="259" r:id="Ra660ed399a20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b584cfe9d3492e" /><Relationship Type="http://schemas.openxmlformats.org/officeDocument/2006/relationships/slideMaster" Target="/ppt/slideMasters/slideMaster1.xml" Id="Rfd101f2e62f54faa" /><Relationship Type="http://schemas.openxmlformats.org/officeDocument/2006/relationships/notesMaster" Target="/ppt/notesMasters/notesMaster1.xml" Id="Ra7e8387a8f324bc4" /><Relationship Type="http://schemas.openxmlformats.org/officeDocument/2006/relationships/presProps" Target="/ppt/presProps.xml" Id="R4e646edcea4543cb" /><Relationship Type="http://schemas.openxmlformats.org/officeDocument/2006/relationships/tableStyles" Target="/ppt/tableStyles.xml" Id="R6f4b5c001cbd46f8" /><Relationship Type="http://schemas.openxmlformats.org/officeDocument/2006/relationships/slide" Target="/ppt/slides/slide1.xml" Id="Rd4d4a88847f644cc" /><Relationship Type="http://schemas.openxmlformats.org/officeDocument/2006/relationships/slide" Target="/ppt/slides/slide2.xml" Id="Rac503e219ae94476" /><Relationship Type="http://schemas.openxmlformats.org/officeDocument/2006/relationships/slide" Target="/ppt/slides/slide3.xml" Id="R38249569fca145d6" /><Relationship Type="http://schemas.openxmlformats.org/officeDocument/2006/relationships/slide" Target="/ppt/slides/slide4.xml" Id="Ra660ed399a20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d3d1d22b64d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6543ba1a24778" /><Relationship Type="http://schemas.openxmlformats.org/officeDocument/2006/relationships/notesMaster" Target="/ppt/notesMasters/notesMaster1.xml" Id="R089a1e1d0515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6adc1ddcd4c69" /><Relationship Type="http://schemas.openxmlformats.org/officeDocument/2006/relationships/notesMaster" Target="/ppt/notesMasters/notesMaster1.xml" Id="R09bee80dc13c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565deb47504be0" /><Relationship Type="http://schemas.openxmlformats.org/officeDocument/2006/relationships/notesMaster" Target="/ppt/notesMasters/notesMaster1.xml" Id="R797448b8c37f41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aa9ff592bd4cc2" /><Relationship Type="http://schemas.openxmlformats.org/officeDocument/2006/relationships/notesMaster" Target="/ppt/notesMasters/notesMaster1.xml" Id="Re4e9ab42820e44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2cd8b67be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76cae52e41442f" /><Relationship Type="http://schemas.openxmlformats.org/officeDocument/2006/relationships/slideLayout" Target="/ppt/slideLayouts/slideLayout1.xml" Id="Ree12145dfa6043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2145dfa60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a98c774884011" /><Relationship Type="http://schemas.openxmlformats.org/officeDocument/2006/relationships/notesSlide" Target="/ppt/notesSlides/notesSlide1.xml" Id="R1d300865d682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33abd41b14926" /><Relationship Type="http://schemas.openxmlformats.org/officeDocument/2006/relationships/notesSlide" Target="/ppt/notesSlides/notesSlide2.xml" Id="Rc3b2ced86f01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12a33f4494bdc" /><Relationship Type="http://schemas.openxmlformats.org/officeDocument/2006/relationships/notesSlide" Target="/ppt/notesSlides/notesSlide3.xml" Id="R578b9e6aff0940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67cc0d1414121" /><Relationship Type="http://schemas.openxmlformats.org/officeDocument/2006/relationships/notesSlide" Target="/ppt/notesSlides/notesSlide4.xml" Id="R6365ca65fe6243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74-1">
            <a:extLst xmlns:a="http://schemas.openxmlformats.org/drawingml/2006/main">
              <a:ext uri="{FF2B5EF4-FFF2-40B4-BE49-F238E27FC236}">
                <a16:creationId xmlns:a16="http://schemas.microsoft.com/office/drawing/2014/main" id="{6146AF6F-1C94-4EDF-8A3C-C1C65064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74-1">
            <a:extLst xmlns:a="http://schemas.openxmlformats.org/drawingml/2006/main">
              <a:ext uri="{FF2B5EF4-FFF2-40B4-BE49-F238E27FC236}">
                <a16:creationId xmlns:a16="http://schemas.microsoft.com/office/drawing/2014/main" id="{DBD111E7-F6AF-4179-8492-69F8276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p03-full-009074</a:t>
            </a:r>
          </a:p>
        </p:txBody>
      </p:sp>
      <p:sp>
        <p:nvSpPr>
          <p:cNvPr id="3" name="qa-v2-r2-title-p03-full-009074-1">
            <a:extLst xmlns:a="http://schemas.openxmlformats.org/drawingml/2006/main">
              <a:ext uri="{FF2B5EF4-FFF2-40B4-BE49-F238E27FC236}">
                <a16:creationId xmlns:a16="http://schemas.microsoft.com/office/drawing/2014/main" id="{268CB9D8-D01D-411C-8FA9-0F13794D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074-1">
            <a:extLst xmlns:a="http://schemas.openxmlformats.org/drawingml/2006/main">
              <a:ext uri="{FF2B5EF4-FFF2-40B4-BE49-F238E27FC236}">
                <a16:creationId xmlns:a16="http://schemas.microsoft.com/office/drawing/2014/main" id="{106940B5-AB9E-48E3-A0D8-4047A206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review gap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p03-src-009074; p03-full-000679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exception rationale assessment.</a:t>
            </a:r>
          </a:p>
        </p:txBody>
      </p:sp>
    </p:spTree>
    <p:extLst>
      <p:ext uri="{BB962C8B-B14F-4D97-AF65-F5344CB8AC3E}">
        <p14:creationId xmlns:p14="http://schemas.microsoft.com/office/powerpoint/2010/main" val="1293930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74-2">
            <a:extLst xmlns:a="http://schemas.openxmlformats.org/drawingml/2006/main">
              <a:ext uri="{FF2B5EF4-FFF2-40B4-BE49-F238E27FC236}">
                <a16:creationId xmlns:a16="http://schemas.microsoft.com/office/drawing/2014/main" id="{9A67F3B0-1449-4947-A728-9DFF0F6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74-2">
            <a:extLst xmlns:a="http://schemas.openxmlformats.org/drawingml/2006/main">
              <a:ext uri="{FF2B5EF4-FFF2-40B4-BE49-F238E27FC236}">
                <a16:creationId xmlns:a16="http://schemas.microsoft.com/office/drawing/2014/main" id="{E43AE996-DE9D-4ACD-9D80-2578834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p03-full-009074</a:t>
            </a:r>
          </a:p>
        </p:txBody>
      </p:sp>
      <p:sp>
        <p:nvSpPr>
          <p:cNvPr id="3" name="qa-v2-r2-title-p03-full-009074-2">
            <a:extLst xmlns:a="http://schemas.openxmlformats.org/drawingml/2006/main">
              <a:ext uri="{FF2B5EF4-FFF2-40B4-BE49-F238E27FC236}">
                <a16:creationId xmlns:a16="http://schemas.microsoft.com/office/drawing/2014/main" id="{A6BEF9FA-0E27-4619-B7CD-530AFC4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074-2">
            <a:extLst xmlns:a="http://schemas.openxmlformats.org/drawingml/2006/main">
              <a:ext uri="{FF2B5EF4-FFF2-40B4-BE49-F238E27FC236}">
                <a16:creationId xmlns:a16="http://schemas.microsoft.com/office/drawing/2014/main" id="{399F1598-A9BB-464E-BF89-C8451089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Test preparer distance challenge opportunity and disposition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authority as separate workflow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250051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74-3">
            <a:extLst xmlns:a="http://schemas.openxmlformats.org/drawingml/2006/main">
              <a:ext uri="{FF2B5EF4-FFF2-40B4-BE49-F238E27FC236}">
                <a16:creationId xmlns:a16="http://schemas.microsoft.com/office/drawing/2014/main" id="{39B4AB2A-7B4C-4C9C-8A0C-8E292573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74-3">
            <a:extLst xmlns:a="http://schemas.openxmlformats.org/drawingml/2006/main">
              <a:ext uri="{FF2B5EF4-FFF2-40B4-BE49-F238E27FC236}">
                <a16:creationId xmlns:a16="http://schemas.microsoft.com/office/drawing/2014/main" id="{53F68B91-4E8D-4C7D-8CA8-2A691EFC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p03-full-009074</a:t>
            </a:r>
          </a:p>
        </p:txBody>
      </p:sp>
      <p:sp>
        <p:nvSpPr>
          <p:cNvPr id="3" name="qa-v2-r2-title-p03-full-009074-3">
            <a:extLst xmlns:a="http://schemas.openxmlformats.org/drawingml/2006/main">
              <a:ext uri="{FF2B5EF4-FFF2-40B4-BE49-F238E27FC236}">
                <a16:creationId xmlns:a16="http://schemas.microsoft.com/office/drawing/2014/main" id="{B4B2BB62-9E33-4B74-A862-C53587B6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074-3">
            <a:extLst xmlns:a="http://schemas.openxmlformats.org/drawingml/2006/main">
              <a:ext uri="{FF2B5EF4-FFF2-40B4-BE49-F238E27FC236}">
                <a16:creationId xmlns:a16="http://schemas.microsoft.com/office/drawing/2014/main" id="{A0716B7A-71BC-4847-A2CF-8001D40C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request an explicit corroborating note; do not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carry 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37232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74-4">
            <a:extLst xmlns:a="http://schemas.openxmlformats.org/drawingml/2006/main">
              <a:ext uri="{FF2B5EF4-FFF2-40B4-BE49-F238E27FC236}">
                <a16:creationId xmlns:a16="http://schemas.microsoft.com/office/drawing/2014/main" id="{0F21BA3E-FE03-44C1-B9F5-07E89505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74-4">
            <a:extLst xmlns:a="http://schemas.openxmlformats.org/drawingml/2006/main">
              <a:ext uri="{FF2B5EF4-FFF2-40B4-BE49-F238E27FC236}">
                <a16:creationId xmlns:a16="http://schemas.microsoft.com/office/drawing/2014/main" id="{81999B69-5975-4E94-82C6-1C19B29B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p03-full-009074</a:t>
            </a:r>
          </a:p>
        </p:txBody>
      </p:sp>
      <p:sp>
        <p:nvSpPr>
          <p:cNvPr id="3" name="qa-v2-r2-title-p03-full-009074-4">
            <a:extLst xmlns:a="http://schemas.openxmlformats.org/drawingml/2006/main">
              <a:ext uri="{FF2B5EF4-FFF2-40B4-BE49-F238E27FC236}">
                <a16:creationId xmlns:a16="http://schemas.microsoft.com/office/drawing/2014/main" id="{4E06BD86-C11C-40E6-A75F-C2019B07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074-4">
            <a:extLst xmlns:a="http://schemas.openxmlformats.org/drawingml/2006/main">
              <a:ext uri="{FF2B5EF4-FFF2-40B4-BE49-F238E27FC236}">
                <a16:creationId xmlns:a16="http://schemas.microsoft.com/office/drawing/2014/main" id="{167771E0-83DB-43A9-B91A-A5E066A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p03-src-009074 with p03-full-000679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exception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37232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2026-08-25T12:50:09.2360000Z</dcterms:created>
  <dcterms:modified xsi:type="dcterms:W3CDTF">2026-08-25T12:50:09.2360000Z</dcterms:modified>
</coreProperties>
</file>