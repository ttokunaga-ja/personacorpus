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5e9d5f322e49e6" /><Relationship Type="http://schemas.openxmlformats.org/officeDocument/2006/relationships/extended-properties" Target="/docProps/app.xml" Id="R48f1243e4a844ff0" /><Relationship Type="http://schemas.openxmlformats.org/officeDocument/2006/relationships/officeDocument" Target="/ppt/presentation.xml" Id="Rc9a8dc96988d4c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11d42e46684c59"/>
  </p:sldMasterIdLst>
  <p:notesMasterIdLst>
    <p:notesMasterId xmlns:r="http://schemas.openxmlformats.org/officeDocument/2006/relationships" r:id="Rfdde706f4fec4492"/>
  </p:notesMasterIdLst>
  <p:sldIdLst>
    <p:sldId xmlns:r="http://schemas.openxmlformats.org/officeDocument/2006/relationships" id="256" r:id="R648a4f9aa3754865"/>
    <p:sldId xmlns:r="http://schemas.openxmlformats.org/officeDocument/2006/relationships" id="257" r:id="R80146d097f314e98"/>
    <p:sldId xmlns:r="http://schemas.openxmlformats.org/officeDocument/2006/relationships" id="258" r:id="Rb4fc025e012344bb"/>
    <p:sldId xmlns:r="http://schemas.openxmlformats.org/officeDocument/2006/relationships" id="259" r:id="R3ff3e28e247d46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138ed1c73d4db2" /><Relationship Type="http://schemas.openxmlformats.org/officeDocument/2006/relationships/slideMaster" Target="/ppt/slideMasters/slideMaster1.xml" Id="R3711d42e46684c59" /><Relationship Type="http://schemas.openxmlformats.org/officeDocument/2006/relationships/notesMaster" Target="/ppt/notesMasters/notesMaster1.xml" Id="Rfdde706f4fec4492" /><Relationship Type="http://schemas.openxmlformats.org/officeDocument/2006/relationships/presProps" Target="/ppt/presProps.xml" Id="R541e642492534f6a" /><Relationship Type="http://schemas.openxmlformats.org/officeDocument/2006/relationships/tableStyles" Target="/ppt/tableStyles.xml" Id="R3a61f4464e574362" /><Relationship Type="http://schemas.openxmlformats.org/officeDocument/2006/relationships/slide" Target="/ppt/slides/slide1.xml" Id="R648a4f9aa3754865" /><Relationship Type="http://schemas.openxmlformats.org/officeDocument/2006/relationships/slide" Target="/ppt/slides/slide2.xml" Id="R80146d097f314e98" /><Relationship Type="http://schemas.openxmlformats.org/officeDocument/2006/relationships/slide" Target="/ppt/slides/slide3.xml" Id="Rb4fc025e012344bb" /><Relationship Type="http://schemas.openxmlformats.org/officeDocument/2006/relationships/slide" Target="/ppt/slides/slide4.xml" Id="R3ff3e28e247d46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2be15dda6a4d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23daa6185141ab" /><Relationship Type="http://schemas.openxmlformats.org/officeDocument/2006/relationships/notesMaster" Target="/ppt/notesMasters/notesMaster1.xml" Id="R708dd038417e49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5e8653c5034028" /><Relationship Type="http://schemas.openxmlformats.org/officeDocument/2006/relationships/notesMaster" Target="/ppt/notesMasters/notesMaster1.xml" Id="R241907f145114e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ca6860d137415c" /><Relationship Type="http://schemas.openxmlformats.org/officeDocument/2006/relationships/notesMaster" Target="/ppt/notesMasters/notesMaster1.xml" Id="Rc086468d81c34e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b47325ea0c4e6c" /><Relationship Type="http://schemas.openxmlformats.org/officeDocument/2006/relationships/notesMaster" Target="/ppt/notesMasters/notesMaster1.xml" Id="Rb283f4207da949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cf57f7b6448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e5055fc136481d" /><Relationship Type="http://schemas.openxmlformats.org/officeDocument/2006/relationships/slideLayout" Target="/ppt/slideLayouts/slideLayout1.xml" Id="Rae0ad188a4f643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0ad188a4f643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b7d891c884b7c" /><Relationship Type="http://schemas.openxmlformats.org/officeDocument/2006/relationships/notesSlide" Target="/ppt/notesSlides/notesSlide1.xml" Id="R8c7edde73b7443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876c454944704" /><Relationship Type="http://schemas.openxmlformats.org/officeDocument/2006/relationships/notesSlide" Target="/ppt/notesSlides/notesSlide2.xml" Id="R69a53a2d610d4f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4ecc4df6945b8" /><Relationship Type="http://schemas.openxmlformats.org/officeDocument/2006/relationships/notesSlide" Target="/ppt/notesSlides/notesSlide3.xml" Id="R1df01e202ce74a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a8f7c82984e7b" /><Relationship Type="http://schemas.openxmlformats.org/officeDocument/2006/relationships/notesSlide" Target="/ppt/notesSlides/notesSlide4.xml" Id="R16535a86428b44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F3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974-1">
            <a:extLst xmlns:a="http://schemas.openxmlformats.org/drawingml/2006/main">
              <a:ext uri="{FF2B5EF4-FFF2-40B4-BE49-F238E27FC236}">
                <a16:creationId xmlns:a16="http://schemas.microsoft.com/office/drawing/2014/main" id="{B4004692-21B5-45B1-806C-D1334544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974-1">
            <a:extLst xmlns:a="http://schemas.openxmlformats.org/drawingml/2006/main">
              <a:ext uri="{FF2B5EF4-FFF2-40B4-BE49-F238E27FC236}">
                <a16:creationId xmlns:a16="http://schemas.microsoft.com/office/drawing/2014/main" id="{B4212571-3DD0-4315-B0EB-8F78326A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p03-full-008974</a:t>
            </a:r>
          </a:p>
        </p:txBody>
      </p:sp>
      <p:sp>
        <p:nvSpPr>
          <p:cNvPr id="3" name="qa-v2-r2-title-p03-full-008974-1">
            <a:extLst xmlns:a="http://schemas.openxmlformats.org/drawingml/2006/main">
              <a:ext uri="{FF2B5EF4-FFF2-40B4-BE49-F238E27FC236}">
                <a16:creationId xmlns:a16="http://schemas.microsoft.com/office/drawing/2014/main" id="{12211B6A-85A4-4F74-9DC6-FBD51BD5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8974-1">
            <a:extLst xmlns:a="http://schemas.openxmlformats.org/drawingml/2006/main">
              <a:ext uri="{FF2B5EF4-FFF2-40B4-BE49-F238E27FC236}">
                <a16:creationId xmlns:a16="http://schemas.microsoft.com/office/drawing/2014/main" id="{45FDC668-FB0C-4E5C-B1F6-95BC61E6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review gap security briefing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within security pentest reports. Declared review date: 2026-07-15.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p03-src-008974; p03-full-001125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reviewer accountability assessment.</a:t>
            </a:r>
          </a:p>
        </p:txBody>
      </p:sp>
    </p:spTree>
    <p:extLst>
      <p:ext uri="{BB962C8B-B14F-4D97-AF65-F5344CB8AC3E}">
        <p14:creationId xmlns:p14="http://schemas.microsoft.com/office/powerpoint/2010/main" val="457295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974-2">
            <a:extLst xmlns:a="http://schemas.openxmlformats.org/drawingml/2006/main">
              <a:ext uri="{FF2B5EF4-FFF2-40B4-BE49-F238E27FC236}">
                <a16:creationId xmlns:a16="http://schemas.microsoft.com/office/drawing/2014/main" id="{C3B80884-7C9C-42B9-B7C0-C1D86214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974-2">
            <a:extLst xmlns:a="http://schemas.openxmlformats.org/drawingml/2006/main">
              <a:ext uri="{FF2B5EF4-FFF2-40B4-BE49-F238E27FC236}">
                <a16:creationId xmlns:a16="http://schemas.microsoft.com/office/drawing/2014/main" id="{DC20EDDD-13EF-482A-9FEF-97110A9A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p03-full-008974</a:t>
            </a:r>
          </a:p>
        </p:txBody>
      </p:sp>
      <p:sp>
        <p:nvSpPr>
          <p:cNvPr id="3" name="qa-v2-r2-title-p03-full-008974-2">
            <a:extLst xmlns:a="http://schemas.openxmlformats.org/drawingml/2006/main">
              <a:ext uri="{FF2B5EF4-FFF2-40B4-BE49-F238E27FC236}">
                <a16:creationId xmlns:a16="http://schemas.microsoft.com/office/drawing/2014/main" id="{B7C60E80-C01D-4560-BF15-6C94586D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8974-2">
            <a:extLst xmlns:a="http://schemas.openxmlformats.org/drawingml/2006/main">
              <a:ext uri="{FF2B5EF4-FFF2-40B4-BE49-F238E27FC236}">
                <a16:creationId xmlns:a16="http://schemas.microsoft.com/office/drawing/2014/main" id="{09130CF6-F4BE-487C-9D60-5DE0AEAD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Differentiate missing stale ambiguous and conflicting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instead of treating silence as a favorable condition.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control-to-evidence fit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8574192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974-3">
            <a:extLst xmlns:a="http://schemas.openxmlformats.org/drawingml/2006/main">
              <a:ext uri="{FF2B5EF4-FFF2-40B4-BE49-F238E27FC236}">
                <a16:creationId xmlns:a16="http://schemas.microsoft.com/office/drawing/2014/main" id="{248EB4C7-2ABB-4C40-826A-C5F7BF3F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974-3">
            <a:extLst xmlns:a="http://schemas.openxmlformats.org/drawingml/2006/main">
              <a:ext uri="{FF2B5EF4-FFF2-40B4-BE49-F238E27FC236}">
                <a16:creationId xmlns:a16="http://schemas.microsoft.com/office/drawing/2014/main" id="{3AA0E2DA-20FB-417C-984E-27713525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p03-full-008974</a:t>
            </a:r>
          </a:p>
        </p:txBody>
      </p:sp>
      <p:sp>
        <p:nvSpPr>
          <p:cNvPr id="3" name="qa-v2-r2-title-p03-full-008974-3">
            <a:extLst xmlns:a="http://schemas.openxmlformats.org/drawingml/2006/main">
              <a:ext uri="{FF2B5EF4-FFF2-40B4-BE49-F238E27FC236}">
                <a16:creationId xmlns:a16="http://schemas.microsoft.com/office/drawing/2014/main" id="{4C8D657B-2D31-4FBB-BDE1-9B2B021D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8974-3">
            <a:extLst xmlns:a="http://schemas.openxmlformats.org/drawingml/2006/main">
              <a:ext uri="{FF2B5EF4-FFF2-40B4-BE49-F238E27FC236}">
                <a16:creationId xmlns:a16="http://schemas.microsoft.com/office/drawing/2014/main" id="{03847662-BC3C-4A61-A288-759F2186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verify the dependency meaning;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5785896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974-4">
            <a:extLst xmlns:a="http://schemas.openxmlformats.org/drawingml/2006/main">
              <a:ext uri="{FF2B5EF4-FFF2-40B4-BE49-F238E27FC236}">
                <a16:creationId xmlns:a16="http://schemas.microsoft.com/office/drawing/2014/main" id="{52F78446-07C9-4271-8297-0DC96678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974-4">
            <a:extLst xmlns:a="http://schemas.openxmlformats.org/drawingml/2006/main">
              <a:ext uri="{FF2B5EF4-FFF2-40B4-BE49-F238E27FC236}">
                <a16:creationId xmlns:a16="http://schemas.microsoft.com/office/drawing/2014/main" id="{4E6F7BA0-DA8C-4B64-B7D4-53A45863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p03-full-008974</a:t>
            </a:r>
          </a:p>
        </p:txBody>
      </p:sp>
      <p:sp>
        <p:nvSpPr>
          <p:cNvPr id="3" name="qa-v2-r2-title-p03-full-008974-4">
            <a:extLst xmlns:a="http://schemas.openxmlformats.org/drawingml/2006/main">
              <a:ext uri="{FF2B5EF4-FFF2-40B4-BE49-F238E27FC236}">
                <a16:creationId xmlns:a16="http://schemas.microsoft.com/office/drawing/2014/main" id="{221AC905-FAC2-4399-A681-0AF3AC15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8974-4">
            <a:extLst xmlns:a="http://schemas.openxmlformats.org/drawingml/2006/main">
              <a:ext uri="{FF2B5EF4-FFF2-40B4-BE49-F238E27FC236}">
                <a16:creationId xmlns:a16="http://schemas.microsoft.com/office/drawing/2014/main" id="{95BB2188-C9DD-4A93-BC16-17F41D59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p03-src-008974 with p03-full-001125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reviewer accountability.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578589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2026-08-25T12:50:51.9240000Z</dcterms:created>
  <dcterms:modified xsi:type="dcterms:W3CDTF">2026-08-25T12:50:51.9240000Z</dcterms:modified>
</coreProperties>
</file>