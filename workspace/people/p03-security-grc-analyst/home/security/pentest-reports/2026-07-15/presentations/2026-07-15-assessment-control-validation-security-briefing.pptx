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db9075833414c" /><Relationship Type="http://schemas.openxmlformats.org/officeDocument/2006/relationships/extended-properties" Target="/docProps/app.xml" Id="R5e63c58cc3ac40ca" /><Relationship Type="http://schemas.openxmlformats.org/officeDocument/2006/relationships/officeDocument" Target="/ppt/presentation.xml" Id="R52000cacc1c3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b8bd6ece754d3f"/>
  </p:sldMasterIdLst>
  <p:notesMasterIdLst>
    <p:notesMasterId xmlns:r="http://schemas.openxmlformats.org/officeDocument/2006/relationships" r:id="R01e93bc517604b1a"/>
  </p:notesMasterIdLst>
  <p:sldIdLst>
    <p:sldId xmlns:r="http://schemas.openxmlformats.org/officeDocument/2006/relationships" id="256" r:id="Re8e5b3f69cd340d7"/>
    <p:sldId xmlns:r="http://schemas.openxmlformats.org/officeDocument/2006/relationships" id="257" r:id="R1a4fb6212f974503"/>
    <p:sldId xmlns:r="http://schemas.openxmlformats.org/officeDocument/2006/relationships" id="258" r:id="R9ee7313486114881"/>
    <p:sldId xmlns:r="http://schemas.openxmlformats.org/officeDocument/2006/relationships" id="259" r:id="R6b5e92151cbf41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964e6adcbd4756" /><Relationship Type="http://schemas.openxmlformats.org/officeDocument/2006/relationships/slideMaster" Target="/ppt/slideMasters/slideMaster1.xml" Id="Rfab8bd6ece754d3f" /><Relationship Type="http://schemas.openxmlformats.org/officeDocument/2006/relationships/notesMaster" Target="/ppt/notesMasters/notesMaster1.xml" Id="R01e93bc517604b1a" /><Relationship Type="http://schemas.openxmlformats.org/officeDocument/2006/relationships/presProps" Target="/ppt/presProps.xml" Id="R32e0ef9db45947a1" /><Relationship Type="http://schemas.openxmlformats.org/officeDocument/2006/relationships/tableStyles" Target="/ppt/tableStyles.xml" Id="R5ad2af2cb93543bd" /><Relationship Type="http://schemas.openxmlformats.org/officeDocument/2006/relationships/slide" Target="/ppt/slides/slide1.xml" Id="Re8e5b3f69cd340d7" /><Relationship Type="http://schemas.openxmlformats.org/officeDocument/2006/relationships/slide" Target="/ppt/slides/slide2.xml" Id="R1a4fb6212f974503" /><Relationship Type="http://schemas.openxmlformats.org/officeDocument/2006/relationships/slide" Target="/ppt/slides/slide3.xml" Id="R9ee7313486114881" /><Relationship Type="http://schemas.openxmlformats.org/officeDocument/2006/relationships/slide" Target="/ppt/slides/slide4.xml" Id="R6b5e92151cbf41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3c0ab83f47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e188b2a0648d0" /><Relationship Type="http://schemas.openxmlformats.org/officeDocument/2006/relationships/notesMaster" Target="/ppt/notesMasters/notesMaster1.xml" Id="R684e4a33b4bc4c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2f2f27b9049b7" /><Relationship Type="http://schemas.openxmlformats.org/officeDocument/2006/relationships/notesMaster" Target="/ppt/notesMasters/notesMaster1.xml" Id="Rba8daae0aee84b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5d76742334342" /><Relationship Type="http://schemas.openxmlformats.org/officeDocument/2006/relationships/notesMaster" Target="/ppt/notesMasters/notesMaster1.xml" Id="R7bf22cafa8ad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ca774d92c47f3" /><Relationship Type="http://schemas.openxmlformats.org/officeDocument/2006/relationships/notesMaster" Target="/ppt/notesMasters/notesMaster1.xml" Id="R6420843e0799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67ca801084a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2b0ae90a8478b" /><Relationship Type="http://schemas.openxmlformats.org/officeDocument/2006/relationships/slideLayout" Target="/ppt/slideLayouts/slideLayout1.xml" Id="R0b23c640d5ff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3c640d5ff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9800dd2444108" /><Relationship Type="http://schemas.openxmlformats.org/officeDocument/2006/relationships/notesSlide" Target="/ppt/notesSlides/notesSlide1.xml" Id="Re9d681202730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f735f47c4429" /><Relationship Type="http://schemas.openxmlformats.org/officeDocument/2006/relationships/notesSlide" Target="/ppt/notesSlides/notesSlide2.xml" Id="R91615bcfb43d4b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bf2124bac46ce" /><Relationship Type="http://schemas.openxmlformats.org/officeDocument/2006/relationships/notesSlide" Target="/ppt/notesSlides/notesSlide3.xml" Id="Rcf1744e52fdf49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5827482c6404b" /><Relationship Type="http://schemas.openxmlformats.org/officeDocument/2006/relationships/notesSlide" Target="/ppt/notesSlides/notesSlide4.xml" Id="Rbd8f3960d96d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75-1">
            <a:extLst xmlns:a="http://schemas.openxmlformats.org/drawingml/2006/main">
              <a:ext uri="{FF2B5EF4-FFF2-40B4-BE49-F238E27FC236}">
                <a16:creationId xmlns:a16="http://schemas.microsoft.com/office/drawing/2014/main" id="{01F6160E-C572-4E10-BDA6-F22A8E4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75-1">
            <a:extLst xmlns:a="http://schemas.openxmlformats.org/drawingml/2006/main">
              <a:ext uri="{FF2B5EF4-FFF2-40B4-BE49-F238E27FC236}">
                <a16:creationId xmlns:a16="http://schemas.microsoft.com/office/drawing/2014/main" id="{C30A5873-DB70-4C40-AC96-66502BD8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p03-full-004075</a:t>
            </a:r>
          </a:p>
        </p:txBody>
      </p:sp>
      <p:sp>
        <p:nvSpPr>
          <p:cNvPr id="3" name="qa-v2-r2-title-p03-full-004075-1">
            <a:extLst xmlns:a="http://schemas.openxmlformats.org/drawingml/2006/main">
              <a:ext uri="{FF2B5EF4-FFF2-40B4-BE49-F238E27FC236}">
                <a16:creationId xmlns:a16="http://schemas.microsoft.com/office/drawing/2014/main" id="{B0172084-9FCC-4819-9E8D-162BBEE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075-1">
            <a:extLst xmlns:a="http://schemas.openxmlformats.org/drawingml/2006/main">
              <a:ext uri="{FF2B5EF4-FFF2-40B4-BE49-F238E27FC236}">
                <a16:creationId xmlns:a16="http://schemas.microsoft.com/office/drawing/2014/main" id="{5C72AD5D-0264-4417-AD51-ABF713F9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2026-07-15. 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p03-src-004075; p03-full-000847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exception rationale assessment.</a:t>
            </a:r>
          </a:p>
        </p:txBody>
      </p:sp>
    </p:spTree>
    <p:extLst>
      <p:ext uri="{BB962C8B-B14F-4D97-AF65-F5344CB8AC3E}">
        <p14:creationId xmlns:p14="http://schemas.microsoft.com/office/powerpoint/2010/main" val="2121319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75-2">
            <a:extLst xmlns:a="http://schemas.openxmlformats.org/drawingml/2006/main">
              <a:ext uri="{FF2B5EF4-FFF2-40B4-BE49-F238E27FC236}">
                <a16:creationId xmlns:a16="http://schemas.microsoft.com/office/drawing/2014/main" id="{19567227-E20A-4358-94DD-CD3D3A85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75-2">
            <a:extLst xmlns:a="http://schemas.openxmlformats.org/drawingml/2006/main">
              <a:ext uri="{FF2B5EF4-FFF2-40B4-BE49-F238E27FC236}">
                <a16:creationId xmlns:a16="http://schemas.microsoft.com/office/drawing/2014/main" id="{5364D69C-CC72-4AA4-AD3C-8252536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p03-full-004075</a:t>
            </a:r>
          </a:p>
        </p:txBody>
      </p:sp>
      <p:sp>
        <p:nvSpPr>
          <p:cNvPr id="3" name="qa-v2-r2-title-p03-full-004075-2">
            <a:extLst xmlns:a="http://schemas.openxmlformats.org/drawingml/2006/main">
              <a:ext uri="{FF2B5EF4-FFF2-40B4-BE49-F238E27FC236}">
                <a16:creationId xmlns:a16="http://schemas.microsoft.com/office/drawing/2014/main" id="{609F6487-0C10-4FD2-A441-41297304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075-2">
            <a:extLst xmlns:a="http://schemas.openxmlformats.org/drawingml/2006/main">
              <a:ext uri="{FF2B5EF4-FFF2-40B4-BE49-F238E27FC236}">
                <a16:creationId xmlns:a16="http://schemas.microsoft.com/office/drawing/2014/main" id="{A2230E2A-7B24-4EC4-99AA-F1728432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Distinguish a described procedure from evidence that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operator actually performed the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581009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75-3">
            <a:extLst xmlns:a="http://schemas.openxmlformats.org/drawingml/2006/main">
              <a:ext uri="{FF2B5EF4-FFF2-40B4-BE49-F238E27FC236}">
                <a16:creationId xmlns:a16="http://schemas.microsoft.com/office/drawing/2014/main" id="{839B0210-AEDF-4565-81F4-8E7EDCD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75-3">
            <a:extLst xmlns:a="http://schemas.openxmlformats.org/drawingml/2006/main">
              <a:ext uri="{FF2B5EF4-FFF2-40B4-BE49-F238E27FC236}">
                <a16:creationId xmlns:a16="http://schemas.microsoft.com/office/drawing/2014/main" id="{3BEE9CCC-302A-4574-88C9-7A6E02B3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p03-full-004075</a:t>
            </a:r>
          </a:p>
        </p:txBody>
      </p:sp>
      <p:sp>
        <p:nvSpPr>
          <p:cNvPr id="3" name="qa-v2-r2-title-p03-full-004075-3">
            <a:extLst xmlns:a="http://schemas.openxmlformats.org/drawingml/2006/main">
              <a:ext uri="{FF2B5EF4-FFF2-40B4-BE49-F238E27FC236}">
                <a16:creationId xmlns:a16="http://schemas.microsoft.com/office/drawing/2014/main" id="{3B2BFFCF-01E3-42F0-90E6-BD173412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075-3">
            <a:extLst xmlns:a="http://schemas.openxmlformats.org/drawingml/2006/main">
              <a:ext uri="{FF2B5EF4-FFF2-40B4-BE49-F238E27FC236}">
                <a16:creationId xmlns:a16="http://schemas.microsoft.com/office/drawing/2014/main" id="{5C9188C9-0CCA-4590-95E0-1278AB8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266516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75-4">
            <a:extLst xmlns:a="http://schemas.openxmlformats.org/drawingml/2006/main">
              <a:ext uri="{FF2B5EF4-FFF2-40B4-BE49-F238E27FC236}">
                <a16:creationId xmlns:a16="http://schemas.microsoft.com/office/drawing/2014/main" id="{11D1B2FC-64BF-4C64-80A3-8866033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75-4">
            <a:extLst xmlns:a="http://schemas.openxmlformats.org/drawingml/2006/main">
              <a:ext uri="{FF2B5EF4-FFF2-40B4-BE49-F238E27FC236}">
                <a16:creationId xmlns:a16="http://schemas.microsoft.com/office/drawing/2014/main" id="{F022C259-5F57-42AD-A1DC-15091019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p03-full-004075</a:t>
            </a:r>
          </a:p>
        </p:txBody>
      </p:sp>
      <p:sp>
        <p:nvSpPr>
          <p:cNvPr id="3" name="qa-v2-r2-title-p03-full-004075-4">
            <a:extLst xmlns:a="http://schemas.openxmlformats.org/drawingml/2006/main">
              <a:ext uri="{FF2B5EF4-FFF2-40B4-BE49-F238E27FC236}">
                <a16:creationId xmlns:a16="http://schemas.microsoft.com/office/drawing/2014/main" id="{5A3E07BB-B535-4114-99C4-88BC9A5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075-4">
            <a:extLst xmlns:a="http://schemas.openxmlformats.org/drawingml/2006/main">
              <a:ext uri="{FF2B5EF4-FFF2-40B4-BE49-F238E27FC236}">
                <a16:creationId xmlns:a16="http://schemas.microsoft.com/office/drawing/2014/main" id="{11A6DF20-6222-4757-96F2-B9903A2D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p03-src-004075 with p03-full-000847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exception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266516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2026-08-25T12:50:30.5820000Z</dcterms:created>
  <dcterms:modified xsi:type="dcterms:W3CDTF">2026-08-25T12:50:30.5820000Z</dcterms:modified>
</coreProperties>
</file>