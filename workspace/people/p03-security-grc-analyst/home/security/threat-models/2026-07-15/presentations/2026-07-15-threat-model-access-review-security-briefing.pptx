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a46606a8184752" /><Relationship Type="http://schemas.openxmlformats.org/officeDocument/2006/relationships/extended-properties" Target="/docProps/app.xml" Id="R1e4ce3c6a1c5426a" /><Relationship Type="http://schemas.openxmlformats.org/officeDocument/2006/relationships/officeDocument" Target="/ppt/presentation.xml" Id="R53eaee87e91c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a64845b0174844"/>
  </p:sldMasterIdLst>
  <p:notesMasterIdLst>
    <p:notesMasterId xmlns:r="http://schemas.openxmlformats.org/officeDocument/2006/relationships" r:id="Re73eca1b7fb4404f"/>
  </p:notesMasterIdLst>
  <p:sldIdLst>
    <p:sldId xmlns:r="http://schemas.openxmlformats.org/officeDocument/2006/relationships" id="256" r:id="Red13f13948124f13"/>
    <p:sldId xmlns:r="http://schemas.openxmlformats.org/officeDocument/2006/relationships" id="257" r:id="R6dc9b3d6a4ae4f05"/>
    <p:sldId xmlns:r="http://schemas.openxmlformats.org/officeDocument/2006/relationships" id="258" r:id="R04418d86eec54c18"/>
    <p:sldId xmlns:r="http://schemas.openxmlformats.org/officeDocument/2006/relationships" id="259" r:id="R23af95f92a1c44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c51b2135094595" /><Relationship Type="http://schemas.openxmlformats.org/officeDocument/2006/relationships/slideMaster" Target="/ppt/slideMasters/slideMaster1.xml" Id="Rb2a64845b0174844" /><Relationship Type="http://schemas.openxmlformats.org/officeDocument/2006/relationships/notesMaster" Target="/ppt/notesMasters/notesMaster1.xml" Id="Re73eca1b7fb4404f" /><Relationship Type="http://schemas.openxmlformats.org/officeDocument/2006/relationships/presProps" Target="/ppt/presProps.xml" Id="R46bd3c288d3940e0" /><Relationship Type="http://schemas.openxmlformats.org/officeDocument/2006/relationships/tableStyles" Target="/ppt/tableStyles.xml" Id="R8aea5a41983f4dd0" /><Relationship Type="http://schemas.openxmlformats.org/officeDocument/2006/relationships/slide" Target="/ppt/slides/slide1.xml" Id="Red13f13948124f13" /><Relationship Type="http://schemas.openxmlformats.org/officeDocument/2006/relationships/slide" Target="/ppt/slides/slide2.xml" Id="R6dc9b3d6a4ae4f05" /><Relationship Type="http://schemas.openxmlformats.org/officeDocument/2006/relationships/slide" Target="/ppt/slides/slide3.xml" Id="R04418d86eec54c18" /><Relationship Type="http://schemas.openxmlformats.org/officeDocument/2006/relationships/slide" Target="/ppt/slides/slide4.xml" Id="R23af95f92a1c44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bd76f910ba47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5427b855934039" /><Relationship Type="http://schemas.openxmlformats.org/officeDocument/2006/relationships/notesMaster" Target="/ppt/notesMasters/notesMaster1.xml" Id="R7cb2e799f8a2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fd68098ca44b22" /><Relationship Type="http://schemas.openxmlformats.org/officeDocument/2006/relationships/notesMaster" Target="/ppt/notesMasters/notesMaster1.xml" Id="Rb9ded96c71a745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5d824091f047cb" /><Relationship Type="http://schemas.openxmlformats.org/officeDocument/2006/relationships/notesMaster" Target="/ppt/notesMasters/notesMaster1.xml" Id="R12542da1a2c6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d851fe3d2c4640" /><Relationship Type="http://schemas.openxmlformats.org/officeDocument/2006/relationships/notesMaster" Target="/ppt/notesMasters/notesMaster1.xml" Id="R44535b8ab39d4e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87eaf4987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a310f88e874058" /><Relationship Type="http://schemas.openxmlformats.org/officeDocument/2006/relationships/slideLayout" Target="/ppt/slideLayouts/slideLayout1.xml" Id="R73393fdc8eb448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393fdc8eb448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214686c854493" /><Relationship Type="http://schemas.openxmlformats.org/officeDocument/2006/relationships/notesSlide" Target="/ppt/notesSlides/notesSlide1.xml" Id="Rb09ab2b7310a44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ff64bfebd49e5" /><Relationship Type="http://schemas.openxmlformats.org/officeDocument/2006/relationships/notesSlide" Target="/ppt/notesSlides/notesSlide2.xml" Id="Re7c9cae145e0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b763893f74dcd" /><Relationship Type="http://schemas.openxmlformats.org/officeDocument/2006/relationships/notesSlide" Target="/ppt/notesSlides/notesSlide3.xml" Id="Rd2ee8f43c66441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fdc347d2a44f1" /><Relationship Type="http://schemas.openxmlformats.org/officeDocument/2006/relationships/notesSlide" Target="/ppt/notesSlides/notesSlide4.xml" Id="R295a0d79b55243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72-1">
            <a:extLst xmlns:a="http://schemas.openxmlformats.org/drawingml/2006/main">
              <a:ext uri="{FF2B5EF4-FFF2-40B4-BE49-F238E27FC236}">
                <a16:creationId xmlns:a16="http://schemas.microsoft.com/office/drawing/2014/main" id="{ECE0AB06-AA3C-4BE3-9415-721126F9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72-1">
            <a:extLst xmlns:a="http://schemas.openxmlformats.org/drawingml/2006/main">
              <a:ext uri="{FF2B5EF4-FFF2-40B4-BE49-F238E27FC236}">
                <a16:creationId xmlns:a16="http://schemas.microsoft.com/office/drawing/2014/main" id="{EA194C99-3099-49FD-8CCC-FEED9B48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p03-full-001872</a:t>
            </a:r>
          </a:p>
        </p:txBody>
      </p:sp>
      <p:sp>
        <p:nvSpPr>
          <p:cNvPr id="3" name="qa-v2-r2-title-p03-full-001872-1">
            <a:extLst xmlns:a="http://schemas.openxmlformats.org/drawingml/2006/main">
              <a:ext uri="{FF2B5EF4-FFF2-40B4-BE49-F238E27FC236}">
                <a16:creationId xmlns:a16="http://schemas.microsoft.com/office/drawing/2014/main" id="{AE333CDE-BF9E-4674-9780-1A5AD85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872-1">
            <a:extLst xmlns:a="http://schemas.openxmlformats.org/drawingml/2006/main">
              <a:ext uri="{FF2B5EF4-FFF2-40B4-BE49-F238E27FC236}">
                <a16:creationId xmlns:a16="http://schemas.microsoft.com/office/drawing/2014/main" id="{B6AF2E66-8FCC-4955-B5CA-A8BFBE42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access review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threat models. The record treats RISK-031 on 2026-07-15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control applicability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p03-src-001872 is the declared source; p03-full-000004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859819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72-2">
            <a:extLst xmlns:a="http://schemas.openxmlformats.org/drawingml/2006/main">
              <a:ext uri="{FF2B5EF4-FFF2-40B4-BE49-F238E27FC236}">
                <a16:creationId xmlns:a16="http://schemas.microsoft.com/office/drawing/2014/main" id="{882E8AB9-333A-4181-B7E0-AC6EB2A0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72-2">
            <a:extLst xmlns:a="http://schemas.openxmlformats.org/drawingml/2006/main">
              <a:ext uri="{FF2B5EF4-FFF2-40B4-BE49-F238E27FC236}">
                <a16:creationId xmlns:a16="http://schemas.microsoft.com/office/drawing/2014/main" id="{69FBE921-7399-4310-9654-24195178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p03-full-001872</a:t>
            </a:r>
          </a:p>
        </p:txBody>
      </p:sp>
      <p:sp>
        <p:nvSpPr>
          <p:cNvPr id="3" name="qa-v2-r2-title-p03-full-001872-2">
            <a:extLst xmlns:a="http://schemas.openxmlformats.org/drawingml/2006/main">
              <a:ext uri="{FF2B5EF4-FFF2-40B4-BE49-F238E27FC236}">
                <a16:creationId xmlns:a16="http://schemas.microsoft.com/office/drawing/2014/main" id="{1FF6B0B0-973C-464B-B370-C68A960E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872-2">
            <a:extLst xmlns:a="http://schemas.openxmlformats.org/drawingml/2006/main">
              <a:ext uri="{FF2B5EF4-FFF2-40B4-BE49-F238E27FC236}">
                <a16:creationId xmlns:a16="http://schemas.microsoft.com/office/drawing/2014/main" id="{914C293E-184A-445C-AF5E-69A61BE1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recalculate the stated role-review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population and test whether its denominators remain intact.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record-to-decision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136359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72-3">
            <a:extLst xmlns:a="http://schemas.openxmlformats.org/drawingml/2006/main">
              <a:ext uri="{FF2B5EF4-FFF2-40B4-BE49-F238E27FC236}">
                <a16:creationId xmlns:a16="http://schemas.microsoft.com/office/drawing/2014/main" id="{B5E787A8-51EC-4C7E-A75F-9418DED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72-3">
            <a:extLst xmlns:a="http://schemas.openxmlformats.org/drawingml/2006/main">
              <a:ext uri="{FF2B5EF4-FFF2-40B4-BE49-F238E27FC236}">
                <a16:creationId xmlns:a16="http://schemas.microsoft.com/office/drawing/2014/main" id="{C6A56041-9739-402E-B885-64441A7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p03-full-001872</a:t>
            </a:r>
          </a:p>
        </p:txBody>
      </p:sp>
      <p:sp>
        <p:nvSpPr>
          <p:cNvPr id="3" name="qa-v2-r2-title-p03-full-001872-3">
            <a:extLst xmlns:a="http://schemas.openxmlformats.org/drawingml/2006/main">
              <a:ext uri="{FF2B5EF4-FFF2-40B4-BE49-F238E27FC236}">
                <a16:creationId xmlns:a16="http://schemas.microsoft.com/office/drawing/2014/main" id="{0033174C-3C38-433C-B268-4274635C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872-3">
            <a:extLst xmlns:a="http://schemas.openxmlformats.org/drawingml/2006/main">
              <a:ext uri="{FF2B5EF4-FFF2-40B4-BE49-F238E27FC236}">
                <a16:creationId xmlns:a16="http://schemas.microsoft.com/office/drawing/2014/main" id="{DBB942C1-30F0-423B-A14B-022F8392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bounded rationale;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875380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872-4">
            <a:extLst xmlns:a="http://schemas.openxmlformats.org/drawingml/2006/main">
              <a:ext uri="{FF2B5EF4-FFF2-40B4-BE49-F238E27FC236}">
                <a16:creationId xmlns:a16="http://schemas.microsoft.com/office/drawing/2014/main" id="{13CE0C09-DF42-45B8-ABE5-D8FFAE0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872-4">
            <a:extLst xmlns:a="http://schemas.openxmlformats.org/drawingml/2006/main">
              <a:ext uri="{FF2B5EF4-FFF2-40B4-BE49-F238E27FC236}">
                <a16:creationId xmlns:a16="http://schemas.microsoft.com/office/drawing/2014/main" id="{F67503B8-CA45-4F22-A71F-901B2E75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p03-full-001872</a:t>
            </a:r>
          </a:p>
        </p:txBody>
      </p:sp>
      <p:sp>
        <p:nvSpPr>
          <p:cNvPr id="3" name="qa-v2-r2-title-p03-full-001872-4">
            <a:extLst xmlns:a="http://schemas.openxmlformats.org/drawingml/2006/main">
              <a:ext uri="{FF2B5EF4-FFF2-40B4-BE49-F238E27FC236}">
                <a16:creationId xmlns:a16="http://schemas.microsoft.com/office/drawing/2014/main" id="{DF00F216-EA40-4A9C-AA98-3D8234C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1872-4">
            <a:extLst xmlns:a="http://schemas.openxmlformats.org/drawingml/2006/main">
              <a:ext uri="{FF2B5EF4-FFF2-40B4-BE49-F238E27FC236}">
                <a16:creationId xmlns:a16="http://schemas.microsoft.com/office/drawing/2014/main" id="{3A7307D6-BE39-43EC-9854-1930E9A3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p03-full-000004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applicability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875380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2026-08-25T12:46:22.0270000Z</dcterms:created>
  <dcterms:modified xsi:type="dcterms:W3CDTF">2026-08-25T12:46:22.0270000Z</dcterms:modified>
</coreProperties>
</file>