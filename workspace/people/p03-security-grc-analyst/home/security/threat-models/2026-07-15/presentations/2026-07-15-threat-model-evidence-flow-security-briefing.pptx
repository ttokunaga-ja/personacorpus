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0a88e4a18a4c3e" /><Relationship Type="http://schemas.openxmlformats.org/officeDocument/2006/relationships/extended-properties" Target="/docProps/app.xml" Id="Re2229c497a394f0e" /><Relationship Type="http://schemas.openxmlformats.org/officeDocument/2006/relationships/officeDocument" Target="/ppt/presentation.xml" Id="R32d7edda4912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dae799cb242c1"/>
  </p:sldMasterIdLst>
  <p:notesMasterIdLst>
    <p:notesMasterId xmlns:r="http://schemas.openxmlformats.org/officeDocument/2006/relationships" r:id="Rbb4375b4597a487a"/>
  </p:notesMasterIdLst>
  <p:sldIdLst>
    <p:sldId xmlns:r="http://schemas.openxmlformats.org/officeDocument/2006/relationships" id="256" r:id="Rfb04f17b0d4f4c3c"/>
    <p:sldId xmlns:r="http://schemas.openxmlformats.org/officeDocument/2006/relationships" id="257" r:id="Rb605d7685add45ea"/>
    <p:sldId xmlns:r="http://schemas.openxmlformats.org/officeDocument/2006/relationships" id="258" r:id="R913c8c9ab32e48be"/>
    <p:sldId xmlns:r="http://schemas.openxmlformats.org/officeDocument/2006/relationships" id="259" r:id="Rba2f78dba4d143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51ff629782464d" /><Relationship Type="http://schemas.openxmlformats.org/officeDocument/2006/relationships/slideMaster" Target="/ppt/slideMasters/slideMaster1.xml" Id="R41fdae799cb242c1" /><Relationship Type="http://schemas.openxmlformats.org/officeDocument/2006/relationships/notesMaster" Target="/ppt/notesMasters/notesMaster1.xml" Id="Rbb4375b4597a487a" /><Relationship Type="http://schemas.openxmlformats.org/officeDocument/2006/relationships/presProps" Target="/ppt/presProps.xml" Id="R74b4619d8b1d4194" /><Relationship Type="http://schemas.openxmlformats.org/officeDocument/2006/relationships/tableStyles" Target="/ppt/tableStyles.xml" Id="R100ec77da54240b9" /><Relationship Type="http://schemas.openxmlformats.org/officeDocument/2006/relationships/slide" Target="/ppt/slides/slide1.xml" Id="Rfb04f17b0d4f4c3c" /><Relationship Type="http://schemas.openxmlformats.org/officeDocument/2006/relationships/slide" Target="/ppt/slides/slide2.xml" Id="Rb605d7685add45ea" /><Relationship Type="http://schemas.openxmlformats.org/officeDocument/2006/relationships/slide" Target="/ppt/slides/slide3.xml" Id="R913c8c9ab32e48be" /><Relationship Type="http://schemas.openxmlformats.org/officeDocument/2006/relationships/slide" Target="/ppt/slides/slide4.xml" Id="Rba2f78dba4d1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d05f82ff90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5e91976ce4b47" /><Relationship Type="http://schemas.openxmlformats.org/officeDocument/2006/relationships/notesMaster" Target="/ppt/notesMasters/notesMaster1.xml" Id="R5ae23ce212f2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8551bdbb2446a" /><Relationship Type="http://schemas.openxmlformats.org/officeDocument/2006/relationships/notesMaster" Target="/ppt/notesMasters/notesMaster1.xml" Id="Rc004a9faa39543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ce2a42da44f12" /><Relationship Type="http://schemas.openxmlformats.org/officeDocument/2006/relationships/notesMaster" Target="/ppt/notesMasters/notesMaster1.xml" Id="R522b4ef00c2849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ce70b4a32479a" /><Relationship Type="http://schemas.openxmlformats.org/officeDocument/2006/relationships/notesMaster" Target="/ppt/notesMasters/notesMaster1.xml" Id="Rd1802d391b3d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878a89da2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f88180505c48a2" /><Relationship Type="http://schemas.openxmlformats.org/officeDocument/2006/relationships/slideLayout" Target="/ppt/slideLayouts/slideLayout1.xml" Id="R282f667e444246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f667e444246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1644a300242e8" /><Relationship Type="http://schemas.openxmlformats.org/officeDocument/2006/relationships/notesSlide" Target="/ppt/notesSlides/notesSlide1.xml" Id="R32ae8717778d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fac21084b49cd" /><Relationship Type="http://schemas.openxmlformats.org/officeDocument/2006/relationships/notesSlide" Target="/ppt/notesSlides/notesSlide2.xml" Id="R218959348586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6ba2ac4da4030" /><Relationship Type="http://schemas.openxmlformats.org/officeDocument/2006/relationships/notesSlide" Target="/ppt/notesSlides/notesSlide3.xml" Id="Rd2ada8c64223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6b39995047d5" /><Relationship Type="http://schemas.openxmlformats.org/officeDocument/2006/relationships/notesSlide" Target="/ppt/notesSlides/notesSlide4.xml" Id="R14f9d68f8c80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74-1">
            <a:extLst xmlns:a="http://schemas.openxmlformats.org/drawingml/2006/main">
              <a:ext uri="{FF2B5EF4-FFF2-40B4-BE49-F238E27FC236}">
                <a16:creationId xmlns:a16="http://schemas.microsoft.com/office/drawing/2014/main" id="{E3731F17-AE2A-46FB-AE4E-D9A6D71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74-1">
            <a:extLst xmlns:a="http://schemas.openxmlformats.org/drawingml/2006/main">
              <a:ext uri="{FF2B5EF4-FFF2-40B4-BE49-F238E27FC236}">
                <a16:creationId xmlns:a16="http://schemas.microsoft.com/office/drawing/2014/main" id="{AB5EF1EC-703B-489B-859B-786CFF5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p03-full-002674</a:t>
            </a:r>
          </a:p>
        </p:txBody>
      </p:sp>
      <p:sp>
        <p:nvSpPr>
          <p:cNvPr id="3" name="qa-v2-r2-title-p03-full-002674-1">
            <a:extLst xmlns:a="http://schemas.openxmlformats.org/drawingml/2006/main">
              <a:ext uri="{FF2B5EF4-FFF2-40B4-BE49-F238E27FC236}">
                <a16:creationId xmlns:a16="http://schemas.microsoft.com/office/drawing/2014/main" id="{F361C7DA-98CE-46CE-8883-AED0AD2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674-1">
            <a:extLst xmlns:a="http://schemas.openxmlformats.org/drawingml/2006/main">
              <a:ext uri="{FF2B5EF4-FFF2-40B4-BE49-F238E27FC236}">
                <a16:creationId xmlns:a16="http://schemas.microsoft.com/office/drawing/2014/main" id="{D9233C0A-F8E9-454E-9EED-F060481F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p03-src-002674; p03-full-000965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reviewer accountability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236076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74-2">
            <a:extLst xmlns:a="http://schemas.openxmlformats.org/drawingml/2006/main">
              <a:ext uri="{FF2B5EF4-FFF2-40B4-BE49-F238E27FC236}">
                <a16:creationId xmlns:a16="http://schemas.microsoft.com/office/drawing/2014/main" id="{59E12146-68EF-4397-98CC-C82BD41F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74-2">
            <a:extLst xmlns:a="http://schemas.openxmlformats.org/drawingml/2006/main">
              <a:ext uri="{FF2B5EF4-FFF2-40B4-BE49-F238E27FC236}">
                <a16:creationId xmlns:a16="http://schemas.microsoft.com/office/drawing/2014/main" id="{F60B5E5F-E136-45C9-9B10-86389C97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p03-full-002674</a:t>
            </a:r>
          </a:p>
        </p:txBody>
      </p:sp>
      <p:sp>
        <p:nvSpPr>
          <p:cNvPr id="3" name="qa-v2-r2-title-p03-full-002674-2">
            <a:extLst xmlns:a="http://schemas.openxmlformats.org/drawingml/2006/main">
              <a:ext uri="{FF2B5EF4-FFF2-40B4-BE49-F238E27FC236}">
                <a16:creationId xmlns:a16="http://schemas.microsoft.com/office/drawing/2014/main" id="{56AFCF59-3BA9-4815-8981-7E044025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674-2">
            <a:extLst xmlns:a="http://schemas.openxmlformats.org/drawingml/2006/main">
              <a:ext uri="{FF2B5EF4-FFF2-40B4-BE49-F238E27FC236}">
                <a16:creationId xmlns:a16="http://schemas.microsoft.com/office/drawing/2014/main" id="{48F9A2B8-1283-438A-83C1-354E56DD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test whether the supplied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supports the residual risk label without introducing a new incident.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218179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74-3">
            <a:extLst xmlns:a="http://schemas.openxmlformats.org/drawingml/2006/main">
              <a:ext uri="{FF2B5EF4-FFF2-40B4-BE49-F238E27FC236}">
                <a16:creationId xmlns:a16="http://schemas.microsoft.com/office/drawing/2014/main" id="{7F064142-88B9-4687-8B90-9C43061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74-3">
            <a:extLst xmlns:a="http://schemas.openxmlformats.org/drawingml/2006/main">
              <a:ext uri="{FF2B5EF4-FFF2-40B4-BE49-F238E27FC236}">
                <a16:creationId xmlns:a16="http://schemas.microsoft.com/office/drawing/2014/main" id="{B91E68D3-2B93-45D9-BDC8-1EB24199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p03-full-002674</a:t>
            </a:r>
          </a:p>
        </p:txBody>
      </p:sp>
      <p:sp>
        <p:nvSpPr>
          <p:cNvPr id="3" name="qa-v2-r2-title-p03-full-002674-3">
            <a:extLst xmlns:a="http://schemas.openxmlformats.org/drawingml/2006/main">
              <a:ext uri="{FF2B5EF4-FFF2-40B4-BE49-F238E27FC236}">
                <a16:creationId xmlns:a16="http://schemas.microsoft.com/office/drawing/2014/main" id="{75FBCB2C-153B-4BE5-8024-52D5BA1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674-3">
            <a:extLst xmlns:a="http://schemas.openxmlformats.org/drawingml/2006/main">
              <a:ext uri="{FF2B5EF4-FFF2-40B4-BE49-F238E27FC236}">
                <a16:creationId xmlns:a16="http://schemas.microsoft.com/office/drawing/2014/main" id="{FDBB497C-DFF8-4A4A-8E6E-0FD56A77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60831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74-4">
            <a:extLst xmlns:a="http://schemas.openxmlformats.org/drawingml/2006/main">
              <a:ext uri="{FF2B5EF4-FFF2-40B4-BE49-F238E27FC236}">
                <a16:creationId xmlns:a16="http://schemas.microsoft.com/office/drawing/2014/main" id="{F83AB6F5-F94B-4383-9777-4CD85FB8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74-4">
            <a:extLst xmlns:a="http://schemas.openxmlformats.org/drawingml/2006/main">
              <a:ext uri="{FF2B5EF4-FFF2-40B4-BE49-F238E27FC236}">
                <a16:creationId xmlns:a16="http://schemas.microsoft.com/office/drawing/2014/main" id="{BD1A8303-F722-40E8-9C93-D7DDC3F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p03-full-002674</a:t>
            </a:r>
          </a:p>
        </p:txBody>
      </p:sp>
      <p:sp>
        <p:nvSpPr>
          <p:cNvPr id="3" name="qa-v2-r2-title-p03-full-002674-4">
            <a:extLst xmlns:a="http://schemas.openxmlformats.org/drawingml/2006/main">
              <a:ext uri="{FF2B5EF4-FFF2-40B4-BE49-F238E27FC236}">
                <a16:creationId xmlns:a16="http://schemas.microsoft.com/office/drawing/2014/main" id="{845C216C-DAEF-4C36-9856-0EB4FBC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674-4">
            <a:extLst xmlns:a="http://schemas.openxmlformats.org/drawingml/2006/main">
              <a:ext uri="{FF2B5EF4-FFF2-40B4-BE49-F238E27FC236}">
                <a16:creationId xmlns:a16="http://schemas.microsoft.com/office/drawing/2014/main" id="{2198B4A9-2C8C-4911-8887-32D7C13B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p03-src-002674 with p03-full-000965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reviewer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60831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2026-08-25T12:46:43.4220000Z</dcterms:created>
  <dcterms:modified xsi:type="dcterms:W3CDTF">2026-08-25T12:46:43.4220000Z</dcterms:modified>
</coreProperties>
</file>