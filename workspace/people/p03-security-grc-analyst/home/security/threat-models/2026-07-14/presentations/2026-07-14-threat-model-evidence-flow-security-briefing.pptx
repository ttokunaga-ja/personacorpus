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8af6e1b6c04b31" /><Relationship Type="http://schemas.openxmlformats.org/officeDocument/2006/relationships/extended-properties" Target="/docProps/app.xml" Id="Rc4041555647846b1" /><Relationship Type="http://schemas.openxmlformats.org/officeDocument/2006/relationships/officeDocument" Target="/ppt/presentation.xml" Id="R9da87176f462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f10ba1d5e84a47"/>
  </p:sldMasterIdLst>
  <p:notesMasterIdLst>
    <p:notesMasterId xmlns:r="http://schemas.openxmlformats.org/officeDocument/2006/relationships" r:id="R400655f198374304"/>
  </p:notesMasterIdLst>
  <p:sldIdLst>
    <p:sldId xmlns:r="http://schemas.openxmlformats.org/officeDocument/2006/relationships" id="256" r:id="R149cd4092a4a4d0a"/>
    <p:sldId xmlns:r="http://schemas.openxmlformats.org/officeDocument/2006/relationships" id="257" r:id="R32b4c19791b843bc"/>
    <p:sldId xmlns:r="http://schemas.openxmlformats.org/officeDocument/2006/relationships" id="258" r:id="Radeaad8f6c4244f1"/>
    <p:sldId xmlns:r="http://schemas.openxmlformats.org/officeDocument/2006/relationships" id="259" r:id="R03c189d4eec540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38a13218640b0" /><Relationship Type="http://schemas.openxmlformats.org/officeDocument/2006/relationships/slideMaster" Target="/ppt/slideMasters/slideMaster1.xml" Id="R51f10ba1d5e84a47" /><Relationship Type="http://schemas.openxmlformats.org/officeDocument/2006/relationships/notesMaster" Target="/ppt/notesMasters/notesMaster1.xml" Id="R400655f198374304" /><Relationship Type="http://schemas.openxmlformats.org/officeDocument/2006/relationships/presProps" Target="/ppt/presProps.xml" Id="Rcd009dc873c14178" /><Relationship Type="http://schemas.openxmlformats.org/officeDocument/2006/relationships/tableStyles" Target="/ppt/tableStyles.xml" Id="R14a60373a4784391" /><Relationship Type="http://schemas.openxmlformats.org/officeDocument/2006/relationships/slide" Target="/ppt/slides/slide1.xml" Id="R149cd4092a4a4d0a" /><Relationship Type="http://schemas.openxmlformats.org/officeDocument/2006/relationships/slide" Target="/ppt/slides/slide2.xml" Id="R32b4c19791b843bc" /><Relationship Type="http://schemas.openxmlformats.org/officeDocument/2006/relationships/slide" Target="/ppt/slides/slide3.xml" Id="Radeaad8f6c4244f1" /><Relationship Type="http://schemas.openxmlformats.org/officeDocument/2006/relationships/slide" Target="/ppt/slides/slide4.xml" Id="R03c189d4eec5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c27d2e392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f23dda9ed4e2b" /><Relationship Type="http://schemas.openxmlformats.org/officeDocument/2006/relationships/notesMaster" Target="/ppt/notesMasters/notesMaster1.xml" Id="R1209e884ae7844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e14d5cb8094539" /><Relationship Type="http://schemas.openxmlformats.org/officeDocument/2006/relationships/notesMaster" Target="/ppt/notesMasters/notesMaster1.xml" Id="R2f18a808b51545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7d718af864cfe" /><Relationship Type="http://schemas.openxmlformats.org/officeDocument/2006/relationships/notesMaster" Target="/ppt/notesMasters/notesMaster1.xml" Id="Rb1b78a6dab6042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f812a420341fd" /><Relationship Type="http://schemas.openxmlformats.org/officeDocument/2006/relationships/notesMaster" Target="/ppt/notesMasters/notesMaster1.xml" Id="R64cec3f1c449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411ada14440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abef7b5be435a" /><Relationship Type="http://schemas.openxmlformats.org/officeDocument/2006/relationships/slideLayout" Target="/ppt/slideLayouts/slideLayout1.xml" Id="R73c2a5b0e2a241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c2a5b0e2a241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84446bbe4798" /><Relationship Type="http://schemas.openxmlformats.org/officeDocument/2006/relationships/notesSlide" Target="/ppt/notesSlides/notesSlide1.xml" Id="Rbe86d89ff088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fb801416b4e8c" /><Relationship Type="http://schemas.openxmlformats.org/officeDocument/2006/relationships/notesSlide" Target="/ppt/notesSlides/notesSlide2.xml" Id="R9e51b900ae5b41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84cdba7c74e00" /><Relationship Type="http://schemas.openxmlformats.org/officeDocument/2006/relationships/notesSlide" Target="/ppt/notesSlides/notesSlide3.xml" Id="R350ea756eb5a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4957890cf45af" /><Relationship Type="http://schemas.openxmlformats.org/officeDocument/2006/relationships/notesSlide" Target="/ppt/notesSlides/notesSlide4.xml" Id="R78828effe5854e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74-1">
            <a:extLst xmlns:a="http://schemas.openxmlformats.org/drawingml/2006/main">
              <a:ext uri="{FF2B5EF4-FFF2-40B4-BE49-F238E27FC236}">
                <a16:creationId xmlns:a16="http://schemas.microsoft.com/office/drawing/2014/main" id="{D5A944DE-C881-43A0-9C88-5C46A447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74-1">
            <a:extLst xmlns:a="http://schemas.openxmlformats.org/drawingml/2006/main">
              <a:ext uri="{FF2B5EF4-FFF2-40B4-BE49-F238E27FC236}">
                <a16:creationId xmlns:a16="http://schemas.microsoft.com/office/drawing/2014/main" id="{9F8118AB-637B-44DD-A21C-2F5A11E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p03-full-003474</a:t>
            </a:r>
          </a:p>
        </p:txBody>
      </p:sp>
      <p:sp>
        <p:nvSpPr>
          <p:cNvPr id="3" name="qa-v2-r2-title-p03-full-003474-1">
            <a:extLst xmlns:a="http://schemas.openxmlformats.org/drawingml/2006/main">
              <a:ext uri="{FF2B5EF4-FFF2-40B4-BE49-F238E27FC236}">
                <a16:creationId xmlns:a16="http://schemas.microsoft.com/office/drawing/2014/main" id="{E27BA404-F25C-4125-9F34-EAAB0F4F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474-1">
            <a:extLst xmlns:a="http://schemas.openxmlformats.org/drawingml/2006/main">
              <a:ext uri="{FF2B5EF4-FFF2-40B4-BE49-F238E27FC236}">
                <a16:creationId xmlns:a16="http://schemas.microsoft.com/office/drawing/2014/main" id="{A8AF98FF-5008-4B89-87CB-447AA5D2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p03-src-003474; p03-full-000607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937282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74-2">
            <a:extLst xmlns:a="http://schemas.openxmlformats.org/drawingml/2006/main">
              <a:ext uri="{FF2B5EF4-FFF2-40B4-BE49-F238E27FC236}">
                <a16:creationId xmlns:a16="http://schemas.microsoft.com/office/drawing/2014/main" id="{B2AA15FA-7834-4709-A6F9-2163BF1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74-2">
            <a:extLst xmlns:a="http://schemas.openxmlformats.org/drawingml/2006/main">
              <a:ext uri="{FF2B5EF4-FFF2-40B4-BE49-F238E27FC236}">
                <a16:creationId xmlns:a16="http://schemas.microsoft.com/office/drawing/2014/main" id="{23EA877F-9879-4AB1-834E-2F55DD4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p03-full-003474</a:t>
            </a:r>
          </a:p>
        </p:txBody>
      </p:sp>
      <p:sp>
        <p:nvSpPr>
          <p:cNvPr id="3" name="qa-v2-r2-title-p03-full-003474-2">
            <a:extLst xmlns:a="http://schemas.openxmlformats.org/drawingml/2006/main">
              <a:ext uri="{FF2B5EF4-FFF2-40B4-BE49-F238E27FC236}">
                <a16:creationId xmlns:a16="http://schemas.microsoft.com/office/drawing/2014/main" id="{BB0D2ECC-A5A0-4DF8-8F06-32276DB1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474-2">
            <a:extLst xmlns:a="http://schemas.openxmlformats.org/drawingml/2006/main">
              <a:ext uri="{FF2B5EF4-FFF2-40B4-BE49-F238E27FC236}">
                <a16:creationId xmlns:a16="http://schemas.microsoft.com/office/drawing/2014/main" id="{5438E738-01C3-40A1-BA12-C9FF4E7C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separate AC-27 evidence assertions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from claims about wider platforms or live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567241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74-3">
            <a:extLst xmlns:a="http://schemas.openxmlformats.org/drawingml/2006/main">
              <a:ext uri="{FF2B5EF4-FFF2-40B4-BE49-F238E27FC236}">
                <a16:creationId xmlns:a16="http://schemas.microsoft.com/office/drawing/2014/main" id="{63EB77AF-8D7B-48E2-ACE1-EB5CC98A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74-3">
            <a:extLst xmlns:a="http://schemas.openxmlformats.org/drawingml/2006/main">
              <a:ext uri="{FF2B5EF4-FFF2-40B4-BE49-F238E27FC236}">
                <a16:creationId xmlns:a16="http://schemas.microsoft.com/office/drawing/2014/main" id="{DAD722A2-93CD-4647-8B12-A180BDDF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p03-full-003474</a:t>
            </a:r>
          </a:p>
        </p:txBody>
      </p:sp>
      <p:sp>
        <p:nvSpPr>
          <p:cNvPr id="3" name="qa-v2-r2-title-p03-full-003474-3">
            <a:extLst xmlns:a="http://schemas.openxmlformats.org/drawingml/2006/main">
              <a:ext uri="{FF2B5EF4-FFF2-40B4-BE49-F238E27FC236}">
                <a16:creationId xmlns:a16="http://schemas.microsoft.com/office/drawing/2014/main" id="{EE22474F-5E11-4EF6-A043-818BFFA0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474-3">
            <a:extLst xmlns:a="http://schemas.openxmlformats.org/drawingml/2006/main">
              <a:ext uri="{FF2B5EF4-FFF2-40B4-BE49-F238E27FC236}">
                <a16:creationId xmlns:a16="http://schemas.microsoft.com/office/drawing/2014/main" id="{44E6670F-630E-4695-96B7-C40C4A2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447670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474-4">
            <a:extLst xmlns:a="http://schemas.openxmlformats.org/drawingml/2006/main">
              <a:ext uri="{FF2B5EF4-FFF2-40B4-BE49-F238E27FC236}">
                <a16:creationId xmlns:a16="http://schemas.microsoft.com/office/drawing/2014/main" id="{601167E1-D266-4135-A0DF-8B1BBD62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474-4">
            <a:extLst xmlns:a="http://schemas.openxmlformats.org/drawingml/2006/main">
              <a:ext uri="{FF2B5EF4-FFF2-40B4-BE49-F238E27FC236}">
                <a16:creationId xmlns:a16="http://schemas.microsoft.com/office/drawing/2014/main" id="{DD85C734-44BC-4A2A-BC1A-42BDA8EB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p03-full-003474</a:t>
            </a:r>
          </a:p>
        </p:txBody>
      </p:sp>
      <p:sp>
        <p:nvSpPr>
          <p:cNvPr id="3" name="qa-v2-r2-title-p03-full-003474-4">
            <a:extLst xmlns:a="http://schemas.openxmlformats.org/drawingml/2006/main">
              <a:ext uri="{FF2B5EF4-FFF2-40B4-BE49-F238E27FC236}">
                <a16:creationId xmlns:a16="http://schemas.microsoft.com/office/drawing/2014/main" id="{6FD44069-8A52-449A-AB45-CCC478B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474-4">
            <a:extLst xmlns:a="http://schemas.openxmlformats.org/drawingml/2006/main">
              <a:ext uri="{FF2B5EF4-FFF2-40B4-BE49-F238E27FC236}">
                <a16:creationId xmlns:a16="http://schemas.microsoft.com/office/drawing/2014/main" id="{3C73819C-39A1-4D40-B826-E4DBA3DA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p03-src-003474 with p03-full-000607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assessment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447670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2026-08-25T12:44:56.5150000Z</dcterms:created>
  <dcterms:modified xsi:type="dcterms:W3CDTF">2026-08-25T12:44:56.5150000Z</dcterms:modified>
</coreProperties>
</file>