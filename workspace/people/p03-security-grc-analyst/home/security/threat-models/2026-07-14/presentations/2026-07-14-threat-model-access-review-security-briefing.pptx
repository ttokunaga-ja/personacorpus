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e0997a4de74872" /><Relationship Type="http://schemas.openxmlformats.org/officeDocument/2006/relationships/extended-properties" Target="/docProps/app.xml" Id="R6050b5826d5c4269" /><Relationship Type="http://schemas.openxmlformats.org/officeDocument/2006/relationships/officeDocument" Target="/ppt/presentation.xml" Id="R445608703f7e43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67ba689d394b14"/>
  </p:sldMasterIdLst>
  <p:notesMasterIdLst>
    <p:notesMasterId xmlns:r="http://schemas.openxmlformats.org/officeDocument/2006/relationships" r:id="Rc22647b65fcd4206"/>
  </p:notesMasterIdLst>
  <p:sldIdLst>
    <p:sldId xmlns:r="http://schemas.openxmlformats.org/officeDocument/2006/relationships" id="256" r:id="R2ebbdda106fd4773"/>
    <p:sldId xmlns:r="http://schemas.openxmlformats.org/officeDocument/2006/relationships" id="257" r:id="Ref80bdf0c4d54894"/>
    <p:sldId xmlns:r="http://schemas.openxmlformats.org/officeDocument/2006/relationships" id="258" r:id="R29173b69d54c4505"/>
    <p:sldId xmlns:r="http://schemas.openxmlformats.org/officeDocument/2006/relationships" id="259" r:id="Re2376af73f844f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8f014b6f1c4e1e" /><Relationship Type="http://schemas.openxmlformats.org/officeDocument/2006/relationships/slideMaster" Target="/ppt/slideMasters/slideMaster1.xml" Id="R7e67ba689d394b14" /><Relationship Type="http://schemas.openxmlformats.org/officeDocument/2006/relationships/notesMaster" Target="/ppt/notesMasters/notesMaster1.xml" Id="Rc22647b65fcd4206" /><Relationship Type="http://schemas.openxmlformats.org/officeDocument/2006/relationships/presProps" Target="/ppt/presProps.xml" Id="Rb92e05851cfa48b7" /><Relationship Type="http://schemas.openxmlformats.org/officeDocument/2006/relationships/tableStyles" Target="/ppt/tableStyles.xml" Id="R3537bdf070594ac8" /><Relationship Type="http://schemas.openxmlformats.org/officeDocument/2006/relationships/slide" Target="/ppt/slides/slide1.xml" Id="R2ebbdda106fd4773" /><Relationship Type="http://schemas.openxmlformats.org/officeDocument/2006/relationships/slide" Target="/ppt/slides/slide2.xml" Id="Ref80bdf0c4d54894" /><Relationship Type="http://schemas.openxmlformats.org/officeDocument/2006/relationships/slide" Target="/ppt/slides/slide3.xml" Id="R29173b69d54c4505" /><Relationship Type="http://schemas.openxmlformats.org/officeDocument/2006/relationships/slide" Target="/ppt/slides/slide4.xml" Id="Re2376af73f844f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41dee402ef43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13ce221ccf45ea" /><Relationship Type="http://schemas.openxmlformats.org/officeDocument/2006/relationships/notesMaster" Target="/ppt/notesMasters/notesMaster1.xml" Id="R70386918a9f740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a24fb085bd42f9" /><Relationship Type="http://schemas.openxmlformats.org/officeDocument/2006/relationships/notesMaster" Target="/ppt/notesMasters/notesMaster1.xml" Id="R62efa7a2642748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79943815da42c2" /><Relationship Type="http://schemas.openxmlformats.org/officeDocument/2006/relationships/notesMaster" Target="/ppt/notesMasters/notesMaster1.xml" Id="Rfc693a84a1e74d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40e422f8b54f1e" /><Relationship Type="http://schemas.openxmlformats.org/officeDocument/2006/relationships/notesMaster" Target="/ppt/notesMasters/notesMaster1.xml" Id="R89eff9aca1b046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p03-full-000265;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775f221614c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df12cd17ec4dbb" /><Relationship Type="http://schemas.openxmlformats.org/officeDocument/2006/relationships/slideLayout" Target="/ppt/slideLayouts/slideLayout1.xml" Id="R1b4846a84e464c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4846a84e464c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80babaccc4ffb" /><Relationship Type="http://schemas.openxmlformats.org/officeDocument/2006/relationships/notesSlide" Target="/ppt/notesSlides/notesSlide1.xml" Id="Rdc44e01a60f347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144756e20486f" /><Relationship Type="http://schemas.openxmlformats.org/officeDocument/2006/relationships/notesSlide" Target="/ppt/notesSlides/notesSlide2.xml" Id="Rdc1af24dc5ae44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8149447074416" /><Relationship Type="http://schemas.openxmlformats.org/officeDocument/2006/relationships/notesSlide" Target="/ppt/notesSlides/notesSlide3.xml" Id="Rbcb158dad59d4a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d146d63a84cb3" /><Relationship Type="http://schemas.openxmlformats.org/officeDocument/2006/relationships/notesSlide" Target="/ppt/notesSlides/notesSlide4.xml" Id="R9c33a52a38f84b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876-1">
            <a:extLst xmlns:a="http://schemas.openxmlformats.org/drawingml/2006/main">
              <a:ext uri="{FF2B5EF4-FFF2-40B4-BE49-F238E27FC236}">
                <a16:creationId xmlns:a16="http://schemas.microsoft.com/office/drawing/2014/main" id="{068DCA91-EA71-4AF4-8A11-C8E219C7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876-1">
            <a:extLst xmlns:a="http://schemas.openxmlformats.org/drawingml/2006/main">
              <a:ext uri="{FF2B5EF4-FFF2-40B4-BE49-F238E27FC236}">
                <a16:creationId xmlns:a16="http://schemas.microsoft.com/office/drawing/2014/main" id="{4CC03AF6-5167-4177-943D-222D2B88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p03-full-004876</a:t>
            </a:r>
          </a:p>
        </p:txBody>
      </p:sp>
      <p:sp>
        <p:nvSpPr>
          <p:cNvPr id="3" name="qa-v2-r2-title-p03-full-004876-1">
            <a:extLst xmlns:a="http://schemas.openxmlformats.org/drawingml/2006/main">
              <a:ext uri="{FF2B5EF4-FFF2-40B4-BE49-F238E27FC236}">
                <a16:creationId xmlns:a16="http://schemas.microsoft.com/office/drawing/2014/main" id="{AB227390-9891-43B1-8093-C25CF973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4876-1">
            <a:extLst xmlns:a="http://schemas.openxmlformats.org/drawingml/2006/main">
              <a:ext uri="{FF2B5EF4-FFF2-40B4-BE49-F238E27FC236}">
                <a16:creationId xmlns:a16="http://schemas.microsoft.com/office/drawing/2014/main" id="{E33FD72F-2DB2-41A9-9D47-1BCD1D45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threat model access review security briefing within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threat models. The record treats RISK-031 on 2026-07-14 as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reviewer accountability question focused on ownership, approval boundaries,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p03-src-004876 is the declared source; p03-full-000265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7711731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876-2">
            <a:extLst xmlns:a="http://schemas.openxmlformats.org/drawingml/2006/main">
              <a:ext uri="{FF2B5EF4-FFF2-40B4-BE49-F238E27FC236}">
                <a16:creationId xmlns:a16="http://schemas.microsoft.com/office/drawing/2014/main" id="{8EF19AEE-2CEA-4CA3-9DE8-8E74FA6B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876-2">
            <a:extLst xmlns:a="http://schemas.openxmlformats.org/drawingml/2006/main">
              <a:ext uri="{FF2B5EF4-FFF2-40B4-BE49-F238E27FC236}">
                <a16:creationId xmlns:a16="http://schemas.microsoft.com/office/drawing/2014/main" id="{C1C7A43F-27FD-498B-87D4-B508EA75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p03-full-004876</a:t>
            </a:r>
          </a:p>
        </p:txBody>
      </p:sp>
      <p:sp>
        <p:nvSpPr>
          <p:cNvPr id="3" name="qa-v2-r2-title-p03-full-004876-2">
            <a:extLst xmlns:a="http://schemas.openxmlformats.org/drawingml/2006/main">
              <a:ext uri="{FF2B5EF4-FFF2-40B4-BE49-F238E27FC236}">
                <a16:creationId xmlns:a16="http://schemas.microsoft.com/office/drawing/2014/main" id="{CB7ABACD-AE4A-42B2-A776-CBFC6797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4876-2">
            <a:extLst xmlns:a="http://schemas.openxmlformats.org/drawingml/2006/main">
              <a:ext uri="{FF2B5EF4-FFF2-40B4-BE49-F238E27FC236}">
                <a16:creationId xmlns:a16="http://schemas.microsoft.com/office/drawing/2014/main" id="{DFCEB414-4A99-4951-9166-78DE4DA6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instructs the reviewer to evaluate whether the record can be retained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under the synthetic evidence schedule.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claim-to-rationale support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750105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876-3">
            <a:extLst xmlns:a="http://schemas.openxmlformats.org/drawingml/2006/main">
              <a:ext uri="{FF2B5EF4-FFF2-40B4-BE49-F238E27FC236}">
                <a16:creationId xmlns:a16="http://schemas.microsoft.com/office/drawing/2014/main" id="{9B0FC512-DDCE-4F92-A068-E052EDC0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876-3">
            <a:extLst xmlns:a="http://schemas.openxmlformats.org/drawingml/2006/main">
              <a:ext uri="{FF2B5EF4-FFF2-40B4-BE49-F238E27FC236}">
                <a16:creationId xmlns:a16="http://schemas.microsoft.com/office/drawing/2014/main" id="{57D48BF2-1144-474C-A0D4-E23C3F07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p03-full-004876</a:t>
            </a:r>
          </a:p>
        </p:txBody>
      </p:sp>
      <p:sp>
        <p:nvSpPr>
          <p:cNvPr id="3" name="qa-v2-r2-title-p03-full-004876-3">
            <a:extLst xmlns:a="http://schemas.openxmlformats.org/drawingml/2006/main">
              <a:ext uri="{FF2B5EF4-FFF2-40B4-BE49-F238E27FC236}">
                <a16:creationId xmlns:a16="http://schemas.microsoft.com/office/drawing/2014/main" id="{18D74E82-0335-4560-A8D0-D465A157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4876-3">
            <a:extLst xmlns:a="http://schemas.openxmlformats.org/drawingml/2006/main">
              <a:ext uri="{FF2B5EF4-FFF2-40B4-BE49-F238E27FC236}">
                <a16:creationId xmlns:a16="http://schemas.microsoft.com/office/drawing/2014/main" id="{38DEBCB5-B093-4D82-83DD-A74825DC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restate the approval boundary;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252655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876-4">
            <a:extLst xmlns:a="http://schemas.openxmlformats.org/drawingml/2006/main">
              <a:ext uri="{FF2B5EF4-FFF2-40B4-BE49-F238E27FC236}">
                <a16:creationId xmlns:a16="http://schemas.microsoft.com/office/drawing/2014/main" id="{FFCC2B8B-A131-4FDA-8B3C-E90F2005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876-4">
            <a:extLst xmlns:a="http://schemas.openxmlformats.org/drawingml/2006/main">
              <a:ext uri="{FF2B5EF4-FFF2-40B4-BE49-F238E27FC236}">
                <a16:creationId xmlns:a16="http://schemas.microsoft.com/office/drawing/2014/main" id="{E2E7427B-8383-4F19-8DAF-A03EA1C4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p03-full-004876</a:t>
            </a:r>
          </a:p>
        </p:txBody>
      </p:sp>
      <p:sp>
        <p:nvSpPr>
          <p:cNvPr id="3" name="qa-v2-r2-title-p03-full-004876-4">
            <a:extLst xmlns:a="http://schemas.openxmlformats.org/drawingml/2006/main">
              <a:ext uri="{FF2B5EF4-FFF2-40B4-BE49-F238E27FC236}">
                <a16:creationId xmlns:a16="http://schemas.microsoft.com/office/drawing/2014/main" id="{CD88678E-9A52-4687-838C-A786CE16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4876-4">
            <a:extLst xmlns:a="http://schemas.openxmlformats.org/drawingml/2006/main">
              <a:ext uri="{FF2B5EF4-FFF2-40B4-BE49-F238E27FC236}">
                <a16:creationId xmlns:a16="http://schemas.microsoft.com/office/drawing/2014/main" id="{ECF8B34C-5F01-4837-A78F-9B3F576E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p03-full-000265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reviewer accountability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2526556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2026-08-25T12:44:35.0820000Z</dcterms:created>
  <dcterms:modified xsi:type="dcterms:W3CDTF">2026-08-25T12:44:35.0820000Z</dcterms:modified>
</coreProperties>
</file>