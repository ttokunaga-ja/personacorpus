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32e5fc76345cf" /><Relationship Type="http://schemas.openxmlformats.org/officeDocument/2006/relationships/extended-properties" Target="/docProps/app.xml" Id="R21dc9654cfea4034" /><Relationship Type="http://schemas.openxmlformats.org/officeDocument/2006/relationships/officeDocument" Target="/ppt/presentation.xml" Id="R95004b24c3174c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ba2e930a54c39"/>
  </p:sldMasterIdLst>
  <p:notesMasterIdLst>
    <p:notesMasterId xmlns:r="http://schemas.openxmlformats.org/officeDocument/2006/relationships" r:id="Ra740ff6d678d4206"/>
  </p:notesMasterIdLst>
  <p:sldIdLst>
    <p:sldId xmlns:r="http://schemas.openxmlformats.org/officeDocument/2006/relationships" id="256" r:id="Rc6b69f8a49104f47"/>
    <p:sldId xmlns:r="http://schemas.openxmlformats.org/officeDocument/2006/relationships" id="257" r:id="Rdf2c4661b1274947"/>
    <p:sldId xmlns:r="http://schemas.openxmlformats.org/officeDocument/2006/relationships" id="258" r:id="Rd6093d37398c459f"/>
    <p:sldId xmlns:r="http://schemas.openxmlformats.org/officeDocument/2006/relationships" id="259" r:id="R8c090e6571594f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2fd7ceee24391" /><Relationship Type="http://schemas.openxmlformats.org/officeDocument/2006/relationships/slideMaster" Target="/ppt/slideMasters/slideMaster1.xml" Id="Rec4ba2e930a54c39" /><Relationship Type="http://schemas.openxmlformats.org/officeDocument/2006/relationships/notesMaster" Target="/ppt/notesMasters/notesMaster1.xml" Id="Ra740ff6d678d4206" /><Relationship Type="http://schemas.openxmlformats.org/officeDocument/2006/relationships/presProps" Target="/ppt/presProps.xml" Id="R4fedc0b7254c4727" /><Relationship Type="http://schemas.openxmlformats.org/officeDocument/2006/relationships/tableStyles" Target="/ppt/tableStyles.xml" Id="R3b253abd5cb44234" /><Relationship Type="http://schemas.openxmlformats.org/officeDocument/2006/relationships/slide" Target="/ppt/slides/slide1.xml" Id="Rc6b69f8a49104f47" /><Relationship Type="http://schemas.openxmlformats.org/officeDocument/2006/relationships/slide" Target="/ppt/slides/slide2.xml" Id="Rdf2c4661b1274947" /><Relationship Type="http://schemas.openxmlformats.org/officeDocument/2006/relationships/slide" Target="/ppt/slides/slide3.xml" Id="Rd6093d37398c459f" /><Relationship Type="http://schemas.openxmlformats.org/officeDocument/2006/relationships/slide" Target="/ppt/slides/slide4.xml" Id="R8c090e6571594f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54c8c10dd42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b11953c7b4094" /><Relationship Type="http://schemas.openxmlformats.org/officeDocument/2006/relationships/notesMaster" Target="/ppt/notesMasters/notesMaster1.xml" Id="Rc63415d1415f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6504da6d84150" /><Relationship Type="http://schemas.openxmlformats.org/officeDocument/2006/relationships/notesMaster" Target="/ppt/notesMasters/notesMaster1.xml" Id="R857ab6fdc061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50701161747f5" /><Relationship Type="http://schemas.openxmlformats.org/officeDocument/2006/relationships/notesMaster" Target="/ppt/notesMasters/notesMaster1.xml" Id="R5aeec04337ca4f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221d47849c44cb" /><Relationship Type="http://schemas.openxmlformats.org/officeDocument/2006/relationships/notesMaster" Target="/ppt/notesMasters/notesMaster1.xml" Id="R7707054bcd5e40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f263dd60944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861698e5a4915" /><Relationship Type="http://schemas.openxmlformats.org/officeDocument/2006/relationships/slideLayout" Target="/ppt/slideLayouts/slideLayout1.xml" Id="Rc61226ea78f746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226ea78f746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a13219e664375" /><Relationship Type="http://schemas.openxmlformats.org/officeDocument/2006/relationships/notesSlide" Target="/ppt/notesSlides/notesSlide1.xml" Id="Redee13b8addb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971ee41d64d38" /><Relationship Type="http://schemas.openxmlformats.org/officeDocument/2006/relationships/notesSlide" Target="/ppt/notesSlides/notesSlide2.xml" Id="R5feb2449848349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80dbe7f614fda" /><Relationship Type="http://schemas.openxmlformats.org/officeDocument/2006/relationships/notesSlide" Target="/ppt/notesSlides/notesSlide3.xml" Id="Re996aab78a7441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926d4613f470f" /><Relationship Type="http://schemas.openxmlformats.org/officeDocument/2006/relationships/notesSlide" Target="/ppt/notesSlides/notesSlide4.xml" Id="R81cc9ccba0eb4e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27-1">
            <a:extLst xmlns:a="http://schemas.openxmlformats.org/drawingml/2006/main">
              <a:ext uri="{FF2B5EF4-FFF2-40B4-BE49-F238E27FC236}">
                <a16:creationId xmlns:a16="http://schemas.microsoft.com/office/drawing/2014/main" id="{34B59F9E-0F9F-48D0-92B5-9DA4339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27-1">
            <a:extLst xmlns:a="http://schemas.openxmlformats.org/drawingml/2006/main">
              <a:ext uri="{FF2B5EF4-FFF2-40B4-BE49-F238E27FC236}">
                <a16:creationId xmlns:a16="http://schemas.microsoft.com/office/drawing/2014/main" id="{5616EBBB-218D-4395-8420-8B06CDD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p03-full-001027</a:t>
            </a:r>
          </a:p>
        </p:txBody>
      </p:sp>
      <p:sp>
        <p:nvSpPr>
          <p:cNvPr id="3" name="qa-v2-r2-title-p03-full-001027-1">
            <a:extLst xmlns:a="http://schemas.openxmlformats.org/drawingml/2006/main">
              <a:ext uri="{FF2B5EF4-FFF2-40B4-BE49-F238E27FC236}">
                <a16:creationId xmlns:a16="http://schemas.microsoft.com/office/drawing/2014/main" id="{94A2FCDB-A644-4CA5-A521-A746B12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027-1">
            <a:extLst xmlns:a="http://schemas.openxmlformats.org/drawingml/2006/main">
              <a:ext uri="{FF2B5EF4-FFF2-40B4-BE49-F238E27FC236}">
                <a16:creationId xmlns:a16="http://schemas.microsoft.com/office/drawing/2014/main" id="{F229B408-AB94-49A1-8504-745A1624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residual risk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2026-07-14 as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 handoff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p03-src-001027 is the declared source; p03-full-000623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923285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27-2">
            <a:extLst xmlns:a="http://schemas.openxmlformats.org/drawingml/2006/main">
              <a:ext uri="{FF2B5EF4-FFF2-40B4-BE49-F238E27FC236}">
                <a16:creationId xmlns:a16="http://schemas.microsoft.com/office/drawing/2014/main" id="{ED45E294-D86E-451E-9C98-0E49AC5A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27-2">
            <a:extLst xmlns:a="http://schemas.openxmlformats.org/drawingml/2006/main">
              <a:ext uri="{FF2B5EF4-FFF2-40B4-BE49-F238E27FC236}">
                <a16:creationId xmlns:a16="http://schemas.microsoft.com/office/drawing/2014/main" id="{9341484D-1188-437F-9EB8-138E161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p03-full-001027</a:t>
            </a:r>
          </a:p>
        </p:txBody>
      </p:sp>
      <p:sp>
        <p:nvSpPr>
          <p:cNvPr id="3" name="qa-v2-r2-title-p03-full-001027-2">
            <a:extLst xmlns:a="http://schemas.openxmlformats.org/drawingml/2006/main">
              <a:ext uri="{FF2B5EF4-FFF2-40B4-BE49-F238E27FC236}">
                <a16:creationId xmlns:a16="http://schemas.microsoft.com/office/drawing/2014/main" id="{9CA93023-2F4B-4E32-A9B7-05F2229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027-2">
            <a:extLst xmlns:a="http://schemas.openxmlformats.org/drawingml/2006/main">
              <a:ext uri="{FF2B5EF4-FFF2-40B4-BE49-F238E27FC236}">
                <a16:creationId xmlns:a16="http://schemas.microsoft.com/office/drawing/2014/main" id="{47E1280F-B6C7-4342-9675-FC3154E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compare timely completion with final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completion while retaining the delayed-attestation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source-to-review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791542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27-3">
            <a:extLst xmlns:a="http://schemas.openxmlformats.org/drawingml/2006/main">
              <a:ext uri="{FF2B5EF4-FFF2-40B4-BE49-F238E27FC236}">
                <a16:creationId xmlns:a16="http://schemas.microsoft.com/office/drawing/2014/main" id="{AF8FF1FC-6069-4958-AF55-D0E77BD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27-3">
            <a:extLst xmlns:a="http://schemas.openxmlformats.org/drawingml/2006/main">
              <a:ext uri="{FF2B5EF4-FFF2-40B4-BE49-F238E27FC236}">
                <a16:creationId xmlns:a16="http://schemas.microsoft.com/office/drawing/2014/main" id="{16FF4306-613B-44CE-994E-916002B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p03-full-001027</a:t>
            </a:r>
          </a:p>
        </p:txBody>
      </p:sp>
      <p:sp>
        <p:nvSpPr>
          <p:cNvPr id="3" name="qa-v2-r2-title-p03-full-001027-3">
            <a:extLst xmlns:a="http://schemas.openxmlformats.org/drawingml/2006/main">
              <a:ext uri="{FF2B5EF4-FFF2-40B4-BE49-F238E27FC236}">
                <a16:creationId xmlns:a16="http://schemas.microsoft.com/office/drawing/2014/main" id="{5FCD4B0B-C406-4D34-BC13-AA19FC2E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027-3">
            <a:extLst xmlns:a="http://schemas.openxmlformats.org/drawingml/2006/main">
              <a:ext uri="{FF2B5EF4-FFF2-40B4-BE49-F238E27FC236}">
                <a16:creationId xmlns:a16="http://schemas.microsoft.com/office/drawing/2014/main" id="{EBE9622A-28A2-44DD-8368-9E45AEF0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route the discrepancy to the reviewer;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911666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27-4">
            <a:extLst xmlns:a="http://schemas.openxmlformats.org/drawingml/2006/main">
              <a:ext uri="{FF2B5EF4-FFF2-40B4-BE49-F238E27FC236}">
                <a16:creationId xmlns:a16="http://schemas.microsoft.com/office/drawing/2014/main" id="{F3AD2F7C-69C6-4CB6-BEFB-EA64FE2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27-4">
            <a:extLst xmlns:a="http://schemas.openxmlformats.org/drawingml/2006/main">
              <a:ext uri="{FF2B5EF4-FFF2-40B4-BE49-F238E27FC236}">
                <a16:creationId xmlns:a16="http://schemas.microsoft.com/office/drawing/2014/main" id="{41628E9A-6A86-43BC-805B-E8862D4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p03-full-001027</a:t>
            </a:r>
          </a:p>
        </p:txBody>
      </p:sp>
      <p:sp>
        <p:nvSpPr>
          <p:cNvPr id="3" name="qa-v2-r2-title-p03-full-001027-4">
            <a:extLst xmlns:a="http://schemas.openxmlformats.org/drawingml/2006/main">
              <a:ext uri="{FF2B5EF4-FFF2-40B4-BE49-F238E27FC236}">
                <a16:creationId xmlns:a16="http://schemas.microsoft.com/office/drawing/2014/main" id="{E8CF4304-C962-4F47-B0D1-9D79A0F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027-4">
            <a:extLst xmlns:a="http://schemas.openxmlformats.org/drawingml/2006/main">
              <a:ext uri="{FF2B5EF4-FFF2-40B4-BE49-F238E27FC236}">
                <a16:creationId xmlns:a16="http://schemas.microsoft.com/office/drawing/2014/main" id="{628C2AFB-E2CB-469A-9A98-CE14BF9B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p03-full-000623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ownership handoff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911666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2026-08-25T12:45:39.2890000Z</dcterms:created>
  <dcterms:modified xsi:type="dcterms:W3CDTF">2026-08-25T12:45:39.2890000Z</dcterms:modified>
</coreProperties>
</file>