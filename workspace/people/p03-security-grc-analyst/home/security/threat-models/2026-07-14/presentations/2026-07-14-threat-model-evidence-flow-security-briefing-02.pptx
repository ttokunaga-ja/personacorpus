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aa2256b824dc1" /><Relationship Type="http://schemas.openxmlformats.org/officeDocument/2006/relationships/extended-properties" Target="/docProps/app.xml" Id="R4d5a6e46cb844177" /><Relationship Type="http://schemas.openxmlformats.org/officeDocument/2006/relationships/officeDocument" Target="/ppt/presentation.xml" Id="Rf3829d8ee9ad40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38c7950754ca8"/>
  </p:sldMasterIdLst>
  <p:notesMasterIdLst>
    <p:notesMasterId xmlns:r="http://schemas.openxmlformats.org/officeDocument/2006/relationships" r:id="R0c5de4f49e204849"/>
  </p:notesMasterIdLst>
  <p:sldIdLst>
    <p:sldId xmlns:r="http://schemas.openxmlformats.org/officeDocument/2006/relationships" id="256" r:id="Rd44d0b59807b4f8e"/>
    <p:sldId xmlns:r="http://schemas.openxmlformats.org/officeDocument/2006/relationships" id="257" r:id="R19f3173b27af4e19"/>
    <p:sldId xmlns:r="http://schemas.openxmlformats.org/officeDocument/2006/relationships" id="258" r:id="R562912c247e0423e"/>
    <p:sldId xmlns:r="http://schemas.openxmlformats.org/officeDocument/2006/relationships" id="259" r:id="R21fa4ea623e24b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72336978bb4000" /><Relationship Type="http://schemas.openxmlformats.org/officeDocument/2006/relationships/slideMaster" Target="/ppt/slideMasters/slideMaster1.xml" Id="R1cd38c7950754ca8" /><Relationship Type="http://schemas.openxmlformats.org/officeDocument/2006/relationships/notesMaster" Target="/ppt/notesMasters/notesMaster1.xml" Id="R0c5de4f49e204849" /><Relationship Type="http://schemas.openxmlformats.org/officeDocument/2006/relationships/presProps" Target="/ppt/presProps.xml" Id="R5ed6ce06b6554fa8" /><Relationship Type="http://schemas.openxmlformats.org/officeDocument/2006/relationships/tableStyles" Target="/ppt/tableStyles.xml" Id="R4b21957279814595" /><Relationship Type="http://schemas.openxmlformats.org/officeDocument/2006/relationships/slide" Target="/ppt/slides/slide1.xml" Id="Rd44d0b59807b4f8e" /><Relationship Type="http://schemas.openxmlformats.org/officeDocument/2006/relationships/slide" Target="/ppt/slides/slide2.xml" Id="R19f3173b27af4e19" /><Relationship Type="http://schemas.openxmlformats.org/officeDocument/2006/relationships/slide" Target="/ppt/slides/slide3.xml" Id="R562912c247e0423e" /><Relationship Type="http://schemas.openxmlformats.org/officeDocument/2006/relationships/slide" Target="/ppt/slides/slide4.xml" Id="R21fa4ea623e2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60d330eaa2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1886305e654fd1" /><Relationship Type="http://schemas.openxmlformats.org/officeDocument/2006/relationships/notesMaster" Target="/ppt/notesMasters/notesMaster1.xml" Id="R2337a978e9f8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033e0b7fe248da" /><Relationship Type="http://schemas.openxmlformats.org/officeDocument/2006/relationships/notesMaster" Target="/ppt/notesMasters/notesMaster1.xml" Id="Rf49c95cae4aa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aa0329cea4886" /><Relationship Type="http://schemas.openxmlformats.org/officeDocument/2006/relationships/notesMaster" Target="/ppt/notesMasters/notesMaster1.xml" Id="Re7fa0f6c701745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eaf20197b4422d" /><Relationship Type="http://schemas.openxmlformats.org/officeDocument/2006/relationships/notesMaster" Target="/ppt/notesMasters/notesMaster1.xml" Id="R99b8c55e439f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393592ee644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5c816d97e4998" /><Relationship Type="http://schemas.openxmlformats.org/officeDocument/2006/relationships/slideLayout" Target="/ppt/slideLayouts/slideLayout1.xml" Id="R79bf5b08b9a5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bf5b08b9a5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7dff204b414f" /><Relationship Type="http://schemas.openxmlformats.org/officeDocument/2006/relationships/notesSlide" Target="/ppt/notesSlides/notesSlide1.xml" Id="R9adf6f9ea11a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6acc6e8dc4222" /><Relationship Type="http://schemas.openxmlformats.org/officeDocument/2006/relationships/notesSlide" Target="/ppt/notesSlides/notesSlide2.xml" Id="Rc2278df8fbea40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d0875a98b4a4b" /><Relationship Type="http://schemas.openxmlformats.org/officeDocument/2006/relationships/notesSlide" Target="/ppt/notesSlides/notesSlide3.xml" Id="Rfffadb82c13347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02777e157432f" /><Relationship Type="http://schemas.openxmlformats.org/officeDocument/2006/relationships/notesSlide" Target="/ppt/notesSlides/notesSlide4.xml" Id="Rcec38326c16c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726-1">
            <a:extLst xmlns:a="http://schemas.openxmlformats.org/drawingml/2006/main">
              <a:ext uri="{FF2B5EF4-FFF2-40B4-BE49-F238E27FC236}">
                <a16:creationId xmlns:a16="http://schemas.microsoft.com/office/drawing/2014/main" id="{80B85C9A-3E6D-4B6A-B5EC-4B733BB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726-1">
            <a:extLst xmlns:a="http://schemas.openxmlformats.org/drawingml/2006/main">
              <a:ext uri="{FF2B5EF4-FFF2-40B4-BE49-F238E27FC236}">
                <a16:creationId xmlns:a16="http://schemas.microsoft.com/office/drawing/2014/main" id="{59E6B4F6-4F3C-41E5-9C25-65D872AF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p03-full-008726</a:t>
            </a:r>
          </a:p>
        </p:txBody>
      </p:sp>
      <p:sp>
        <p:nvSpPr>
          <p:cNvPr id="3" name="qa-v2-r2-title-p03-full-008726-1">
            <a:extLst xmlns:a="http://schemas.openxmlformats.org/drawingml/2006/main">
              <a:ext uri="{FF2B5EF4-FFF2-40B4-BE49-F238E27FC236}">
                <a16:creationId xmlns:a16="http://schemas.microsoft.com/office/drawing/2014/main" id="{0013BB6C-C034-4538-B35A-E430D6D7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726-1">
            <a:extLst xmlns:a="http://schemas.openxmlformats.org/drawingml/2006/main">
              <a:ext uri="{FF2B5EF4-FFF2-40B4-BE49-F238E27FC236}">
                <a16:creationId xmlns:a16="http://schemas.microsoft.com/office/drawing/2014/main" id="{B58A9B9C-1315-4B47-BE24-1A942C02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p03-src-008726; p03-full-000195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1412419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726-2">
            <a:extLst xmlns:a="http://schemas.openxmlformats.org/drawingml/2006/main">
              <a:ext uri="{FF2B5EF4-FFF2-40B4-BE49-F238E27FC236}">
                <a16:creationId xmlns:a16="http://schemas.microsoft.com/office/drawing/2014/main" id="{E6CBF3FD-E400-43BA-853A-4D359F9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726-2">
            <a:extLst xmlns:a="http://schemas.openxmlformats.org/drawingml/2006/main">
              <a:ext uri="{FF2B5EF4-FFF2-40B4-BE49-F238E27FC236}">
                <a16:creationId xmlns:a16="http://schemas.microsoft.com/office/drawing/2014/main" id="{FC3598C8-2428-4FAB-AE40-5402BDB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p03-full-008726</a:t>
            </a:r>
          </a:p>
        </p:txBody>
      </p:sp>
      <p:sp>
        <p:nvSpPr>
          <p:cNvPr id="3" name="qa-v2-r2-title-p03-full-008726-2">
            <a:extLst xmlns:a="http://schemas.openxmlformats.org/drawingml/2006/main">
              <a:ext uri="{FF2B5EF4-FFF2-40B4-BE49-F238E27FC236}">
                <a16:creationId xmlns:a16="http://schemas.microsoft.com/office/drawing/2014/main" id="{B1D27B36-B44A-4877-B4A9-99C9921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726-2">
            <a:extLst xmlns:a="http://schemas.openxmlformats.org/drawingml/2006/main">
              <a:ext uri="{FF2B5EF4-FFF2-40B4-BE49-F238E27FC236}">
                <a16:creationId xmlns:a16="http://schemas.microsoft.com/office/drawing/2014/main" id="{C943A5CF-9F72-4AE0-B4FE-F7D7CE1E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ask what conclusion would fail if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direct population or final-completion fact were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chronology, recency,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916913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726-3">
            <a:extLst xmlns:a="http://schemas.openxmlformats.org/drawingml/2006/main">
              <a:ext uri="{FF2B5EF4-FFF2-40B4-BE49-F238E27FC236}">
                <a16:creationId xmlns:a16="http://schemas.microsoft.com/office/drawing/2014/main" id="{E5B45C18-ACE9-4097-B8F0-DA14DC8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726-3">
            <a:extLst xmlns:a="http://schemas.openxmlformats.org/drawingml/2006/main">
              <a:ext uri="{FF2B5EF4-FFF2-40B4-BE49-F238E27FC236}">
                <a16:creationId xmlns:a16="http://schemas.microsoft.com/office/drawing/2014/main" id="{FFA38E7F-7AA7-43A4-A0C5-E4D2A8E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p03-full-008726</a:t>
            </a:r>
          </a:p>
        </p:txBody>
      </p:sp>
      <p:sp>
        <p:nvSpPr>
          <p:cNvPr id="3" name="qa-v2-r2-title-p03-full-008726-3">
            <a:extLst xmlns:a="http://schemas.openxmlformats.org/drawingml/2006/main">
              <a:ext uri="{FF2B5EF4-FFF2-40B4-BE49-F238E27FC236}">
                <a16:creationId xmlns:a16="http://schemas.microsoft.com/office/drawing/2014/main" id="{4A9DD557-C0F2-4ED5-ACEB-A46B8045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726-3">
            <a:extLst xmlns:a="http://schemas.openxmlformats.org/drawingml/2006/main">
              <a:ext uri="{FF2B5EF4-FFF2-40B4-BE49-F238E27FC236}">
                <a16:creationId xmlns:a16="http://schemas.microsoft.com/office/drawing/2014/main" id="{A697FF3A-A1F8-4246-8812-E81570E8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24075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726-4">
            <a:extLst xmlns:a="http://schemas.openxmlformats.org/drawingml/2006/main">
              <a:ext uri="{FF2B5EF4-FFF2-40B4-BE49-F238E27FC236}">
                <a16:creationId xmlns:a16="http://schemas.microsoft.com/office/drawing/2014/main" id="{D5DFA271-FD28-40EB-AEBB-2FD1E74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726-4">
            <a:extLst xmlns:a="http://schemas.openxmlformats.org/drawingml/2006/main">
              <a:ext uri="{FF2B5EF4-FFF2-40B4-BE49-F238E27FC236}">
                <a16:creationId xmlns:a16="http://schemas.microsoft.com/office/drawing/2014/main" id="{22BDD256-FCC1-4656-A396-F7B25C9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p03-full-008726</a:t>
            </a:r>
          </a:p>
        </p:txBody>
      </p:sp>
      <p:sp>
        <p:nvSpPr>
          <p:cNvPr id="3" name="qa-v2-r2-title-p03-full-008726-4">
            <a:extLst xmlns:a="http://schemas.openxmlformats.org/drawingml/2006/main">
              <a:ext uri="{FF2B5EF4-FFF2-40B4-BE49-F238E27FC236}">
                <a16:creationId xmlns:a16="http://schemas.microsoft.com/office/drawing/2014/main" id="{40CF8933-DA0C-4FC4-BE91-0A3563C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8726-4">
            <a:extLst xmlns:a="http://schemas.openxmlformats.org/drawingml/2006/main">
              <a:ext uri="{FF2B5EF4-FFF2-40B4-BE49-F238E27FC236}">
                <a16:creationId xmlns:a16="http://schemas.microsoft.com/office/drawing/2014/main" id="{BBDF7DAF-22F0-451E-A09B-9B7010FF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p03-src-008726 with p03-full-000195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24075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2026-08-25T12:45:17.8730000Z</dcterms:created>
  <dcterms:modified xsi:type="dcterms:W3CDTF">2026-08-25T12:45:17.8730000Z</dcterms:modified>
</coreProperties>
</file>