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a8c9b353104ca9" /><Relationship Type="http://schemas.openxmlformats.org/officeDocument/2006/relationships/extended-properties" Target="/docProps/app.xml" Id="R81d59f25ac1c4f20" /><Relationship Type="http://schemas.openxmlformats.org/officeDocument/2006/relationships/officeDocument" Target="/ppt/presentation.xml" Id="Ra2d9759c2c7d44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b3f4aaad1e48eb"/>
  </p:sldMasterIdLst>
  <p:notesMasterIdLst>
    <p:notesMasterId xmlns:r="http://schemas.openxmlformats.org/officeDocument/2006/relationships" r:id="R4651a40d00e6436c"/>
  </p:notesMasterIdLst>
  <p:sldIdLst>
    <p:sldId xmlns:r="http://schemas.openxmlformats.org/officeDocument/2006/relationships" id="256" r:id="R2497dffc41f14c36"/>
    <p:sldId xmlns:r="http://schemas.openxmlformats.org/officeDocument/2006/relationships" id="257" r:id="Rfe7eb553c9bd4a7e"/>
    <p:sldId xmlns:r="http://schemas.openxmlformats.org/officeDocument/2006/relationships" id="258" r:id="R9987d9d261e24154"/>
    <p:sldId xmlns:r="http://schemas.openxmlformats.org/officeDocument/2006/relationships" id="259" r:id="R6f04f3cbce3f49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20a375b3734097" /><Relationship Type="http://schemas.openxmlformats.org/officeDocument/2006/relationships/slideMaster" Target="/ppt/slideMasters/slideMaster1.xml" Id="R93b3f4aaad1e48eb" /><Relationship Type="http://schemas.openxmlformats.org/officeDocument/2006/relationships/notesMaster" Target="/ppt/notesMasters/notesMaster1.xml" Id="R4651a40d00e6436c" /><Relationship Type="http://schemas.openxmlformats.org/officeDocument/2006/relationships/presProps" Target="/ppt/presProps.xml" Id="R670c7800be2e48fa" /><Relationship Type="http://schemas.openxmlformats.org/officeDocument/2006/relationships/tableStyles" Target="/ppt/tableStyles.xml" Id="R9a7a14f75a5745a4" /><Relationship Type="http://schemas.openxmlformats.org/officeDocument/2006/relationships/slide" Target="/ppt/slides/slide1.xml" Id="R2497dffc41f14c36" /><Relationship Type="http://schemas.openxmlformats.org/officeDocument/2006/relationships/slide" Target="/ppt/slides/slide2.xml" Id="Rfe7eb553c9bd4a7e" /><Relationship Type="http://schemas.openxmlformats.org/officeDocument/2006/relationships/slide" Target="/ppt/slides/slide3.xml" Id="R9987d9d261e24154" /><Relationship Type="http://schemas.openxmlformats.org/officeDocument/2006/relationships/slide" Target="/ppt/slides/slide4.xml" Id="R6f04f3cbce3f49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9a61780e9c47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601d6dbe864615" /><Relationship Type="http://schemas.openxmlformats.org/officeDocument/2006/relationships/notesMaster" Target="/ppt/notesMasters/notesMaster1.xml" Id="R73202fe021024a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a5e699cc3f4c37" /><Relationship Type="http://schemas.openxmlformats.org/officeDocument/2006/relationships/notesMaster" Target="/ppt/notesMasters/notesMaster1.xml" Id="R87220820ba0c43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edeeee0a2348be" /><Relationship Type="http://schemas.openxmlformats.org/officeDocument/2006/relationships/notesMaster" Target="/ppt/notesMasters/notesMaster1.xml" Id="R493eadce1de343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4385186e134e34" /><Relationship Type="http://schemas.openxmlformats.org/officeDocument/2006/relationships/notesMaster" Target="/ppt/notesMasters/notesMaster1.xml" Id="R74242167705540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p03-full-000252;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p03-full-000252;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p03-full-000252;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p03-full-000252;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7136900d334d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cac2c9a9884ff4" /><Relationship Type="http://schemas.openxmlformats.org/officeDocument/2006/relationships/slideLayout" Target="/ppt/slideLayouts/slideLayout1.xml" Id="R7ce539c1cd6b4a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e539c1cd6b4a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aa5affdeb46f0" /><Relationship Type="http://schemas.openxmlformats.org/officeDocument/2006/relationships/notesSlide" Target="/ppt/notesSlides/notesSlide1.xml" Id="R20741640883747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0d338a3b9455b" /><Relationship Type="http://schemas.openxmlformats.org/officeDocument/2006/relationships/notesSlide" Target="/ppt/notesSlides/notesSlide2.xml" Id="R55100ebf7c4c41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783e505cf4c5c" /><Relationship Type="http://schemas.openxmlformats.org/officeDocument/2006/relationships/notesSlide" Target="/ppt/notesSlides/notesSlide3.xml" Id="R16824dc6a17248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d463c162a4f96" /><Relationship Type="http://schemas.openxmlformats.org/officeDocument/2006/relationships/notesSlide" Target="/ppt/notesSlides/notesSlide4.xml" Id="Ra78040fdf28840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027-1">
            <a:extLst xmlns:a="http://schemas.openxmlformats.org/drawingml/2006/main">
              <a:ext uri="{FF2B5EF4-FFF2-40B4-BE49-F238E27FC236}">
                <a16:creationId xmlns:a16="http://schemas.microsoft.com/office/drawing/2014/main" id="{23286884-3D08-4341-B550-EDB9C2A1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027-1">
            <a:extLst xmlns:a="http://schemas.openxmlformats.org/drawingml/2006/main">
              <a:ext uri="{FF2B5EF4-FFF2-40B4-BE49-F238E27FC236}">
                <a16:creationId xmlns:a16="http://schemas.microsoft.com/office/drawing/2014/main" id="{71243072-3FDA-48B7-8D7E-4E968020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p03-full-006027</a:t>
            </a:r>
          </a:p>
        </p:txBody>
      </p:sp>
      <p:sp>
        <p:nvSpPr>
          <p:cNvPr id="3" name="qa-v2-r2-title-p03-full-006027-1">
            <a:extLst xmlns:a="http://schemas.openxmlformats.org/drawingml/2006/main">
              <a:ext uri="{FF2B5EF4-FFF2-40B4-BE49-F238E27FC236}">
                <a16:creationId xmlns:a16="http://schemas.microsoft.com/office/drawing/2014/main" id="{4353AAAE-8837-4419-BDA3-ACDCFFD0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6027-1">
            <a:extLst xmlns:a="http://schemas.openxmlformats.org/drawingml/2006/main">
              <a:ext uri="{FF2B5EF4-FFF2-40B4-BE49-F238E27FC236}">
                <a16:creationId xmlns:a16="http://schemas.microsoft.com/office/drawing/2014/main" id="{D700C8E3-EDE0-4579-AF87-6294AB5C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threat model residual risk security briefing within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threat models. The record treats RISK-031 on 2026-07-14 as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 relevance question focused on source reliability, provenance,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corroboration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p03-src-006027 is the declared source; p03-full-000252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981210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027-2">
            <a:extLst xmlns:a="http://schemas.openxmlformats.org/drawingml/2006/main">
              <a:ext uri="{FF2B5EF4-FFF2-40B4-BE49-F238E27FC236}">
                <a16:creationId xmlns:a16="http://schemas.microsoft.com/office/drawing/2014/main" id="{7496ACE3-CBEC-4AD2-8762-1F9CFF3C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027-2">
            <a:extLst xmlns:a="http://schemas.openxmlformats.org/drawingml/2006/main">
              <a:ext uri="{FF2B5EF4-FFF2-40B4-BE49-F238E27FC236}">
                <a16:creationId xmlns:a16="http://schemas.microsoft.com/office/drawing/2014/main" id="{4C54E285-EA51-40F7-B176-0A0000B2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p03-full-006027</a:t>
            </a:r>
          </a:p>
        </p:txBody>
      </p:sp>
      <p:sp>
        <p:nvSpPr>
          <p:cNvPr id="3" name="qa-v2-r2-title-p03-full-006027-2">
            <a:extLst xmlns:a="http://schemas.openxmlformats.org/drawingml/2006/main">
              <a:ext uri="{FF2B5EF4-FFF2-40B4-BE49-F238E27FC236}">
                <a16:creationId xmlns:a16="http://schemas.microsoft.com/office/drawing/2014/main" id="{687B4CB2-0D27-4B93-970E-5607186C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6027-2">
            <a:extLst xmlns:a="http://schemas.openxmlformats.org/drawingml/2006/main">
              <a:ext uri="{FF2B5EF4-FFF2-40B4-BE49-F238E27FC236}">
                <a16:creationId xmlns:a16="http://schemas.microsoft.com/office/drawing/2014/main" id="{D7FDFE64-31B6-4B4E-BCFC-69C1ACBF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record instructs the reviewer to assess whether the evidence statement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distinguishes reviewer and control-owner responsibility.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claim-to-rationale support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reliability, provenance, and corroboration quality, rather than treat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two 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7063150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027-3">
            <a:extLst xmlns:a="http://schemas.openxmlformats.org/drawingml/2006/main">
              <a:ext uri="{FF2B5EF4-FFF2-40B4-BE49-F238E27FC236}">
                <a16:creationId xmlns:a16="http://schemas.microsoft.com/office/drawing/2014/main" id="{7C28CF00-9DDD-4C6D-ABCD-39FDE8AA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027-3">
            <a:extLst xmlns:a="http://schemas.openxmlformats.org/drawingml/2006/main">
              <a:ext uri="{FF2B5EF4-FFF2-40B4-BE49-F238E27FC236}">
                <a16:creationId xmlns:a16="http://schemas.microsoft.com/office/drawing/2014/main" id="{3DB92B5F-669B-462C-A137-72175252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p03-full-006027</a:t>
            </a:r>
          </a:p>
        </p:txBody>
      </p:sp>
      <p:sp>
        <p:nvSpPr>
          <p:cNvPr id="3" name="qa-v2-r2-title-p03-full-006027-3">
            <a:extLst xmlns:a="http://schemas.openxmlformats.org/drawingml/2006/main">
              <a:ext uri="{FF2B5EF4-FFF2-40B4-BE49-F238E27FC236}">
                <a16:creationId xmlns:a16="http://schemas.microsoft.com/office/drawing/2014/main" id="{C08C8451-242D-42FB-B69A-9A3CE534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6027-3">
            <a:extLst xmlns:a="http://schemas.openxmlformats.org/drawingml/2006/main">
              <a:ext uri="{FF2B5EF4-FFF2-40B4-BE49-F238E27FC236}">
                <a16:creationId xmlns:a16="http://schemas.microsoft.com/office/drawing/2014/main" id="{DBA4988C-9757-49E1-8934-7D21F839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defer closure pending evidence;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4332811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027-4">
            <a:extLst xmlns:a="http://schemas.openxmlformats.org/drawingml/2006/main">
              <a:ext uri="{FF2B5EF4-FFF2-40B4-BE49-F238E27FC236}">
                <a16:creationId xmlns:a16="http://schemas.microsoft.com/office/drawing/2014/main" id="{7F4B8E99-79D2-47A6-9440-5ED919E4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027-4">
            <a:extLst xmlns:a="http://schemas.openxmlformats.org/drawingml/2006/main">
              <a:ext uri="{FF2B5EF4-FFF2-40B4-BE49-F238E27FC236}">
                <a16:creationId xmlns:a16="http://schemas.microsoft.com/office/drawing/2014/main" id="{1B669F8E-B4A8-4940-83C2-A3EB5655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p03-full-006027</a:t>
            </a:r>
          </a:p>
        </p:txBody>
      </p:sp>
      <p:sp>
        <p:nvSpPr>
          <p:cNvPr id="3" name="qa-v2-r2-title-p03-full-006027-4">
            <a:extLst xmlns:a="http://schemas.openxmlformats.org/drawingml/2006/main">
              <a:ext uri="{FF2B5EF4-FFF2-40B4-BE49-F238E27FC236}">
                <a16:creationId xmlns:a16="http://schemas.microsoft.com/office/drawing/2014/main" id="{6E45CBDF-0680-4126-B1EF-AD6F61AC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6027-4">
            <a:extLst xmlns:a="http://schemas.openxmlformats.org/drawingml/2006/main">
              <a:ext uri="{FF2B5EF4-FFF2-40B4-BE49-F238E27FC236}">
                <a16:creationId xmlns:a16="http://schemas.microsoft.com/office/drawing/2014/main" id="{2D35C1B9-8292-43C4-BE01-C7B57F7C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p03-full-000252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dependency relevance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4332811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2026-08-25T12:46:00.6530000Z</dcterms:created>
  <dcterms:modified xsi:type="dcterms:W3CDTF">2026-08-25T12:46:00.6530000Z</dcterms:modified>
</coreProperties>
</file>