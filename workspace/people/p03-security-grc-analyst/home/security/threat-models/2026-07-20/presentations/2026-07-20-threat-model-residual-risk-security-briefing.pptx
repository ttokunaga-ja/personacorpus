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f4514361804fac" /><Relationship Type="http://schemas.openxmlformats.org/officeDocument/2006/relationships/extended-properties" Target="/docProps/app.xml" Id="R52590585a04a4c66" /><Relationship Type="http://schemas.openxmlformats.org/officeDocument/2006/relationships/officeDocument" Target="/ppt/presentation.xml" Id="R07daa6d1c59949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e723b7dbfb4291"/>
  </p:sldMasterIdLst>
  <p:notesMasterIdLst>
    <p:notesMasterId xmlns:r="http://schemas.openxmlformats.org/officeDocument/2006/relationships" r:id="R398138e3496a441e"/>
  </p:notesMasterIdLst>
  <p:sldIdLst>
    <p:sldId xmlns:r="http://schemas.openxmlformats.org/officeDocument/2006/relationships" id="256" r:id="R05248f7d60e74377"/>
    <p:sldId xmlns:r="http://schemas.openxmlformats.org/officeDocument/2006/relationships" id="257" r:id="Rfb4b0e63859b4a9b"/>
    <p:sldId xmlns:r="http://schemas.openxmlformats.org/officeDocument/2006/relationships" id="258" r:id="R0f10e5ea67764229"/>
    <p:sldId xmlns:r="http://schemas.openxmlformats.org/officeDocument/2006/relationships" id="259" r:id="Rb66b5a1812da4b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61cce1252644a7" /><Relationship Type="http://schemas.openxmlformats.org/officeDocument/2006/relationships/slideMaster" Target="/ppt/slideMasters/slideMaster1.xml" Id="R38e723b7dbfb4291" /><Relationship Type="http://schemas.openxmlformats.org/officeDocument/2006/relationships/notesMaster" Target="/ppt/notesMasters/notesMaster1.xml" Id="R398138e3496a441e" /><Relationship Type="http://schemas.openxmlformats.org/officeDocument/2006/relationships/presProps" Target="/ppt/presProps.xml" Id="R7fbaaeddd3cf462c" /><Relationship Type="http://schemas.openxmlformats.org/officeDocument/2006/relationships/tableStyles" Target="/ppt/tableStyles.xml" Id="R5aa085ab548042bb" /><Relationship Type="http://schemas.openxmlformats.org/officeDocument/2006/relationships/slide" Target="/ppt/slides/slide1.xml" Id="R05248f7d60e74377" /><Relationship Type="http://schemas.openxmlformats.org/officeDocument/2006/relationships/slide" Target="/ppt/slides/slide2.xml" Id="Rfb4b0e63859b4a9b" /><Relationship Type="http://schemas.openxmlformats.org/officeDocument/2006/relationships/slide" Target="/ppt/slides/slide3.xml" Id="R0f10e5ea67764229" /><Relationship Type="http://schemas.openxmlformats.org/officeDocument/2006/relationships/slide" Target="/ppt/slides/slide4.xml" Id="Rb66b5a1812da4b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3e605e76834e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3ef278e88d4066" /><Relationship Type="http://schemas.openxmlformats.org/officeDocument/2006/relationships/notesMaster" Target="/ppt/notesMasters/notesMaster1.xml" Id="R5a374cf9f0e944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0f4f8406d84fff" /><Relationship Type="http://schemas.openxmlformats.org/officeDocument/2006/relationships/notesMaster" Target="/ppt/notesMasters/notesMaster1.xml" Id="Rde6154bb40d945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a27aad8de64f0c" /><Relationship Type="http://schemas.openxmlformats.org/officeDocument/2006/relationships/notesMaster" Target="/ppt/notesMasters/notesMaster1.xml" Id="Rd25809f894ed40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48f2ff70b84286" /><Relationship Type="http://schemas.openxmlformats.org/officeDocument/2006/relationships/notesMaster" Target="/ppt/notesMasters/notesMaster1.xml" Id="R968d6c97347a40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p03-full-000623;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p03-full-000623;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p03-full-000623;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p03-full-000623;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b9032a96e42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7cdbfd307440f0" /><Relationship Type="http://schemas.openxmlformats.org/officeDocument/2006/relationships/slideLayout" Target="/ppt/slideLayouts/slideLayout1.xml" Id="R0df9d4773b0e4b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f9d4773b0e4b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b82990c2149ab" /><Relationship Type="http://schemas.openxmlformats.org/officeDocument/2006/relationships/notesSlide" Target="/ppt/notesSlides/notesSlide1.xml" Id="R42391401a3624d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5e158807d4f71" /><Relationship Type="http://schemas.openxmlformats.org/officeDocument/2006/relationships/notesSlide" Target="/ppt/notesSlides/notesSlide2.xml" Id="R60c68269fc42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8788373044f68" /><Relationship Type="http://schemas.openxmlformats.org/officeDocument/2006/relationships/notesSlide" Target="/ppt/notesSlides/notesSlide3.xml" Id="Ra51b68f3142745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59ce8a882489b" /><Relationship Type="http://schemas.openxmlformats.org/officeDocument/2006/relationships/notesSlide" Target="/ppt/notesSlides/notesSlide4.xml" Id="R832ea3e3168e48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727-1">
            <a:extLst xmlns:a="http://schemas.openxmlformats.org/drawingml/2006/main">
              <a:ext uri="{FF2B5EF4-FFF2-40B4-BE49-F238E27FC236}">
                <a16:creationId xmlns:a16="http://schemas.microsoft.com/office/drawing/2014/main" id="{B9D947E2-DC8F-4A15-8242-B5EC9DDF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727-1">
            <a:extLst xmlns:a="http://schemas.openxmlformats.org/drawingml/2006/main">
              <a:ext uri="{FF2B5EF4-FFF2-40B4-BE49-F238E27FC236}">
                <a16:creationId xmlns:a16="http://schemas.microsoft.com/office/drawing/2014/main" id="{DADC711C-5AF4-42BA-BE9E-02CF4BF8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p03-full-000727</a:t>
            </a:r>
          </a:p>
        </p:txBody>
      </p:sp>
      <p:sp>
        <p:nvSpPr>
          <p:cNvPr id="3" name="qa-v2-r2-title-p03-full-000727-1">
            <a:extLst xmlns:a="http://schemas.openxmlformats.org/drawingml/2006/main">
              <a:ext uri="{FF2B5EF4-FFF2-40B4-BE49-F238E27FC236}">
                <a16:creationId xmlns:a16="http://schemas.microsoft.com/office/drawing/2014/main" id="{2358EE1D-FBD8-4E87-9BBD-A3EDADA0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0727-1">
            <a:extLst xmlns:a="http://schemas.openxmlformats.org/drawingml/2006/main">
              <a:ext uri="{FF2B5EF4-FFF2-40B4-BE49-F238E27FC236}">
                <a16:creationId xmlns:a16="http://schemas.microsoft.com/office/drawing/2014/main" id="{CA0ABE97-2EDB-4A40-931E-405C5D06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residual risk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threat models. The record treats RISK-031 on 2026-07-20 as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remediation threshold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p03-src-000727 is the declared source; p03-full-000623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352559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727-2">
            <a:extLst xmlns:a="http://schemas.openxmlformats.org/drawingml/2006/main">
              <a:ext uri="{FF2B5EF4-FFF2-40B4-BE49-F238E27FC236}">
                <a16:creationId xmlns:a16="http://schemas.microsoft.com/office/drawing/2014/main" id="{763A1B67-B69A-482D-8DDD-48DCDA28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727-2">
            <a:extLst xmlns:a="http://schemas.openxmlformats.org/drawingml/2006/main">
              <a:ext uri="{FF2B5EF4-FFF2-40B4-BE49-F238E27FC236}">
                <a16:creationId xmlns:a16="http://schemas.microsoft.com/office/drawing/2014/main" id="{509A1764-42D0-41C7-8D93-8D6B1E6B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p03-full-000727</a:t>
            </a:r>
          </a:p>
        </p:txBody>
      </p:sp>
      <p:sp>
        <p:nvSpPr>
          <p:cNvPr id="3" name="qa-v2-r2-title-p03-full-000727-2">
            <a:extLst xmlns:a="http://schemas.openxmlformats.org/drawingml/2006/main">
              <a:ext uri="{FF2B5EF4-FFF2-40B4-BE49-F238E27FC236}">
                <a16:creationId xmlns:a16="http://schemas.microsoft.com/office/drawing/2014/main" id="{D672605D-025D-47ED-8C53-EACB6594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0727-2">
            <a:extLst xmlns:a="http://schemas.openxmlformats.org/drawingml/2006/main">
              <a:ext uri="{FF2B5EF4-FFF2-40B4-BE49-F238E27FC236}">
                <a16:creationId xmlns:a16="http://schemas.microsoft.com/office/drawing/2014/main" id="{45118F9A-AB03-41BC-B766-0078972D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trace a direct record from its evidence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metric through the stated case linkage before accepting a control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exception-to-owner linkage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227700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727-3">
            <a:extLst xmlns:a="http://schemas.openxmlformats.org/drawingml/2006/main">
              <a:ext uri="{FF2B5EF4-FFF2-40B4-BE49-F238E27FC236}">
                <a16:creationId xmlns:a16="http://schemas.microsoft.com/office/drawing/2014/main" id="{3660779A-47E1-4DF2-B7B2-F52BBE0C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727-3">
            <a:extLst xmlns:a="http://schemas.openxmlformats.org/drawingml/2006/main">
              <a:ext uri="{FF2B5EF4-FFF2-40B4-BE49-F238E27FC236}">
                <a16:creationId xmlns:a16="http://schemas.microsoft.com/office/drawing/2014/main" id="{6C684677-2E6E-4465-ADBD-32B3A0D2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p03-full-000727</a:t>
            </a:r>
          </a:p>
        </p:txBody>
      </p:sp>
      <p:sp>
        <p:nvSpPr>
          <p:cNvPr id="3" name="qa-v2-r2-title-p03-full-000727-3">
            <a:extLst xmlns:a="http://schemas.openxmlformats.org/drawingml/2006/main">
              <a:ext uri="{FF2B5EF4-FFF2-40B4-BE49-F238E27FC236}">
                <a16:creationId xmlns:a16="http://schemas.microsoft.com/office/drawing/2014/main" id="{472A0D1F-4146-47FA-A631-AD2EDA55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0727-3">
            <a:extLst xmlns:a="http://schemas.openxmlformats.org/drawingml/2006/main">
              <a:ext uri="{FF2B5EF4-FFF2-40B4-BE49-F238E27FC236}">
                <a16:creationId xmlns:a16="http://schemas.microsoft.com/office/drawing/2014/main" id="{83804F34-5074-4379-8FFC-30750316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restate the approval boundary;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83302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727-4">
            <a:extLst xmlns:a="http://schemas.openxmlformats.org/drawingml/2006/main">
              <a:ext uri="{FF2B5EF4-FFF2-40B4-BE49-F238E27FC236}">
                <a16:creationId xmlns:a16="http://schemas.microsoft.com/office/drawing/2014/main" id="{378EFE33-F471-4359-85AF-79D9EDC4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727-4">
            <a:extLst xmlns:a="http://schemas.openxmlformats.org/drawingml/2006/main">
              <a:ext uri="{FF2B5EF4-FFF2-40B4-BE49-F238E27FC236}">
                <a16:creationId xmlns:a16="http://schemas.microsoft.com/office/drawing/2014/main" id="{B492A16B-06A1-47A5-B919-D46EE8EC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p03-full-000727</a:t>
            </a:r>
          </a:p>
        </p:txBody>
      </p:sp>
      <p:sp>
        <p:nvSpPr>
          <p:cNvPr id="3" name="qa-v2-r2-title-p03-full-000727-4">
            <a:extLst xmlns:a="http://schemas.openxmlformats.org/drawingml/2006/main">
              <a:ext uri="{FF2B5EF4-FFF2-40B4-BE49-F238E27FC236}">
                <a16:creationId xmlns:a16="http://schemas.microsoft.com/office/drawing/2014/main" id="{63EC4E0A-6846-4B43-9EDA-36B61CE5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0727-4">
            <a:extLst xmlns:a="http://schemas.openxmlformats.org/drawingml/2006/main">
              <a:ext uri="{FF2B5EF4-FFF2-40B4-BE49-F238E27FC236}">
                <a16:creationId xmlns:a16="http://schemas.microsoft.com/office/drawing/2014/main" id="{E1058E78-3B81-44B5-B6D0-9E7A689D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p03-full-000623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remediation threshold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83302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2026-08-25T12:48:51.6880000Z</dcterms:created>
  <dcterms:modified xsi:type="dcterms:W3CDTF">2026-08-25T12:48:51.6880000Z</dcterms:modified>
</coreProperties>
</file>