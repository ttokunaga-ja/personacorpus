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aded2a0f5143d8" /><Relationship Type="http://schemas.openxmlformats.org/officeDocument/2006/relationships/extended-properties" Target="/docProps/app.xml" Id="R734df77a479f49b0" /><Relationship Type="http://schemas.openxmlformats.org/officeDocument/2006/relationships/officeDocument" Target="/ppt/presentation.xml" Id="Ra43b326c4e1844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4aee3565014838"/>
  </p:sldMasterIdLst>
  <p:notesMasterIdLst>
    <p:notesMasterId xmlns:r="http://schemas.openxmlformats.org/officeDocument/2006/relationships" r:id="R84b1e6960cd4438e"/>
  </p:notesMasterIdLst>
  <p:sldIdLst>
    <p:sldId xmlns:r="http://schemas.openxmlformats.org/officeDocument/2006/relationships" id="256" r:id="R17208b8795d743af"/>
    <p:sldId xmlns:r="http://schemas.openxmlformats.org/officeDocument/2006/relationships" id="257" r:id="R8496ef90de034e0b"/>
    <p:sldId xmlns:r="http://schemas.openxmlformats.org/officeDocument/2006/relationships" id="258" r:id="R675cfe5cedb547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acc8e1e27b4db3" /><Relationship Type="http://schemas.openxmlformats.org/officeDocument/2006/relationships/slideMaster" Target="/ppt/slideMasters/slideMaster1.xml" Id="R6c4aee3565014838" /><Relationship Type="http://schemas.openxmlformats.org/officeDocument/2006/relationships/notesMaster" Target="/ppt/notesMasters/notesMaster1.xml" Id="R84b1e6960cd4438e" /><Relationship Type="http://schemas.openxmlformats.org/officeDocument/2006/relationships/presProps" Target="/ppt/presProps.xml" Id="R3fc458e3d3cb4d38" /><Relationship Type="http://schemas.openxmlformats.org/officeDocument/2006/relationships/tableStyles" Target="/ppt/tableStyles.xml" Id="R90c3b8efafc84a36" /><Relationship Type="http://schemas.openxmlformats.org/officeDocument/2006/relationships/slide" Target="/ppt/slides/slide1.xml" Id="R17208b8795d743af" /><Relationship Type="http://schemas.openxmlformats.org/officeDocument/2006/relationships/slide" Target="/ppt/slides/slide2.xml" Id="R8496ef90de034e0b" /><Relationship Type="http://schemas.openxmlformats.org/officeDocument/2006/relationships/slide" Target="/ppt/slides/slide3.xml" Id="R675cfe5cedb547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c3ca7732394a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2e19df3a5e416a" /><Relationship Type="http://schemas.openxmlformats.org/officeDocument/2006/relationships/notesMaster" Target="/ppt/notesMasters/notesMaster1.xml" Id="R8b163824c90544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04a4c2c64b4a99" /><Relationship Type="http://schemas.openxmlformats.org/officeDocument/2006/relationships/notesMaster" Target="/ppt/notesMasters/notesMaster1.xml" Id="R6631dec86a7747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c2b07e83ac4e7f" /><Relationship Type="http://schemas.openxmlformats.org/officeDocument/2006/relationships/notesMaster" Target="/ppt/notesMasters/notesMaster1.xml" Id="R3bab179969194a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p03-full-000778;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p03-full-000778;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p03-full-000778;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5b4dc6c4348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827478d02f4056" /><Relationship Type="http://schemas.openxmlformats.org/officeDocument/2006/relationships/slideLayout" Target="/ppt/slideLayouts/slideLayout1.xml" Id="Rf95b6f12b87a44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5b6f12b87a44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7df7dc1f6447e" /><Relationship Type="http://schemas.openxmlformats.org/officeDocument/2006/relationships/notesSlide" Target="/ppt/notesSlides/notesSlide1.xml" Id="Rec43f2bc8aa24b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6d82e6a6a442f" /><Relationship Type="http://schemas.openxmlformats.org/officeDocument/2006/relationships/notesSlide" Target="/ppt/notesSlides/notesSlide2.xml" Id="R6c86e6e504c245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b2517826a4610" /><Relationship Type="http://schemas.openxmlformats.org/officeDocument/2006/relationships/notesSlide" Target="/ppt/notesSlides/notesSlide3.xml" Id="Ra1d8cc2c91c445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7E8DA-BD13-428B-A802-746BE16F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95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E7EE"/>
                </a:solidFill>
              </a:defRPr>
            </a:pPr>
            <a:r>
              <a:rPr sz="1125" b="1">
                <a:solidFill>
                  <a:srgbClr val="D6E7EE"/>
                </a:solidFill>
              </a:rPr>
              <a:t>AEGIS ASSURANCE | AC-27 EVIDENCE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E446D-DB53-4C99-8ABC-F4612249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Assurance limitation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B6288-9019-4EC7-BAB3-7E95A80C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6E7EE"/>
                </a:solidFill>
              </a:defRPr>
            </a:pPr>
            <a:r>
              <a:rPr sz="1650" b="0">
                <a:solidFill>
                  <a:srgbClr val="D6E7EE"/>
                </a:solidFill>
              </a:rPr>
              <a:t>Assigned period: 2026-07-20</a:t>
            </a:r>
          </a:p>
          <a:p xmlns:a="http://schemas.openxmlformats.org/drawingml/2006/main">
            <a:pPr>
              <a:defRPr sz="1650" b="0">
                <a:solidFill>
                  <a:srgbClr val="D6E7EE"/>
                </a:solidFill>
              </a:defRPr>
            </a:pPr>
            <a:r>
              <a:rPr sz="1650" b="0">
                <a:solidFill>
                  <a:srgbClr val="D6E7EE"/>
                </a:solidFill>
              </a:rPr>
              <a:t>Direct source period: 2026-07-14</a:t>
            </a:r>
          </a:p>
          <a:p xmlns:a="http://schemas.openxmlformats.org/drawingml/2006/main">
            <a:pPr>
              <a:defRPr sz="1650" b="0">
                <a:solidFill>
                  <a:srgbClr val="D6E7EE"/>
                </a:solidFill>
              </a:defRPr>
            </a:pPr>
            <a:r>
              <a:rPr sz="1650" b="0">
                <a:solidFill>
                  <a:srgbClr val="D6E7EE"/>
                </a:solidFill>
              </a:rPr>
              <a:t>Dependency: p03-full-000778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B7BAA-310C-45FA-A3E5-38A785DF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4381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Decision question: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Identify the conclusion that the dependency can support and the claims it cannot support.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F7BF9-649F-4FC4-8148-CBCB691F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245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E7EE"/>
                </a:solidFill>
              </a:defRPr>
            </a:pPr>
            <a:r>
              <a:rPr sz="1050" b="0">
                <a:solidFill>
                  <a:srgbClr val="D6E7EE"/>
                </a:solidFill>
              </a:rPr>
              <a:t>Artifact p03-full-007376 | fictional Cobalt Harbor Systems; defensive synthetic data only.</a:t>
            </a:r>
          </a:p>
        </p:txBody>
      </p:sp>
    </p:spTree>
    <p:extLst>
      <p:ext uri="{BB962C8B-B14F-4D97-AF65-F5344CB8AC3E}">
        <p14:creationId xmlns:p14="http://schemas.microsoft.com/office/powerpoint/2010/main" val="17538192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FEDAF-8BF8-452A-97F5-6D76B206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Direct facts and review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786D8-5EF1-42C7-8212-100C7790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4572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BD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A0431-C885-44C3-8D5B-60EFE458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333500"/>
            <a:ext cx="55816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6"/>
          </a:solidFill>
          <a:ln xmlns:a="http://schemas.openxmlformats.org/drawingml/2006/main" w="9525">
            <a:solidFill>
              <a:srgbClr val="B7CB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32FED-E09C-46E1-8109-DF5CF3B1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14500"/>
            <a:ext cx="3714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Source record</a:t>
            </a:r>
          </a:p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p03-full-000778 / p03-src-000778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evidence-flow</a:t>
            </a:r>
          </a:p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Control: AC-27</a:t>
            </a:r>
          </a:p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Case: CASE-260713-184</a:t>
            </a:r>
          </a:p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Classification: synthetic-defensive</a:t>
            </a:r>
          </a:p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Residual risk: Medium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972F7-1C22-4535-B2C7-ECEBB21F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4572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Review method</a:t>
            </a:r>
          </a:p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Identify the conclusion the dependency can support and the claims it cannot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Observation</a:t>
            </a:r>
          </a:p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The briefing provides a defensive GRC assessment of evidence set 184.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Boundary</a:t>
            </a:r>
          </a:p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It makes no Kio search, history, performance, or live-control assertion.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AAF79-70D7-4C99-BA8F-EC6B9F66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Source measures: population 48; timely 47; final 48.</a:t>
            </a:r>
          </a:p>
        </p:txBody>
      </p:sp>
    </p:spTree>
    <p:extLst>
      <p:ext uri="{BB962C8B-B14F-4D97-AF65-F5344CB8AC3E}">
        <p14:creationId xmlns:p14="http://schemas.microsoft.com/office/powerpoint/2010/main" val="2868294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DF630-E883-4BB1-9585-0EB75711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Bounded disposition and accountable follow-up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BB0F8-0998-4808-9C96-848815D4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4762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Finding</a:t>
            </a:r>
          </a:p>
          <a:p xmlns:a="http://schemas.openxmlformats.org/drawingml/2006/main">
            <a:pPr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The briefing provides a defensive GRC assessment of evidence set 184.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31632-EAA3-4387-BD18-606C665D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76375"/>
            <a:ext cx="4476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Limitation</a:t>
            </a:r>
          </a:p>
          <a:p xmlns:a="http://schemas.openxmlformats.org/drawingml/2006/main">
            <a:pPr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It makes no Kio search, history, performance, or live-control assertion.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156DE-473D-42D1-896E-A7845585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B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7A003-450E-4113-9623-C44FE050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Next accountable action</a:t>
            </a:r>
          </a:p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GRC labels the limitation in the closure packet. Assigned period remains 2026-07-20; source period remains 2026-07-14.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8F24F-2523-49B2-8B44-D586CA4D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572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Artifact p03-full-007376 | dependency p03-full-000778 | no live-system or Kio claim</a:t>
            </a:r>
          </a:p>
        </p:txBody>
      </p:sp>
    </p:spTree>
    <p:extLst>
      <p:ext uri="{BB962C8B-B14F-4D97-AF65-F5344CB8AC3E}">
        <p14:creationId xmlns:p14="http://schemas.microsoft.com/office/powerpoint/2010/main" val="874246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2026-08-24T18:42:58.1170000Z</dcterms:created>
  <dcterms:modified xsi:type="dcterms:W3CDTF">2026-08-24T18:42:58.1170000Z</dcterms:modified>
</coreProperties>
</file>