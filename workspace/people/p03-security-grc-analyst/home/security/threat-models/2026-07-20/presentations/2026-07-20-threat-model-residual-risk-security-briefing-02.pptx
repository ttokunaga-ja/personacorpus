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4663c4ef9e4294" /><Relationship Type="http://schemas.openxmlformats.org/officeDocument/2006/relationships/extended-properties" Target="/docProps/app.xml" Id="Rd955ee722d354049" /><Relationship Type="http://schemas.openxmlformats.org/officeDocument/2006/relationships/officeDocument" Target="/ppt/presentation.xml" Id="Ra7d58ba1b5a844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8be4e97d8b4558"/>
  </p:sldMasterIdLst>
  <p:notesMasterIdLst>
    <p:notesMasterId xmlns:r="http://schemas.openxmlformats.org/officeDocument/2006/relationships" r:id="R3b748ee4902f4ac8"/>
  </p:notesMasterIdLst>
  <p:sldIdLst>
    <p:sldId xmlns:r="http://schemas.openxmlformats.org/officeDocument/2006/relationships" id="256" r:id="Racb82cb18909472d"/>
    <p:sldId xmlns:r="http://schemas.openxmlformats.org/officeDocument/2006/relationships" id="257" r:id="Ra50f4de733544e46"/>
    <p:sldId xmlns:r="http://schemas.openxmlformats.org/officeDocument/2006/relationships" id="258" r:id="R7872101098254a89"/>
    <p:sldId xmlns:r="http://schemas.openxmlformats.org/officeDocument/2006/relationships" id="259" r:id="Re901c597a90e482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c5398ad0aa44ef" /><Relationship Type="http://schemas.openxmlformats.org/officeDocument/2006/relationships/slideMaster" Target="/ppt/slideMasters/slideMaster1.xml" Id="R6a8be4e97d8b4558" /><Relationship Type="http://schemas.openxmlformats.org/officeDocument/2006/relationships/notesMaster" Target="/ppt/notesMasters/notesMaster1.xml" Id="R3b748ee4902f4ac8" /><Relationship Type="http://schemas.openxmlformats.org/officeDocument/2006/relationships/presProps" Target="/ppt/presProps.xml" Id="R091d88c0bdf24065" /><Relationship Type="http://schemas.openxmlformats.org/officeDocument/2006/relationships/tableStyles" Target="/ppt/tableStyles.xml" Id="R83af9d1c3edd48ba" /><Relationship Type="http://schemas.openxmlformats.org/officeDocument/2006/relationships/slide" Target="/ppt/slides/slide1.xml" Id="Racb82cb18909472d" /><Relationship Type="http://schemas.openxmlformats.org/officeDocument/2006/relationships/slide" Target="/ppt/slides/slide2.xml" Id="Ra50f4de733544e46" /><Relationship Type="http://schemas.openxmlformats.org/officeDocument/2006/relationships/slide" Target="/ppt/slides/slide3.xml" Id="R7872101098254a89" /><Relationship Type="http://schemas.openxmlformats.org/officeDocument/2006/relationships/slide" Target="/ppt/slides/slide4.xml" Id="Re901c597a90e48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d5e9e375e14f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95d270cece45b5" /><Relationship Type="http://schemas.openxmlformats.org/officeDocument/2006/relationships/notesMaster" Target="/ppt/notesMasters/notesMaster1.xml" Id="R86f609c1f0604e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f2577616b764bf4" /><Relationship Type="http://schemas.openxmlformats.org/officeDocument/2006/relationships/notesMaster" Target="/ppt/notesMasters/notesMaster1.xml" Id="Rf6ecf31a753640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b2600b96424ece" /><Relationship Type="http://schemas.openxmlformats.org/officeDocument/2006/relationships/notesMaster" Target="/ppt/notesMasters/notesMaster1.xml" Id="Rb359436ad35c430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195d8fd09a94a58" /><Relationship Type="http://schemas.openxmlformats.org/officeDocument/2006/relationships/notesMaster" Target="/ppt/notesMasters/notesMaster1.xml" Id="R0d7cc40416a642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direct dependency p03-full-000252; Cobalt Harbor Systems content spine.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direct dependency p03-full-000252; Cobalt Harbor Systems content spine.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direct dependency p03-full-000252; Cobalt Harbor Systems content spine.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direct dependency p03-full-000252; Cobalt Harbor Systems content spine.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ea3a7993ff46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56e8cb5dc64e89" /><Relationship Type="http://schemas.openxmlformats.org/officeDocument/2006/relationships/slideLayout" Target="/ppt/slideLayouts/slideLayout1.xml" Id="R959ffdf64e3e41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9ffdf64e3e41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8a9d5daead4c04" /><Relationship Type="http://schemas.openxmlformats.org/officeDocument/2006/relationships/notesSlide" Target="/ppt/notesSlides/notesSlide1.xml" Id="R2a2e24e036f043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5b37450f64487a" /><Relationship Type="http://schemas.openxmlformats.org/officeDocument/2006/relationships/notesSlide" Target="/ppt/notesSlides/notesSlide2.xml" Id="Rc0eaceaff61a418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3fc1b8fb4f4554" /><Relationship Type="http://schemas.openxmlformats.org/officeDocument/2006/relationships/notesSlide" Target="/ppt/notesSlides/notesSlide3.xml" Id="R1ba7ff99861b405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95f4ed8f1d4264" /><Relationship Type="http://schemas.openxmlformats.org/officeDocument/2006/relationships/notesSlide" Target="/ppt/notesSlides/notesSlide4.xml" Id="R73d3b1e9a8d1459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6327-1">
            <a:extLst xmlns:a="http://schemas.openxmlformats.org/drawingml/2006/main">
              <a:ext uri="{FF2B5EF4-FFF2-40B4-BE49-F238E27FC236}">
                <a16:creationId xmlns:a16="http://schemas.microsoft.com/office/drawing/2014/main" id="{0BCCB28C-A925-497A-99F0-176F330D7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6327-1">
            <a:extLst xmlns:a="http://schemas.openxmlformats.org/drawingml/2006/main">
              <a:ext uri="{FF2B5EF4-FFF2-40B4-BE49-F238E27FC236}">
                <a16:creationId xmlns:a16="http://schemas.microsoft.com/office/drawing/2014/main" id="{D35C0CCF-7952-4244-8F53-603AF516F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p03-full-006327</a:t>
            </a:r>
          </a:p>
        </p:txBody>
      </p:sp>
      <p:sp>
        <p:nvSpPr>
          <p:cNvPr id="3" name="qa-v2-r2-title-p03-full-006327-1">
            <a:extLst xmlns:a="http://schemas.openxmlformats.org/drawingml/2006/main">
              <a:ext uri="{FF2B5EF4-FFF2-40B4-BE49-F238E27FC236}">
                <a16:creationId xmlns:a16="http://schemas.microsoft.com/office/drawing/2014/main" id="{4B31F2FB-46AE-4171-9CFC-347B3ED0A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6327-1">
            <a:extLst xmlns:a="http://schemas.openxmlformats.org/drawingml/2006/main">
              <a:ext uri="{FF2B5EF4-FFF2-40B4-BE49-F238E27FC236}">
                <a16:creationId xmlns:a16="http://schemas.microsoft.com/office/drawing/2014/main" id="{E8F7C527-D705-4C8F-9378-F4646176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threat model residual risk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security threat models. Declared review date: 2026-07-20.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assessment emphasizes exception rationale, counterexamples,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and control treatment.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p03-src-006327; p03-full-000252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an ownership handoff assessment.</a:t>
            </a:r>
          </a:p>
        </p:txBody>
      </p:sp>
    </p:spTree>
    <p:extLst>
      <p:ext uri="{BB962C8B-B14F-4D97-AF65-F5344CB8AC3E}">
        <p14:creationId xmlns:p14="http://schemas.microsoft.com/office/powerpoint/2010/main" val="2448334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6327-2">
            <a:extLst xmlns:a="http://schemas.openxmlformats.org/drawingml/2006/main">
              <a:ext uri="{FF2B5EF4-FFF2-40B4-BE49-F238E27FC236}">
                <a16:creationId xmlns:a16="http://schemas.microsoft.com/office/drawing/2014/main" id="{1C8395A3-6BEF-4466-926F-5D175F7C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6327-2">
            <a:extLst xmlns:a="http://schemas.openxmlformats.org/drawingml/2006/main">
              <a:ext uri="{FF2B5EF4-FFF2-40B4-BE49-F238E27FC236}">
                <a16:creationId xmlns:a16="http://schemas.microsoft.com/office/drawing/2014/main" id="{673975D8-0133-4988-97E7-49745D3C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p03-full-006327</a:t>
            </a:r>
          </a:p>
        </p:txBody>
      </p:sp>
      <p:sp>
        <p:nvSpPr>
          <p:cNvPr id="3" name="qa-v2-r2-title-p03-full-006327-2">
            <a:extLst xmlns:a="http://schemas.openxmlformats.org/drawingml/2006/main">
              <a:ext uri="{FF2B5EF4-FFF2-40B4-BE49-F238E27FC236}">
                <a16:creationId xmlns:a16="http://schemas.microsoft.com/office/drawing/2014/main" id="{2669F527-9839-4126-8BC2-11EFE47A5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6327-2">
            <a:extLst xmlns:a="http://schemas.openxmlformats.org/drawingml/2006/main">
              <a:ext uri="{FF2B5EF4-FFF2-40B4-BE49-F238E27FC236}">
                <a16:creationId xmlns:a16="http://schemas.microsoft.com/office/drawing/2014/main" id="{1574CFD9-8A20-4F23-928B-767581E8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record instructs the reviewer to read evidence completeness alongside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timing exception rather than treating them as equivalent.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record-to-decision continuity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exception rationale, counterexamples, and control treatment.</a:t>
            </a:r>
          </a:p>
        </p:txBody>
      </p:sp>
    </p:spTree>
    <p:extLst>
      <p:ext uri="{BB962C8B-B14F-4D97-AF65-F5344CB8AC3E}">
        <p14:creationId xmlns:p14="http://schemas.microsoft.com/office/powerpoint/2010/main" val="20974629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6327-3">
            <a:extLst xmlns:a="http://schemas.openxmlformats.org/drawingml/2006/main">
              <a:ext uri="{FF2B5EF4-FFF2-40B4-BE49-F238E27FC236}">
                <a16:creationId xmlns:a16="http://schemas.microsoft.com/office/drawing/2014/main" id="{1640DC6E-88FE-41DC-8C28-DC933833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6327-3">
            <a:extLst xmlns:a="http://schemas.openxmlformats.org/drawingml/2006/main">
              <a:ext uri="{FF2B5EF4-FFF2-40B4-BE49-F238E27FC236}">
                <a16:creationId xmlns:a16="http://schemas.microsoft.com/office/drawing/2014/main" id="{02E4BCF9-D542-4BE7-B68C-56148983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p03-full-006327</a:t>
            </a:r>
          </a:p>
        </p:txBody>
      </p:sp>
      <p:sp>
        <p:nvSpPr>
          <p:cNvPr id="3" name="qa-v2-r2-title-p03-full-006327-3">
            <a:extLst xmlns:a="http://schemas.openxmlformats.org/drawingml/2006/main">
              <a:ext uri="{FF2B5EF4-FFF2-40B4-BE49-F238E27FC236}">
                <a16:creationId xmlns:a16="http://schemas.microsoft.com/office/drawing/2014/main" id="{BAB5D00F-2F88-4646-9A78-DF3A9962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6327-3">
            <a:extLst xmlns:a="http://schemas.openxmlformats.org/drawingml/2006/main">
              <a:ext uri="{FF2B5EF4-FFF2-40B4-BE49-F238E27FC236}">
                <a16:creationId xmlns:a16="http://schemas.microsoft.com/office/drawing/2014/main" id="{6C5FF826-DE6D-4FA1-955F-EB500711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record a reasoned exception; do not carry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17304036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6327-4">
            <a:extLst xmlns:a="http://schemas.openxmlformats.org/drawingml/2006/main">
              <a:ext uri="{FF2B5EF4-FFF2-40B4-BE49-F238E27FC236}">
                <a16:creationId xmlns:a16="http://schemas.microsoft.com/office/drawing/2014/main" id="{6576E0B2-500E-4716-965F-A377FC1E9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6327-4">
            <a:extLst xmlns:a="http://schemas.openxmlformats.org/drawingml/2006/main">
              <a:ext uri="{FF2B5EF4-FFF2-40B4-BE49-F238E27FC236}">
                <a16:creationId xmlns:a16="http://schemas.microsoft.com/office/drawing/2014/main" id="{241E618D-ED25-46F1-B1A9-2B263E6CB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p03-full-006327</a:t>
            </a:r>
          </a:p>
        </p:txBody>
      </p:sp>
      <p:sp>
        <p:nvSpPr>
          <p:cNvPr id="3" name="qa-v2-r2-title-p03-full-006327-4">
            <a:extLst xmlns:a="http://schemas.openxmlformats.org/drawingml/2006/main">
              <a:ext uri="{FF2B5EF4-FFF2-40B4-BE49-F238E27FC236}">
                <a16:creationId xmlns:a16="http://schemas.microsoft.com/office/drawing/2014/main" id="{0CC3624E-4303-478A-B4FB-7E4F876F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6327-4">
            <a:extLst xmlns:a="http://schemas.openxmlformats.org/drawingml/2006/main">
              <a:ext uri="{FF2B5EF4-FFF2-40B4-BE49-F238E27FC236}">
                <a16:creationId xmlns:a16="http://schemas.microsoft.com/office/drawing/2014/main" id="{B1B5C729-9E9C-43B6-87CF-F71B19E96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p03-src-006327 with p03-full-000252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ownership handoff.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17304036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2026-08-25T12:49:13.0460000Z</dcterms:created>
  <dcterms:modified xsi:type="dcterms:W3CDTF">2026-08-25T12:49:13.0460000Z</dcterms:modified>
</coreProperties>
</file>