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5c829d12c4099" /><Relationship Type="http://schemas.openxmlformats.org/officeDocument/2006/relationships/extended-properties" Target="/docProps/app.xml" Id="R2a4295020ff14a8a" /><Relationship Type="http://schemas.openxmlformats.org/officeDocument/2006/relationships/officeDocument" Target="/ppt/presentation.xml" Id="Raca617c6c8404b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2e95f03d8345a5"/>
  </p:sldMasterIdLst>
  <p:notesMasterIdLst>
    <p:notesMasterId xmlns:r="http://schemas.openxmlformats.org/officeDocument/2006/relationships" r:id="R879b8995b40742da"/>
  </p:notesMasterIdLst>
  <p:sldIdLst>
    <p:sldId xmlns:r="http://schemas.openxmlformats.org/officeDocument/2006/relationships" id="256" r:id="Re336e22674434d50"/>
    <p:sldId xmlns:r="http://schemas.openxmlformats.org/officeDocument/2006/relationships" id="257" r:id="R225a2f8f9c3140db"/>
    <p:sldId xmlns:r="http://schemas.openxmlformats.org/officeDocument/2006/relationships" id="258" r:id="Rbf60cda180044145"/>
    <p:sldId xmlns:r="http://schemas.openxmlformats.org/officeDocument/2006/relationships" id="259" r:id="R9d6ee0c9c82e42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ac20623f7049a5" /><Relationship Type="http://schemas.openxmlformats.org/officeDocument/2006/relationships/slideMaster" Target="/ppt/slideMasters/slideMaster1.xml" Id="R852e95f03d8345a5" /><Relationship Type="http://schemas.openxmlformats.org/officeDocument/2006/relationships/notesMaster" Target="/ppt/notesMasters/notesMaster1.xml" Id="R879b8995b40742da" /><Relationship Type="http://schemas.openxmlformats.org/officeDocument/2006/relationships/presProps" Target="/ppt/presProps.xml" Id="R57273860dcba40c6" /><Relationship Type="http://schemas.openxmlformats.org/officeDocument/2006/relationships/tableStyles" Target="/ppt/tableStyles.xml" Id="Rff247d2f6d294971" /><Relationship Type="http://schemas.openxmlformats.org/officeDocument/2006/relationships/slide" Target="/ppt/slides/slide1.xml" Id="Re336e22674434d50" /><Relationship Type="http://schemas.openxmlformats.org/officeDocument/2006/relationships/slide" Target="/ppt/slides/slide2.xml" Id="R225a2f8f9c3140db" /><Relationship Type="http://schemas.openxmlformats.org/officeDocument/2006/relationships/slide" Target="/ppt/slides/slide3.xml" Id="Rbf60cda180044145" /><Relationship Type="http://schemas.openxmlformats.org/officeDocument/2006/relationships/slide" Target="/ppt/slides/slide4.xml" Id="R9d6ee0c9c82e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2fa2a456d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0ae5ba7af4d8f" /><Relationship Type="http://schemas.openxmlformats.org/officeDocument/2006/relationships/notesMaster" Target="/ppt/notesMasters/notesMaster1.xml" Id="R1bd4a78bef19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4f4ca32ce442ef" /><Relationship Type="http://schemas.openxmlformats.org/officeDocument/2006/relationships/notesMaster" Target="/ppt/notesMasters/notesMaster1.xml" Id="R516f5b747804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04f9096034615" /><Relationship Type="http://schemas.openxmlformats.org/officeDocument/2006/relationships/notesMaster" Target="/ppt/notesMasters/notesMaster1.xml" Id="Rb05526f1e8c2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26f8c065c04fef" /><Relationship Type="http://schemas.openxmlformats.org/officeDocument/2006/relationships/notesMaster" Target="/ppt/notesMasters/notesMaster1.xml" Id="Rbe93991350fd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b3e42dfba4d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1ba77e4d44f40" /><Relationship Type="http://schemas.openxmlformats.org/officeDocument/2006/relationships/slideLayout" Target="/ppt/slideLayouts/slideLayout1.xml" Id="R704913edd8e74a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913edd8e74a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4614d289a413f" /><Relationship Type="http://schemas.openxmlformats.org/officeDocument/2006/relationships/notesSlide" Target="/ppt/notesSlides/notesSlide1.xml" Id="Rd4d5d49527ae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cc6702bf74d48" /><Relationship Type="http://schemas.openxmlformats.org/officeDocument/2006/relationships/notesSlide" Target="/ppt/notesSlides/notesSlide2.xml" Id="R43a0bd7e461b4b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b4e0266dc4f85" /><Relationship Type="http://schemas.openxmlformats.org/officeDocument/2006/relationships/notesSlide" Target="/ppt/notesSlides/notesSlide3.xml" Id="Rbc2c7fc11caf4a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4768279b42cc" /><Relationship Type="http://schemas.openxmlformats.org/officeDocument/2006/relationships/notesSlide" Target="/ppt/notesSlides/notesSlide4.xml" Id="Rf291296fc03b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28-1">
            <a:extLst xmlns:a="http://schemas.openxmlformats.org/drawingml/2006/main">
              <a:ext uri="{FF2B5EF4-FFF2-40B4-BE49-F238E27FC236}">
                <a16:creationId xmlns:a16="http://schemas.microsoft.com/office/drawing/2014/main" id="{BDE0F79F-7929-47D4-83E6-887A2B0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28-1">
            <a:extLst xmlns:a="http://schemas.openxmlformats.org/drawingml/2006/main">
              <a:ext uri="{FF2B5EF4-FFF2-40B4-BE49-F238E27FC236}">
                <a16:creationId xmlns:a16="http://schemas.microsoft.com/office/drawing/2014/main" id="{2204A4F0-2DB7-422E-A42D-623BAD1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p03-full-003628</a:t>
            </a:r>
          </a:p>
        </p:txBody>
      </p:sp>
      <p:sp>
        <p:nvSpPr>
          <p:cNvPr id="3" name="qa-v2-r2-title-p03-full-003628-1">
            <a:extLst xmlns:a="http://schemas.openxmlformats.org/drawingml/2006/main">
              <a:ext uri="{FF2B5EF4-FFF2-40B4-BE49-F238E27FC236}">
                <a16:creationId xmlns:a16="http://schemas.microsoft.com/office/drawing/2014/main" id="{8924B540-582F-4CD9-8B0F-A0BBFD4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628-1">
            <a:extLst xmlns:a="http://schemas.openxmlformats.org/drawingml/2006/main">
              <a:ext uri="{FF2B5EF4-FFF2-40B4-BE49-F238E27FC236}">
                <a16:creationId xmlns:a16="http://schemas.microsoft.com/office/drawing/2014/main" id="{F45A23A4-2A82-47BF-813F-FD49F8E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access review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p03-src-003628; p03-full-000265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2107015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28-2">
            <a:extLst xmlns:a="http://schemas.openxmlformats.org/drawingml/2006/main">
              <a:ext uri="{FF2B5EF4-FFF2-40B4-BE49-F238E27FC236}">
                <a16:creationId xmlns:a16="http://schemas.microsoft.com/office/drawing/2014/main" id="{51C6C0EB-1E95-48E8-A962-528D77A5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28-2">
            <a:extLst xmlns:a="http://schemas.openxmlformats.org/drawingml/2006/main">
              <a:ext uri="{FF2B5EF4-FFF2-40B4-BE49-F238E27FC236}">
                <a16:creationId xmlns:a16="http://schemas.microsoft.com/office/drawing/2014/main" id="{32022B9C-EBFD-4E25-BA7C-685ED4B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p03-full-003628</a:t>
            </a:r>
          </a:p>
        </p:txBody>
      </p:sp>
      <p:sp>
        <p:nvSpPr>
          <p:cNvPr id="3" name="qa-v2-r2-title-p03-full-003628-2">
            <a:extLst xmlns:a="http://schemas.openxmlformats.org/drawingml/2006/main">
              <a:ext uri="{FF2B5EF4-FFF2-40B4-BE49-F238E27FC236}">
                <a16:creationId xmlns:a16="http://schemas.microsoft.com/office/drawing/2014/main" id="{B1CE5FC0-60FB-4F11-A740-5DA8DAE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628-2">
            <a:extLst xmlns:a="http://schemas.openxmlformats.org/drawingml/2006/main">
              <a:ext uri="{FF2B5EF4-FFF2-40B4-BE49-F238E27FC236}">
                <a16:creationId xmlns:a16="http://schemas.microsoft.com/office/drawing/2014/main" id="{44345568-529F-46E6-BE8C-3D994F2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inspect the relationship among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reviewed roles, timely attestations, and final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512341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28-3">
            <a:extLst xmlns:a="http://schemas.openxmlformats.org/drawingml/2006/main">
              <a:ext uri="{FF2B5EF4-FFF2-40B4-BE49-F238E27FC236}">
                <a16:creationId xmlns:a16="http://schemas.microsoft.com/office/drawing/2014/main" id="{DE31F9B1-CD4C-4790-A835-69EF13C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28-3">
            <a:extLst xmlns:a="http://schemas.openxmlformats.org/drawingml/2006/main">
              <a:ext uri="{FF2B5EF4-FFF2-40B4-BE49-F238E27FC236}">
                <a16:creationId xmlns:a16="http://schemas.microsoft.com/office/drawing/2014/main" id="{AAF3462E-EAAD-4900-B48D-3D392612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p03-full-003628</a:t>
            </a:r>
          </a:p>
        </p:txBody>
      </p:sp>
      <p:sp>
        <p:nvSpPr>
          <p:cNvPr id="3" name="qa-v2-r2-title-p03-full-003628-3">
            <a:extLst xmlns:a="http://schemas.openxmlformats.org/drawingml/2006/main">
              <a:ext uri="{FF2B5EF4-FFF2-40B4-BE49-F238E27FC236}">
                <a16:creationId xmlns:a16="http://schemas.microsoft.com/office/drawing/2014/main" id="{7C1099CF-CC57-4A15-89A5-4E7164B2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628-3">
            <a:extLst xmlns:a="http://schemas.openxmlformats.org/drawingml/2006/main">
              <a:ext uri="{FF2B5EF4-FFF2-40B4-BE49-F238E27FC236}">
                <a16:creationId xmlns:a16="http://schemas.microsoft.com/office/drawing/2014/main" id="{F3384DD9-A0E6-4CFE-8967-D61D80A6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72302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28-4">
            <a:extLst xmlns:a="http://schemas.openxmlformats.org/drawingml/2006/main">
              <a:ext uri="{FF2B5EF4-FFF2-40B4-BE49-F238E27FC236}">
                <a16:creationId xmlns:a16="http://schemas.microsoft.com/office/drawing/2014/main" id="{D83A117D-4CCC-447E-B64D-58CFF17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28-4">
            <a:extLst xmlns:a="http://schemas.openxmlformats.org/drawingml/2006/main">
              <a:ext uri="{FF2B5EF4-FFF2-40B4-BE49-F238E27FC236}">
                <a16:creationId xmlns:a16="http://schemas.microsoft.com/office/drawing/2014/main" id="{22AE3357-CEAD-442A-A711-A40BB34E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p03-full-003628</a:t>
            </a:r>
          </a:p>
        </p:txBody>
      </p:sp>
      <p:sp>
        <p:nvSpPr>
          <p:cNvPr id="3" name="qa-v2-r2-title-p03-full-003628-4">
            <a:extLst xmlns:a="http://schemas.openxmlformats.org/drawingml/2006/main">
              <a:ext uri="{FF2B5EF4-FFF2-40B4-BE49-F238E27FC236}">
                <a16:creationId xmlns:a16="http://schemas.microsoft.com/office/drawing/2014/main" id="{4ED609F3-82D0-49D3-B5ED-8EE4B9D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628-4">
            <a:extLst xmlns:a="http://schemas.openxmlformats.org/drawingml/2006/main">
              <a:ext uri="{FF2B5EF4-FFF2-40B4-BE49-F238E27FC236}">
                <a16:creationId xmlns:a16="http://schemas.microsoft.com/office/drawing/2014/main" id="{2D68E577-7650-408E-BBF6-403E0A5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p03-src-003628 with p03-full-000265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72302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2026-08-25T12:47:04.8510000Z</dcterms:created>
  <dcterms:modified xsi:type="dcterms:W3CDTF">2026-08-25T12:47:04.8510000Z</dcterms:modified>
</coreProperties>
</file>