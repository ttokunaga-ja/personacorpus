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02dd94c45a4252" /><Relationship Type="http://schemas.openxmlformats.org/officeDocument/2006/relationships/extended-properties" Target="/docProps/app.xml" Id="R21041d86633d446c" /><Relationship Type="http://schemas.openxmlformats.org/officeDocument/2006/relationships/officeDocument" Target="/ppt/presentation.xml" Id="Rd8854f7ee88f43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66accf9bcb48d5"/>
  </p:sldMasterIdLst>
  <p:notesMasterIdLst>
    <p:notesMasterId xmlns:r="http://schemas.openxmlformats.org/officeDocument/2006/relationships" r:id="R3ff1f91e10a947e3"/>
  </p:notesMasterIdLst>
  <p:sldIdLst>
    <p:sldId xmlns:r="http://schemas.openxmlformats.org/officeDocument/2006/relationships" id="256" r:id="Rc2d3884b2a7b4650"/>
    <p:sldId xmlns:r="http://schemas.openxmlformats.org/officeDocument/2006/relationships" id="257" r:id="R14bb65aae84a4d01"/>
    <p:sldId xmlns:r="http://schemas.openxmlformats.org/officeDocument/2006/relationships" id="258" r:id="R6c3b9a5b14f74b7e"/>
    <p:sldId xmlns:r="http://schemas.openxmlformats.org/officeDocument/2006/relationships" id="259" r:id="R1a7562e5e11141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2428ac0de64600" /><Relationship Type="http://schemas.openxmlformats.org/officeDocument/2006/relationships/slideMaster" Target="/ppt/slideMasters/slideMaster1.xml" Id="Rb666accf9bcb48d5" /><Relationship Type="http://schemas.openxmlformats.org/officeDocument/2006/relationships/notesMaster" Target="/ppt/notesMasters/notesMaster1.xml" Id="R3ff1f91e10a947e3" /><Relationship Type="http://schemas.openxmlformats.org/officeDocument/2006/relationships/presProps" Target="/ppt/presProps.xml" Id="Reb048088487543c5" /><Relationship Type="http://schemas.openxmlformats.org/officeDocument/2006/relationships/tableStyles" Target="/ppt/tableStyles.xml" Id="R67e4b2952ed044a7" /><Relationship Type="http://schemas.openxmlformats.org/officeDocument/2006/relationships/slide" Target="/ppt/slides/slide1.xml" Id="Rc2d3884b2a7b4650" /><Relationship Type="http://schemas.openxmlformats.org/officeDocument/2006/relationships/slide" Target="/ppt/slides/slide2.xml" Id="R14bb65aae84a4d01" /><Relationship Type="http://schemas.openxmlformats.org/officeDocument/2006/relationships/slide" Target="/ppt/slides/slide3.xml" Id="R6c3b9a5b14f74b7e" /><Relationship Type="http://schemas.openxmlformats.org/officeDocument/2006/relationships/slide" Target="/ppt/slides/slide4.xml" Id="R1a7562e5e11141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4d0e5d29494d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e4a490c2c54e48" /><Relationship Type="http://schemas.openxmlformats.org/officeDocument/2006/relationships/notesMaster" Target="/ppt/notesMasters/notesMaster1.xml" Id="Rc851cd43e4f849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1ab104f1834709" /><Relationship Type="http://schemas.openxmlformats.org/officeDocument/2006/relationships/notesMaster" Target="/ppt/notesMasters/notesMaster1.xml" Id="R3b15ed378bab41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a0b299a41347e2" /><Relationship Type="http://schemas.openxmlformats.org/officeDocument/2006/relationships/notesMaster" Target="/ppt/notesMasters/notesMaster1.xml" Id="R308b42ecc1ca45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c9ccb3a3334410" /><Relationship Type="http://schemas.openxmlformats.org/officeDocument/2006/relationships/notesMaster" Target="/ppt/notesMasters/notesMaster1.xml" Id="R304e3d37d3014c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p03-full-000195;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p03-full-000195;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p03-full-000195;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p03-full-000195;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1e6aefa5894d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3eb9f9d067484a" /><Relationship Type="http://schemas.openxmlformats.org/officeDocument/2006/relationships/slideLayout" Target="/ppt/slideLayouts/slideLayout1.xml" Id="R03a03ef9760642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a03ef9760642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a4a7636444571" /><Relationship Type="http://schemas.openxmlformats.org/officeDocument/2006/relationships/notesSlide" Target="/ppt/notesSlides/notesSlide1.xml" Id="R05aa82e538b54c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664919bab4bd8" /><Relationship Type="http://schemas.openxmlformats.org/officeDocument/2006/relationships/notesSlide" Target="/ppt/notesSlides/notesSlide2.xml" Id="R4b9fa4e8d34f4f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6bb3052a5423b" /><Relationship Type="http://schemas.openxmlformats.org/officeDocument/2006/relationships/notesSlide" Target="/ppt/notesSlides/notesSlide3.xml" Id="R56b7d8ce015a4e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db65a0d8a4ad9" /><Relationship Type="http://schemas.openxmlformats.org/officeDocument/2006/relationships/notesSlide" Target="/ppt/notesSlides/notesSlide4.xml" Id="R23716ae8476644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426-1">
            <a:extLst xmlns:a="http://schemas.openxmlformats.org/drawingml/2006/main">
              <a:ext uri="{FF2B5EF4-FFF2-40B4-BE49-F238E27FC236}">
                <a16:creationId xmlns:a16="http://schemas.microsoft.com/office/drawing/2014/main" id="{3D9C938C-C1DC-4E16-8084-C46306A1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426-1">
            <a:extLst xmlns:a="http://schemas.openxmlformats.org/drawingml/2006/main">
              <a:ext uri="{FF2B5EF4-FFF2-40B4-BE49-F238E27FC236}">
                <a16:creationId xmlns:a16="http://schemas.microsoft.com/office/drawing/2014/main" id="{5FC7D599-3980-4F7C-AA53-D48B72DF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p03-full-008426</a:t>
            </a:r>
          </a:p>
        </p:txBody>
      </p:sp>
      <p:sp>
        <p:nvSpPr>
          <p:cNvPr id="3" name="qa-v2-r2-title-p03-full-008426-1">
            <a:extLst xmlns:a="http://schemas.openxmlformats.org/drawingml/2006/main">
              <a:ext uri="{FF2B5EF4-FFF2-40B4-BE49-F238E27FC236}">
                <a16:creationId xmlns:a16="http://schemas.microsoft.com/office/drawing/2014/main" id="{1C58BB72-6DE2-47FC-9D59-1D1AB4F6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8426-1">
            <a:extLst xmlns:a="http://schemas.openxmlformats.org/drawingml/2006/main">
              <a:ext uri="{FF2B5EF4-FFF2-40B4-BE49-F238E27FC236}">
                <a16:creationId xmlns:a16="http://schemas.microsoft.com/office/drawing/2014/main" id="{78F1EFC4-FA86-447A-8B43-49FD5302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threat model evidence flow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threat models. Declared review date: 2026-07-20.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p03-src-008426; p03-full-000195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review chronology assessment.</a:t>
            </a:r>
          </a:p>
        </p:txBody>
      </p:sp>
    </p:spTree>
    <p:extLst>
      <p:ext uri="{BB962C8B-B14F-4D97-AF65-F5344CB8AC3E}">
        <p14:creationId xmlns:p14="http://schemas.microsoft.com/office/powerpoint/2010/main" val="8174905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426-2">
            <a:extLst xmlns:a="http://schemas.openxmlformats.org/drawingml/2006/main">
              <a:ext uri="{FF2B5EF4-FFF2-40B4-BE49-F238E27FC236}">
                <a16:creationId xmlns:a16="http://schemas.microsoft.com/office/drawing/2014/main" id="{84566A99-CE8D-41EC-A0D9-6FDFD817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426-2">
            <a:extLst xmlns:a="http://schemas.openxmlformats.org/drawingml/2006/main">
              <a:ext uri="{FF2B5EF4-FFF2-40B4-BE49-F238E27FC236}">
                <a16:creationId xmlns:a16="http://schemas.microsoft.com/office/drawing/2014/main" id="{5B89BEDD-9E4A-4F77-8C2A-E1DAA787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p03-full-008426</a:t>
            </a:r>
          </a:p>
        </p:txBody>
      </p:sp>
      <p:sp>
        <p:nvSpPr>
          <p:cNvPr id="3" name="qa-v2-r2-title-p03-full-008426-2">
            <a:extLst xmlns:a="http://schemas.openxmlformats.org/drawingml/2006/main">
              <a:ext uri="{FF2B5EF4-FFF2-40B4-BE49-F238E27FC236}">
                <a16:creationId xmlns:a16="http://schemas.microsoft.com/office/drawing/2014/main" id="{A90CF744-2AFB-4468-BD45-C07A748C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8426-2">
            <a:extLst xmlns:a="http://schemas.openxmlformats.org/drawingml/2006/main">
              <a:ext uri="{FF2B5EF4-FFF2-40B4-BE49-F238E27FC236}">
                <a16:creationId xmlns:a16="http://schemas.microsoft.com/office/drawing/2014/main" id="{399EC940-A71E-4870-B98A-B92D8EEE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record instructs the reviewer to use the source classification as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guardrail for the scope of the risk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counterexample-to-decision separation review of the source and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through 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21407752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426-3">
            <a:extLst xmlns:a="http://schemas.openxmlformats.org/drawingml/2006/main">
              <a:ext uri="{FF2B5EF4-FFF2-40B4-BE49-F238E27FC236}">
                <a16:creationId xmlns:a16="http://schemas.microsoft.com/office/drawing/2014/main" id="{F53FF284-494B-43BC-AB6A-C20F7EA5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426-3">
            <a:extLst xmlns:a="http://schemas.openxmlformats.org/drawingml/2006/main">
              <a:ext uri="{FF2B5EF4-FFF2-40B4-BE49-F238E27FC236}">
                <a16:creationId xmlns:a16="http://schemas.microsoft.com/office/drawing/2014/main" id="{A3924578-AFB7-4294-98C4-FBE1AC84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p03-full-008426</a:t>
            </a:r>
          </a:p>
        </p:txBody>
      </p:sp>
      <p:sp>
        <p:nvSpPr>
          <p:cNvPr id="3" name="qa-v2-r2-title-p03-full-008426-3">
            <a:extLst xmlns:a="http://schemas.openxmlformats.org/drawingml/2006/main">
              <a:ext uri="{FF2B5EF4-FFF2-40B4-BE49-F238E27FC236}">
                <a16:creationId xmlns:a16="http://schemas.microsoft.com/office/drawing/2014/main" id="{D44CF3F7-176A-479D-A350-52194334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8426-3">
            <a:extLst xmlns:a="http://schemas.openxmlformats.org/drawingml/2006/main">
              <a:ext uri="{FF2B5EF4-FFF2-40B4-BE49-F238E27FC236}">
                <a16:creationId xmlns:a16="http://schemas.microsoft.com/office/drawing/2014/main" id="{64DAD953-BC76-4722-81E6-F1966794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defer closure pending evidence; do not carry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647466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D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426-4">
            <a:extLst xmlns:a="http://schemas.openxmlformats.org/drawingml/2006/main">
              <a:ext uri="{FF2B5EF4-FFF2-40B4-BE49-F238E27FC236}">
                <a16:creationId xmlns:a16="http://schemas.microsoft.com/office/drawing/2014/main" id="{D61DC389-2809-4BAB-A29B-C5DFECF8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426-4">
            <a:extLst xmlns:a="http://schemas.openxmlformats.org/drawingml/2006/main">
              <a:ext uri="{FF2B5EF4-FFF2-40B4-BE49-F238E27FC236}">
                <a16:creationId xmlns:a16="http://schemas.microsoft.com/office/drawing/2014/main" id="{A1353890-F1F5-41B8-9692-CF3BF09F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p03-full-008426</a:t>
            </a:r>
          </a:p>
        </p:txBody>
      </p:sp>
      <p:sp>
        <p:nvSpPr>
          <p:cNvPr id="3" name="qa-v2-r2-title-p03-full-008426-4">
            <a:extLst xmlns:a="http://schemas.openxmlformats.org/drawingml/2006/main">
              <a:ext uri="{FF2B5EF4-FFF2-40B4-BE49-F238E27FC236}">
                <a16:creationId xmlns:a16="http://schemas.microsoft.com/office/drawing/2014/main" id="{FAFF6A92-9411-4B10-8706-1F6DCA7B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8426-4">
            <a:extLst xmlns:a="http://schemas.openxmlformats.org/drawingml/2006/main">
              <a:ext uri="{FF2B5EF4-FFF2-40B4-BE49-F238E27FC236}">
                <a16:creationId xmlns:a16="http://schemas.microsoft.com/office/drawing/2014/main" id="{FA5D8EE1-20EC-4055-BCDB-B4FB1101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p03-src-008426 with p03-full-000195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review chronology.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64746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2026-08-25T12:48:09.0130000Z</dcterms:created>
  <dcterms:modified xsi:type="dcterms:W3CDTF">2026-08-25T12:48:09.0130000Z</dcterms:modified>
</coreProperties>
</file>