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79dd4efe534143" /><Relationship Type="http://schemas.openxmlformats.org/officeDocument/2006/relationships/extended-properties" Target="/docProps/app.xml" Id="R0e9299915dd54020" /><Relationship Type="http://schemas.openxmlformats.org/officeDocument/2006/relationships/officeDocument" Target="/ppt/presentation.xml" Id="R1bee8e915d17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3e3247e71c4951"/>
  </p:sldMasterIdLst>
  <p:notesMasterIdLst>
    <p:notesMasterId xmlns:r="http://schemas.openxmlformats.org/officeDocument/2006/relationships" r:id="R386dde3f3cc44b0a"/>
  </p:notesMasterIdLst>
  <p:sldIdLst>
    <p:sldId xmlns:r="http://schemas.openxmlformats.org/officeDocument/2006/relationships" id="256" r:id="R29cf424f40124088"/>
    <p:sldId xmlns:r="http://schemas.openxmlformats.org/officeDocument/2006/relationships" id="257" r:id="R84427f61a7c844f8"/>
    <p:sldId xmlns:r="http://schemas.openxmlformats.org/officeDocument/2006/relationships" id="258" r:id="Rbcb83e681cf14e51"/>
    <p:sldId xmlns:r="http://schemas.openxmlformats.org/officeDocument/2006/relationships" id="259" r:id="R0acd8d3b5eb041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aec6e3a8f4534" /><Relationship Type="http://schemas.openxmlformats.org/officeDocument/2006/relationships/slideMaster" Target="/ppt/slideMasters/slideMaster1.xml" Id="R863e3247e71c4951" /><Relationship Type="http://schemas.openxmlformats.org/officeDocument/2006/relationships/notesMaster" Target="/ppt/notesMasters/notesMaster1.xml" Id="R386dde3f3cc44b0a" /><Relationship Type="http://schemas.openxmlformats.org/officeDocument/2006/relationships/presProps" Target="/ppt/presProps.xml" Id="Rd32f5e70c343496c" /><Relationship Type="http://schemas.openxmlformats.org/officeDocument/2006/relationships/tableStyles" Target="/ppt/tableStyles.xml" Id="Rfb03cadd81534e31" /><Relationship Type="http://schemas.openxmlformats.org/officeDocument/2006/relationships/slide" Target="/ppt/slides/slide1.xml" Id="R29cf424f40124088" /><Relationship Type="http://schemas.openxmlformats.org/officeDocument/2006/relationships/slide" Target="/ppt/slides/slide2.xml" Id="R84427f61a7c844f8" /><Relationship Type="http://schemas.openxmlformats.org/officeDocument/2006/relationships/slide" Target="/ppt/slides/slide3.xml" Id="Rbcb83e681cf14e51" /><Relationship Type="http://schemas.openxmlformats.org/officeDocument/2006/relationships/slide" Target="/ppt/slides/slide4.xml" Id="R0acd8d3b5eb041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a720e6133642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149c55feb84db9" /><Relationship Type="http://schemas.openxmlformats.org/officeDocument/2006/relationships/notesMaster" Target="/ppt/notesMasters/notesMaster1.xml" Id="R2353123d18a24a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babe349f7f4e28" /><Relationship Type="http://schemas.openxmlformats.org/officeDocument/2006/relationships/notesMaster" Target="/ppt/notesMasters/notesMaster1.xml" Id="R9057a41941d746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b9359e3efa4e73" /><Relationship Type="http://schemas.openxmlformats.org/officeDocument/2006/relationships/notesMaster" Target="/ppt/notesMasters/notesMaster1.xml" Id="R39f8d06c6c7e4a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0314a3a6604d9d" /><Relationship Type="http://schemas.openxmlformats.org/officeDocument/2006/relationships/notesMaster" Target="/ppt/notesMasters/notesMaster1.xml" Id="Rc54f6dff6675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p03-full-000607;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e2dd3ab5147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08dc8506ef444c" /><Relationship Type="http://schemas.openxmlformats.org/officeDocument/2006/relationships/slideLayout" Target="/ppt/slideLayouts/slideLayout1.xml" Id="Rcbe12a73aee645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e12a73aee645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c79136d854769" /><Relationship Type="http://schemas.openxmlformats.org/officeDocument/2006/relationships/notesSlide" Target="/ppt/notesSlides/notesSlide1.xml" Id="Re70cb209f5e0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a683268f94293" /><Relationship Type="http://schemas.openxmlformats.org/officeDocument/2006/relationships/notesSlide" Target="/ppt/notesSlides/notesSlide2.xml" Id="Rb03547a80c1d47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18523be6140a7" /><Relationship Type="http://schemas.openxmlformats.org/officeDocument/2006/relationships/notesSlide" Target="/ppt/notesSlides/notesSlide3.xml" Id="R1d5276cc96bc4d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52df124754151" /><Relationship Type="http://schemas.openxmlformats.org/officeDocument/2006/relationships/notesSlide" Target="/ppt/notesSlides/notesSlide4.xml" Id="Ref3265cb06b24c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026-1">
            <a:extLst xmlns:a="http://schemas.openxmlformats.org/drawingml/2006/main">
              <a:ext uri="{FF2B5EF4-FFF2-40B4-BE49-F238E27FC236}">
                <a16:creationId xmlns:a16="http://schemas.microsoft.com/office/drawing/2014/main" id="{D8FD7C92-F830-4811-A910-DAD9AA1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026-1">
            <a:extLst xmlns:a="http://schemas.openxmlformats.org/drawingml/2006/main">
              <a:ext uri="{FF2B5EF4-FFF2-40B4-BE49-F238E27FC236}">
                <a16:creationId xmlns:a16="http://schemas.microsoft.com/office/drawing/2014/main" id="{862BCEF6-AB51-4F04-951C-669FEC0C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p03-full-007026</a:t>
            </a:r>
          </a:p>
        </p:txBody>
      </p:sp>
      <p:sp>
        <p:nvSpPr>
          <p:cNvPr id="3" name="qa-v2-r2-title-p03-full-007026-1">
            <a:extLst xmlns:a="http://schemas.openxmlformats.org/drawingml/2006/main">
              <a:ext uri="{FF2B5EF4-FFF2-40B4-BE49-F238E27FC236}">
                <a16:creationId xmlns:a16="http://schemas.microsoft.com/office/drawing/2014/main" id="{5E4CE79D-8CA6-420E-B998-8E0A96F5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7026-1">
            <a:extLst xmlns:a="http://schemas.openxmlformats.org/drawingml/2006/main">
              <a:ext uri="{FF2B5EF4-FFF2-40B4-BE49-F238E27FC236}">
                <a16:creationId xmlns:a16="http://schemas.microsoft.com/office/drawing/2014/main" id="{83F3C6E1-C7E3-41A3-BD46-E2E4B6D0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evidence flow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threat models. The record treats RISK-031 on 2026-07-20 as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approval boundary question focused on source reliability, provenance,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p03-src-007026 is the declared source; p03-full-000607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501986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026-2">
            <a:extLst xmlns:a="http://schemas.openxmlformats.org/drawingml/2006/main">
              <a:ext uri="{FF2B5EF4-FFF2-40B4-BE49-F238E27FC236}">
                <a16:creationId xmlns:a16="http://schemas.microsoft.com/office/drawing/2014/main" id="{73270399-B4E0-401E-BE7B-B65EF3ED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026-2">
            <a:extLst xmlns:a="http://schemas.openxmlformats.org/drawingml/2006/main">
              <a:ext uri="{FF2B5EF4-FFF2-40B4-BE49-F238E27FC236}">
                <a16:creationId xmlns:a16="http://schemas.microsoft.com/office/drawing/2014/main" id="{F672D267-2BE9-4F44-A1B8-4618D0A9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p03-full-007026</a:t>
            </a:r>
          </a:p>
        </p:txBody>
      </p:sp>
      <p:sp>
        <p:nvSpPr>
          <p:cNvPr id="3" name="qa-v2-r2-title-p03-full-007026-2">
            <a:extLst xmlns:a="http://schemas.openxmlformats.org/drawingml/2006/main">
              <a:ext uri="{FF2B5EF4-FFF2-40B4-BE49-F238E27FC236}">
                <a16:creationId xmlns:a16="http://schemas.microsoft.com/office/drawing/2014/main" id="{ABAE22F7-7DED-4AA9-9712-A478E32A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7026-2">
            <a:extLst xmlns:a="http://schemas.openxmlformats.org/drawingml/2006/main">
              <a:ext uri="{FF2B5EF4-FFF2-40B4-BE49-F238E27FC236}">
                <a16:creationId xmlns:a16="http://schemas.microsoft.com/office/drawing/2014/main" id="{4634C373-C6FA-4515-A76F-3B4F8C63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confirm that the briefing uses only bounded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synthetic fields and not raw operational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exception-to-owner linkage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reliability, provenance, and corroboration quality, rather than treat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889714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026-3">
            <a:extLst xmlns:a="http://schemas.openxmlformats.org/drawingml/2006/main">
              <a:ext uri="{FF2B5EF4-FFF2-40B4-BE49-F238E27FC236}">
                <a16:creationId xmlns:a16="http://schemas.microsoft.com/office/drawing/2014/main" id="{581547C5-D3B6-4C2C-A15C-CB7BDFF4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026-3">
            <a:extLst xmlns:a="http://schemas.openxmlformats.org/drawingml/2006/main">
              <a:ext uri="{FF2B5EF4-FFF2-40B4-BE49-F238E27FC236}">
                <a16:creationId xmlns:a16="http://schemas.microsoft.com/office/drawing/2014/main" id="{1D311AA0-3484-42F0-87D5-EEC67092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p03-full-007026</a:t>
            </a:r>
          </a:p>
        </p:txBody>
      </p:sp>
      <p:sp>
        <p:nvSpPr>
          <p:cNvPr id="3" name="qa-v2-r2-title-p03-full-007026-3">
            <a:extLst xmlns:a="http://schemas.openxmlformats.org/drawingml/2006/main">
              <a:ext uri="{FF2B5EF4-FFF2-40B4-BE49-F238E27FC236}">
                <a16:creationId xmlns:a16="http://schemas.microsoft.com/office/drawing/2014/main" id="{5CFBBF07-307A-4E42-BF07-0D671073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7026-3">
            <a:extLst xmlns:a="http://schemas.openxmlformats.org/drawingml/2006/main">
              <a:ext uri="{FF2B5EF4-FFF2-40B4-BE49-F238E27FC236}">
                <a16:creationId xmlns:a16="http://schemas.microsoft.com/office/drawing/2014/main" id="{DF0BFE95-95CC-484A-BD29-1685AEA0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verify the dependency meaning;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949777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026-4">
            <a:extLst xmlns:a="http://schemas.openxmlformats.org/drawingml/2006/main">
              <a:ext uri="{FF2B5EF4-FFF2-40B4-BE49-F238E27FC236}">
                <a16:creationId xmlns:a16="http://schemas.microsoft.com/office/drawing/2014/main" id="{CD91CD79-4862-4D79-97E3-66A25E32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026-4">
            <a:extLst xmlns:a="http://schemas.openxmlformats.org/drawingml/2006/main">
              <a:ext uri="{FF2B5EF4-FFF2-40B4-BE49-F238E27FC236}">
                <a16:creationId xmlns:a16="http://schemas.microsoft.com/office/drawing/2014/main" id="{CBCACB56-7EA1-446D-AD3B-0645F9A2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p03-full-007026</a:t>
            </a:r>
          </a:p>
        </p:txBody>
      </p:sp>
      <p:sp>
        <p:nvSpPr>
          <p:cNvPr id="3" name="qa-v2-r2-title-p03-full-007026-4">
            <a:extLst xmlns:a="http://schemas.openxmlformats.org/drawingml/2006/main">
              <a:ext uri="{FF2B5EF4-FFF2-40B4-BE49-F238E27FC236}">
                <a16:creationId xmlns:a16="http://schemas.microsoft.com/office/drawing/2014/main" id="{2AA81EEE-2172-4F6C-9D46-165419E9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7026-4">
            <a:extLst xmlns:a="http://schemas.openxmlformats.org/drawingml/2006/main">
              <a:ext uri="{FF2B5EF4-FFF2-40B4-BE49-F238E27FC236}">
                <a16:creationId xmlns:a16="http://schemas.microsoft.com/office/drawing/2014/main" id="{B24B050A-75D9-4786-A609-1837B8D3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p03-full-000607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approval boundary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949777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2026-08-25T12:47:47.6530000Z</dcterms:created>
  <dcterms:modified xsi:type="dcterms:W3CDTF">2026-08-25T12:47:47.6530000Z</dcterms:modified>
</coreProperties>
</file>