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019d8e2c724273" /><Relationship Type="http://schemas.openxmlformats.org/officeDocument/2006/relationships/extended-properties" Target="/docProps/app.xml" Id="R7bbb95a0b8624f38" /><Relationship Type="http://schemas.openxmlformats.org/officeDocument/2006/relationships/officeDocument" Target="/ppt/presentation.xml" Id="R6baf05fdbe7b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d13c82c844006"/>
  </p:sldMasterIdLst>
  <p:notesMasterIdLst>
    <p:notesMasterId xmlns:r="http://schemas.openxmlformats.org/officeDocument/2006/relationships" r:id="Rba97d3e87b1b4d71"/>
  </p:notesMasterIdLst>
  <p:sldIdLst>
    <p:sldId xmlns:r="http://schemas.openxmlformats.org/officeDocument/2006/relationships" id="256" r:id="Rb1c0a2a59f7743c4"/>
    <p:sldId xmlns:r="http://schemas.openxmlformats.org/officeDocument/2006/relationships" id="257" r:id="R35d851ecab1a4574"/>
    <p:sldId xmlns:r="http://schemas.openxmlformats.org/officeDocument/2006/relationships" id="258" r:id="R6e589cb4ef854690"/>
    <p:sldId xmlns:r="http://schemas.openxmlformats.org/officeDocument/2006/relationships" id="259" r:id="Rf0a28ed25c1a4e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617a16c8f4932" /><Relationship Type="http://schemas.openxmlformats.org/officeDocument/2006/relationships/slideMaster" Target="/ppt/slideMasters/slideMaster1.xml" Id="R900d13c82c844006" /><Relationship Type="http://schemas.openxmlformats.org/officeDocument/2006/relationships/notesMaster" Target="/ppt/notesMasters/notesMaster1.xml" Id="Rba97d3e87b1b4d71" /><Relationship Type="http://schemas.openxmlformats.org/officeDocument/2006/relationships/presProps" Target="/ppt/presProps.xml" Id="R52b37c164f7a4c3e" /><Relationship Type="http://schemas.openxmlformats.org/officeDocument/2006/relationships/tableStyles" Target="/ppt/tableStyles.xml" Id="R73d54591215745b6" /><Relationship Type="http://schemas.openxmlformats.org/officeDocument/2006/relationships/slide" Target="/ppt/slides/slide1.xml" Id="Rb1c0a2a59f7743c4" /><Relationship Type="http://schemas.openxmlformats.org/officeDocument/2006/relationships/slide" Target="/ppt/slides/slide2.xml" Id="R35d851ecab1a4574" /><Relationship Type="http://schemas.openxmlformats.org/officeDocument/2006/relationships/slide" Target="/ppt/slides/slide3.xml" Id="R6e589cb4ef854690" /><Relationship Type="http://schemas.openxmlformats.org/officeDocument/2006/relationships/slide" Target="/ppt/slides/slide4.xml" Id="Rf0a28ed25c1a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fea434d4945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8d0eff81c46be" /><Relationship Type="http://schemas.openxmlformats.org/officeDocument/2006/relationships/notesMaster" Target="/ppt/notesMasters/notesMaster1.xml" Id="R7271e8be8d3a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a0701036b4128" /><Relationship Type="http://schemas.openxmlformats.org/officeDocument/2006/relationships/notesMaster" Target="/ppt/notesMasters/notesMaster1.xml" Id="R7cd4fbb0209f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3cd847eed4f93" /><Relationship Type="http://schemas.openxmlformats.org/officeDocument/2006/relationships/notesMaster" Target="/ppt/notesMasters/notesMaster1.xml" Id="Re731b0e88423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2c4ddfa034a63" /><Relationship Type="http://schemas.openxmlformats.org/officeDocument/2006/relationships/notesMaster" Target="/ppt/notesMasters/notesMaster1.xml" Id="R36134b5b7b164f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ad19189db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52c1101d1d4e81" /><Relationship Type="http://schemas.openxmlformats.org/officeDocument/2006/relationships/slideLayout" Target="/ppt/slideLayouts/slideLayout1.xml" Id="R9b4211a033b743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211a033b743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bdc503805462d" /><Relationship Type="http://schemas.openxmlformats.org/officeDocument/2006/relationships/notesSlide" Target="/ppt/notesSlides/notesSlide1.xml" Id="R74caa35e8889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16fb10224ddf" /><Relationship Type="http://schemas.openxmlformats.org/officeDocument/2006/relationships/notesSlide" Target="/ppt/notesSlides/notesSlide2.xml" Id="Rb3834b6c29cb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715b9462d4684" /><Relationship Type="http://schemas.openxmlformats.org/officeDocument/2006/relationships/notesSlide" Target="/ppt/notesSlides/notesSlide3.xml" Id="Rb69129936dd4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8c7e6720b442e" /><Relationship Type="http://schemas.openxmlformats.org/officeDocument/2006/relationships/notesSlide" Target="/ppt/notesSlides/notesSlide4.xml" Id="R894cc0acef454a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28-1">
            <a:extLst xmlns:a="http://schemas.openxmlformats.org/drawingml/2006/main">
              <a:ext uri="{FF2B5EF4-FFF2-40B4-BE49-F238E27FC236}">
                <a16:creationId xmlns:a16="http://schemas.microsoft.com/office/drawing/2014/main" id="{643099C8-5F5E-488C-B70A-C4AF44AE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28-1">
            <a:extLst xmlns:a="http://schemas.openxmlformats.org/drawingml/2006/main">
              <a:ext uri="{FF2B5EF4-FFF2-40B4-BE49-F238E27FC236}">
                <a16:creationId xmlns:a16="http://schemas.microsoft.com/office/drawing/2014/main" id="{4595DAC5-3AB5-4360-B482-F3007D0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p03-full-005728</a:t>
            </a:r>
          </a:p>
        </p:txBody>
      </p:sp>
      <p:sp>
        <p:nvSpPr>
          <p:cNvPr id="3" name="qa-v2-r2-title-p03-full-005728-1">
            <a:extLst xmlns:a="http://schemas.openxmlformats.org/drawingml/2006/main">
              <a:ext uri="{FF2B5EF4-FFF2-40B4-BE49-F238E27FC236}">
                <a16:creationId xmlns:a16="http://schemas.microsoft.com/office/drawing/2014/main" id="{769BF733-047A-4795-81B7-33C9702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728-1">
            <a:extLst xmlns:a="http://schemas.openxmlformats.org/drawingml/2006/main">
              <a:ext uri="{FF2B5EF4-FFF2-40B4-BE49-F238E27FC236}">
                <a16:creationId xmlns:a16="http://schemas.microsoft.com/office/drawing/2014/main" id="{39286B0E-EC82-4F77-8890-FC69E4E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access review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p03-src-005728; p03-full-000265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1851253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28-2">
            <a:extLst xmlns:a="http://schemas.openxmlformats.org/drawingml/2006/main">
              <a:ext uri="{FF2B5EF4-FFF2-40B4-BE49-F238E27FC236}">
                <a16:creationId xmlns:a16="http://schemas.microsoft.com/office/drawing/2014/main" id="{CBF8A947-2DCF-44A0-BF36-CB5C0F66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28-2">
            <a:extLst xmlns:a="http://schemas.openxmlformats.org/drawingml/2006/main">
              <a:ext uri="{FF2B5EF4-FFF2-40B4-BE49-F238E27FC236}">
                <a16:creationId xmlns:a16="http://schemas.microsoft.com/office/drawing/2014/main" id="{CF10F9FF-09E3-4D83-95C7-2094521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p03-full-005728</a:t>
            </a:r>
          </a:p>
        </p:txBody>
      </p:sp>
      <p:sp>
        <p:nvSpPr>
          <p:cNvPr id="3" name="qa-v2-r2-title-p03-full-005728-2">
            <a:extLst xmlns:a="http://schemas.openxmlformats.org/drawingml/2006/main">
              <a:ext uri="{FF2B5EF4-FFF2-40B4-BE49-F238E27FC236}">
                <a16:creationId xmlns:a16="http://schemas.microsoft.com/office/drawing/2014/main" id="{A8B01F4E-1993-4FA3-BFC9-314C0114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728-2">
            <a:extLst xmlns:a="http://schemas.openxmlformats.org/drawingml/2006/main">
              <a:ext uri="{FF2B5EF4-FFF2-40B4-BE49-F238E27FC236}">
                <a16:creationId xmlns:a16="http://schemas.microsoft.com/office/drawing/2014/main" id="{94DCABE8-AB2B-4AFC-ADF1-ECFE2393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replay the conclusion using only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direct source fields and stated AC-27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511485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28-3">
            <a:extLst xmlns:a="http://schemas.openxmlformats.org/drawingml/2006/main">
              <a:ext uri="{FF2B5EF4-FFF2-40B4-BE49-F238E27FC236}">
                <a16:creationId xmlns:a16="http://schemas.microsoft.com/office/drawing/2014/main" id="{1050F99F-94B8-4206-8481-9176B1F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28-3">
            <a:extLst xmlns:a="http://schemas.openxmlformats.org/drawingml/2006/main">
              <a:ext uri="{FF2B5EF4-FFF2-40B4-BE49-F238E27FC236}">
                <a16:creationId xmlns:a16="http://schemas.microsoft.com/office/drawing/2014/main" id="{4557D7C0-A0E0-4B8F-BB59-D2624E8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p03-full-005728</a:t>
            </a:r>
          </a:p>
        </p:txBody>
      </p:sp>
      <p:sp>
        <p:nvSpPr>
          <p:cNvPr id="3" name="qa-v2-r2-title-p03-full-005728-3">
            <a:extLst xmlns:a="http://schemas.openxmlformats.org/drawingml/2006/main">
              <a:ext uri="{FF2B5EF4-FFF2-40B4-BE49-F238E27FC236}">
                <a16:creationId xmlns:a16="http://schemas.microsoft.com/office/drawing/2014/main" id="{B72C55E4-B60C-434C-B684-D5C9152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728-3">
            <a:extLst xmlns:a="http://schemas.openxmlformats.org/drawingml/2006/main">
              <a:ext uri="{FF2B5EF4-FFF2-40B4-BE49-F238E27FC236}">
                <a16:creationId xmlns:a16="http://schemas.microsoft.com/office/drawing/2014/main" id="{D48489ED-0B65-4753-B025-A38B129E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01467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28-4">
            <a:extLst xmlns:a="http://schemas.openxmlformats.org/drawingml/2006/main">
              <a:ext uri="{FF2B5EF4-FFF2-40B4-BE49-F238E27FC236}">
                <a16:creationId xmlns:a16="http://schemas.microsoft.com/office/drawing/2014/main" id="{3217A36C-FA6D-44A7-9863-50FBDD6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28-4">
            <a:extLst xmlns:a="http://schemas.openxmlformats.org/drawingml/2006/main">
              <a:ext uri="{FF2B5EF4-FFF2-40B4-BE49-F238E27FC236}">
                <a16:creationId xmlns:a16="http://schemas.microsoft.com/office/drawing/2014/main" id="{139716BA-9858-442B-809A-BECBA85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p03-full-005728</a:t>
            </a:r>
          </a:p>
        </p:txBody>
      </p:sp>
      <p:sp>
        <p:nvSpPr>
          <p:cNvPr id="3" name="qa-v2-r2-title-p03-full-005728-4">
            <a:extLst xmlns:a="http://schemas.openxmlformats.org/drawingml/2006/main">
              <a:ext uri="{FF2B5EF4-FFF2-40B4-BE49-F238E27FC236}">
                <a16:creationId xmlns:a16="http://schemas.microsoft.com/office/drawing/2014/main" id="{1664F181-5868-4FA6-935A-3BFCC6A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728-4">
            <a:extLst xmlns:a="http://schemas.openxmlformats.org/drawingml/2006/main">
              <a:ext uri="{FF2B5EF4-FFF2-40B4-BE49-F238E27FC236}">
                <a16:creationId xmlns:a16="http://schemas.microsoft.com/office/drawing/2014/main" id="{84E8F397-0EEE-4B0F-B401-B0158E4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p03-src-005728 with p03-full-000265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01467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2026-08-25T12:47:26.2970000Z</dcterms:created>
  <dcterms:modified xsi:type="dcterms:W3CDTF">2026-08-25T12:47:26.2970000Z</dcterms:modified>
</coreProperties>
</file>