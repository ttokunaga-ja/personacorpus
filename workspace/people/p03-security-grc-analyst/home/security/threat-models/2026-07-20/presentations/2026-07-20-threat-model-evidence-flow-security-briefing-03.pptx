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038afc7d24aa5" /><Relationship Type="http://schemas.openxmlformats.org/officeDocument/2006/relationships/extended-properties" Target="/docProps/app.xml" Id="Rc841cd3f14a04d5d" /><Relationship Type="http://schemas.openxmlformats.org/officeDocument/2006/relationships/officeDocument" Target="/ppt/presentation.xml" Id="Rfbab4a0b70f8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a323be9574b2d"/>
  </p:sldMasterIdLst>
  <p:notesMasterIdLst>
    <p:notesMasterId xmlns:r="http://schemas.openxmlformats.org/officeDocument/2006/relationships" r:id="Rbf2648c0e45745cd"/>
  </p:notesMasterIdLst>
  <p:sldIdLst>
    <p:sldId xmlns:r="http://schemas.openxmlformats.org/officeDocument/2006/relationships" id="256" r:id="Ra47c1bf8900045d2"/>
    <p:sldId xmlns:r="http://schemas.openxmlformats.org/officeDocument/2006/relationships" id="257" r:id="R99c65b1a580d46bf"/>
    <p:sldId xmlns:r="http://schemas.openxmlformats.org/officeDocument/2006/relationships" id="258" r:id="R8aa7fac1e1244bd5"/>
    <p:sldId xmlns:r="http://schemas.openxmlformats.org/officeDocument/2006/relationships" id="259" r:id="Rc4ac996e9bbf49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5f0aaa06c45b6" /><Relationship Type="http://schemas.openxmlformats.org/officeDocument/2006/relationships/slideMaster" Target="/ppt/slideMasters/slideMaster1.xml" Id="Rc5aa323be9574b2d" /><Relationship Type="http://schemas.openxmlformats.org/officeDocument/2006/relationships/notesMaster" Target="/ppt/notesMasters/notesMaster1.xml" Id="Rbf2648c0e45745cd" /><Relationship Type="http://schemas.openxmlformats.org/officeDocument/2006/relationships/presProps" Target="/ppt/presProps.xml" Id="Ref776476cc124da2" /><Relationship Type="http://schemas.openxmlformats.org/officeDocument/2006/relationships/tableStyles" Target="/ppt/tableStyles.xml" Id="Rcf374698f52d487a" /><Relationship Type="http://schemas.openxmlformats.org/officeDocument/2006/relationships/slide" Target="/ppt/slides/slide1.xml" Id="Ra47c1bf8900045d2" /><Relationship Type="http://schemas.openxmlformats.org/officeDocument/2006/relationships/slide" Target="/ppt/slides/slide2.xml" Id="R99c65b1a580d46bf" /><Relationship Type="http://schemas.openxmlformats.org/officeDocument/2006/relationships/slide" Target="/ppt/slides/slide3.xml" Id="R8aa7fac1e1244bd5" /><Relationship Type="http://schemas.openxmlformats.org/officeDocument/2006/relationships/slide" Target="/ppt/slides/slide4.xml" Id="Rc4ac996e9bbf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4236fee8d74b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e02a63c3442dd" /><Relationship Type="http://schemas.openxmlformats.org/officeDocument/2006/relationships/notesMaster" Target="/ppt/notesMasters/notesMaster1.xml" Id="Re4dba5e69070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831ca0a8a48dc" /><Relationship Type="http://schemas.openxmlformats.org/officeDocument/2006/relationships/notesMaster" Target="/ppt/notesMasters/notesMaster1.xml" Id="Ra72527a1527749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2e7b47d4748d5" /><Relationship Type="http://schemas.openxmlformats.org/officeDocument/2006/relationships/notesMaster" Target="/ppt/notesMasters/notesMaster1.xml" Id="R8eafa49a626f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5052d1924249d9" /><Relationship Type="http://schemas.openxmlformats.org/officeDocument/2006/relationships/notesMaster" Target="/ppt/notesMasters/notesMaster1.xml" Id="R9d4baf315b08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54e7debc24f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4f0f0f1e543c8" /><Relationship Type="http://schemas.openxmlformats.org/officeDocument/2006/relationships/slideLayout" Target="/ppt/slideLayouts/slideLayout1.xml" Id="R73119ef5ac01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19ef5ac01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320541ad414b" /><Relationship Type="http://schemas.openxmlformats.org/officeDocument/2006/relationships/notesSlide" Target="/ppt/notesSlides/notesSlide1.xml" Id="R8b31593dc40649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15bb3c2454943" /><Relationship Type="http://schemas.openxmlformats.org/officeDocument/2006/relationships/notesSlide" Target="/ppt/notesSlides/notesSlide2.xml" Id="R9e717f9fd36e44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d1f9f39a4ebe" /><Relationship Type="http://schemas.openxmlformats.org/officeDocument/2006/relationships/notesSlide" Target="/ppt/notesSlides/notesSlide3.xml" Id="R2afe1de1d812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5a1c21454666" /><Relationship Type="http://schemas.openxmlformats.org/officeDocument/2006/relationships/notesSlide" Target="/ppt/notesSlides/notesSlide4.xml" Id="R899608ded5f6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26-1">
            <a:extLst xmlns:a="http://schemas.openxmlformats.org/drawingml/2006/main">
              <a:ext uri="{FF2B5EF4-FFF2-40B4-BE49-F238E27FC236}">
                <a16:creationId xmlns:a16="http://schemas.microsoft.com/office/drawing/2014/main" id="{A5212F9A-2E5F-4BFA-B1CB-3E41C703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26-1">
            <a:extLst xmlns:a="http://schemas.openxmlformats.org/drawingml/2006/main">
              <a:ext uri="{FF2B5EF4-FFF2-40B4-BE49-F238E27FC236}">
                <a16:creationId xmlns:a16="http://schemas.microsoft.com/office/drawing/2014/main" id="{B28B9249-B07D-42E6-B3B7-4AF93CF1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p03-full-009826</a:t>
            </a:r>
          </a:p>
        </p:txBody>
      </p:sp>
      <p:sp>
        <p:nvSpPr>
          <p:cNvPr id="3" name="qa-v2-r2-title-p03-full-009826-1">
            <a:extLst xmlns:a="http://schemas.openxmlformats.org/drawingml/2006/main">
              <a:ext uri="{FF2B5EF4-FFF2-40B4-BE49-F238E27FC236}">
                <a16:creationId xmlns:a16="http://schemas.microsoft.com/office/drawing/2014/main" id="{F4AF5D77-58A5-4A21-B099-9984DE9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9826-1">
            <a:extLst xmlns:a="http://schemas.openxmlformats.org/drawingml/2006/main">
              <a:ext uri="{FF2B5EF4-FFF2-40B4-BE49-F238E27FC236}">
                <a16:creationId xmlns:a16="http://schemas.microsoft.com/office/drawing/2014/main" id="{DDBF7652-7580-4334-8417-781DFCDE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2026-07-20 as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 handoff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p03-src-009826 is the declared source; p03-full-000965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117924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26-2">
            <a:extLst xmlns:a="http://schemas.openxmlformats.org/drawingml/2006/main">
              <a:ext uri="{FF2B5EF4-FFF2-40B4-BE49-F238E27FC236}">
                <a16:creationId xmlns:a16="http://schemas.microsoft.com/office/drawing/2014/main" id="{678CDCA9-2646-4606-8031-F2F2A311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26-2">
            <a:extLst xmlns:a="http://schemas.openxmlformats.org/drawingml/2006/main">
              <a:ext uri="{FF2B5EF4-FFF2-40B4-BE49-F238E27FC236}">
                <a16:creationId xmlns:a16="http://schemas.microsoft.com/office/drawing/2014/main" id="{5E4F2FFD-E151-4DD3-BE0D-9EB6A076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p03-full-009826</a:t>
            </a:r>
          </a:p>
        </p:txBody>
      </p:sp>
      <p:sp>
        <p:nvSpPr>
          <p:cNvPr id="3" name="qa-v2-r2-title-p03-full-009826-2">
            <a:extLst xmlns:a="http://schemas.openxmlformats.org/drawingml/2006/main">
              <a:ext uri="{FF2B5EF4-FFF2-40B4-BE49-F238E27FC236}">
                <a16:creationId xmlns:a16="http://schemas.microsoft.com/office/drawing/2014/main" id="{F1481070-8E91-4C82-ABA3-4F846FB0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9826-2">
            <a:extLst xmlns:a="http://schemas.openxmlformats.org/drawingml/2006/main">
              <a:ext uri="{FF2B5EF4-FFF2-40B4-BE49-F238E27FC236}">
                <a16:creationId xmlns:a16="http://schemas.microsoft.com/office/drawing/2014/main" id="{21B67296-5E49-4388-802C-7F749FFD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frame the briefing as a decision-support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artifact for synthetic AC-27 evidence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risk-to-response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proportionality and ownership, approval boundaries, and accountability, rather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201613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26-3">
            <a:extLst xmlns:a="http://schemas.openxmlformats.org/drawingml/2006/main">
              <a:ext uri="{FF2B5EF4-FFF2-40B4-BE49-F238E27FC236}">
                <a16:creationId xmlns:a16="http://schemas.microsoft.com/office/drawing/2014/main" id="{2393F7D4-7BFE-4799-8B15-DE365E9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26-3">
            <a:extLst xmlns:a="http://schemas.openxmlformats.org/drawingml/2006/main">
              <a:ext uri="{FF2B5EF4-FFF2-40B4-BE49-F238E27FC236}">
                <a16:creationId xmlns:a16="http://schemas.microsoft.com/office/drawing/2014/main" id="{1DD8EC84-9416-4B62-82D1-CF14A1B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p03-full-009826</a:t>
            </a:r>
          </a:p>
        </p:txBody>
      </p:sp>
      <p:sp>
        <p:nvSpPr>
          <p:cNvPr id="3" name="qa-v2-r2-title-p03-full-009826-3">
            <a:extLst xmlns:a="http://schemas.openxmlformats.org/drawingml/2006/main">
              <a:ext uri="{FF2B5EF4-FFF2-40B4-BE49-F238E27FC236}">
                <a16:creationId xmlns:a16="http://schemas.microsoft.com/office/drawing/2014/main" id="{69691A13-6062-4DAB-8514-1E11AF72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9826-3">
            <a:extLst xmlns:a="http://schemas.openxmlformats.org/drawingml/2006/main">
              <a:ext uri="{FF2B5EF4-FFF2-40B4-BE49-F238E27FC236}">
                <a16:creationId xmlns:a16="http://schemas.microsoft.com/office/drawing/2014/main" id="{18718895-A190-48C0-904E-71D56C82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retain the accountable record;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325451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26-4">
            <a:extLst xmlns:a="http://schemas.openxmlformats.org/drawingml/2006/main">
              <a:ext uri="{FF2B5EF4-FFF2-40B4-BE49-F238E27FC236}">
                <a16:creationId xmlns:a16="http://schemas.microsoft.com/office/drawing/2014/main" id="{2CAD40C9-AFC8-4FC0-B7AA-673779B2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26-4">
            <a:extLst xmlns:a="http://schemas.openxmlformats.org/drawingml/2006/main">
              <a:ext uri="{FF2B5EF4-FFF2-40B4-BE49-F238E27FC236}">
                <a16:creationId xmlns:a16="http://schemas.microsoft.com/office/drawing/2014/main" id="{395772C7-4BAD-4D84-8215-CFFD81B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p03-full-009826</a:t>
            </a:r>
          </a:p>
        </p:txBody>
      </p:sp>
      <p:sp>
        <p:nvSpPr>
          <p:cNvPr id="3" name="qa-v2-r2-title-p03-full-009826-4">
            <a:extLst xmlns:a="http://schemas.openxmlformats.org/drawingml/2006/main">
              <a:ext uri="{FF2B5EF4-FFF2-40B4-BE49-F238E27FC236}">
                <a16:creationId xmlns:a16="http://schemas.microsoft.com/office/drawing/2014/main" id="{2CC950DE-55D7-4749-958A-4BDA19C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9826-4">
            <a:extLst xmlns:a="http://schemas.openxmlformats.org/drawingml/2006/main">
              <a:ext uri="{FF2B5EF4-FFF2-40B4-BE49-F238E27FC236}">
                <a16:creationId xmlns:a16="http://schemas.microsoft.com/office/drawing/2014/main" id="{9DBE2477-E65B-464D-918A-D609243C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p03-full-000965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ownership handoff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32545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2026-08-25T12:48:30.3330000Z</dcterms:created>
  <dcterms:modified xsi:type="dcterms:W3CDTF">2026-08-25T12:48:30.3330000Z</dcterms:modified>
</coreProperties>
</file>