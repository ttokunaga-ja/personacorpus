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5b4bc795444ee4" /><Relationship Type="http://schemas.openxmlformats.org/officeDocument/2006/relationships/extended-properties" Target="/docProps/app.xml" Id="Rc11b5cbc3f3a4069" /><Relationship Type="http://schemas.openxmlformats.org/officeDocument/2006/relationships/officeDocument" Target="/ppt/presentation.xml" Id="R56555eae0af047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f77df695bd47c3"/>
  </p:sldMasterIdLst>
  <p:notesMasterIdLst>
    <p:notesMasterId xmlns:r="http://schemas.openxmlformats.org/officeDocument/2006/relationships" r:id="R79c0dc3d0a1a47b6"/>
  </p:notesMasterIdLst>
  <p:sldIdLst>
    <p:sldId xmlns:r="http://schemas.openxmlformats.org/officeDocument/2006/relationships" id="256" r:id="R6114eca74438458a"/>
    <p:sldId xmlns:r="http://schemas.openxmlformats.org/officeDocument/2006/relationships" id="257" r:id="Re010491a570e47fd"/>
    <p:sldId xmlns:r="http://schemas.openxmlformats.org/officeDocument/2006/relationships" id="258" r:id="R6f315c356b0c42ee"/>
    <p:sldId xmlns:r="http://schemas.openxmlformats.org/officeDocument/2006/relationships" id="259" r:id="Rc93bfcff8ada40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222f3a24944c54" /><Relationship Type="http://schemas.openxmlformats.org/officeDocument/2006/relationships/slideMaster" Target="/ppt/slideMasters/slideMaster1.xml" Id="R4ff77df695bd47c3" /><Relationship Type="http://schemas.openxmlformats.org/officeDocument/2006/relationships/notesMaster" Target="/ppt/notesMasters/notesMaster1.xml" Id="R79c0dc3d0a1a47b6" /><Relationship Type="http://schemas.openxmlformats.org/officeDocument/2006/relationships/presProps" Target="/ppt/presProps.xml" Id="R46e3d4ba77cd4194" /><Relationship Type="http://schemas.openxmlformats.org/officeDocument/2006/relationships/tableStyles" Target="/ppt/tableStyles.xml" Id="R383ecab9619c4490" /><Relationship Type="http://schemas.openxmlformats.org/officeDocument/2006/relationships/slide" Target="/ppt/slides/slide1.xml" Id="R6114eca74438458a" /><Relationship Type="http://schemas.openxmlformats.org/officeDocument/2006/relationships/slide" Target="/ppt/slides/slide2.xml" Id="Re010491a570e47fd" /><Relationship Type="http://schemas.openxmlformats.org/officeDocument/2006/relationships/slide" Target="/ppt/slides/slide3.xml" Id="R6f315c356b0c42ee" /><Relationship Type="http://schemas.openxmlformats.org/officeDocument/2006/relationships/slide" Target="/ppt/slides/slide4.xml" Id="Rc93bfcff8ada40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ac2bb4104b45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3066eae6fc4de7" /><Relationship Type="http://schemas.openxmlformats.org/officeDocument/2006/relationships/notesMaster" Target="/ppt/notesMasters/notesMaster1.xml" Id="Re993952f4d0e4d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be39b5d0bb4c55" /><Relationship Type="http://schemas.openxmlformats.org/officeDocument/2006/relationships/notesMaster" Target="/ppt/notesMasters/notesMaster1.xml" Id="R622bb4ef900544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7ab976825e418e" /><Relationship Type="http://schemas.openxmlformats.org/officeDocument/2006/relationships/notesMaster" Target="/ppt/notesMasters/notesMaster1.xml" Id="Rddb9979bcfad46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e259f97ff94ba6" /><Relationship Type="http://schemas.openxmlformats.org/officeDocument/2006/relationships/notesMaster" Target="/ppt/notesMasters/notesMaster1.xml" Id="Rc2b3c3ba9cae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direct dependency p03-full-000195; Cobalt Harbor Systems content spine.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d26b643cb41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570957452840f4" /><Relationship Type="http://schemas.openxmlformats.org/officeDocument/2006/relationships/slideLayout" Target="/ppt/slideLayouts/slideLayout1.xml" Id="Rf354260fd4f144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4260fd4f144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1c59ea5674b45" /><Relationship Type="http://schemas.openxmlformats.org/officeDocument/2006/relationships/notesSlide" Target="/ppt/notesSlides/notesSlide1.xml" Id="R6da6bcdb6e9b41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cffa76ebd46d7" /><Relationship Type="http://schemas.openxmlformats.org/officeDocument/2006/relationships/notesSlide" Target="/ppt/notesSlides/notesSlide2.xml" Id="R6f1e3ee35cb742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1243ea6c8468e" /><Relationship Type="http://schemas.openxmlformats.org/officeDocument/2006/relationships/notesSlide" Target="/ppt/notesSlides/notesSlide3.xml" Id="Rbe99073e17f7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5da1f661a498b" /><Relationship Type="http://schemas.openxmlformats.org/officeDocument/2006/relationships/notesSlide" Target="/ppt/notesSlides/notesSlide4.xml" Id="R1d3c3956423646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26-1">
            <a:extLst xmlns:a="http://schemas.openxmlformats.org/drawingml/2006/main">
              <a:ext uri="{FF2B5EF4-FFF2-40B4-BE49-F238E27FC236}">
                <a16:creationId xmlns:a16="http://schemas.microsoft.com/office/drawing/2014/main" id="{282ECE2F-5A9B-4AA4-8D78-5D714C1D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26-1">
            <a:extLst xmlns:a="http://schemas.openxmlformats.org/drawingml/2006/main">
              <a:ext uri="{FF2B5EF4-FFF2-40B4-BE49-F238E27FC236}">
                <a16:creationId xmlns:a16="http://schemas.microsoft.com/office/drawing/2014/main" id="{CED88B61-EB73-41EF-B313-6799988B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p03-full-009026</a:t>
            </a:r>
          </a:p>
        </p:txBody>
      </p:sp>
      <p:sp>
        <p:nvSpPr>
          <p:cNvPr id="3" name="qa-v2-r2-title-p03-full-009026-1">
            <a:extLst xmlns:a="http://schemas.openxmlformats.org/drawingml/2006/main">
              <a:ext uri="{FF2B5EF4-FFF2-40B4-BE49-F238E27FC236}">
                <a16:creationId xmlns:a16="http://schemas.microsoft.com/office/drawing/2014/main" id="{FE699DFF-49F8-435D-BBEB-BE1E9A33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9026-1">
            <a:extLst xmlns:a="http://schemas.openxmlformats.org/drawingml/2006/main">
              <a:ext uri="{FF2B5EF4-FFF2-40B4-BE49-F238E27FC236}">
                <a16:creationId xmlns:a16="http://schemas.microsoft.com/office/drawing/2014/main" id="{D6364422-DB9D-47F6-886B-642A0DB3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2026 q3 threat model evidence flow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security threat models. Declared review date: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2026-07-20. 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p03-src-009026; p03-full-000195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19048594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8A5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26-2">
            <a:extLst xmlns:a="http://schemas.openxmlformats.org/drawingml/2006/main">
              <a:ext uri="{FF2B5EF4-FFF2-40B4-BE49-F238E27FC236}">
                <a16:creationId xmlns:a16="http://schemas.microsoft.com/office/drawing/2014/main" id="{0E07E85C-9D8A-4184-AFE5-82FA1C263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26-2">
            <a:extLst xmlns:a="http://schemas.openxmlformats.org/drawingml/2006/main">
              <a:ext uri="{FF2B5EF4-FFF2-40B4-BE49-F238E27FC236}">
                <a16:creationId xmlns:a16="http://schemas.microsoft.com/office/drawing/2014/main" id="{311F3087-6755-4FA4-97C4-BF9B77AB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p03-full-009026</a:t>
            </a:r>
          </a:p>
        </p:txBody>
      </p:sp>
      <p:sp>
        <p:nvSpPr>
          <p:cNvPr id="3" name="qa-v2-r2-title-p03-full-009026-2">
            <a:extLst xmlns:a="http://schemas.openxmlformats.org/drawingml/2006/main">
              <a:ext uri="{FF2B5EF4-FFF2-40B4-BE49-F238E27FC236}">
                <a16:creationId xmlns:a16="http://schemas.microsoft.com/office/drawing/2014/main" id="{4D1E101A-C467-497C-A3C9-2867E18E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9026-2">
            <a:extLst xmlns:a="http://schemas.openxmlformats.org/drawingml/2006/main">
              <a:ext uri="{FF2B5EF4-FFF2-40B4-BE49-F238E27FC236}">
                <a16:creationId xmlns:a16="http://schemas.microsoft.com/office/drawing/2014/main" id="{2DED5924-8661-4DA5-B414-89BB7DA4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How should the quarterly briefing explain a Medium residual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rating after compensating review?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claim-to-rationale support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5922077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26-3">
            <a:extLst xmlns:a="http://schemas.openxmlformats.org/drawingml/2006/main">
              <a:ext uri="{FF2B5EF4-FFF2-40B4-BE49-F238E27FC236}">
                <a16:creationId xmlns:a16="http://schemas.microsoft.com/office/drawing/2014/main" id="{858ED152-39E3-4940-B9D1-1F15C3FF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26-3">
            <a:extLst xmlns:a="http://schemas.openxmlformats.org/drawingml/2006/main">
              <a:ext uri="{FF2B5EF4-FFF2-40B4-BE49-F238E27FC236}">
                <a16:creationId xmlns:a16="http://schemas.microsoft.com/office/drawing/2014/main" id="{4D8941BC-658F-4BAC-B6B4-9FD5856E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p03-full-009026</a:t>
            </a:r>
          </a:p>
        </p:txBody>
      </p:sp>
      <p:sp>
        <p:nvSpPr>
          <p:cNvPr id="3" name="qa-v2-r2-title-p03-full-009026-3">
            <a:extLst xmlns:a="http://schemas.openxmlformats.org/drawingml/2006/main">
              <a:ext uri="{FF2B5EF4-FFF2-40B4-BE49-F238E27FC236}">
                <a16:creationId xmlns:a16="http://schemas.microsoft.com/office/drawing/2014/main" id="{C9A58200-ADC5-49DF-85A1-1E10C20F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9026-3">
            <a:extLst xmlns:a="http://schemas.openxmlformats.org/drawingml/2006/main">
              <a:ext uri="{FF2B5EF4-FFF2-40B4-BE49-F238E27FC236}">
                <a16:creationId xmlns:a16="http://schemas.microsoft.com/office/drawing/2014/main" id="{20F22BEA-55D3-4E02-88F1-5581E732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reassess the control response;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90826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9026-4">
            <a:extLst xmlns:a="http://schemas.openxmlformats.org/drawingml/2006/main">
              <a:ext uri="{FF2B5EF4-FFF2-40B4-BE49-F238E27FC236}">
                <a16:creationId xmlns:a16="http://schemas.microsoft.com/office/drawing/2014/main" id="{88282117-09C8-421D-BEA8-01EA048A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9026-4">
            <a:extLst xmlns:a="http://schemas.openxmlformats.org/drawingml/2006/main">
              <a:ext uri="{FF2B5EF4-FFF2-40B4-BE49-F238E27FC236}">
                <a16:creationId xmlns:a16="http://schemas.microsoft.com/office/drawing/2014/main" id="{B03BA4A9-5F8A-4EAF-AFB9-AD3B913E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p03-full-009026</a:t>
            </a:r>
          </a:p>
        </p:txBody>
      </p:sp>
      <p:sp>
        <p:nvSpPr>
          <p:cNvPr id="3" name="qa-v2-r2-title-p03-full-009026-4">
            <a:extLst xmlns:a="http://schemas.openxmlformats.org/drawingml/2006/main">
              <a:ext uri="{FF2B5EF4-FFF2-40B4-BE49-F238E27FC236}">
                <a16:creationId xmlns:a16="http://schemas.microsoft.com/office/drawing/2014/main" id="{9B6E4E12-AB2A-4CCC-9BA7-9348C106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9026-4">
            <a:extLst xmlns:a="http://schemas.openxmlformats.org/drawingml/2006/main">
              <a:ext uri="{FF2B5EF4-FFF2-40B4-BE49-F238E27FC236}">
                <a16:creationId xmlns:a16="http://schemas.microsoft.com/office/drawing/2014/main" id="{4DD14994-1D0B-497E-B19F-1D068192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p03-src-009026 with p03-full-000195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decision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908267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2026-08-25T12:50:17.1920000Z</dcterms:created>
  <dcterms:modified xsi:type="dcterms:W3CDTF">2026-08-25T12:50:17.1920000Z</dcterms:modified>
</coreProperties>
</file>