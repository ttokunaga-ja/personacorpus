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e866a64e94ee7" /><Relationship Type="http://schemas.openxmlformats.org/officeDocument/2006/relationships/extended-properties" Target="/docProps/app.xml" Id="R12db8c8c6c054b16" /><Relationship Type="http://schemas.openxmlformats.org/officeDocument/2006/relationships/officeDocument" Target="/ppt/presentation.xml" Id="R76a14f572eea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80932677245ff"/>
  </p:sldMasterIdLst>
  <p:notesMasterIdLst>
    <p:notesMasterId xmlns:r="http://schemas.openxmlformats.org/officeDocument/2006/relationships" r:id="Rb702a8bb12c24bda"/>
  </p:notesMasterIdLst>
  <p:sldIdLst>
    <p:sldId xmlns:r="http://schemas.openxmlformats.org/officeDocument/2006/relationships" id="256" r:id="Rb3f7e04e2f4c4200"/>
    <p:sldId xmlns:r="http://schemas.openxmlformats.org/officeDocument/2006/relationships" id="257" r:id="R34752f4c25e44ef8"/>
    <p:sldId xmlns:r="http://schemas.openxmlformats.org/officeDocument/2006/relationships" id="258" r:id="R4d32ea0dfb5c4924"/>
    <p:sldId xmlns:r="http://schemas.openxmlformats.org/officeDocument/2006/relationships" id="259" r:id="Radcd878330a4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b87e82cb9e4a41" /><Relationship Type="http://schemas.openxmlformats.org/officeDocument/2006/relationships/slideMaster" Target="/ppt/slideMasters/slideMaster1.xml" Id="R57c80932677245ff" /><Relationship Type="http://schemas.openxmlformats.org/officeDocument/2006/relationships/notesMaster" Target="/ppt/notesMasters/notesMaster1.xml" Id="Rb702a8bb12c24bda" /><Relationship Type="http://schemas.openxmlformats.org/officeDocument/2006/relationships/presProps" Target="/ppt/presProps.xml" Id="R6ab3b81bd0de4b61" /><Relationship Type="http://schemas.openxmlformats.org/officeDocument/2006/relationships/tableStyles" Target="/ppt/tableStyles.xml" Id="R5d14914940b4491c" /><Relationship Type="http://schemas.openxmlformats.org/officeDocument/2006/relationships/slide" Target="/ppt/slides/slide1.xml" Id="Rb3f7e04e2f4c4200" /><Relationship Type="http://schemas.openxmlformats.org/officeDocument/2006/relationships/slide" Target="/ppt/slides/slide2.xml" Id="R34752f4c25e44ef8" /><Relationship Type="http://schemas.openxmlformats.org/officeDocument/2006/relationships/slide" Target="/ppt/slides/slide3.xml" Id="R4d32ea0dfb5c4924" /><Relationship Type="http://schemas.openxmlformats.org/officeDocument/2006/relationships/slide" Target="/ppt/slides/slide4.xml" Id="Radcd878330a4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8a251c0fb4c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b1f40d5bf8461a" /><Relationship Type="http://schemas.openxmlformats.org/officeDocument/2006/relationships/notesMaster" Target="/ppt/notesMasters/notesMaster1.xml" Id="R08a9c74c1cfc46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e93369222433c" /><Relationship Type="http://schemas.openxmlformats.org/officeDocument/2006/relationships/notesMaster" Target="/ppt/notesMasters/notesMaster1.xml" Id="R410cb86e7db646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c338f6f79744ee" /><Relationship Type="http://schemas.openxmlformats.org/officeDocument/2006/relationships/notesMaster" Target="/ppt/notesMasters/notesMaster1.xml" Id="R77a94599006c4a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0f7bd1e97e45ed" /><Relationship Type="http://schemas.openxmlformats.org/officeDocument/2006/relationships/notesMaster" Target="/ppt/notesMasters/notesMaster1.xml" Id="R5df7b493c38d4d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12b12aba846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bff18a34b409e" /><Relationship Type="http://schemas.openxmlformats.org/officeDocument/2006/relationships/slideLayout" Target="/ppt/slideLayouts/slideLayout1.xml" Id="R1e36c14238af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6c14238af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d1edfead948b6" /><Relationship Type="http://schemas.openxmlformats.org/officeDocument/2006/relationships/notesSlide" Target="/ppt/notesSlides/notesSlide1.xml" Id="R60ad5e8d41c24d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58feae5d64b49" /><Relationship Type="http://schemas.openxmlformats.org/officeDocument/2006/relationships/notesSlide" Target="/ppt/notesSlides/notesSlide2.xml" Id="Rb7be911db394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da359149c4545" /><Relationship Type="http://schemas.openxmlformats.org/officeDocument/2006/relationships/notesSlide" Target="/ppt/notesSlides/notesSlide3.xml" Id="Rae551af1cc4f4d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bb2f094d1416d" /><Relationship Type="http://schemas.openxmlformats.org/officeDocument/2006/relationships/notesSlide" Target="/ppt/notesSlides/notesSlide4.xml" Id="R4d43222e4d0240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26-1">
            <a:extLst xmlns:a="http://schemas.openxmlformats.org/drawingml/2006/main">
              <a:ext uri="{FF2B5EF4-FFF2-40B4-BE49-F238E27FC236}">
                <a16:creationId xmlns:a16="http://schemas.microsoft.com/office/drawing/2014/main" id="{2E5CB3C6-818D-4026-9466-6B94050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26-1">
            <a:extLst xmlns:a="http://schemas.openxmlformats.org/drawingml/2006/main">
              <a:ext uri="{FF2B5EF4-FFF2-40B4-BE49-F238E27FC236}">
                <a16:creationId xmlns:a16="http://schemas.microsoft.com/office/drawing/2014/main" id="{47326738-92AD-4C3E-8D3A-8E1C6C8A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p03-full-007626</a:t>
            </a:r>
          </a:p>
        </p:txBody>
      </p:sp>
      <p:sp>
        <p:nvSpPr>
          <p:cNvPr id="3" name="qa-v2-r2-title-p03-full-007626-1">
            <a:extLst xmlns:a="http://schemas.openxmlformats.org/drawingml/2006/main">
              <a:ext uri="{FF2B5EF4-FFF2-40B4-BE49-F238E27FC236}">
                <a16:creationId xmlns:a16="http://schemas.microsoft.com/office/drawing/2014/main" id="{01B65429-0F92-4D37-B743-CFB6E9DA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7626-1">
            <a:extLst xmlns:a="http://schemas.openxmlformats.org/drawingml/2006/main">
              <a:ext uri="{FF2B5EF4-FFF2-40B4-BE49-F238E27FC236}">
                <a16:creationId xmlns:a16="http://schemas.microsoft.com/office/drawing/2014/main" id="{232C737C-C34C-454A-B550-0484502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threat model evidence flow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threat models. The record treats RISK-031 on 2026-07-20 as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review chronology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p03-src-007626 is the declared source; p03-full-000607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455708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A0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26-2">
            <a:extLst xmlns:a="http://schemas.openxmlformats.org/drawingml/2006/main">
              <a:ext uri="{FF2B5EF4-FFF2-40B4-BE49-F238E27FC236}">
                <a16:creationId xmlns:a16="http://schemas.microsoft.com/office/drawing/2014/main" id="{FB8FF020-1D00-4A8C-A8BC-FA0045C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26-2">
            <a:extLst xmlns:a="http://schemas.openxmlformats.org/drawingml/2006/main">
              <a:ext uri="{FF2B5EF4-FFF2-40B4-BE49-F238E27FC236}">
                <a16:creationId xmlns:a16="http://schemas.microsoft.com/office/drawing/2014/main" id="{8B4BCCE1-B437-4078-963D-3414087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p03-full-007626</a:t>
            </a:r>
          </a:p>
        </p:txBody>
      </p:sp>
      <p:sp>
        <p:nvSpPr>
          <p:cNvPr id="3" name="qa-v2-r2-title-p03-full-007626-2">
            <a:extLst xmlns:a="http://schemas.openxmlformats.org/drawingml/2006/main">
              <a:ext uri="{FF2B5EF4-FFF2-40B4-BE49-F238E27FC236}">
                <a16:creationId xmlns:a16="http://schemas.microsoft.com/office/drawing/2014/main" id="{281FA96B-02E7-408F-AA8A-D73353EC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7626-2">
            <a:extLst xmlns:a="http://schemas.openxmlformats.org/drawingml/2006/main">
              <a:ext uri="{FF2B5EF4-FFF2-40B4-BE49-F238E27FC236}">
                <a16:creationId xmlns:a16="http://schemas.microsoft.com/office/drawing/2014/main" id="{B0BB4722-5CB5-49BB-876F-E08BA66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Can a second reviewer reproduce the quarterly conclusion without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raw data or hidden assumptions?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scope-to-treatment alignment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598484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26-3">
            <a:extLst xmlns:a="http://schemas.openxmlformats.org/drawingml/2006/main">
              <a:ext uri="{FF2B5EF4-FFF2-40B4-BE49-F238E27FC236}">
                <a16:creationId xmlns:a16="http://schemas.microsoft.com/office/drawing/2014/main" id="{82FA6C51-5741-4A61-AEB7-8FF4E5A2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26-3">
            <a:extLst xmlns:a="http://schemas.openxmlformats.org/drawingml/2006/main">
              <a:ext uri="{FF2B5EF4-FFF2-40B4-BE49-F238E27FC236}">
                <a16:creationId xmlns:a16="http://schemas.microsoft.com/office/drawing/2014/main" id="{64D981D1-8F5D-4539-9D3B-4C60CDC5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p03-full-007626</a:t>
            </a:r>
          </a:p>
        </p:txBody>
      </p:sp>
      <p:sp>
        <p:nvSpPr>
          <p:cNvPr id="3" name="qa-v2-r2-title-p03-full-007626-3">
            <a:extLst xmlns:a="http://schemas.openxmlformats.org/drawingml/2006/main">
              <a:ext uri="{FF2B5EF4-FFF2-40B4-BE49-F238E27FC236}">
                <a16:creationId xmlns:a16="http://schemas.microsoft.com/office/drawing/2014/main" id="{BD8850FD-A84E-46C4-8008-09D4DB13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7626-3">
            <a:extLst xmlns:a="http://schemas.openxmlformats.org/drawingml/2006/main">
              <a:ext uri="{FF2B5EF4-FFF2-40B4-BE49-F238E27FC236}">
                <a16:creationId xmlns:a16="http://schemas.microsoft.com/office/drawing/2014/main" id="{6F062038-27EB-41C3-8531-D48D49D5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separate unsupported claims;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099596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26-4">
            <a:extLst xmlns:a="http://schemas.openxmlformats.org/drawingml/2006/main">
              <a:ext uri="{FF2B5EF4-FFF2-40B4-BE49-F238E27FC236}">
                <a16:creationId xmlns:a16="http://schemas.microsoft.com/office/drawing/2014/main" id="{7CC19F7F-B9C9-4AD9-BD9F-1C880B21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26-4">
            <a:extLst xmlns:a="http://schemas.openxmlformats.org/drawingml/2006/main">
              <a:ext uri="{FF2B5EF4-FFF2-40B4-BE49-F238E27FC236}">
                <a16:creationId xmlns:a16="http://schemas.microsoft.com/office/drawing/2014/main" id="{59EC979D-88DF-4738-AFA0-4A614A2A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p03-full-007626</a:t>
            </a:r>
          </a:p>
        </p:txBody>
      </p:sp>
      <p:sp>
        <p:nvSpPr>
          <p:cNvPr id="3" name="qa-v2-r2-title-p03-full-007626-4">
            <a:extLst xmlns:a="http://schemas.openxmlformats.org/drawingml/2006/main">
              <a:ext uri="{FF2B5EF4-FFF2-40B4-BE49-F238E27FC236}">
                <a16:creationId xmlns:a16="http://schemas.microsoft.com/office/drawing/2014/main" id="{18888E5E-A358-45DD-9CA2-9C4DE05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7626-4">
            <a:extLst xmlns:a="http://schemas.openxmlformats.org/drawingml/2006/main">
              <a:ext uri="{FF2B5EF4-FFF2-40B4-BE49-F238E27FC236}">
                <a16:creationId xmlns:a16="http://schemas.microsoft.com/office/drawing/2014/main" id="{108417EC-FAC7-4847-B868-F1736ED5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p03-full-000607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review chronology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099596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2026-08-25T12:49:55.8420000Z</dcterms:created>
  <dcterms:modified xsi:type="dcterms:W3CDTF">2026-08-25T12:49:55.8420000Z</dcterms:modified>
</coreProperties>
</file>