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0f7447599dc4f9d" /><Relationship Type="http://schemas.openxmlformats.org/officeDocument/2006/relationships/extended-properties" Target="/docProps/app.xml" Id="Rc6ff91771586400a" /><Relationship Type="http://schemas.openxmlformats.org/officeDocument/2006/relationships/officeDocument" Target="/ppt/presentation.xml" Id="Rfc3899851c16430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5d8af323955493a"/>
  </p:sldMasterIdLst>
  <p:notesMasterIdLst>
    <p:notesMasterId xmlns:r="http://schemas.openxmlformats.org/officeDocument/2006/relationships" r:id="Re8a6782948c14842"/>
  </p:notesMasterIdLst>
  <p:sldIdLst>
    <p:sldId xmlns:r="http://schemas.openxmlformats.org/officeDocument/2006/relationships" id="256" r:id="R8f5894ff7aa84f3f"/>
    <p:sldId xmlns:r="http://schemas.openxmlformats.org/officeDocument/2006/relationships" id="257" r:id="R26d4d3d5b6844abd"/>
    <p:sldId xmlns:r="http://schemas.openxmlformats.org/officeDocument/2006/relationships" id="258" r:id="Ra9e6b47ee5564ace"/>
    <p:sldId xmlns:r="http://schemas.openxmlformats.org/officeDocument/2006/relationships" id="259" r:id="Rc20400160c8e403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6e16feec8674667" /><Relationship Type="http://schemas.openxmlformats.org/officeDocument/2006/relationships/slideMaster" Target="/ppt/slideMasters/slideMaster1.xml" Id="R95d8af323955493a" /><Relationship Type="http://schemas.openxmlformats.org/officeDocument/2006/relationships/notesMaster" Target="/ppt/notesMasters/notesMaster1.xml" Id="Re8a6782948c14842" /><Relationship Type="http://schemas.openxmlformats.org/officeDocument/2006/relationships/presProps" Target="/ppt/presProps.xml" Id="R21e49237fce44289" /><Relationship Type="http://schemas.openxmlformats.org/officeDocument/2006/relationships/tableStyles" Target="/ppt/tableStyles.xml" Id="Rcb6d468ac0064bc0" /><Relationship Type="http://schemas.openxmlformats.org/officeDocument/2006/relationships/slide" Target="/ppt/slides/slide1.xml" Id="R8f5894ff7aa84f3f" /><Relationship Type="http://schemas.openxmlformats.org/officeDocument/2006/relationships/slide" Target="/ppt/slides/slide2.xml" Id="R26d4d3d5b6844abd" /><Relationship Type="http://schemas.openxmlformats.org/officeDocument/2006/relationships/slide" Target="/ppt/slides/slide3.xml" Id="Ra9e6b47ee5564ace" /><Relationship Type="http://schemas.openxmlformats.org/officeDocument/2006/relationships/slide" Target="/ppt/slides/slide4.xml" Id="Rc20400160c8e403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2c69c5af51744f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265e4f5a98343b7" /><Relationship Type="http://schemas.openxmlformats.org/officeDocument/2006/relationships/notesMaster" Target="/ppt/notesMasters/notesMaster1.xml" Id="Rf5bf3aba10fd434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f8109df849f449b" /><Relationship Type="http://schemas.openxmlformats.org/officeDocument/2006/relationships/notesMaster" Target="/ppt/notesMasters/notesMaster1.xml" Id="R51ec8fdf494b42b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4a4281c26fc4b5d" /><Relationship Type="http://schemas.openxmlformats.org/officeDocument/2006/relationships/notesMaster" Target="/ppt/notesMasters/notesMaster1.xml" Id="R4ff93cbe90af43d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bd7c7e56c4f461c" /><Relationship Type="http://schemas.openxmlformats.org/officeDocument/2006/relationships/notesMaster" Target="/ppt/notesMasters/notesMaster1.xml" Id="R8fe815d045c24a8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Synthetic direct dependency p03-full-000252; Cobalt Harbor Systems content spine.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Synthetic direct dependency p03-full-000252; Cobalt Harbor Systems content spine.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Synthetic direct dependency p03-full-000252; Cobalt Harbor Systems content spine.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Synthetic direct dependency p03-full-000252; Cobalt Harbor Systems content spine.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af19c2f4a8147c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b9af2559604401d" /><Relationship Type="http://schemas.openxmlformats.org/officeDocument/2006/relationships/slideLayout" Target="/ppt/slideLayouts/slideLayout1.xml" Id="Rffe7dd4f69b846b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fe7dd4f69b846b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0d4d3ee9254ee6" /><Relationship Type="http://schemas.openxmlformats.org/officeDocument/2006/relationships/notesSlide" Target="/ppt/notesSlides/notesSlide1.xml" Id="R654207e3053749d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9c3279db594147" /><Relationship Type="http://schemas.openxmlformats.org/officeDocument/2006/relationships/notesSlide" Target="/ppt/notesSlides/notesSlide2.xml" Id="Rc6f4c6b292a842d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d129b0015046b2" /><Relationship Type="http://schemas.openxmlformats.org/officeDocument/2006/relationships/notesSlide" Target="/ppt/notesSlides/notesSlide3.xml" Id="Ra318738f38ce4db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0e9ea764d24e38" /><Relationship Type="http://schemas.openxmlformats.org/officeDocument/2006/relationships/notesSlide" Target="/ppt/notesSlides/notesSlide4.xml" Id="R34a89ef2df5e4f3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B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qa-v2-r2-surface-p03-full-002727-1">
            <a:extLst xmlns:a="http://schemas.openxmlformats.org/drawingml/2006/main">
              <a:ext uri="{FF2B5EF4-FFF2-40B4-BE49-F238E27FC236}">
                <a16:creationId xmlns:a16="http://schemas.microsoft.com/office/drawing/2014/main" id="{08F90E42-4D8B-45C9-8C75-50FA8E575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" name="qa-v2-r2-eyebrow-p03-full-002727-1">
            <a:extLst xmlns:a="http://schemas.openxmlformats.org/drawingml/2006/main">
              <a:ext uri="{FF2B5EF4-FFF2-40B4-BE49-F238E27FC236}">
                <a16:creationId xmlns:a16="http://schemas.microsoft.com/office/drawing/2014/main" id="{146F07DA-78A8-438B-A650-954914E54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19150"/>
            <a:ext cx="1024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COBALT HARBOR • RISK-031 • p03-full-002727</a:t>
            </a:r>
          </a:p>
        </p:txBody>
      </p:sp>
      <p:sp>
        <p:nvSpPr>
          <p:cNvPr id="3" name="qa-v2-r2-title-p03-full-002727-1">
            <a:extLst xmlns:a="http://schemas.openxmlformats.org/drawingml/2006/main">
              <a:ext uri="{FF2B5EF4-FFF2-40B4-BE49-F238E27FC236}">
                <a16:creationId xmlns:a16="http://schemas.microsoft.com/office/drawing/2014/main" id="{41CC1370-95CE-49C4-A77D-0B366F159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024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20618"/>
                </a:solidFill>
              </a:defRPr>
            </a:pPr>
            <a:r>
              <a:rPr sz="2400" b="1">
                <a:solidFill>
                  <a:srgbClr val="020618"/>
                </a:solidFill>
              </a:rPr>
              <a:t>Decision context</a:t>
            </a:r>
          </a:p>
        </p:txBody>
      </p:sp>
      <p:sp>
        <p:nvSpPr>
          <p:cNvPr id="4" name="qa-v2-r2-body-p03-full-002727-1">
            <a:extLst xmlns:a="http://schemas.openxmlformats.org/drawingml/2006/main">
              <a:ext uri="{FF2B5EF4-FFF2-40B4-BE49-F238E27FC236}">
                <a16:creationId xmlns:a16="http://schemas.microsoft.com/office/drawing/2014/main" id="{27DABCD6-8FEC-4AC0-BE7F-0AEA48D23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33575"/>
            <a:ext cx="1024890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Cobalt Harbor's RISK-031 review covers 2026 q3 threat model residual risk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security briefing within security threat models. Declared review date: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2026-07-20. The assessment emphasizes exception rationale,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counterexamples, and control treatment.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The declared source is p03-src-002727; p03-full-000252 supplies the dependency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for an ownership handoff assessment.</a:t>
            </a:r>
          </a:p>
        </p:txBody>
      </p:sp>
    </p:spTree>
    <p:extLst>
      <p:ext uri="{BB962C8B-B14F-4D97-AF65-F5344CB8AC3E}">
        <p14:creationId xmlns:p14="http://schemas.microsoft.com/office/powerpoint/2010/main" val="162764798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5A3D7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qa-v2-r2-surface-p03-full-002727-2">
            <a:extLst xmlns:a="http://schemas.openxmlformats.org/drawingml/2006/main">
              <a:ext uri="{FF2B5EF4-FFF2-40B4-BE49-F238E27FC236}">
                <a16:creationId xmlns:a16="http://schemas.microsoft.com/office/drawing/2014/main" id="{676768E5-E3BB-4DD1-AB38-E740C3D96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" name="qa-v2-r2-eyebrow-p03-full-002727-2">
            <a:extLst xmlns:a="http://schemas.openxmlformats.org/drawingml/2006/main">
              <a:ext uri="{FF2B5EF4-FFF2-40B4-BE49-F238E27FC236}">
                <a16:creationId xmlns:a16="http://schemas.microsoft.com/office/drawing/2014/main" id="{0875238E-C3AB-4602-AC58-1C7E08CE9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19150"/>
            <a:ext cx="1024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COBALT HARBOR • RISK-031 • p03-full-002727</a:t>
            </a:r>
          </a:p>
        </p:txBody>
      </p:sp>
      <p:sp>
        <p:nvSpPr>
          <p:cNvPr id="3" name="qa-v2-r2-title-p03-full-002727-2">
            <a:extLst xmlns:a="http://schemas.openxmlformats.org/drawingml/2006/main">
              <a:ext uri="{FF2B5EF4-FFF2-40B4-BE49-F238E27FC236}">
                <a16:creationId xmlns:a16="http://schemas.microsoft.com/office/drawing/2014/main" id="{0C59F2DA-802B-4354-9B6B-8263A8489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024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20618"/>
                </a:solidFill>
              </a:defRPr>
            </a:pPr>
            <a:r>
              <a:rPr sz="2400" b="1">
                <a:solidFill>
                  <a:srgbClr val="020618"/>
                </a:solidFill>
              </a:rPr>
              <a:t>Evidence and relationship</a:t>
            </a:r>
          </a:p>
        </p:txBody>
      </p:sp>
      <p:sp>
        <p:nvSpPr>
          <p:cNvPr id="4" name="qa-v2-r2-body-p03-full-002727-2">
            <a:extLst xmlns:a="http://schemas.openxmlformats.org/drawingml/2006/main">
              <a:ext uri="{FF2B5EF4-FFF2-40B4-BE49-F238E27FC236}">
                <a16:creationId xmlns:a16="http://schemas.microsoft.com/office/drawing/2014/main" id="{C6B68B37-0875-4F44-A3B4-45ECF7210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33575"/>
            <a:ext cx="1024890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Source evidence: What does a Q3 label mean when its supporting record is dated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separately?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AC-27 frames the relationship, while Evidence Set 184 supports a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dependency-to-action relevance review of the source and dependency through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exception rationale, counterexamples, and control treatment.</a:t>
            </a:r>
          </a:p>
        </p:txBody>
      </p:sp>
    </p:spTree>
    <p:extLst>
      <p:ext uri="{BB962C8B-B14F-4D97-AF65-F5344CB8AC3E}">
        <p14:creationId xmlns:p14="http://schemas.microsoft.com/office/powerpoint/2010/main" val="209269095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qa-v2-r2-surface-p03-full-002727-3">
            <a:extLst xmlns:a="http://schemas.openxmlformats.org/drawingml/2006/main">
              <a:ext uri="{FF2B5EF4-FFF2-40B4-BE49-F238E27FC236}">
                <a16:creationId xmlns:a16="http://schemas.microsoft.com/office/drawing/2014/main" id="{3299C2E5-DE99-45E1-8C5E-257D637BB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" name="qa-v2-r2-eyebrow-p03-full-002727-3">
            <a:extLst xmlns:a="http://schemas.openxmlformats.org/drawingml/2006/main">
              <a:ext uri="{FF2B5EF4-FFF2-40B4-BE49-F238E27FC236}">
                <a16:creationId xmlns:a16="http://schemas.microsoft.com/office/drawing/2014/main" id="{818AF85D-C08F-4045-BDD6-842CC4AF8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19150"/>
            <a:ext cx="1024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COBALT HARBOR • RISK-031 • p03-full-002727</a:t>
            </a:r>
          </a:p>
        </p:txBody>
      </p:sp>
      <p:sp>
        <p:nvSpPr>
          <p:cNvPr id="3" name="qa-v2-r2-title-p03-full-002727-3">
            <a:extLst xmlns:a="http://schemas.openxmlformats.org/drawingml/2006/main">
              <a:ext uri="{FF2B5EF4-FFF2-40B4-BE49-F238E27FC236}">
                <a16:creationId xmlns:a16="http://schemas.microsoft.com/office/drawing/2014/main" id="{14CD542F-225F-4805-A19A-3AD30D458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024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20618"/>
                </a:solidFill>
              </a:defRPr>
            </a:pPr>
            <a:r>
              <a:rPr sz="2400" b="1">
                <a:solidFill>
                  <a:srgbClr val="020618"/>
                </a:solidFill>
              </a:rPr>
              <a:t>Decision test</a:t>
            </a:r>
          </a:p>
        </p:txBody>
      </p:sp>
      <p:sp>
        <p:nvSpPr>
          <p:cNvPr id="4" name="qa-v2-r2-body-p03-full-002727-3">
            <a:extLst xmlns:a="http://schemas.openxmlformats.org/drawingml/2006/main">
              <a:ext uri="{FF2B5EF4-FFF2-40B4-BE49-F238E27FC236}">
                <a16:creationId xmlns:a16="http://schemas.microsoft.com/office/drawing/2014/main" id="{064D90D1-3B06-4035-8FF6-F2E571E40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33575"/>
            <a:ext cx="1024890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No Kio material, system, workspace, or external connection is used or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represented in this briefing. The reviewer tests whether the dependency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corroborates the source.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If the record fails that test, defer closure pending evidence; do not carry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the RISK-031 treatment forward by default.</a:t>
            </a:r>
          </a:p>
        </p:txBody>
      </p:sp>
    </p:spTree>
    <p:extLst>
      <p:ext uri="{BB962C8B-B14F-4D97-AF65-F5344CB8AC3E}">
        <p14:creationId xmlns:p14="http://schemas.microsoft.com/office/powerpoint/2010/main" val="195508065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qa-v2-r2-surface-p03-full-002727-4">
            <a:extLst xmlns:a="http://schemas.openxmlformats.org/drawingml/2006/main">
              <a:ext uri="{FF2B5EF4-FFF2-40B4-BE49-F238E27FC236}">
                <a16:creationId xmlns:a16="http://schemas.microsoft.com/office/drawing/2014/main" id="{D9B09EE3-4344-455F-BDA3-9285083E3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" name="qa-v2-r2-eyebrow-p03-full-002727-4">
            <a:extLst xmlns:a="http://schemas.openxmlformats.org/drawingml/2006/main">
              <a:ext uri="{FF2B5EF4-FFF2-40B4-BE49-F238E27FC236}">
                <a16:creationId xmlns:a16="http://schemas.microsoft.com/office/drawing/2014/main" id="{1C3B7B1D-B6E7-4D7F-A0D1-F4D5EBE7D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19150"/>
            <a:ext cx="1024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COBALT HARBOR • RISK-031 • p03-full-002727</a:t>
            </a:r>
          </a:p>
        </p:txBody>
      </p:sp>
      <p:sp>
        <p:nvSpPr>
          <p:cNvPr id="3" name="qa-v2-r2-title-p03-full-002727-4">
            <a:extLst xmlns:a="http://schemas.openxmlformats.org/drawingml/2006/main">
              <a:ext uri="{FF2B5EF4-FFF2-40B4-BE49-F238E27FC236}">
                <a16:creationId xmlns:a16="http://schemas.microsoft.com/office/drawing/2014/main" id="{83CF2BF9-975C-4849-885C-31A7CB7F6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024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20618"/>
                </a:solidFill>
              </a:defRPr>
            </a:pPr>
            <a:r>
              <a:rPr sz="2400" b="1">
                <a:solidFill>
                  <a:srgbClr val="020618"/>
                </a:solidFill>
              </a:rPr>
              <a:t>Boundary and next action</a:t>
            </a:r>
          </a:p>
        </p:txBody>
      </p:sp>
      <p:sp>
        <p:nvSpPr>
          <p:cNvPr id="4" name="qa-v2-r2-body-p03-full-002727-4">
            <a:extLst xmlns:a="http://schemas.openxmlformats.org/drawingml/2006/main">
              <a:ext uri="{FF2B5EF4-FFF2-40B4-BE49-F238E27FC236}">
                <a16:creationId xmlns:a16="http://schemas.microsoft.com/office/drawing/2014/main" id="{2928BE5B-D877-4A62-B844-EAC361569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33575"/>
            <a:ext cx="1024890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At the next checkpoint, compare p03-src-002727 with p03-full-000252 and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document the change in ownership handoff.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The closure note must distinguish evidence that supports the decision from a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similar-looking but unrelated record.</a:t>
            </a:r>
          </a:p>
        </p:txBody>
      </p:sp>
    </p:spTree>
    <p:extLst>
      <p:ext uri="{BB962C8B-B14F-4D97-AF65-F5344CB8AC3E}">
        <p14:creationId xmlns:p14="http://schemas.microsoft.com/office/powerpoint/2010/main" val="195508065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2026-08-25T12:50:38.5220000Z</dcterms:created>
  <dcterms:modified xsi:type="dcterms:W3CDTF">2026-08-25T12:50:38.5220000Z</dcterms:modified>
</coreProperties>
</file>