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e85acdb5544ee0" /><Relationship Type="http://schemas.openxmlformats.org/officeDocument/2006/relationships/extended-properties" Target="/docProps/app.xml" Id="R271cad32312344f9" /><Relationship Type="http://schemas.openxmlformats.org/officeDocument/2006/relationships/officeDocument" Target="/ppt/presentation.xml" Id="R0ceef97f87104e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edc966b1b1499a"/>
  </p:sldMasterIdLst>
  <p:notesMasterIdLst>
    <p:notesMasterId xmlns:r="http://schemas.openxmlformats.org/officeDocument/2006/relationships" r:id="Re08b761426bf46c8"/>
  </p:notesMasterIdLst>
  <p:sldIdLst>
    <p:sldId xmlns:r="http://schemas.openxmlformats.org/officeDocument/2006/relationships" id="256" r:id="R87125ed3c675401e"/>
    <p:sldId xmlns:r="http://schemas.openxmlformats.org/officeDocument/2006/relationships" id="257" r:id="Rd7c96f4d7d7b4dd7"/>
    <p:sldId xmlns:r="http://schemas.openxmlformats.org/officeDocument/2006/relationships" id="258" r:id="R267f698cd1b1477b"/>
    <p:sldId xmlns:r="http://schemas.openxmlformats.org/officeDocument/2006/relationships" id="259" r:id="R0ae478a1796447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d16e0a029842fa" /><Relationship Type="http://schemas.openxmlformats.org/officeDocument/2006/relationships/slideMaster" Target="/ppt/slideMasters/slideMaster1.xml" Id="Rc8edc966b1b1499a" /><Relationship Type="http://schemas.openxmlformats.org/officeDocument/2006/relationships/notesMaster" Target="/ppt/notesMasters/notesMaster1.xml" Id="Re08b761426bf46c8" /><Relationship Type="http://schemas.openxmlformats.org/officeDocument/2006/relationships/presProps" Target="/ppt/presProps.xml" Id="R4bb986aa843c4bdb" /><Relationship Type="http://schemas.openxmlformats.org/officeDocument/2006/relationships/tableStyles" Target="/ppt/tableStyles.xml" Id="R16474e1398bd4595" /><Relationship Type="http://schemas.openxmlformats.org/officeDocument/2006/relationships/slide" Target="/ppt/slides/slide1.xml" Id="R87125ed3c675401e" /><Relationship Type="http://schemas.openxmlformats.org/officeDocument/2006/relationships/slide" Target="/ppt/slides/slide2.xml" Id="Rd7c96f4d7d7b4dd7" /><Relationship Type="http://schemas.openxmlformats.org/officeDocument/2006/relationships/slide" Target="/ppt/slides/slide3.xml" Id="R267f698cd1b1477b" /><Relationship Type="http://schemas.openxmlformats.org/officeDocument/2006/relationships/slide" Target="/ppt/slides/slide4.xml" Id="R0ae478a1796447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65d188d90549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25779e577b458e" /><Relationship Type="http://schemas.openxmlformats.org/officeDocument/2006/relationships/notesMaster" Target="/ppt/notesMasters/notesMaster1.xml" Id="R6a0474a99f5247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713c3bcefd4f0a" /><Relationship Type="http://schemas.openxmlformats.org/officeDocument/2006/relationships/notesMaster" Target="/ppt/notesMasters/notesMaster1.xml" Id="R4f38023ed05045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1cb6877ca04ebb" /><Relationship Type="http://schemas.openxmlformats.org/officeDocument/2006/relationships/notesMaster" Target="/ppt/notesMasters/notesMaster1.xml" Id="R348a1d5bc99f4a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feeca5a91e4335" /><Relationship Type="http://schemas.openxmlformats.org/officeDocument/2006/relationships/notesMaster" Target="/ppt/notesMasters/notesMaster1.xml" Id="R9e1f5f7fc49945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p03-full-000004;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p03-full-000004;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p03-full-000004;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p03-full-000004;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5b7fa034fb4b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946e6961204d48" /><Relationship Type="http://schemas.openxmlformats.org/officeDocument/2006/relationships/slideLayout" Target="/ppt/slideLayouts/slideLayout1.xml" Id="R9fe264e4e17248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e264e4e17248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4fc2771d2417b" /><Relationship Type="http://schemas.openxmlformats.org/officeDocument/2006/relationships/notesSlide" Target="/ppt/notesSlides/notesSlide1.xml" Id="Ra1496082708e42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5321547fa4f79" /><Relationship Type="http://schemas.openxmlformats.org/officeDocument/2006/relationships/notesSlide" Target="/ppt/notesSlides/notesSlide2.xml" Id="R2f6e5fc806fa40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cd0098d184d33" /><Relationship Type="http://schemas.openxmlformats.org/officeDocument/2006/relationships/notesSlide" Target="/ppt/notesSlides/notesSlide3.xml" Id="R738455614fa44c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d5635f5694219" /><Relationship Type="http://schemas.openxmlformats.org/officeDocument/2006/relationships/notesSlide" Target="/ppt/notesSlides/notesSlide4.xml" Id="R04a9db03712645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628-1">
            <a:extLst xmlns:a="http://schemas.openxmlformats.org/drawingml/2006/main">
              <a:ext uri="{FF2B5EF4-FFF2-40B4-BE49-F238E27FC236}">
                <a16:creationId xmlns:a16="http://schemas.microsoft.com/office/drawing/2014/main" id="{0F4B8EDF-BA56-4F8A-BC46-9BFFD63E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628-1">
            <a:extLst xmlns:a="http://schemas.openxmlformats.org/drawingml/2006/main">
              <a:ext uri="{FF2B5EF4-FFF2-40B4-BE49-F238E27FC236}">
                <a16:creationId xmlns:a16="http://schemas.microsoft.com/office/drawing/2014/main" id="{4EF7B201-FE7B-4348-9B8E-6E913C9C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p03-full-005628</a:t>
            </a:r>
          </a:p>
        </p:txBody>
      </p:sp>
      <p:sp>
        <p:nvSpPr>
          <p:cNvPr id="3" name="qa-v2-r2-title-p03-full-005628-1">
            <a:extLst xmlns:a="http://schemas.openxmlformats.org/drawingml/2006/main">
              <a:ext uri="{FF2B5EF4-FFF2-40B4-BE49-F238E27FC236}">
                <a16:creationId xmlns:a16="http://schemas.microsoft.com/office/drawing/2014/main" id="{7C6894C7-DAD6-479B-B20A-0581D1C2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5628-1">
            <a:extLst xmlns:a="http://schemas.openxmlformats.org/drawingml/2006/main">
              <a:ext uri="{FF2B5EF4-FFF2-40B4-BE49-F238E27FC236}">
                <a16:creationId xmlns:a16="http://schemas.microsoft.com/office/drawing/2014/main" id="{91E57F41-970B-4A37-AB5D-17D85A4B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threat model access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security threat models. Declared review date: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2026-07-20. The assessment emphasizes dependency meaning, operational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p03-src-005628; p03-full-000004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reviewer accountability assessment.</a:t>
            </a:r>
          </a:p>
        </p:txBody>
      </p:sp>
    </p:spTree>
    <p:extLst>
      <p:ext uri="{BB962C8B-B14F-4D97-AF65-F5344CB8AC3E}">
        <p14:creationId xmlns:p14="http://schemas.microsoft.com/office/powerpoint/2010/main" val="12921370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6B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628-2">
            <a:extLst xmlns:a="http://schemas.openxmlformats.org/drawingml/2006/main">
              <a:ext uri="{FF2B5EF4-FFF2-40B4-BE49-F238E27FC236}">
                <a16:creationId xmlns:a16="http://schemas.microsoft.com/office/drawing/2014/main" id="{92FF6EE8-738E-46C5-8CC5-5E0E6FB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628-2">
            <a:extLst xmlns:a="http://schemas.openxmlformats.org/drawingml/2006/main">
              <a:ext uri="{FF2B5EF4-FFF2-40B4-BE49-F238E27FC236}">
                <a16:creationId xmlns:a16="http://schemas.microsoft.com/office/drawing/2014/main" id="{701495C0-BDE0-484D-86E2-E944533E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p03-full-005628</a:t>
            </a:r>
          </a:p>
        </p:txBody>
      </p:sp>
      <p:sp>
        <p:nvSpPr>
          <p:cNvPr id="3" name="qa-v2-r2-title-p03-full-005628-2">
            <a:extLst xmlns:a="http://schemas.openxmlformats.org/drawingml/2006/main">
              <a:ext uri="{FF2B5EF4-FFF2-40B4-BE49-F238E27FC236}">
                <a16:creationId xmlns:a16="http://schemas.microsoft.com/office/drawing/2014/main" id="{11F2DC89-1B3E-4768-AA6C-2EBE45DE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5628-2">
            <a:extLst xmlns:a="http://schemas.openxmlformats.org/drawingml/2006/main">
              <a:ext uri="{FF2B5EF4-FFF2-40B4-BE49-F238E27FC236}">
                <a16:creationId xmlns:a16="http://schemas.microsoft.com/office/drawing/2014/main" id="{6D4FE477-CA13-4221-BDE4-427292EC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Which AC-27 assertions can be sustained by the bounded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record, and which must remain outside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 timing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consistency review of the source and dependency through dependency meaning,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7051010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628-3">
            <a:extLst xmlns:a="http://schemas.openxmlformats.org/drawingml/2006/main">
              <a:ext uri="{FF2B5EF4-FFF2-40B4-BE49-F238E27FC236}">
                <a16:creationId xmlns:a16="http://schemas.microsoft.com/office/drawing/2014/main" id="{8D2FE8DB-0A09-4447-8470-BB89A8CD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628-3">
            <a:extLst xmlns:a="http://schemas.openxmlformats.org/drawingml/2006/main">
              <a:ext uri="{FF2B5EF4-FFF2-40B4-BE49-F238E27FC236}">
                <a16:creationId xmlns:a16="http://schemas.microsoft.com/office/drawing/2014/main" id="{9B4F0E21-3466-43CA-9CCB-79F7A61F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p03-full-005628</a:t>
            </a:r>
          </a:p>
        </p:txBody>
      </p:sp>
      <p:sp>
        <p:nvSpPr>
          <p:cNvPr id="3" name="qa-v2-r2-title-p03-full-005628-3">
            <a:extLst xmlns:a="http://schemas.openxmlformats.org/drawingml/2006/main">
              <a:ext uri="{FF2B5EF4-FFF2-40B4-BE49-F238E27FC236}">
                <a16:creationId xmlns:a16="http://schemas.microsoft.com/office/drawing/2014/main" id="{1609EF52-6C0D-45E3-8163-A9FFBB27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5628-3">
            <a:extLst xmlns:a="http://schemas.openxmlformats.org/drawingml/2006/main">
              <a:ext uri="{FF2B5EF4-FFF2-40B4-BE49-F238E27FC236}">
                <a16:creationId xmlns:a16="http://schemas.microsoft.com/office/drawing/2014/main" id="{B91572DB-6A10-43FD-8E29-82E3BD44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record a reasoned exception;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2359546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628-4">
            <a:extLst xmlns:a="http://schemas.openxmlformats.org/drawingml/2006/main">
              <a:ext uri="{FF2B5EF4-FFF2-40B4-BE49-F238E27FC236}">
                <a16:creationId xmlns:a16="http://schemas.microsoft.com/office/drawing/2014/main" id="{1A0ABC02-BD01-4A0A-B424-97D88437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628-4">
            <a:extLst xmlns:a="http://schemas.openxmlformats.org/drawingml/2006/main">
              <a:ext uri="{FF2B5EF4-FFF2-40B4-BE49-F238E27FC236}">
                <a16:creationId xmlns:a16="http://schemas.microsoft.com/office/drawing/2014/main" id="{791D6F87-06C9-4A48-B29A-F54F4A75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p03-full-005628</a:t>
            </a:r>
          </a:p>
        </p:txBody>
      </p:sp>
      <p:sp>
        <p:nvSpPr>
          <p:cNvPr id="3" name="qa-v2-r2-title-p03-full-005628-4">
            <a:extLst xmlns:a="http://schemas.openxmlformats.org/drawingml/2006/main">
              <a:ext uri="{FF2B5EF4-FFF2-40B4-BE49-F238E27FC236}">
                <a16:creationId xmlns:a16="http://schemas.microsoft.com/office/drawing/2014/main" id="{76D397D7-2597-4A5F-96B2-1E6B9CB4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5628-4">
            <a:extLst xmlns:a="http://schemas.openxmlformats.org/drawingml/2006/main">
              <a:ext uri="{FF2B5EF4-FFF2-40B4-BE49-F238E27FC236}">
                <a16:creationId xmlns:a16="http://schemas.microsoft.com/office/drawing/2014/main" id="{6581F5A4-D673-42E5-87C5-E3F6AF3C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p03-src-005628 with p03-full-000004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reviewer 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2359546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2026-08-25T12:49:34.4920000Z</dcterms:created>
  <dcterms:modified xsi:type="dcterms:W3CDTF">2026-08-25T12:49:34.4920000Z</dcterms:modified>
</coreProperties>
</file>