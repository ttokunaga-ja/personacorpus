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1dc94b086407f" /><Relationship Type="http://schemas.openxmlformats.org/officeDocument/2006/relationships/extended-properties" Target="/docProps/app.xml" Id="Ra742ae5418ea41a1" /><Relationship Type="http://schemas.openxmlformats.org/officeDocument/2006/relationships/officeDocument" Target="/ppt/presentation.xml" Id="Rfa626fc0271d4f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f1154faa048a9"/>
  </p:sldMasterIdLst>
  <p:notesMasterIdLst>
    <p:notesMasterId xmlns:r="http://schemas.openxmlformats.org/officeDocument/2006/relationships" r:id="R66e644e5b1bc4d33"/>
  </p:notesMasterIdLst>
  <p:sldIdLst>
    <p:sldId xmlns:r="http://schemas.openxmlformats.org/officeDocument/2006/relationships" id="256" r:id="R94a7b85e36414c5d"/>
    <p:sldId xmlns:r="http://schemas.openxmlformats.org/officeDocument/2006/relationships" id="257" r:id="Rc8daa04ee8dc438a"/>
    <p:sldId xmlns:r="http://schemas.openxmlformats.org/officeDocument/2006/relationships" id="258" r:id="R983dc9ac05b24dd3"/>
    <p:sldId xmlns:r="http://schemas.openxmlformats.org/officeDocument/2006/relationships" id="259" r:id="R70aa5b1d51a54f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c83f13c49d4389" /><Relationship Type="http://schemas.openxmlformats.org/officeDocument/2006/relationships/slideMaster" Target="/ppt/slideMasters/slideMaster1.xml" Id="R5baf1154faa048a9" /><Relationship Type="http://schemas.openxmlformats.org/officeDocument/2006/relationships/notesMaster" Target="/ppt/notesMasters/notesMaster1.xml" Id="R66e644e5b1bc4d33" /><Relationship Type="http://schemas.openxmlformats.org/officeDocument/2006/relationships/presProps" Target="/ppt/presProps.xml" Id="R91f9da71402d4921" /><Relationship Type="http://schemas.openxmlformats.org/officeDocument/2006/relationships/tableStyles" Target="/ppt/tableStyles.xml" Id="Rc953a510762943da" /><Relationship Type="http://schemas.openxmlformats.org/officeDocument/2006/relationships/slide" Target="/ppt/slides/slide1.xml" Id="R94a7b85e36414c5d" /><Relationship Type="http://schemas.openxmlformats.org/officeDocument/2006/relationships/slide" Target="/ppt/slides/slide2.xml" Id="Rc8daa04ee8dc438a" /><Relationship Type="http://schemas.openxmlformats.org/officeDocument/2006/relationships/slide" Target="/ppt/slides/slide3.xml" Id="R983dc9ac05b24dd3" /><Relationship Type="http://schemas.openxmlformats.org/officeDocument/2006/relationships/slide" Target="/ppt/slides/slide4.xml" Id="R70aa5b1d51a5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5d8674a3a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3380aabcc45a1" /><Relationship Type="http://schemas.openxmlformats.org/officeDocument/2006/relationships/notesMaster" Target="/ppt/notesMasters/notesMaster1.xml" Id="Rda32d2dd0363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9cfa4142e54017" /><Relationship Type="http://schemas.openxmlformats.org/officeDocument/2006/relationships/notesMaster" Target="/ppt/notesMasters/notesMaster1.xml" Id="R35a6f046a5ed46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45946ffe0b4c49" /><Relationship Type="http://schemas.openxmlformats.org/officeDocument/2006/relationships/notesMaster" Target="/ppt/notesMasters/notesMaster1.xml" Id="R8f2070845dda46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da2239f80541da" /><Relationship Type="http://schemas.openxmlformats.org/officeDocument/2006/relationships/notesMaster" Target="/ppt/notesMasters/notesMaster1.xml" Id="Rb36ca519d5c447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p03-full-000965;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27210d3e64a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911e6e66d4807" /><Relationship Type="http://schemas.openxmlformats.org/officeDocument/2006/relationships/slideLayout" Target="/ppt/slideLayouts/slideLayout1.xml" Id="Rd11beea05349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1beea05349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cc675109644aa" /><Relationship Type="http://schemas.openxmlformats.org/officeDocument/2006/relationships/notesSlide" Target="/ppt/notesSlides/notesSlide1.xml" Id="Rc04ddf8aff2647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6b5bc9099492b" /><Relationship Type="http://schemas.openxmlformats.org/officeDocument/2006/relationships/notesSlide" Target="/ppt/notesSlides/notesSlide2.xml" Id="Rd8642b83924e48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83ce6c5174adb" /><Relationship Type="http://schemas.openxmlformats.org/officeDocument/2006/relationships/notesSlide" Target="/ppt/notesSlides/notesSlide3.xml" Id="R8a1d745bdaea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93ae134b34a69" /><Relationship Type="http://schemas.openxmlformats.org/officeDocument/2006/relationships/notesSlide" Target="/ppt/notesSlides/notesSlide4.xml" Id="R065c436c0cea42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26-1">
            <a:extLst xmlns:a="http://schemas.openxmlformats.org/drawingml/2006/main">
              <a:ext uri="{FF2B5EF4-FFF2-40B4-BE49-F238E27FC236}">
                <a16:creationId xmlns:a16="http://schemas.microsoft.com/office/drawing/2014/main" id="{3601CF7A-B1DD-4649-A4E8-F884588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26-1">
            <a:extLst xmlns:a="http://schemas.openxmlformats.org/drawingml/2006/main">
              <a:ext uri="{FF2B5EF4-FFF2-40B4-BE49-F238E27FC236}">
                <a16:creationId xmlns:a16="http://schemas.microsoft.com/office/drawing/2014/main" id="{6634D291-9FA8-478F-9876-5779F25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p03-full-009526</a:t>
            </a:r>
          </a:p>
        </p:txBody>
      </p:sp>
      <p:sp>
        <p:nvSpPr>
          <p:cNvPr id="3" name="qa-v2-r2-title-p03-full-009526-1">
            <a:extLst xmlns:a="http://schemas.openxmlformats.org/drawingml/2006/main">
              <a:ext uri="{FF2B5EF4-FFF2-40B4-BE49-F238E27FC236}">
                <a16:creationId xmlns:a16="http://schemas.microsoft.com/office/drawing/2014/main" id="{32F15251-F184-4A98-968D-074CFE6F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526-1">
            <a:extLst xmlns:a="http://schemas.openxmlformats.org/drawingml/2006/main">
              <a:ext uri="{FF2B5EF4-FFF2-40B4-BE49-F238E27FC236}">
                <a16:creationId xmlns:a16="http://schemas.microsoft.com/office/drawing/2014/main" id="{205DDA73-4595-4DB4-A53B-8701C940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p03-src-009526; p03-full-000965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354816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26-2">
            <a:extLst xmlns:a="http://schemas.openxmlformats.org/drawingml/2006/main">
              <a:ext uri="{FF2B5EF4-FFF2-40B4-BE49-F238E27FC236}">
                <a16:creationId xmlns:a16="http://schemas.microsoft.com/office/drawing/2014/main" id="{28DF91EB-8506-4AC3-B002-5A6F06A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26-2">
            <a:extLst xmlns:a="http://schemas.openxmlformats.org/drawingml/2006/main">
              <a:ext uri="{FF2B5EF4-FFF2-40B4-BE49-F238E27FC236}">
                <a16:creationId xmlns:a16="http://schemas.microsoft.com/office/drawing/2014/main" id="{0DA8496A-FBF4-49EE-BC3A-ECFF4529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p03-full-009526</a:t>
            </a:r>
          </a:p>
        </p:txBody>
      </p:sp>
      <p:sp>
        <p:nvSpPr>
          <p:cNvPr id="3" name="qa-v2-r2-title-p03-full-009526-2">
            <a:extLst xmlns:a="http://schemas.openxmlformats.org/drawingml/2006/main">
              <a:ext uri="{FF2B5EF4-FFF2-40B4-BE49-F238E27FC236}">
                <a16:creationId xmlns:a16="http://schemas.microsoft.com/office/drawing/2014/main" id="{B44D2B6B-D881-4F3C-9917-6910758D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526-2">
            <a:extLst xmlns:a="http://schemas.openxmlformats.org/drawingml/2006/main">
              <a:ext uri="{FF2B5EF4-FFF2-40B4-BE49-F238E27FC236}">
                <a16:creationId xmlns:a16="http://schemas.microsoft.com/office/drawing/2014/main" id="{A51082F8-5B4E-4022-9CDB-26B0C372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read back the proposed closure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against direct measures before retaining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review-to-closure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749647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26-3">
            <a:extLst xmlns:a="http://schemas.openxmlformats.org/drawingml/2006/main">
              <a:ext uri="{FF2B5EF4-FFF2-40B4-BE49-F238E27FC236}">
                <a16:creationId xmlns:a16="http://schemas.microsoft.com/office/drawing/2014/main" id="{D09AFBB7-5F39-471A-AE33-50A0373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26-3">
            <a:extLst xmlns:a="http://schemas.openxmlformats.org/drawingml/2006/main">
              <a:ext uri="{FF2B5EF4-FFF2-40B4-BE49-F238E27FC236}">
                <a16:creationId xmlns:a16="http://schemas.microsoft.com/office/drawing/2014/main" id="{FA5D40D8-66DB-42C8-BB92-68E00A79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p03-full-009526</a:t>
            </a:r>
          </a:p>
        </p:txBody>
      </p:sp>
      <p:sp>
        <p:nvSpPr>
          <p:cNvPr id="3" name="qa-v2-r2-title-p03-full-009526-3">
            <a:extLst xmlns:a="http://schemas.openxmlformats.org/drawingml/2006/main">
              <a:ext uri="{FF2B5EF4-FFF2-40B4-BE49-F238E27FC236}">
                <a16:creationId xmlns:a16="http://schemas.microsoft.com/office/drawing/2014/main" id="{30E44E9B-D872-4A11-AD13-6014065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526-3">
            <a:extLst xmlns:a="http://schemas.openxmlformats.org/drawingml/2006/main">
              <a:ext uri="{FF2B5EF4-FFF2-40B4-BE49-F238E27FC236}">
                <a16:creationId xmlns:a16="http://schemas.microsoft.com/office/drawing/2014/main" id="{B1FA581C-4186-4537-B8DA-C3C18A27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test the source relationship;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276799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26-4">
            <a:extLst xmlns:a="http://schemas.openxmlformats.org/drawingml/2006/main">
              <a:ext uri="{FF2B5EF4-FFF2-40B4-BE49-F238E27FC236}">
                <a16:creationId xmlns:a16="http://schemas.microsoft.com/office/drawing/2014/main" id="{AA51A13F-723F-4157-9912-06B5ECE0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26-4">
            <a:extLst xmlns:a="http://schemas.openxmlformats.org/drawingml/2006/main">
              <a:ext uri="{FF2B5EF4-FFF2-40B4-BE49-F238E27FC236}">
                <a16:creationId xmlns:a16="http://schemas.microsoft.com/office/drawing/2014/main" id="{F23922A6-D745-4100-BC14-740A46C5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p03-full-009526</a:t>
            </a:r>
          </a:p>
        </p:txBody>
      </p:sp>
      <p:sp>
        <p:nvSpPr>
          <p:cNvPr id="3" name="qa-v2-r2-title-p03-full-009526-4">
            <a:extLst xmlns:a="http://schemas.openxmlformats.org/drawingml/2006/main">
              <a:ext uri="{FF2B5EF4-FFF2-40B4-BE49-F238E27FC236}">
                <a16:creationId xmlns:a16="http://schemas.microsoft.com/office/drawing/2014/main" id="{D9F136FB-F617-49A7-8331-10A6050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526-4">
            <a:extLst xmlns:a="http://schemas.openxmlformats.org/drawingml/2006/main">
              <a:ext uri="{FF2B5EF4-FFF2-40B4-BE49-F238E27FC236}">
                <a16:creationId xmlns:a16="http://schemas.microsoft.com/office/drawing/2014/main" id="{59863D5C-2C0B-45C9-B23C-EE14268D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p03-src-009526 with p03-full-000965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276799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2026-08-25T12:44:13.5630000Z</dcterms:created>
  <dcterms:modified xsi:type="dcterms:W3CDTF">2026-08-25T12:44:13.5630000Z</dcterms:modified>
</coreProperties>
</file>