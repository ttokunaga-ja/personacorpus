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2b60078014677" /><Relationship Type="http://schemas.openxmlformats.org/officeDocument/2006/relationships/extended-properties" Target="/docProps/app.xml" Id="Ra5c6fd39c6964b34" /><Relationship Type="http://schemas.openxmlformats.org/officeDocument/2006/relationships/officeDocument" Target="/ppt/presentation.xml" Id="Rb3ee83ed16c245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3512236f974c4e"/>
  </p:sldMasterIdLst>
  <p:notesMasterIdLst>
    <p:notesMasterId xmlns:r="http://schemas.openxmlformats.org/officeDocument/2006/relationships" r:id="Ra781767bff7747b4"/>
  </p:notesMasterIdLst>
  <p:sldIdLst>
    <p:sldId xmlns:r="http://schemas.openxmlformats.org/officeDocument/2006/relationships" id="256" r:id="R2b78e7221a1744d5"/>
    <p:sldId xmlns:r="http://schemas.openxmlformats.org/officeDocument/2006/relationships" id="257" r:id="R91d26c272b2d44e7"/>
    <p:sldId xmlns:r="http://schemas.openxmlformats.org/officeDocument/2006/relationships" id="258" r:id="R8767972187d24295"/>
    <p:sldId xmlns:r="http://schemas.openxmlformats.org/officeDocument/2006/relationships" id="259" r:id="R7ec467d32c8a44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d4d9cdfc6e4552" /><Relationship Type="http://schemas.openxmlformats.org/officeDocument/2006/relationships/slideMaster" Target="/ppt/slideMasters/slideMaster1.xml" Id="R173512236f974c4e" /><Relationship Type="http://schemas.openxmlformats.org/officeDocument/2006/relationships/notesMaster" Target="/ppt/notesMasters/notesMaster1.xml" Id="Ra781767bff7747b4" /><Relationship Type="http://schemas.openxmlformats.org/officeDocument/2006/relationships/presProps" Target="/ppt/presProps.xml" Id="R244e46867b0b4b8f" /><Relationship Type="http://schemas.openxmlformats.org/officeDocument/2006/relationships/tableStyles" Target="/ppt/tableStyles.xml" Id="Re9160190f29b45e6" /><Relationship Type="http://schemas.openxmlformats.org/officeDocument/2006/relationships/slide" Target="/ppt/slides/slide1.xml" Id="R2b78e7221a1744d5" /><Relationship Type="http://schemas.openxmlformats.org/officeDocument/2006/relationships/slide" Target="/ppt/slides/slide2.xml" Id="R91d26c272b2d44e7" /><Relationship Type="http://schemas.openxmlformats.org/officeDocument/2006/relationships/slide" Target="/ppt/slides/slide3.xml" Id="R8767972187d24295" /><Relationship Type="http://schemas.openxmlformats.org/officeDocument/2006/relationships/slide" Target="/ppt/slides/slide4.xml" Id="R7ec467d32c8a44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8475d47c6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ddc99756414cda" /><Relationship Type="http://schemas.openxmlformats.org/officeDocument/2006/relationships/notesMaster" Target="/ppt/notesMasters/notesMaster1.xml" Id="Rdcaa762ab41e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104e08b6ed4d20" /><Relationship Type="http://schemas.openxmlformats.org/officeDocument/2006/relationships/notesMaster" Target="/ppt/notesMasters/notesMaster1.xml" Id="R05400554147441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3096282414298" /><Relationship Type="http://schemas.openxmlformats.org/officeDocument/2006/relationships/notesMaster" Target="/ppt/notesMasters/notesMaster1.xml" Id="R2263fb34025843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8dcec3931548b5" /><Relationship Type="http://schemas.openxmlformats.org/officeDocument/2006/relationships/notesMaster" Target="/ppt/notesMasters/notesMaster1.xml" Id="R6b8e551af4ce46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p03-full-002765.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p03-full-002765.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p03-full-002765.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p03-full-002765.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a5f6c0ef14f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b07ecbdad4a3d" /><Relationship Type="http://schemas.openxmlformats.org/officeDocument/2006/relationships/slideLayout" Target="/ppt/slideLayouts/slideLayout1.xml" Id="Re3e7bc059d26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e7bc059d26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182da485e4b85" /><Relationship Type="http://schemas.openxmlformats.org/officeDocument/2006/relationships/notesSlide" Target="/ppt/notesSlides/notesSlide1.xml" Id="R7574c2a0930543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7465bf0344eb4" /><Relationship Type="http://schemas.openxmlformats.org/officeDocument/2006/relationships/notesSlide" Target="/ppt/notesSlides/notesSlide2.xml" Id="R708852f9341a40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e9db0ebdf44ed" /><Relationship Type="http://schemas.openxmlformats.org/officeDocument/2006/relationships/notesSlide" Target="/ppt/notesSlides/notesSlide3.xml" Id="R85e8eb81233444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f6b96813649ac" /><Relationship Type="http://schemas.openxmlformats.org/officeDocument/2006/relationships/notesSlide" Target="/ppt/notesSlides/notesSlide4.xml" Id="R9e722660bc1b40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28-1">
            <a:extLst xmlns:a="http://schemas.openxmlformats.org/drawingml/2006/main">
              <a:ext uri="{FF2B5EF4-FFF2-40B4-BE49-F238E27FC236}">
                <a16:creationId xmlns:a16="http://schemas.microsoft.com/office/drawing/2014/main" id="{D48BE64D-B9F3-4405-8E97-D4F9A65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28-1">
            <a:extLst xmlns:a="http://schemas.openxmlformats.org/drawingml/2006/main">
              <a:ext uri="{FF2B5EF4-FFF2-40B4-BE49-F238E27FC236}">
                <a16:creationId xmlns:a16="http://schemas.microsoft.com/office/drawing/2014/main" id="{214DDA9C-EBA7-49B7-84BD-00A03ECF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p03-full-000628</a:t>
            </a:r>
          </a:p>
        </p:txBody>
      </p:sp>
      <p:sp>
        <p:nvSpPr>
          <p:cNvPr id="3" name="qa-v2-r2-title-p03-full-000628-1">
            <a:extLst xmlns:a="http://schemas.openxmlformats.org/drawingml/2006/main">
              <a:ext uri="{FF2B5EF4-FFF2-40B4-BE49-F238E27FC236}">
                <a16:creationId xmlns:a16="http://schemas.microsoft.com/office/drawing/2014/main" id="{727DFCB4-8314-48B5-93CF-A07EDAB6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628-1">
            <a:extLst xmlns:a="http://schemas.openxmlformats.org/drawingml/2006/main">
              <a:ext uri="{FF2B5EF4-FFF2-40B4-BE49-F238E27FC236}">
                <a16:creationId xmlns:a16="http://schemas.microsoft.com/office/drawing/2014/main" id="{8D55E5D3-1CE9-4CCA-8785-3025BDBC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vulnerability register risk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treatment security briefing within security vulnerabilities. Declared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 date: 2026-07-20. The assessment emphasizes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meaning, 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p03-src-000628; p03-full-002765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851555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28-2">
            <a:extLst xmlns:a="http://schemas.openxmlformats.org/drawingml/2006/main">
              <a:ext uri="{FF2B5EF4-FFF2-40B4-BE49-F238E27FC236}">
                <a16:creationId xmlns:a16="http://schemas.microsoft.com/office/drawing/2014/main" id="{0B47D05B-BF62-4681-ADBB-6CAC4AEB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28-2">
            <a:extLst xmlns:a="http://schemas.openxmlformats.org/drawingml/2006/main">
              <a:ext uri="{FF2B5EF4-FFF2-40B4-BE49-F238E27FC236}">
                <a16:creationId xmlns:a16="http://schemas.microsoft.com/office/drawing/2014/main" id="{F9266369-D147-464E-B644-3DD36920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p03-full-000628</a:t>
            </a:r>
          </a:p>
        </p:txBody>
      </p:sp>
      <p:sp>
        <p:nvSpPr>
          <p:cNvPr id="3" name="qa-v2-r2-title-p03-full-000628-2">
            <a:extLst xmlns:a="http://schemas.openxmlformats.org/drawingml/2006/main">
              <a:ext uri="{FF2B5EF4-FFF2-40B4-BE49-F238E27FC236}">
                <a16:creationId xmlns:a16="http://schemas.microsoft.com/office/drawing/2014/main" id="{F7C5F04A-7FD6-41FE-ADCE-EAB8220A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628-2">
            <a:extLst xmlns:a="http://schemas.openxmlformats.org/drawingml/2006/main">
              <a:ext uri="{FF2B5EF4-FFF2-40B4-BE49-F238E27FC236}">
                <a16:creationId xmlns:a16="http://schemas.microsoft.com/office/drawing/2014/main" id="{0453FD4C-C0FB-49F9-A4B4-FB7BCAD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compare the Q3 artifact period to the direct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period and retain both labels without backfilling the source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379393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28-3">
            <a:extLst xmlns:a="http://schemas.openxmlformats.org/drawingml/2006/main">
              <a:ext uri="{FF2B5EF4-FFF2-40B4-BE49-F238E27FC236}">
                <a16:creationId xmlns:a16="http://schemas.microsoft.com/office/drawing/2014/main" id="{0ECDD931-6CB7-4021-AD91-20D345B2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28-3">
            <a:extLst xmlns:a="http://schemas.openxmlformats.org/drawingml/2006/main">
              <a:ext uri="{FF2B5EF4-FFF2-40B4-BE49-F238E27FC236}">
                <a16:creationId xmlns:a16="http://schemas.microsoft.com/office/drawing/2014/main" id="{C24868B5-606B-4B28-B107-1FCC2568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p03-full-000628</a:t>
            </a:r>
          </a:p>
        </p:txBody>
      </p:sp>
      <p:sp>
        <p:nvSpPr>
          <p:cNvPr id="3" name="qa-v2-r2-title-p03-full-000628-3">
            <a:extLst xmlns:a="http://schemas.openxmlformats.org/drawingml/2006/main">
              <a:ext uri="{FF2B5EF4-FFF2-40B4-BE49-F238E27FC236}">
                <a16:creationId xmlns:a16="http://schemas.microsoft.com/office/drawing/2014/main" id="{6DF5CC5F-488D-4E8F-A5DD-ABA0B8C8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628-3">
            <a:extLst xmlns:a="http://schemas.openxmlformats.org/drawingml/2006/main">
              <a:ext uri="{FF2B5EF4-FFF2-40B4-BE49-F238E27FC236}">
                <a16:creationId xmlns:a16="http://schemas.microsoft.com/office/drawing/2014/main" id="{0E8995A3-FAFC-43FA-BAF3-C714C10A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separate unsupported claims;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523968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28-4">
            <a:extLst xmlns:a="http://schemas.openxmlformats.org/drawingml/2006/main">
              <a:ext uri="{FF2B5EF4-FFF2-40B4-BE49-F238E27FC236}">
                <a16:creationId xmlns:a16="http://schemas.microsoft.com/office/drawing/2014/main" id="{79832DA0-6C13-4DC0-AC21-628109A9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28-4">
            <a:extLst xmlns:a="http://schemas.openxmlformats.org/drawingml/2006/main">
              <a:ext uri="{FF2B5EF4-FFF2-40B4-BE49-F238E27FC236}">
                <a16:creationId xmlns:a16="http://schemas.microsoft.com/office/drawing/2014/main" id="{4AD82639-F0C9-4D8C-818A-04CADC46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p03-full-000628</a:t>
            </a:r>
          </a:p>
        </p:txBody>
      </p:sp>
      <p:sp>
        <p:nvSpPr>
          <p:cNvPr id="3" name="qa-v2-r2-title-p03-full-000628-4">
            <a:extLst xmlns:a="http://schemas.openxmlformats.org/drawingml/2006/main">
              <a:ext uri="{FF2B5EF4-FFF2-40B4-BE49-F238E27FC236}">
                <a16:creationId xmlns:a16="http://schemas.microsoft.com/office/drawing/2014/main" id="{87361248-00C2-4A68-9106-8E22481C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628-4">
            <a:extLst xmlns:a="http://schemas.openxmlformats.org/drawingml/2006/main">
              <a:ext uri="{FF2B5EF4-FFF2-40B4-BE49-F238E27FC236}">
                <a16:creationId xmlns:a16="http://schemas.microsoft.com/office/drawing/2014/main" id="{2C7B98B3-8E5C-4B86-AB45-ADD55921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p03-src-000628 with p03-full-002765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523968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2026-08-25T12:47:42.7240000Z</dcterms:created>
  <dcterms:modified xsi:type="dcterms:W3CDTF">2026-08-25T12:47:42.7240000Z</dcterms:modified>
</coreProperties>
</file>