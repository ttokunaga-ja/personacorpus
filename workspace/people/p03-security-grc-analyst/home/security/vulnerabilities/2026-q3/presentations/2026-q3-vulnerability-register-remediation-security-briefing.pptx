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eb102cf1974edc" /><Relationship Type="http://schemas.openxmlformats.org/officeDocument/2006/relationships/extended-properties" Target="/docProps/app.xml" Id="R6b554d8b5eed4a9b" /><Relationship Type="http://schemas.openxmlformats.org/officeDocument/2006/relationships/officeDocument" Target="/ppt/presentation.xml" Id="R76cb041aa61542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75626f8c644bd1"/>
  </p:sldMasterIdLst>
  <p:notesMasterIdLst>
    <p:notesMasterId xmlns:r="http://schemas.openxmlformats.org/officeDocument/2006/relationships" r:id="Rdd88190cd8a64781"/>
  </p:notesMasterIdLst>
  <p:sldIdLst>
    <p:sldId xmlns:r="http://schemas.openxmlformats.org/officeDocument/2006/relationships" id="256" r:id="R6e2d3c8adf7e4938"/>
    <p:sldId xmlns:r="http://schemas.openxmlformats.org/officeDocument/2006/relationships" id="257" r:id="R427f48d3ad204d67"/>
    <p:sldId xmlns:r="http://schemas.openxmlformats.org/officeDocument/2006/relationships" id="258" r:id="Rbc614a3c580441a6"/>
    <p:sldId xmlns:r="http://schemas.openxmlformats.org/officeDocument/2006/relationships" id="259" r:id="Rda2d60d159534d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f45f1799ec470b" /><Relationship Type="http://schemas.openxmlformats.org/officeDocument/2006/relationships/slideMaster" Target="/ppt/slideMasters/slideMaster1.xml" Id="R5475626f8c644bd1" /><Relationship Type="http://schemas.openxmlformats.org/officeDocument/2006/relationships/notesMaster" Target="/ppt/notesMasters/notesMaster1.xml" Id="Rdd88190cd8a64781" /><Relationship Type="http://schemas.openxmlformats.org/officeDocument/2006/relationships/presProps" Target="/ppt/presProps.xml" Id="Re10576eab9e04e06" /><Relationship Type="http://schemas.openxmlformats.org/officeDocument/2006/relationships/tableStyles" Target="/ppt/tableStyles.xml" Id="Rc2043b7f3f9a465a" /><Relationship Type="http://schemas.openxmlformats.org/officeDocument/2006/relationships/slide" Target="/ppt/slides/slide1.xml" Id="R6e2d3c8adf7e4938" /><Relationship Type="http://schemas.openxmlformats.org/officeDocument/2006/relationships/slide" Target="/ppt/slides/slide2.xml" Id="R427f48d3ad204d67" /><Relationship Type="http://schemas.openxmlformats.org/officeDocument/2006/relationships/slide" Target="/ppt/slides/slide3.xml" Id="Rbc614a3c580441a6" /><Relationship Type="http://schemas.openxmlformats.org/officeDocument/2006/relationships/slide" Target="/ppt/slides/slide4.xml" Id="Rda2d60d159534d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37922bf4d946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1805bc0ad8476a" /><Relationship Type="http://schemas.openxmlformats.org/officeDocument/2006/relationships/notesMaster" Target="/ppt/notesMasters/notesMaster1.xml" Id="Rad989b5a50ed45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b0feba168e4d57" /><Relationship Type="http://schemas.openxmlformats.org/officeDocument/2006/relationships/notesMaster" Target="/ppt/notesMasters/notesMaster1.xml" Id="Rdeb148ae096a44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183670f6744a73" /><Relationship Type="http://schemas.openxmlformats.org/officeDocument/2006/relationships/notesMaster" Target="/ppt/notesMasters/notesMaster1.xml" Id="R49d5885d190244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ab8790955f4acf" /><Relationship Type="http://schemas.openxmlformats.org/officeDocument/2006/relationships/notesMaster" Target="/ppt/notesMasters/notesMaster1.xml" Id="R053df2984d6340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p03-full-002806.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p03-full-002806.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p03-full-002806.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p03-full-002806.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4e26cc9ec34f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97439f7ac04fb0" /><Relationship Type="http://schemas.openxmlformats.org/officeDocument/2006/relationships/slideLayout" Target="/ppt/slideLayouts/slideLayout1.xml" Id="Rfc7cb5596e8a42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7cb5596e8a42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864e33f114c0e" /><Relationship Type="http://schemas.openxmlformats.org/officeDocument/2006/relationships/notesSlide" Target="/ppt/notesSlides/notesSlide1.xml" Id="Rd264fb9fc84a49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b2d4fb63d4a21" /><Relationship Type="http://schemas.openxmlformats.org/officeDocument/2006/relationships/notesSlide" Target="/ppt/notesSlides/notesSlide2.xml" Id="R3bd287dbbe954e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dfa017db2414f" /><Relationship Type="http://schemas.openxmlformats.org/officeDocument/2006/relationships/notesSlide" Target="/ppt/notesSlides/notesSlide3.xml" Id="Re47b19a5a8d642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ef0d674b84d1a" /><Relationship Type="http://schemas.openxmlformats.org/officeDocument/2006/relationships/notesSlide" Target="/ppt/notesSlides/notesSlide4.xml" Id="Rdc3b5870f5784b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674-1">
            <a:extLst xmlns:a="http://schemas.openxmlformats.org/drawingml/2006/main">
              <a:ext uri="{FF2B5EF4-FFF2-40B4-BE49-F238E27FC236}">
                <a16:creationId xmlns:a16="http://schemas.microsoft.com/office/drawing/2014/main" id="{A19E27A9-3D08-4203-87B4-F519FCB3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674-1">
            <a:extLst xmlns:a="http://schemas.openxmlformats.org/drawingml/2006/main">
              <a:ext uri="{FF2B5EF4-FFF2-40B4-BE49-F238E27FC236}">
                <a16:creationId xmlns:a16="http://schemas.microsoft.com/office/drawing/2014/main" id="{4279FA60-9AB5-49DF-8D7A-55F1AB6C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p03-full-001674</a:t>
            </a:r>
          </a:p>
        </p:txBody>
      </p:sp>
      <p:sp>
        <p:nvSpPr>
          <p:cNvPr id="3" name="qa-v2-r2-title-p03-full-001674-1">
            <a:extLst xmlns:a="http://schemas.openxmlformats.org/drawingml/2006/main">
              <a:ext uri="{FF2B5EF4-FFF2-40B4-BE49-F238E27FC236}">
                <a16:creationId xmlns:a16="http://schemas.microsoft.com/office/drawing/2014/main" id="{861BCA8F-77B2-4590-8878-24C4ACB4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1674-1">
            <a:extLst xmlns:a="http://schemas.openxmlformats.org/drawingml/2006/main">
              <a:ext uri="{FF2B5EF4-FFF2-40B4-BE49-F238E27FC236}">
                <a16:creationId xmlns:a16="http://schemas.microsoft.com/office/drawing/2014/main" id="{ADCB62B7-CCBA-42A5-A678-C72264F4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vulnerability register remediation security</a:t>
            </a:r>
          </a:p>
          <a:p xmlns:a="http://schemas.openxmlformats.org/drawingml/2006/main">
            <a:pPr>
              <a:buNone/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security vulnerabilities. The record treats RISK-031 on</a:t>
            </a:r>
          </a:p>
          <a:p xmlns:a="http://schemas.openxmlformats.org/drawingml/2006/main">
            <a:pPr>
              <a:buNone/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2026-07-20 as a review chronology question focused on ownership, approval</a:t>
            </a:r>
          </a:p>
          <a:p xmlns:a="http://schemas.openxmlformats.org/drawingml/2006/main">
            <a:pPr>
              <a:buNone/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boundaries, and 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p03-src-001674 is the declared source; p03-full-002806 is the dependency that</a:t>
            </a:r>
          </a:p>
          <a:p xmlns:a="http://schemas.openxmlformats.org/drawingml/2006/main">
            <a:pPr>
              <a:buNone/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15720629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674-2">
            <a:extLst xmlns:a="http://schemas.openxmlformats.org/drawingml/2006/main">
              <a:ext uri="{FF2B5EF4-FFF2-40B4-BE49-F238E27FC236}">
                <a16:creationId xmlns:a16="http://schemas.microsoft.com/office/drawing/2014/main" id="{D2167659-3520-4B88-BD23-AB0BCB53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674-2">
            <a:extLst xmlns:a="http://schemas.openxmlformats.org/drawingml/2006/main">
              <a:ext uri="{FF2B5EF4-FFF2-40B4-BE49-F238E27FC236}">
                <a16:creationId xmlns:a16="http://schemas.microsoft.com/office/drawing/2014/main" id="{1B6D7759-49BA-40B8-96B7-DB3F5B3E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p03-full-001674</a:t>
            </a:r>
          </a:p>
        </p:txBody>
      </p:sp>
      <p:sp>
        <p:nvSpPr>
          <p:cNvPr id="3" name="qa-v2-r2-title-p03-full-001674-2">
            <a:extLst xmlns:a="http://schemas.openxmlformats.org/drawingml/2006/main">
              <a:ext uri="{FF2B5EF4-FFF2-40B4-BE49-F238E27FC236}">
                <a16:creationId xmlns:a16="http://schemas.microsoft.com/office/drawing/2014/main" id="{76CE3861-5DE1-4FEA-8535-412D4284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1674-2">
            <a:extLst xmlns:a="http://schemas.openxmlformats.org/drawingml/2006/main">
              <a:ext uri="{FF2B5EF4-FFF2-40B4-BE49-F238E27FC236}">
                <a16:creationId xmlns:a16="http://schemas.microsoft.com/office/drawing/2014/main" id="{46CA3B44-7522-4A0C-87DD-AEFA12D9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record asks reviewers to compare the residual rating with the evidence-completeness measure and explain the compensating review's effect.</a:t>
            </a:r>
          </a:p>
          <a:p xmlns:a="http://schemas.openxmlformats.org/drawingml/2006/main">
            <a:pPr>
              <a:buNone/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/>
            </a:r>
          </a:p>
          <a:p xmlns:a="http://schemas.openxmlformats.org/drawingml/2006/main">
            <a:r>
              <a:t>Evidence Set 184 is used with AC-27 to evaluate scope-to-treatment alignment and ownership, approval boundaries, and accountability, rather than treat two 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6051498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674-3">
            <a:extLst xmlns:a="http://schemas.openxmlformats.org/drawingml/2006/main">
              <a:ext uri="{FF2B5EF4-FFF2-40B4-BE49-F238E27FC236}">
                <a16:creationId xmlns:a16="http://schemas.microsoft.com/office/drawing/2014/main" id="{938499E5-A5A8-4BF9-8B01-8B9804B2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674-3">
            <a:extLst xmlns:a="http://schemas.openxmlformats.org/drawingml/2006/main">
              <a:ext uri="{FF2B5EF4-FFF2-40B4-BE49-F238E27FC236}">
                <a16:creationId xmlns:a16="http://schemas.microsoft.com/office/drawing/2014/main" id="{E81F1B50-EABD-4EFF-8C7C-90B06145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p03-full-001674</a:t>
            </a:r>
          </a:p>
        </p:txBody>
      </p:sp>
      <p:sp>
        <p:nvSpPr>
          <p:cNvPr id="3" name="qa-v2-r2-title-p03-full-001674-3">
            <a:extLst xmlns:a="http://schemas.openxmlformats.org/drawingml/2006/main">
              <a:ext uri="{FF2B5EF4-FFF2-40B4-BE49-F238E27FC236}">
                <a16:creationId xmlns:a16="http://schemas.microsoft.com/office/drawing/2014/main" id="{E3C59105-5D13-4C25-B6BE-33C862D6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1674-3">
            <a:extLst xmlns:a="http://schemas.openxmlformats.org/drawingml/2006/main">
              <a:ext uri="{FF2B5EF4-FFF2-40B4-BE49-F238E27FC236}">
                <a16:creationId xmlns:a16="http://schemas.microsoft.com/office/drawing/2014/main" id="{DBE429CA-5D8E-48DF-B49F-45302508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buNone/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buNone/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test the source relationship; the RISK-031</a:t>
            </a:r>
          </a:p>
          <a:p xmlns:a="http://schemas.openxmlformats.org/drawingml/2006/main">
            <a:pPr>
              <a:buNone/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354229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674-4">
            <a:extLst xmlns:a="http://schemas.openxmlformats.org/drawingml/2006/main">
              <a:ext uri="{FF2B5EF4-FFF2-40B4-BE49-F238E27FC236}">
                <a16:creationId xmlns:a16="http://schemas.microsoft.com/office/drawing/2014/main" id="{9D9E038E-0057-4052-8CEA-9294F858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674-4">
            <a:extLst xmlns:a="http://schemas.openxmlformats.org/drawingml/2006/main">
              <a:ext uri="{FF2B5EF4-FFF2-40B4-BE49-F238E27FC236}">
                <a16:creationId xmlns:a16="http://schemas.microsoft.com/office/drawing/2014/main" id="{7EFD060F-AECE-4D0F-AD3F-F326286A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p03-full-001674</a:t>
            </a:r>
          </a:p>
        </p:txBody>
      </p:sp>
      <p:sp>
        <p:nvSpPr>
          <p:cNvPr id="3" name="qa-v2-r2-title-p03-full-001674-4">
            <a:extLst xmlns:a="http://schemas.openxmlformats.org/drawingml/2006/main">
              <a:ext uri="{FF2B5EF4-FFF2-40B4-BE49-F238E27FC236}">
                <a16:creationId xmlns:a16="http://schemas.microsoft.com/office/drawing/2014/main" id="{2F75B56B-426E-418F-91CA-5396FC17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1674-4">
            <a:extLst xmlns:a="http://schemas.openxmlformats.org/drawingml/2006/main">
              <a:ext uri="{FF2B5EF4-FFF2-40B4-BE49-F238E27FC236}">
                <a16:creationId xmlns:a16="http://schemas.microsoft.com/office/drawing/2014/main" id="{6B8A1371-06B8-4E27-A3FB-340B95BA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p03-full-002806 and</a:t>
            </a:r>
          </a:p>
          <a:p xmlns:a="http://schemas.openxmlformats.org/drawingml/2006/main">
            <a:pPr>
              <a:buNone/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review chronology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buNone/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354229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2026-08-25T14:12:41.2670000Z</dcterms:created>
  <dcterms:modified xsi:type="dcterms:W3CDTF">2026-08-25T14:12:41.2670000Z</dcterms:modified>
</coreProperties>
</file>