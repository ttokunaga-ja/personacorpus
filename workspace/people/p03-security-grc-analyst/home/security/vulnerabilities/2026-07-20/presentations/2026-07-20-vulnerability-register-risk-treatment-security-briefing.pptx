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9207f254b4914" /><Relationship Type="http://schemas.openxmlformats.org/officeDocument/2006/relationships/extended-properties" Target="/docProps/app.xml" Id="R99d63d1166c54819" /><Relationship Type="http://schemas.openxmlformats.org/officeDocument/2006/relationships/officeDocument" Target="/ppt/presentation.xml" Id="Rd166f5eff6b0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caed3589694455"/>
  </p:sldMasterIdLst>
  <p:notesMasterIdLst>
    <p:notesMasterId xmlns:r="http://schemas.openxmlformats.org/officeDocument/2006/relationships" r:id="Rbf487c573a754999"/>
  </p:notesMasterIdLst>
  <p:sldIdLst>
    <p:sldId xmlns:r="http://schemas.openxmlformats.org/officeDocument/2006/relationships" id="256" r:id="Rcbbc1dc373594d76"/>
    <p:sldId xmlns:r="http://schemas.openxmlformats.org/officeDocument/2006/relationships" id="257" r:id="Rd2ee86de7b35449c"/>
    <p:sldId xmlns:r="http://schemas.openxmlformats.org/officeDocument/2006/relationships" id="258" r:id="R4c805df77833417a"/>
    <p:sldId xmlns:r="http://schemas.openxmlformats.org/officeDocument/2006/relationships" id="259" r:id="R555985c35fcd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557fb9e4e4ff0" /><Relationship Type="http://schemas.openxmlformats.org/officeDocument/2006/relationships/slideMaster" Target="/ppt/slideMasters/slideMaster1.xml" Id="Refcaed3589694455" /><Relationship Type="http://schemas.openxmlformats.org/officeDocument/2006/relationships/notesMaster" Target="/ppt/notesMasters/notesMaster1.xml" Id="Rbf487c573a754999" /><Relationship Type="http://schemas.openxmlformats.org/officeDocument/2006/relationships/presProps" Target="/ppt/presProps.xml" Id="Rbb0a48297e2542fb" /><Relationship Type="http://schemas.openxmlformats.org/officeDocument/2006/relationships/tableStyles" Target="/ppt/tableStyles.xml" Id="Rabe8d6863bad44c5" /><Relationship Type="http://schemas.openxmlformats.org/officeDocument/2006/relationships/slide" Target="/ppt/slides/slide1.xml" Id="Rcbbc1dc373594d76" /><Relationship Type="http://schemas.openxmlformats.org/officeDocument/2006/relationships/slide" Target="/ppt/slides/slide2.xml" Id="Rd2ee86de7b35449c" /><Relationship Type="http://schemas.openxmlformats.org/officeDocument/2006/relationships/slide" Target="/ppt/slides/slide3.xml" Id="R4c805df77833417a" /><Relationship Type="http://schemas.openxmlformats.org/officeDocument/2006/relationships/slide" Target="/ppt/slides/slide4.xml" Id="R555985c35fcd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f030b19f047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8d7ed72044489" /><Relationship Type="http://schemas.openxmlformats.org/officeDocument/2006/relationships/notesMaster" Target="/ppt/notesMasters/notesMaster1.xml" Id="R9660c2125511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05a2d4c6f44d05" /><Relationship Type="http://schemas.openxmlformats.org/officeDocument/2006/relationships/notesMaster" Target="/ppt/notesMasters/notesMaster1.xml" Id="R1d2e8ab3da03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c3d67dd3574984" /><Relationship Type="http://schemas.openxmlformats.org/officeDocument/2006/relationships/notesMaster" Target="/ppt/notesMasters/notesMaster1.xml" Id="R66146edfc2a046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d84bac6db4cec" /><Relationship Type="http://schemas.openxmlformats.org/officeDocument/2006/relationships/notesMaster" Target="/ppt/notesMasters/notesMaster1.xml" Id="R6e28bdaf915b45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6a87de3fb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45c8472b3402e" /><Relationship Type="http://schemas.openxmlformats.org/officeDocument/2006/relationships/slideLayout" Target="/ppt/slideLayouts/slideLayout1.xml" Id="R93b80dc9897540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80dc9897540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ec9aa81a84641" /><Relationship Type="http://schemas.openxmlformats.org/officeDocument/2006/relationships/notesSlide" Target="/ppt/notesSlides/notesSlide1.xml" Id="R41718f214daa48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14623615d4900" /><Relationship Type="http://schemas.openxmlformats.org/officeDocument/2006/relationships/notesSlide" Target="/ppt/notesSlides/notesSlide2.xml" Id="Rd8dc8fc4e8a1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2eac57568439b" /><Relationship Type="http://schemas.openxmlformats.org/officeDocument/2006/relationships/notesSlide" Target="/ppt/notesSlides/notesSlide3.xml" Id="Rdbd608165813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d3cdeba864f76" /><Relationship Type="http://schemas.openxmlformats.org/officeDocument/2006/relationships/notesSlide" Target="/ppt/notesSlides/notesSlide4.xml" Id="R437b20327d714a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28-1">
            <a:extLst xmlns:a="http://schemas.openxmlformats.org/drawingml/2006/main">
              <a:ext uri="{FF2B5EF4-FFF2-40B4-BE49-F238E27FC236}">
                <a16:creationId xmlns:a16="http://schemas.microsoft.com/office/drawing/2014/main" id="{255C0E62-72F3-485B-A0CA-E14CF776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28-1">
            <a:extLst xmlns:a="http://schemas.openxmlformats.org/drawingml/2006/main">
              <a:ext uri="{FF2B5EF4-FFF2-40B4-BE49-F238E27FC236}">
                <a16:creationId xmlns:a16="http://schemas.microsoft.com/office/drawing/2014/main" id="{921935A9-1EDA-4538-AC88-4BA1CEA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p03-full-002228</a:t>
            </a:r>
          </a:p>
        </p:txBody>
      </p:sp>
      <p:sp>
        <p:nvSpPr>
          <p:cNvPr id="3" name="qa-v2-r2-title-p03-full-002228-1">
            <a:extLst xmlns:a="http://schemas.openxmlformats.org/drawingml/2006/main">
              <a:ext uri="{FF2B5EF4-FFF2-40B4-BE49-F238E27FC236}">
                <a16:creationId xmlns:a16="http://schemas.microsoft.com/office/drawing/2014/main" id="{879B4111-8C7B-4E71-88EF-07B51FC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2228-1">
            <a:extLst xmlns:a="http://schemas.openxmlformats.org/drawingml/2006/main">
              <a:ext uri="{FF2B5EF4-FFF2-40B4-BE49-F238E27FC236}">
                <a16:creationId xmlns:a16="http://schemas.microsoft.com/office/drawing/2014/main" id="{F4417A14-3EC8-44E1-AE34-668ADBBD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risk treatment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The record treats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on 2026-07-20 as a review chronology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p03-src-002228 is the declared source; p03-full-002955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875916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28-2">
            <a:extLst xmlns:a="http://schemas.openxmlformats.org/drawingml/2006/main">
              <a:ext uri="{FF2B5EF4-FFF2-40B4-BE49-F238E27FC236}">
                <a16:creationId xmlns:a16="http://schemas.microsoft.com/office/drawing/2014/main" id="{BFD693A0-2DC8-48EE-A97B-9210B65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28-2">
            <a:extLst xmlns:a="http://schemas.openxmlformats.org/drawingml/2006/main">
              <a:ext uri="{FF2B5EF4-FFF2-40B4-BE49-F238E27FC236}">
                <a16:creationId xmlns:a16="http://schemas.microsoft.com/office/drawing/2014/main" id="{E1DD4109-CC41-48A2-8505-76A9DCB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p03-full-002228</a:t>
            </a:r>
          </a:p>
        </p:txBody>
      </p:sp>
      <p:sp>
        <p:nvSpPr>
          <p:cNvPr id="3" name="qa-v2-r2-title-p03-full-002228-2">
            <a:extLst xmlns:a="http://schemas.openxmlformats.org/drawingml/2006/main">
              <a:ext uri="{FF2B5EF4-FFF2-40B4-BE49-F238E27FC236}">
                <a16:creationId xmlns:a16="http://schemas.microsoft.com/office/drawing/2014/main" id="{E1F4BB97-99E8-471B-A2EE-716BF8F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2228-2">
            <a:extLst xmlns:a="http://schemas.openxmlformats.org/drawingml/2006/main">
              <a:ext uri="{FF2B5EF4-FFF2-40B4-BE49-F238E27FC236}">
                <a16:creationId xmlns:a16="http://schemas.microsoft.com/office/drawing/2014/main" id="{C88A7DBA-B62F-42A1-B4D3-C6575791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vulnerability register risk treatment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p03-src-002228 and p03-full-002955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scope-to-treatment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690478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28-3">
            <a:extLst xmlns:a="http://schemas.openxmlformats.org/drawingml/2006/main">
              <a:ext uri="{FF2B5EF4-FFF2-40B4-BE49-F238E27FC236}">
                <a16:creationId xmlns:a16="http://schemas.microsoft.com/office/drawing/2014/main" id="{EB4D1EA4-3D4B-4A79-8F3A-5379D9A9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28-3">
            <a:extLst xmlns:a="http://schemas.openxmlformats.org/drawingml/2006/main">
              <a:ext uri="{FF2B5EF4-FFF2-40B4-BE49-F238E27FC236}">
                <a16:creationId xmlns:a16="http://schemas.microsoft.com/office/drawing/2014/main" id="{0EBC2231-6624-40B0-A533-57E7F62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p03-full-002228</a:t>
            </a:r>
          </a:p>
        </p:txBody>
      </p:sp>
      <p:sp>
        <p:nvSpPr>
          <p:cNvPr id="3" name="qa-v2-r2-title-p03-full-002228-3">
            <a:extLst xmlns:a="http://schemas.openxmlformats.org/drawingml/2006/main">
              <a:ext uri="{FF2B5EF4-FFF2-40B4-BE49-F238E27FC236}">
                <a16:creationId xmlns:a16="http://schemas.microsoft.com/office/drawing/2014/main" id="{DE4671E1-67C5-4513-A7CF-F902DD2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2228-3">
            <a:extLst xmlns:a="http://schemas.openxmlformats.org/drawingml/2006/main">
              <a:ext uri="{FF2B5EF4-FFF2-40B4-BE49-F238E27FC236}">
                <a16:creationId xmlns:a16="http://schemas.microsoft.com/office/drawing/2014/main" id="{A0647430-8678-49C0-88BD-DDF964D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bounded rationale;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266824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28-4">
            <a:extLst xmlns:a="http://schemas.openxmlformats.org/drawingml/2006/main">
              <a:ext uri="{FF2B5EF4-FFF2-40B4-BE49-F238E27FC236}">
                <a16:creationId xmlns:a16="http://schemas.microsoft.com/office/drawing/2014/main" id="{2C67DA30-5D43-4413-9790-F6955ED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28-4">
            <a:extLst xmlns:a="http://schemas.openxmlformats.org/drawingml/2006/main">
              <a:ext uri="{FF2B5EF4-FFF2-40B4-BE49-F238E27FC236}">
                <a16:creationId xmlns:a16="http://schemas.microsoft.com/office/drawing/2014/main" id="{BC5CE3A8-4243-4244-9AB9-62BE852D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p03-full-002228</a:t>
            </a:r>
          </a:p>
        </p:txBody>
      </p:sp>
      <p:sp>
        <p:nvSpPr>
          <p:cNvPr id="3" name="qa-v2-r2-title-p03-full-002228-4">
            <a:extLst xmlns:a="http://schemas.openxmlformats.org/drawingml/2006/main">
              <a:ext uri="{FF2B5EF4-FFF2-40B4-BE49-F238E27FC236}">
                <a16:creationId xmlns:a16="http://schemas.microsoft.com/office/drawing/2014/main" id="{349CB014-F99B-4D0A-BF83-15F20ED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2228-4">
            <a:extLst xmlns:a="http://schemas.openxmlformats.org/drawingml/2006/main">
              <a:ext uri="{FF2B5EF4-FFF2-40B4-BE49-F238E27FC236}">
                <a16:creationId xmlns:a16="http://schemas.microsoft.com/office/drawing/2014/main" id="{3051A33C-4227-4B60-9D69-1540035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p03-full-002955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 chronology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266824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2026-08-25T13:11:57.8540000Z</dcterms:created>
  <dcterms:modified xsi:type="dcterms:W3CDTF">2026-08-25T13:11:57.8540000Z</dcterms:modified>
</coreProperties>
</file>