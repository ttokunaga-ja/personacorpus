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45ce5d53de4755" /><Relationship Type="http://schemas.openxmlformats.org/officeDocument/2006/relationships/extended-properties" Target="/docProps/app.xml" Id="Rddb91379738f400d" /><Relationship Type="http://schemas.openxmlformats.org/officeDocument/2006/relationships/officeDocument" Target="/ppt/presentation.xml" Id="Rf94e91f5f96f44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3ed10a96c84171"/>
  </p:sldMasterIdLst>
  <p:notesMasterIdLst>
    <p:notesMasterId xmlns:r="http://schemas.openxmlformats.org/officeDocument/2006/relationships" r:id="Rbbaabe9e239c44e7"/>
  </p:notesMasterIdLst>
  <p:sldIdLst>
    <p:sldId xmlns:r="http://schemas.openxmlformats.org/officeDocument/2006/relationships" id="256" r:id="Rbf27cdb07cd84186"/>
    <p:sldId xmlns:r="http://schemas.openxmlformats.org/officeDocument/2006/relationships" id="257" r:id="Rb6481864dc934427"/>
    <p:sldId xmlns:r="http://schemas.openxmlformats.org/officeDocument/2006/relationships" id="258" r:id="Rf896e97a4daa4be7"/>
    <p:sldId xmlns:r="http://schemas.openxmlformats.org/officeDocument/2006/relationships" id="259" r:id="R99e353711d484e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d4569cc13b4a76" /><Relationship Type="http://schemas.openxmlformats.org/officeDocument/2006/relationships/slideMaster" Target="/ppt/slideMasters/slideMaster1.xml" Id="Rd73ed10a96c84171" /><Relationship Type="http://schemas.openxmlformats.org/officeDocument/2006/relationships/notesMaster" Target="/ppt/notesMasters/notesMaster1.xml" Id="Rbbaabe9e239c44e7" /><Relationship Type="http://schemas.openxmlformats.org/officeDocument/2006/relationships/presProps" Target="/ppt/presProps.xml" Id="Rf0f7b82489734304" /><Relationship Type="http://schemas.openxmlformats.org/officeDocument/2006/relationships/tableStyles" Target="/ppt/tableStyles.xml" Id="Rd215ef0f96c7482b" /><Relationship Type="http://schemas.openxmlformats.org/officeDocument/2006/relationships/slide" Target="/ppt/slides/slide1.xml" Id="Rbf27cdb07cd84186" /><Relationship Type="http://schemas.openxmlformats.org/officeDocument/2006/relationships/slide" Target="/ppt/slides/slide2.xml" Id="Rb6481864dc934427" /><Relationship Type="http://schemas.openxmlformats.org/officeDocument/2006/relationships/slide" Target="/ppt/slides/slide3.xml" Id="Rf896e97a4daa4be7" /><Relationship Type="http://schemas.openxmlformats.org/officeDocument/2006/relationships/slide" Target="/ppt/slides/slide4.xml" Id="R99e353711d484e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a83e353e6945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596f128bf84f69" /><Relationship Type="http://schemas.openxmlformats.org/officeDocument/2006/relationships/notesMaster" Target="/ppt/notesMasters/notesMaster1.xml" Id="R7b24b4c445e143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6b0e55058b489b" /><Relationship Type="http://schemas.openxmlformats.org/officeDocument/2006/relationships/notesMaster" Target="/ppt/notesMasters/notesMaster1.xml" Id="R3c669193a4414f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2d2d348f0a4785" /><Relationship Type="http://schemas.openxmlformats.org/officeDocument/2006/relationships/notesMaster" Target="/ppt/notesMasters/notesMaster1.xml" Id="Rb9c78bf375844f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eb97d6338d47d3" /><Relationship Type="http://schemas.openxmlformats.org/officeDocument/2006/relationships/notesMaster" Target="/ppt/notesMasters/notesMaster1.xml" Id="R791e630c58d140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Cobalt Harbor Systems record; direct dependency p03-full-002465.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Cobalt Harbor Systems record; direct dependency p03-full-002465.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Cobalt Harbor Systems record; direct dependency p03-full-002465.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Cobalt Harbor Systems record; direct dependency p03-full-002465.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9e737f286c46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e626b8cd744b77" /><Relationship Type="http://schemas.openxmlformats.org/officeDocument/2006/relationships/slideLayout" Target="/ppt/slideLayouts/slideLayout1.xml" Id="R0891fa7fad7e49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91fa7fad7e49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88c5f8dbb4cb3" /><Relationship Type="http://schemas.openxmlformats.org/officeDocument/2006/relationships/notesSlide" Target="/ppt/notesSlides/notesSlide1.xml" Id="R648687bb2b0f46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c5fa5952fb445c" /><Relationship Type="http://schemas.openxmlformats.org/officeDocument/2006/relationships/notesSlide" Target="/ppt/notesSlides/notesSlide2.xml" Id="R3a02dfacaecd4e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424be5a47244d3" /><Relationship Type="http://schemas.openxmlformats.org/officeDocument/2006/relationships/notesSlide" Target="/ppt/notesSlides/notesSlide3.xml" Id="R56cabc8c4bed4c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394ac366c94ae5" /><Relationship Type="http://schemas.openxmlformats.org/officeDocument/2006/relationships/notesSlide" Target="/ppt/notesSlides/notesSlide4.xml" Id="R74d15a6f5ffb4e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374-1">
            <a:extLst xmlns:a="http://schemas.openxmlformats.org/drawingml/2006/main">
              <a:ext uri="{FF2B5EF4-FFF2-40B4-BE49-F238E27FC236}">
                <a16:creationId xmlns:a16="http://schemas.microsoft.com/office/drawing/2014/main" id="{9ADB0FE9-6BFB-4E64-ABE6-1D2B4A1A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374-1">
            <a:extLst xmlns:a="http://schemas.openxmlformats.org/drawingml/2006/main">
              <a:ext uri="{FF2B5EF4-FFF2-40B4-BE49-F238E27FC236}">
                <a16:creationId xmlns:a16="http://schemas.microsoft.com/office/drawing/2014/main" id="{20E03F66-9406-4C43-A30F-71ECC022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p03-full-000374</a:t>
            </a:r>
          </a:p>
        </p:txBody>
      </p:sp>
      <p:sp>
        <p:nvSpPr>
          <p:cNvPr id="3" name="qa-v2-r2-title-p03-full-000374-1">
            <a:extLst xmlns:a="http://schemas.openxmlformats.org/drawingml/2006/main">
              <a:ext uri="{FF2B5EF4-FFF2-40B4-BE49-F238E27FC236}">
                <a16:creationId xmlns:a16="http://schemas.microsoft.com/office/drawing/2014/main" id="{C9DF3F71-52A1-4B29-BF4F-E07190DA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0374-1">
            <a:extLst xmlns:a="http://schemas.openxmlformats.org/drawingml/2006/main">
              <a:ext uri="{FF2B5EF4-FFF2-40B4-BE49-F238E27FC236}">
                <a16:creationId xmlns:a16="http://schemas.microsoft.com/office/drawing/2014/main" id="{75983443-8B61-4258-822F-A85CE4B0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vulnerability register remediation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security vulnerabilities. Declared review date: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2026-07-20. The assessment emphasizes exception rationale,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counterexamples, and control treatment.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p03-src-000374; p03-full-002465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an evidence recency assessment.</a:t>
            </a:r>
          </a:p>
        </p:txBody>
      </p:sp>
    </p:spTree>
    <p:extLst>
      <p:ext uri="{BB962C8B-B14F-4D97-AF65-F5344CB8AC3E}">
        <p14:creationId xmlns:p14="http://schemas.microsoft.com/office/powerpoint/2010/main" val="13593329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374-2">
            <a:extLst xmlns:a="http://schemas.openxmlformats.org/drawingml/2006/main">
              <a:ext uri="{FF2B5EF4-FFF2-40B4-BE49-F238E27FC236}">
                <a16:creationId xmlns:a16="http://schemas.microsoft.com/office/drawing/2014/main" id="{AB6AED48-FB12-4F5D-87F0-09AB4DFC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374-2">
            <a:extLst xmlns:a="http://schemas.openxmlformats.org/drawingml/2006/main">
              <a:ext uri="{FF2B5EF4-FFF2-40B4-BE49-F238E27FC236}">
                <a16:creationId xmlns:a16="http://schemas.microsoft.com/office/drawing/2014/main" id="{19AF643E-1ED3-49FA-9FC1-49FE0B69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p03-full-000374</a:t>
            </a:r>
          </a:p>
        </p:txBody>
      </p:sp>
      <p:sp>
        <p:nvSpPr>
          <p:cNvPr id="3" name="qa-v2-r2-title-p03-full-000374-2">
            <a:extLst xmlns:a="http://schemas.openxmlformats.org/drawingml/2006/main">
              <a:ext uri="{FF2B5EF4-FFF2-40B4-BE49-F238E27FC236}">
                <a16:creationId xmlns:a16="http://schemas.microsoft.com/office/drawing/2014/main" id="{03F6C72F-2214-47F9-80E1-1ADAFE02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0374-2">
            <a:extLst xmlns:a="http://schemas.openxmlformats.org/drawingml/2006/main">
              <a:ext uri="{FF2B5EF4-FFF2-40B4-BE49-F238E27FC236}">
                <a16:creationId xmlns:a16="http://schemas.microsoft.com/office/drawing/2014/main" id="{74EB0BB3-F8E5-4D5A-B196-6208A5D8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The assigned record concerns vulnerability register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remediation security briefing within security vulnerabilities and requires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reviewer to explain how p03-src-000374 and p03-full-002465 support the stated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 timing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consistency review of the source and dependency through exception rationale,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counterexamples, and control treatment.</a:t>
            </a:r>
          </a:p>
        </p:txBody>
      </p:sp>
    </p:spTree>
    <p:extLst>
      <p:ext uri="{BB962C8B-B14F-4D97-AF65-F5344CB8AC3E}">
        <p14:creationId xmlns:p14="http://schemas.microsoft.com/office/powerpoint/2010/main" val="659307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374-3">
            <a:extLst xmlns:a="http://schemas.openxmlformats.org/drawingml/2006/main">
              <a:ext uri="{FF2B5EF4-FFF2-40B4-BE49-F238E27FC236}">
                <a16:creationId xmlns:a16="http://schemas.microsoft.com/office/drawing/2014/main" id="{A11B4C29-1986-4CE7-A056-84DFE939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374-3">
            <a:extLst xmlns:a="http://schemas.openxmlformats.org/drawingml/2006/main">
              <a:ext uri="{FF2B5EF4-FFF2-40B4-BE49-F238E27FC236}">
                <a16:creationId xmlns:a16="http://schemas.microsoft.com/office/drawing/2014/main" id="{DFD6A250-CCB3-41C3-A79A-C86532C1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p03-full-000374</a:t>
            </a:r>
          </a:p>
        </p:txBody>
      </p:sp>
      <p:sp>
        <p:nvSpPr>
          <p:cNvPr id="3" name="qa-v2-r2-title-p03-full-000374-3">
            <a:extLst xmlns:a="http://schemas.openxmlformats.org/drawingml/2006/main">
              <a:ext uri="{FF2B5EF4-FFF2-40B4-BE49-F238E27FC236}">
                <a16:creationId xmlns:a16="http://schemas.microsoft.com/office/drawing/2014/main" id="{ECAC1E64-79FD-4420-A902-88D4EC94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0374-3">
            <a:extLst xmlns:a="http://schemas.openxmlformats.org/drawingml/2006/main">
              <a:ext uri="{FF2B5EF4-FFF2-40B4-BE49-F238E27FC236}">
                <a16:creationId xmlns:a16="http://schemas.microsoft.com/office/drawing/2014/main" id="{77C90A24-C214-4185-9F01-9325B009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compare the changed record;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1422426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374-4">
            <a:extLst xmlns:a="http://schemas.openxmlformats.org/drawingml/2006/main">
              <a:ext uri="{FF2B5EF4-FFF2-40B4-BE49-F238E27FC236}">
                <a16:creationId xmlns:a16="http://schemas.microsoft.com/office/drawing/2014/main" id="{AAF2F9FD-AD41-4C5F-85BA-CFFCC166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374-4">
            <a:extLst xmlns:a="http://schemas.openxmlformats.org/drawingml/2006/main">
              <a:ext uri="{FF2B5EF4-FFF2-40B4-BE49-F238E27FC236}">
                <a16:creationId xmlns:a16="http://schemas.microsoft.com/office/drawing/2014/main" id="{E5069DE5-DA14-42B1-BA91-2070B971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p03-full-000374</a:t>
            </a:r>
          </a:p>
        </p:txBody>
      </p:sp>
      <p:sp>
        <p:nvSpPr>
          <p:cNvPr id="3" name="qa-v2-r2-title-p03-full-000374-4">
            <a:extLst xmlns:a="http://schemas.openxmlformats.org/drawingml/2006/main">
              <a:ext uri="{FF2B5EF4-FFF2-40B4-BE49-F238E27FC236}">
                <a16:creationId xmlns:a16="http://schemas.microsoft.com/office/drawing/2014/main" id="{7A74D1F8-2385-4C5E-85BB-E175A06C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0374-4">
            <a:extLst xmlns:a="http://schemas.openxmlformats.org/drawingml/2006/main">
              <a:ext uri="{FF2B5EF4-FFF2-40B4-BE49-F238E27FC236}">
                <a16:creationId xmlns:a16="http://schemas.microsoft.com/office/drawing/2014/main" id="{72E7B69A-9924-48CD-A64F-21D67D32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p03-src-000374 with p03-full-002465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evidence recency.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11422426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2026-08-25T13:11:36.5310000Z</dcterms:created>
  <dcterms:modified xsi:type="dcterms:W3CDTF">2026-08-25T13:11:36.5310000Z</dcterms:modified>
</coreProperties>
</file>