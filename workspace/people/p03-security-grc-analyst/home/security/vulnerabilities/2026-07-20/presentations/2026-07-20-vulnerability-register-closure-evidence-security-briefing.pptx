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c46c85b64485d" /><Relationship Type="http://schemas.openxmlformats.org/officeDocument/2006/relationships/extended-properties" Target="/docProps/app.xml" Id="R765c75edba904eaf" /><Relationship Type="http://schemas.openxmlformats.org/officeDocument/2006/relationships/officeDocument" Target="/ppt/presentation.xml" Id="Rd269ea6a183647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36760f772450d"/>
  </p:sldMasterIdLst>
  <p:notesMasterIdLst>
    <p:notesMasterId xmlns:r="http://schemas.openxmlformats.org/officeDocument/2006/relationships" r:id="Ref4c2ecfcab044f1"/>
  </p:notesMasterIdLst>
  <p:sldIdLst>
    <p:sldId xmlns:r="http://schemas.openxmlformats.org/officeDocument/2006/relationships" id="256" r:id="R361c10d799e8499b"/>
    <p:sldId xmlns:r="http://schemas.openxmlformats.org/officeDocument/2006/relationships" id="257" r:id="Rad78fb8bd7854a10"/>
    <p:sldId xmlns:r="http://schemas.openxmlformats.org/officeDocument/2006/relationships" id="258" r:id="Rf31d3f3e3ccf404b"/>
    <p:sldId xmlns:r="http://schemas.openxmlformats.org/officeDocument/2006/relationships" id="259" r:id="R12af692fce70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f9f668ec804656" /><Relationship Type="http://schemas.openxmlformats.org/officeDocument/2006/relationships/slideMaster" Target="/ppt/slideMasters/slideMaster1.xml" Id="R5e436760f772450d" /><Relationship Type="http://schemas.openxmlformats.org/officeDocument/2006/relationships/notesMaster" Target="/ppt/notesMasters/notesMaster1.xml" Id="Ref4c2ecfcab044f1" /><Relationship Type="http://schemas.openxmlformats.org/officeDocument/2006/relationships/presProps" Target="/ppt/presProps.xml" Id="Rdf28a049950643ff" /><Relationship Type="http://schemas.openxmlformats.org/officeDocument/2006/relationships/tableStyles" Target="/ppt/tableStyles.xml" Id="R078d283f6b2e4905" /><Relationship Type="http://schemas.openxmlformats.org/officeDocument/2006/relationships/slide" Target="/ppt/slides/slide1.xml" Id="R361c10d799e8499b" /><Relationship Type="http://schemas.openxmlformats.org/officeDocument/2006/relationships/slide" Target="/ppt/slides/slide2.xml" Id="Rad78fb8bd7854a10" /><Relationship Type="http://schemas.openxmlformats.org/officeDocument/2006/relationships/slide" Target="/ppt/slides/slide3.xml" Id="Rf31d3f3e3ccf404b" /><Relationship Type="http://schemas.openxmlformats.org/officeDocument/2006/relationships/slide" Target="/ppt/slides/slide4.xml" Id="R12af692fce70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1f29834e343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ce2cfbd4847f9" /><Relationship Type="http://schemas.openxmlformats.org/officeDocument/2006/relationships/notesMaster" Target="/ppt/notesMasters/notesMaster1.xml" Id="R425e62eaaa77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be25ea8784ec8" /><Relationship Type="http://schemas.openxmlformats.org/officeDocument/2006/relationships/notesMaster" Target="/ppt/notesMasters/notesMaster1.xml" Id="Reffaf9f00e5949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8ffced35744fd" /><Relationship Type="http://schemas.openxmlformats.org/officeDocument/2006/relationships/notesMaster" Target="/ppt/notesMasters/notesMaster1.xml" Id="Rdc5014239c5b4c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4c01905154a71" /><Relationship Type="http://schemas.openxmlformats.org/officeDocument/2006/relationships/notesMaster" Target="/ppt/notesMasters/notesMaster1.xml" Id="R8ec2acc4fdf6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p03-full-003319.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a3eb7769348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4c4efc1fe4195" /><Relationship Type="http://schemas.openxmlformats.org/officeDocument/2006/relationships/slideLayout" Target="/ppt/slideLayouts/slideLayout1.xml" Id="Rdb5e2ccd0cd8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5e2ccd0cd8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dcebe7db24660" /><Relationship Type="http://schemas.openxmlformats.org/officeDocument/2006/relationships/notesSlide" Target="/ppt/notesSlides/notesSlide1.xml" Id="R63a6d4c2c881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3ffebe05b4594" /><Relationship Type="http://schemas.openxmlformats.org/officeDocument/2006/relationships/notesSlide" Target="/ppt/notesSlides/notesSlide2.xml" Id="R2d7142b860fd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36da1a9194ae7" /><Relationship Type="http://schemas.openxmlformats.org/officeDocument/2006/relationships/notesSlide" Target="/ppt/notesSlides/notesSlide3.xml" Id="Rebae7644f5fb41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f438d64b4adf" /><Relationship Type="http://schemas.openxmlformats.org/officeDocument/2006/relationships/notesSlide" Target="/ppt/notesSlides/notesSlide4.xml" Id="Rf9126f0dee88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527-1">
            <a:extLst xmlns:a="http://schemas.openxmlformats.org/drawingml/2006/main">
              <a:ext uri="{FF2B5EF4-FFF2-40B4-BE49-F238E27FC236}">
                <a16:creationId xmlns:a16="http://schemas.microsoft.com/office/drawing/2014/main" id="{0820C51D-8EFC-4D93-96CB-CC1F0994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527-1">
            <a:extLst xmlns:a="http://schemas.openxmlformats.org/drawingml/2006/main">
              <a:ext uri="{FF2B5EF4-FFF2-40B4-BE49-F238E27FC236}">
                <a16:creationId xmlns:a16="http://schemas.microsoft.com/office/drawing/2014/main" id="{757C26DA-838F-4B84-BDE9-13078B2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p03-full-003527</a:t>
            </a:r>
          </a:p>
        </p:txBody>
      </p:sp>
      <p:sp>
        <p:nvSpPr>
          <p:cNvPr id="3" name="qa-v2-r2-title-p03-full-003527-1">
            <a:extLst xmlns:a="http://schemas.openxmlformats.org/drawingml/2006/main">
              <a:ext uri="{FF2B5EF4-FFF2-40B4-BE49-F238E27FC236}">
                <a16:creationId xmlns:a16="http://schemas.microsoft.com/office/drawing/2014/main" id="{DE4A43FB-5719-4106-B16E-18196505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3527-1">
            <a:extLst xmlns:a="http://schemas.openxmlformats.org/drawingml/2006/main">
              <a:ext uri="{FF2B5EF4-FFF2-40B4-BE49-F238E27FC236}">
                <a16:creationId xmlns:a16="http://schemas.microsoft.com/office/drawing/2014/main" id="{6FEDBF99-4C7F-43D5-988B-09A618B7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closure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The record treats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on 2026-07-20 as a control applicability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p03-src-003527 is the declared source; p03-full-003319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88802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527-2">
            <a:extLst xmlns:a="http://schemas.openxmlformats.org/drawingml/2006/main">
              <a:ext uri="{FF2B5EF4-FFF2-40B4-BE49-F238E27FC236}">
                <a16:creationId xmlns:a16="http://schemas.microsoft.com/office/drawing/2014/main" id="{1CA268B7-B219-4F5C-9D4B-1C28823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527-2">
            <a:extLst xmlns:a="http://schemas.openxmlformats.org/drawingml/2006/main">
              <a:ext uri="{FF2B5EF4-FFF2-40B4-BE49-F238E27FC236}">
                <a16:creationId xmlns:a16="http://schemas.microsoft.com/office/drawing/2014/main" id="{16EF7535-D2DF-4EFA-8F41-005BDFA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p03-full-003527</a:t>
            </a:r>
          </a:p>
        </p:txBody>
      </p:sp>
      <p:sp>
        <p:nvSpPr>
          <p:cNvPr id="3" name="qa-v2-r2-title-p03-full-003527-2">
            <a:extLst xmlns:a="http://schemas.openxmlformats.org/drawingml/2006/main">
              <a:ext uri="{FF2B5EF4-FFF2-40B4-BE49-F238E27FC236}">
                <a16:creationId xmlns:a16="http://schemas.microsoft.com/office/drawing/2014/main" id="{A3241B64-7FD0-4E84-89D6-5EA011A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3527-2">
            <a:extLst xmlns:a="http://schemas.openxmlformats.org/drawingml/2006/main">
              <a:ext uri="{FF2B5EF4-FFF2-40B4-BE49-F238E27FC236}">
                <a16:creationId xmlns:a16="http://schemas.microsoft.com/office/drawing/2014/main" id="{C6D4D7B9-FAC1-4957-BA01-4726605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This is fictional governance evidence and makes no live-system or Kio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counterexample-to-decision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separation and source reliability, provenance, and corroboration quality,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rather 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915440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527-3">
            <a:extLst xmlns:a="http://schemas.openxmlformats.org/drawingml/2006/main">
              <a:ext uri="{FF2B5EF4-FFF2-40B4-BE49-F238E27FC236}">
                <a16:creationId xmlns:a16="http://schemas.microsoft.com/office/drawing/2014/main" id="{481755D5-39E9-4681-860D-68ED1BF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527-3">
            <a:extLst xmlns:a="http://schemas.openxmlformats.org/drawingml/2006/main">
              <a:ext uri="{FF2B5EF4-FFF2-40B4-BE49-F238E27FC236}">
                <a16:creationId xmlns:a16="http://schemas.microsoft.com/office/drawing/2014/main" id="{C75F2FA8-0087-4622-99FE-374C8E20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p03-full-003527</a:t>
            </a:r>
          </a:p>
        </p:txBody>
      </p:sp>
      <p:sp>
        <p:nvSpPr>
          <p:cNvPr id="3" name="qa-v2-r2-title-p03-full-003527-3">
            <a:extLst xmlns:a="http://schemas.openxmlformats.org/drawingml/2006/main">
              <a:ext uri="{FF2B5EF4-FFF2-40B4-BE49-F238E27FC236}">
                <a16:creationId xmlns:a16="http://schemas.microsoft.com/office/drawing/2014/main" id="{0CC53CD4-340A-40AB-89D6-924DB1BD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3527-3">
            <a:extLst xmlns:a="http://schemas.openxmlformats.org/drawingml/2006/main">
              <a:ext uri="{FF2B5EF4-FFF2-40B4-BE49-F238E27FC236}">
                <a16:creationId xmlns:a16="http://schemas.microsoft.com/office/drawing/2014/main" id="{DAA6D387-5F2D-4846-AFF3-B64F2AA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hold the conclusion for review;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87662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527-4">
            <a:extLst xmlns:a="http://schemas.openxmlformats.org/drawingml/2006/main">
              <a:ext uri="{FF2B5EF4-FFF2-40B4-BE49-F238E27FC236}">
                <a16:creationId xmlns:a16="http://schemas.microsoft.com/office/drawing/2014/main" id="{0C118D89-ADEE-4F77-B40A-326193E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527-4">
            <a:extLst xmlns:a="http://schemas.openxmlformats.org/drawingml/2006/main">
              <a:ext uri="{FF2B5EF4-FFF2-40B4-BE49-F238E27FC236}">
                <a16:creationId xmlns:a16="http://schemas.microsoft.com/office/drawing/2014/main" id="{367ED14C-ED23-4259-9041-0425770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p03-full-003527</a:t>
            </a:r>
          </a:p>
        </p:txBody>
      </p:sp>
      <p:sp>
        <p:nvSpPr>
          <p:cNvPr id="3" name="qa-v2-r2-title-p03-full-003527-4">
            <a:extLst xmlns:a="http://schemas.openxmlformats.org/drawingml/2006/main">
              <a:ext uri="{FF2B5EF4-FFF2-40B4-BE49-F238E27FC236}">
                <a16:creationId xmlns:a16="http://schemas.microsoft.com/office/drawing/2014/main" id="{284C98E0-5A59-40E8-81E8-E95D96B0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3527-4">
            <a:extLst xmlns:a="http://schemas.openxmlformats.org/drawingml/2006/main">
              <a:ext uri="{FF2B5EF4-FFF2-40B4-BE49-F238E27FC236}">
                <a16:creationId xmlns:a16="http://schemas.microsoft.com/office/drawing/2014/main" id="{786B4255-A4DC-4141-A7F3-691B1F79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p03-full-003319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87662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2026-08-25T12:46:17.1350000Z</dcterms:created>
  <dcterms:modified xsi:type="dcterms:W3CDTF">2026-08-25T12:46:17.1350000Z</dcterms:modified>
</coreProperties>
</file>