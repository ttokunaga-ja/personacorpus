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94fa55e12548d0" /><Relationship Type="http://schemas.openxmlformats.org/officeDocument/2006/relationships/extended-properties" Target="/docProps/app.xml" Id="Rdbbc43cb89d6416e" /><Relationship Type="http://schemas.openxmlformats.org/officeDocument/2006/relationships/officeDocument" Target="/ppt/presentation.xml" Id="Rb2a55dec669945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410934bdbb4d51"/>
  </p:sldMasterIdLst>
  <p:notesMasterIdLst>
    <p:notesMasterId xmlns:r="http://schemas.openxmlformats.org/officeDocument/2006/relationships" r:id="R2e47989f4d8c41cd"/>
  </p:notesMasterIdLst>
  <p:sldIdLst>
    <p:sldId xmlns:r="http://schemas.openxmlformats.org/officeDocument/2006/relationships" id="256" r:id="R2619e6ad7aae47a4"/>
    <p:sldId xmlns:r="http://schemas.openxmlformats.org/officeDocument/2006/relationships" id="257" r:id="R405ff3c4c17044d0"/>
    <p:sldId xmlns:r="http://schemas.openxmlformats.org/officeDocument/2006/relationships" id="258" r:id="Re5d4a20be2574000"/>
    <p:sldId xmlns:r="http://schemas.openxmlformats.org/officeDocument/2006/relationships" id="259" r:id="R0e3b7ac507034d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4ee588c4e24755" /><Relationship Type="http://schemas.openxmlformats.org/officeDocument/2006/relationships/slideMaster" Target="/ppt/slideMasters/slideMaster1.xml" Id="R37410934bdbb4d51" /><Relationship Type="http://schemas.openxmlformats.org/officeDocument/2006/relationships/notesMaster" Target="/ppt/notesMasters/notesMaster1.xml" Id="R2e47989f4d8c41cd" /><Relationship Type="http://schemas.openxmlformats.org/officeDocument/2006/relationships/presProps" Target="/ppt/presProps.xml" Id="Ra4699a7ad5c3421f" /><Relationship Type="http://schemas.openxmlformats.org/officeDocument/2006/relationships/tableStyles" Target="/ppt/tableStyles.xml" Id="R4444aa98a379454a" /><Relationship Type="http://schemas.openxmlformats.org/officeDocument/2006/relationships/slide" Target="/ppt/slides/slide1.xml" Id="R2619e6ad7aae47a4" /><Relationship Type="http://schemas.openxmlformats.org/officeDocument/2006/relationships/slide" Target="/ppt/slides/slide2.xml" Id="R405ff3c4c17044d0" /><Relationship Type="http://schemas.openxmlformats.org/officeDocument/2006/relationships/slide" Target="/ppt/slides/slide3.xml" Id="Re5d4a20be2574000" /><Relationship Type="http://schemas.openxmlformats.org/officeDocument/2006/relationships/slide" Target="/ppt/slides/slide4.xml" Id="R0e3b7ac507034d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5a121c5fd7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fc3c2f9cca4b13" /><Relationship Type="http://schemas.openxmlformats.org/officeDocument/2006/relationships/notesMaster" Target="/ppt/notesMasters/notesMaster1.xml" Id="Rcb5a2e7af93f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ef9d0a341a4b0f" /><Relationship Type="http://schemas.openxmlformats.org/officeDocument/2006/relationships/notesMaster" Target="/ppt/notesMasters/notesMaster1.xml" Id="Rfdfa8aa06b8b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6aac3900164f20" /><Relationship Type="http://schemas.openxmlformats.org/officeDocument/2006/relationships/notesMaster" Target="/ppt/notesMasters/notesMaster1.xml" Id="Rf1074882d4e548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e7eb20507c43c2" /><Relationship Type="http://schemas.openxmlformats.org/officeDocument/2006/relationships/notesMaster" Target="/ppt/notesMasters/notesMaster1.xml" Id="Rbcc4e963c602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p03-full-002505.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p03-full-002505.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p03-full-002505.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p03-full-002505.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eb02eb3c24a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ab2f86bcb1432b" /><Relationship Type="http://schemas.openxmlformats.org/officeDocument/2006/relationships/slideLayout" Target="/ppt/slideLayouts/slideLayout1.xml" Id="R65fc7d54ea4146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fc7d54ea4146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c5c61c7534b59" /><Relationship Type="http://schemas.openxmlformats.org/officeDocument/2006/relationships/notesSlide" Target="/ppt/notesSlides/notesSlide1.xml" Id="R9d2dc703a94240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88bfcb3954e14" /><Relationship Type="http://schemas.openxmlformats.org/officeDocument/2006/relationships/notesSlide" Target="/ppt/notesSlides/notesSlide2.xml" Id="R65f723a394c647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2fbe9036040f8" /><Relationship Type="http://schemas.openxmlformats.org/officeDocument/2006/relationships/notesSlide" Target="/ppt/notesSlides/notesSlide3.xml" Id="R2923a4a558e445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ab45553ec4e2a" /><Relationship Type="http://schemas.openxmlformats.org/officeDocument/2006/relationships/notesSlide" Target="/ppt/notesSlides/notesSlide4.xml" Id="Rcaf28ae770744d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927-1">
            <a:extLst xmlns:a="http://schemas.openxmlformats.org/drawingml/2006/main">
              <a:ext uri="{FF2B5EF4-FFF2-40B4-BE49-F238E27FC236}">
                <a16:creationId xmlns:a16="http://schemas.microsoft.com/office/drawing/2014/main" id="{6D83B03A-3F29-4225-9CBE-96B16E77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927-1">
            <a:extLst xmlns:a="http://schemas.openxmlformats.org/drawingml/2006/main">
              <a:ext uri="{FF2B5EF4-FFF2-40B4-BE49-F238E27FC236}">
                <a16:creationId xmlns:a16="http://schemas.microsoft.com/office/drawing/2014/main" id="{368D8767-01DA-4903-926C-DC3B6B98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p03-full-000927</a:t>
            </a:r>
          </a:p>
        </p:txBody>
      </p:sp>
      <p:sp>
        <p:nvSpPr>
          <p:cNvPr id="3" name="qa-v2-r2-title-p03-full-000927-1">
            <a:extLst xmlns:a="http://schemas.openxmlformats.org/drawingml/2006/main">
              <a:ext uri="{FF2B5EF4-FFF2-40B4-BE49-F238E27FC236}">
                <a16:creationId xmlns:a16="http://schemas.microsoft.com/office/drawing/2014/main" id="{E70B66CA-5A71-4777-BB25-3F2EEE28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927-1">
            <a:extLst xmlns:a="http://schemas.openxmlformats.org/drawingml/2006/main">
              <a:ext uri="{FF2B5EF4-FFF2-40B4-BE49-F238E27FC236}">
                <a16:creationId xmlns:a16="http://schemas.microsoft.com/office/drawing/2014/main" id="{0C0B47A7-4849-4C97-8BBB-EF888B7C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vulnerability register closure evidence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vulnerabilities.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2026-07-15.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p03-src-000927; p03-full-002505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remediation threshold assessment.</a:t>
            </a:r>
          </a:p>
        </p:txBody>
      </p:sp>
    </p:spTree>
    <p:extLst>
      <p:ext uri="{BB962C8B-B14F-4D97-AF65-F5344CB8AC3E}">
        <p14:creationId xmlns:p14="http://schemas.microsoft.com/office/powerpoint/2010/main" val="103718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927-2">
            <a:extLst xmlns:a="http://schemas.openxmlformats.org/drawingml/2006/main">
              <a:ext uri="{FF2B5EF4-FFF2-40B4-BE49-F238E27FC236}">
                <a16:creationId xmlns:a16="http://schemas.microsoft.com/office/drawing/2014/main" id="{A1D8C563-E947-45FC-8962-AB803D76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927-2">
            <a:extLst xmlns:a="http://schemas.openxmlformats.org/drawingml/2006/main">
              <a:ext uri="{FF2B5EF4-FFF2-40B4-BE49-F238E27FC236}">
                <a16:creationId xmlns:a16="http://schemas.microsoft.com/office/drawing/2014/main" id="{AD172A00-B384-40A2-A0BA-994D8C0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p03-full-000927</a:t>
            </a:r>
          </a:p>
        </p:txBody>
      </p:sp>
      <p:sp>
        <p:nvSpPr>
          <p:cNvPr id="3" name="qa-v2-r2-title-p03-full-000927-2">
            <a:extLst xmlns:a="http://schemas.openxmlformats.org/drawingml/2006/main">
              <a:ext uri="{FF2B5EF4-FFF2-40B4-BE49-F238E27FC236}">
                <a16:creationId xmlns:a16="http://schemas.microsoft.com/office/drawing/2014/main" id="{2F7B2ACD-F684-478A-AE43-0864E279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927-2">
            <a:extLst xmlns:a="http://schemas.openxmlformats.org/drawingml/2006/main">
              <a:ext uri="{FF2B5EF4-FFF2-40B4-BE49-F238E27FC236}">
                <a16:creationId xmlns:a16="http://schemas.microsoft.com/office/drawing/2014/main" id="{921D3A8E-EAD3-439B-85DB-3F9E9F15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read the exception identifier as a one-calendar-day governance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measure and test the compensating-review evidence before accepting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risk-to-response proportionality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323400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927-3">
            <a:extLst xmlns:a="http://schemas.openxmlformats.org/drawingml/2006/main">
              <a:ext uri="{FF2B5EF4-FFF2-40B4-BE49-F238E27FC236}">
                <a16:creationId xmlns:a16="http://schemas.microsoft.com/office/drawing/2014/main" id="{D5BB2885-E829-4023-B238-4B88EF72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927-3">
            <a:extLst xmlns:a="http://schemas.openxmlformats.org/drawingml/2006/main">
              <a:ext uri="{FF2B5EF4-FFF2-40B4-BE49-F238E27FC236}">
                <a16:creationId xmlns:a16="http://schemas.microsoft.com/office/drawing/2014/main" id="{5E156540-7AA9-4176-B5C5-29DF0446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p03-full-000927</a:t>
            </a:r>
          </a:p>
        </p:txBody>
      </p:sp>
      <p:sp>
        <p:nvSpPr>
          <p:cNvPr id="3" name="qa-v2-r2-title-p03-full-000927-3">
            <a:extLst xmlns:a="http://schemas.openxmlformats.org/drawingml/2006/main">
              <a:ext uri="{FF2B5EF4-FFF2-40B4-BE49-F238E27FC236}">
                <a16:creationId xmlns:a16="http://schemas.microsoft.com/office/drawing/2014/main" id="{2A12E3E2-4BDA-45BC-856C-F8A252E3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927-3">
            <a:extLst xmlns:a="http://schemas.openxmlformats.org/drawingml/2006/main">
              <a:ext uri="{FF2B5EF4-FFF2-40B4-BE49-F238E27FC236}">
                <a16:creationId xmlns:a16="http://schemas.microsoft.com/office/drawing/2014/main" id="{F809E3AB-114C-4A41-812A-83497F6E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hold the conclusion for review;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19302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927-4">
            <a:extLst xmlns:a="http://schemas.openxmlformats.org/drawingml/2006/main">
              <a:ext uri="{FF2B5EF4-FFF2-40B4-BE49-F238E27FC236}">
                <a16:creationId xmlns:a16="http://schemas.microsoft.com/office/drawing/2014/main" id="{03AA5E27-21A7-4B24-84C5-15AABE78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927-4">
            <a:extLst xmlns:a="http://schemas.openxmlformats.org/drawingml/2006/main">
              <a:ext uri="{FF2B5EF4-FFF2-40B4-BE49-F238E27FC236}">
                <a16:creationId xmlns:a16="http://schemas.microsoft.com/office/drawing/2014/main" id="{CEC9E7D2-531C-4BBE-850A-C3685967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p03-full-000927</a:t>
            </a:r>
          </a:p>
        </p:txBody>
      </p:sp>
      <p:sp>
        <p:nvSpPr>
          <p:cNvPr id="3" name="qa-v2-r2-title-p03-full-000927-4">
            <a:extLst xmlns:a="http://schemas.openxmlformats.org/drawingml/2006/main">
              <a:ext uri="{FF2B5EF4-FFF2-40B4-BE49-F238E27FC236}">
                <a16:creationId xmlns:a16="http://schemas.microsoft.com/office/drawing/2014/main" id="{D5A1C862-C57D-4D2B-8FC7-5E56AE27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927-4">
            <a:extLst xmlns:a="http://schemas.openxmlformats.org/drawingml/2006/main">
              <a:ext uri="{FF2B5EF4-FFF2-40B4-BE49-F238E27FC236}">
                <a16:creationId xmlns:a16="http://schemas.microsoft.com/office/drawing/2014/main" id="{CE0F5CB4-049F-4F93-A012-E1A0356B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p03-src-000927 with p03-full-002505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remediation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19302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2026-08-25T12:45:55.7370000Z</dcterms:created>
  <dcterms:modified xsi:type="dcterms:W3CDTF">2026-08-25T12:45:55.7370000Z</dcterms:modified>
</coreProperties>
</file>