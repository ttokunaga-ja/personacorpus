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3599f7cdf74259" /><Relationship Type="http://schemas.openxmlformats.org/officeDocument/2006/relationships/extended-properties" Target="/docProps/app.xml" Id="R66c501134dc346ae" /><Relationship Type="http://schemas.openxmlformats.org/officeDocument/2006/relationships/officeDocument" Target="/ppt/presentation.xml" Id="Rdf31c60cee934f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c4de14b6884eaf"/>
  </p:sldMasterIdLst>
  <p:notesMasterIdLst>
    <p:notesMasterId xmlns:r="http://schemas.openxmlformats.org/officeDocument/2006/relationships" r:id="Radc385805b894123"/>
  </p:notesMasterIdLst>
  <p:sldIdLst>
    <p:sldId xmlns:r="http://schemas.openxmlformats.org/officeDocument/2006/relationships" id="256" r:id="R739dbead0d4d4b5f"/>
    <p:sldId xmlns:r="http://schemas.openxmlformats.org/officeDocument/2006/relationships" id="257" r:id="R16bfd57a1d2947c7"/>
    <p:sldId xmlns:r="http://schemas.openxmlformats.org/officeDocument/2006/relationships" id="258" r:id="R79e1659d40c94756"/>
    <p:sldId xmlns:r="http://schemas.openxmlformats.org/officeDocument/2006/relationships" id="259" r:id="Raf70c9bcdd144a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b1503617304ea6" /><Relationship Type="http://schemas.openxmlformats.org/officeDocument/2006/relationships/slideMaster" Target="/ppt/slideMasters/slideMaster1.xml" Id="R3ec4de14b6884eaf" /><Relationship Type="http://schemas.openxmlformats.org/officeDocument/2006/relationships/notesMaster" Target="/ppt/notesMasters/notesMaster1.xml" Id="Radc385805b894123" /><Relationship Type="http://schemas.openxmlformats.org/officeDocument/2006/relationships/presProps" Target="/ppt/presProps.xml" Id="Rcc63337464584724" /><Relationship Type="http://schemas.openxmlformats.org/officeDocument/2006/relationships/tableStyles" Target="/ppt/tableStyles.xml" Id="Rad5f56ccb0864a02" /><Relationship Type="http://schemas.openxmlformats.org/officeDocument/2006/relationships/slide" Target="/ppt/slides/slide1.xml" Id="R739dbead0d4d4b5f" /><Relationship Type="http://schemas.openxmlformats.org/officeDocument/2006/relationships/slide" Target="/ppt/slides/slide2.xml" Id="R16bfd57a1d2947c7" /><Relationship Type="http://schemas.openxmlformats.org/officeDocument/2006/relationships/slide" Target="/ppt/slides/slide3.xml" Id="R79e1659d40c94756" /><Relationship Type="http://schemas.openxmlformats.org/officeDocument/2006/relationships/slide" Target="/ppt/slides/slide4.xml" Id="Raf70c9bcdd144a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9f51d3fc254e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89fa4679804dde" /><Relationship Type="http://schemas.openxmlformats.org/officeDocument/2006/relationships/notesMaster" Target="/ppt/notesMasters/notesMaster1.xml" Id="R1c4722f0b51d4a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99aee764514570" /><Relationship Type="http://schemas.openxmlformats.org/officeDocument/2006/relationships/notesMaster" Target="/ppt/notesMasters/notesMaster1.xml" Id="R791ca758c8f142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a1f1eb7f0f4684" /><Relationship Type="http://schemas.openxmlformats.org/officeDocument/2006/relationships/notesMaster" Target="/ppt/notesMasters/notesMaster1.xml" Id="R8339f00486bd43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ce67892a1c4e2b" /><Relationship Type="http://schemas.openxmlformats.org/officeDocument/2006/relationships/notesMaster" Target="/ppt/notesMasters/notesMaster1.xml" Id="R50e8a3617a8d4c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p03-full-003319.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p03-full-003319.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p03-full-003319.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p03-full-003319.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38f32133843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4e02c7fe7147eb" /><Relationship Type="http://schemas.openxmlformats.org/officeDocument/2006/relationships/slideLayout" Target="/ppt/slideLayouts/slideLayout1.xml" Id="R525394283b9649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5394283b9649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abf3ff7354ced" /><Relationship Type="http://schemas.openxmlformats.org/officeDocument/2006/relationships/notesSlide" Target="/ppt/notesSlides/notesSlide1.xml" Id="R36b068f3bbfc4b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11f0872e049e5" /><Relationship Type="http://schemas.openxmlformats.org/officeDocument/2006/relationships/notesSlide" Target="/ppt/notesSlides/notesSlide2.xml" Id="R2020e47db0ad48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98e9be8b24594" /><Relationship Type="http://schemas.openxmlformats.org/officeDocument/2006/relationships/notesSlide" Target="/ppt/notesSlides/notesSlide3.xml" Id="R51d1b3f8b04e41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1b70bbab44aba" /><Relationship Type="http://schemas.openxmlformats.org/officeDocument/2006/relationships/notesSlide" Target="/ppt/notesSlides/notesSlide4.xml" Id="R3747504a4cc746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227-1">
            <a:extLst xmlns:a="http://schemas.openxmlformats.org/drawingml/2006/main">
              <a:ext uri="{FF2B5EF4-FFF2-40B4-BE49-F238E27FC236}">
                <a16:creationId xmlns:a16="http://schemas.microsoft.com/office/drawing/2014/main" id="{A8017CBD-F909-45B2-A703-94F498FB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227-1">
            <a:extLst xmlns:a="http://schemas.openxmlformats.org/drawingml/2006/main">
              <a:ext uri="{FF2B5EF4-FFF2-40B4-BE49-F238E27FC236}">
                <a16:creationId xmlns:a16="http://schemas.microsoft.com/office/drawing/2014/main" id="{B4FA674C-8F24-41CE-BB1B-B03FD3FB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p03-full-000227</a:t>
            </a:r>
          </a:p>
        </p:txBody>
      </p:sp>
      <p:sp>
        <p:nvSpPr>
          <p:cNvPr id="3" name="qa-v2-r2-title-p03-full-000227-1">
            <a:extLst xmlns:a="http://schemas.openxmlformats.org/drawingml/2006/main">
              <a:ext uri="{FF2B5EF4-FFF2-40B4-BE49-F238E27FC236}">
                <a16:creationId xmlns:a16="http://schemas.microsoft.com/office/drawing/2014/main" id="{4456862D-DDFB-44AE-9561-016C0848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0227-1">
            <a:extLst xmlns:a="http://schemas.openxmlformats.org/drawingml/2006/main">
              <a:ext uri="{FF2B5EF4-FFF2-40B4-BE49-F238E27FC236}">
                <a16:creationId xmlns:a16="http://schemas.microsoft.com/office/drawing/2014/main" id="{EEDE7AC1-9352-4328-979F-911603A2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vulnerability register closure evidence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security vulnerabilities. The record treats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on 2026-07-15 as a dependency relevance question focused on ownership,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boundaries, and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p03-src-000227 is the declared source; p03-full-003319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2539733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227-2">
            <a:extLst xmlns:a="http://schemas.openxmlformats.org/drawingml/2006/main">
              <a:ext uri="{FF2B5EF4-FFF2-40B4-BE49-F238E27FC236}">
                <a16:creationId xmlns:a16="http://schemas.microsoft.com/office/drawing/2014/main" id="{F36A7B6D-78AD-4732-A251-63259C7B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227-2">
            <a:extLst xmlns:a="http://schemas.openxmlformats.org/drawingml/2006/main">
              <a:ext uri="{FF2B5EF4-FFF2-40B4-BE49-F238E27FC236}">
                <a16:creationId xmlns:a16="http://schemas.microsoft.com/office/drawing/2014/main" id="{8C6925A0-3932-4E5D-AE70-58D5F3F5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p03-full-000227</a:t>
            </a:r>
          </a:p>
        </p:txBody>
      </p:sp>
      <p:sp>
        <p:nvSpPr>
          <p:cNvPr id="3" name="qa-v2-r2-title-p03-full-000227-2">
            <a:extLst xmlns:a="http://schemas.openxmlformats.org/drawingml/2006/main">
              <a:ext uri="{FF2B5EF4-FFF2-40B4-BE49-F238E27FC236}">
                <a16:creationId xmlns:a16="http://schemas.microsoft.com/office/drawing/2014/main" id="{A9ED7B8F-3955-4267-915F-70BF5910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0227-2">
            <a:extLst xmlns:a="http://schemas.openxmlformats.org/drawingml/2006/main">
              <a:ext uri="{FF2B5EF4-FFF2-40B4-BE49-F238E27FC236}">
                <a16:creationId xmlns:a16="http://schemas.microsoft.com/office/drawing/2014/main" id="{6F8AF816-3FE5-4CB7-9862-B4AD9435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assigned record concerns vulnerability register closure evidence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vulnerabilities and requires a reviewer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to explain how p03-src-000227 and p03-full-003319 support the stated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exception-to-owner linkage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776355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227-3">
            <a:extLst xmlns:a="http://schemas.openxmlformats.org/drawingml/2006/main">
              <a:ext uri="{FF2B5EF4-FFF2-40B4-BE49-F238E27FC236}">
                <a16:creationId xmlns:a16="http://schemas.microsoft.com/office/drawing/2014/main" id="{1F1CCFB9-BF49-45AB-957E-F67FCC3D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227-3">
            <a:extLst xmlns:a="http://schemas.openxmlformats.org/drawingml/2006/main">
              <a:ext uri="{FF2B5EF4-FFF2-40B4-BE49-F238E27FC236}">
                <a16:creationId xmlns:a16="http://schemas.microsoft.com/office/drawing/2014/main" id="{B6FB336C-6B49-4528-B074-1F1EF6ED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p03-full-000227</a:t>
            </a:r>
          </a:p>
        </p:txBody>
      </p:sp>
      <p:sp>
        <p:nvSpPr>
          <p:cNvPr id="3" name="qa-v2-r2-title-p03-full-000227-3">
            <a:extLst xmlns:a="http://schemas.openxmlformats.org/drawingml/2006/main">
              <a:ext uri="{FF2B5EF4-FFF2-40B4-BE49-F238E27FC236}">
                <a16:creationId xmlns:a16="http://schemas.microsoft.com/office/drawing/2014/main" id="{AAC5E016-A996-4B0B-ADC5-ABC767E1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0227-3">
            <a:extLst xmlns:a="http://schemas.openxmlformats.org/drawingml/2006/main">
              <a:ext uri="{FF2B5EF4-FFF2-40B4-BE49-F238E27FC236}">
                <a16:creationId xmlns:a16="http://schemas.microsoft.com/office/drawing/2014/main" id="{E22219B9-7915-43A5-8A80-52E9E539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restate the approval boundary;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587909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227-4">
            <a:extLst xmlns:a="http://schemas.openxmlformats.org/drawingml/2006/main">
              <a:ext uri="{FF2B5EF4-FFF2-40B4-BE49-F238E27FC236}">
                <a16:creationId xmlns:a16="http://schemas.microsoft.com/office/drawing/2014/main" id="{C7885E87-3008-4F78-9C8E-B6B5308B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227-4">
            <a:extLst xmlns:a="http://schemas.openxmlformats.org/drawingml/2006/main">
              <a:ext uri="{FF2B5EF4-FFF2-40B4-BE49-F238E27FC236}">
                <a16:creationId xmlns:a16="http://schemas.microsoft.com/office/drawing/2014/main" id="{9AE324A5-B102-4D92-A6BF-75C0DB26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p03-full-000227</a:t>
            </a:r>
          </a:p>
        </p:txBody>
      </p:sp>
      <p:sp>
        <p:nvSpPr>
          <p:cNvPr id="3" name="qa-v2-r2-title-p03-full-000227-4">
            <a:extLst xmlns:a="http://schemas.openxmlformats.org/drawingml/2006/main">
              <a:ext uri="{FF2B5EF4-FFF2-40B4-BE49-F238E27FC236}">
                <a16:creationId xmlns:a16="http://schemas.microsoft.com/office/drawing/2014/main" id="{557B6210-FA74-47BC-8A37-BB7F9678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0227-4">
            <a:extLst xmlns:a="http://schemas.openxmlformats.org/drawingml/2006/main">
              <a:ext uri="{FF2B5EF4-FFF2-40B4-BE49-F238E27FC236}">
                <a16:creationId xmlns:a16="http://schemas.microsoft.com/office/drawing/2014/main" id="{87B2CC96-2003-4B66-A465-B58FDD26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p03-full-003319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dependency relevance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587909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2026-08-25T13:11:15.1830000Z</dcterms:created>
  <dcterms:modified xsi:type="dcterms:W3CDTF">2026-08-25T13:11:15.1830000Z</dcterms:modified>
</coreProperties>
</file>