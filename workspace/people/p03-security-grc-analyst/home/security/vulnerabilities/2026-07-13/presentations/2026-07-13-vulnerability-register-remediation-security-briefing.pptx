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3762869114f29" /><Relationship Type="http://schemas.openxmlformats.org/officeDocument/2006/relationships/extended-properties" Target="/docProps/app.xml" Id="Rebe1459ac35d443f" /><Relationship Type="http://schemas.openxmlformats.org/officeDocument/2006/relationships/officeDocument" Target="/ppt/presentation.xml" Id="R9d77103cedbe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da626e397443c"/>
  </p:sldMasterIdLst>
  <p:notesMasterIdLst>
    <p:notesMasterId xmlns:r="http://schemas.openxmlformats.org/officeDocument/2006/relationships" r:id="R1ddcdc0e20634076"/>
  </p:notesMasterIdLst>
  <p:sldIdLst>
    <p:sldId xmlns:r="http://schemas.openxmlformats.org/officeDocument/2006/relationships" id="256" r:id="R9eeacb6d4cea4a00"/>
    <p:sldId xmlns:r="http://schemas.openxmlformats.org/officeDocument/2006/relationships" id="257" r:id="R57915d9bbfa74dac"/>
    <p:sldId xmlns:r="http://schemas.openxmlformats.org/officeDocument/2006/relationships" id="258" r:id="Rb6699bbbaaa745d9"/>
    <p:sldId xmlns:r="http://schemas.openxmlformats.org/officeDocument/2006/relationships" id="259" r:id="R736d3d858e954b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cd777c4960471c" /><Relationship Type="http://schemas.openxmlformats.org/officeDocument/2006/relationships/slideMaster" Target="/ppt/slideMasters/slideMaster1.xml" Id="R800da626e397443c" /><Relationship Type="http://schemas.openxmlformats.org/officeDocument/2006/relationships/notesMaster" Target="/ppt/notesMasters/notesMaster1.xml" Id="R1ddcdc0e20634076" /><Relationship Type="http://schemas.openxmlformats.org/officeDocument/2006/relationships/presProps" Target="/ppt/presProps.xml" Id="R6acf21faed914bd1" /><Relationship Type="http://schemas.openxmlformats.org/officeDocument/2006/relationships/tableStyles" Target="/ppt/tableStyles.xml" Id="R962b04c9caac48a0" /><Relationship Type="http://schemas.openxmlformats.org/officeDocument/2006/relationships/slide" Target="/ppt/slides/slide1.xml" Id="R9eeacb6d4cea4a00" /><Relationship Type="http://schemas.openxmlformats.org/officeDocument/2006/relationships/slide" Target="/ppt/slides/slide2.xml" Id="R57915d9bbfa74dac" /><Relationship Type="http://schemas.openxmlformats.org/officeDocument/2006/relationships/slide" Target="/ppt/slides/slide3.xml" Id="Rb6699bbbaaa745d9" /><Relationship Type="http://schemas.openxmlformats.org/officeDocument/2006/relationships/slide" Target="/ppt/slides/slide4.xml" Id="R736d3d858e95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7e5b8b2b89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3193e74974ff5" /><Relationship Type="http://schemas.openxmlformats.org/officeDocument/2006/relationships/notesMaster" Target="/ppt/notesMasters/notesMaster1.xml" Id="R44468b3a8292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422698da1b4e5b" /><Relationship Type="http://schemas.openxmlformats.org/officeDocument/2006/relationships/notesMaster" Target="/ppt/notesMasters/notesMaster1.xml" Id="R8149af4968e74c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dc0f11a3a4c53" /><Relationship Type="http://schemas.openxmlformats.org/officeDocument/2006/relationships/notesMaster" Target="/ppt/notesMasters/notesMaster1.xml" Id="R1d1b9f587ec54f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969f0c0da1406a" /><Relationship Type="http://schemas.openxmlformats.org/officeDocument/2006/relationships/notesMaster" Target="/ppt/notesMasters/notesMaster1.xml" Id="R238f81f460f6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p03-full-002465.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63da6b0a645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1f6f09e0c4a01" /><Relationship Type="http://schemas.openxmlformats.org/officeDocument/2006/relationships/slideLayout" Target="/ppt/slideLayouts/slideLayout1.xml" Id="Re31ec592f4dc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ec592f4dc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8e4edd0404b60" /><Relationship Type="http://schemas.openxmlformats.org/officeDocument/2006/relationships/notesSlide" Target="/ppt/notesSlides/notesSlide1.xml" Id="R932a20f42d12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1b18214f64cac" /><Relationship Type="http://schemas.openxmlformats.org/officeDocument/2006/relationships/notesSlide" Target="/ppt/notesSlides/notesSlide2.xml" Id="Rff4f80e690c1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e30527fd148f9" /><Relationship Type="http://schemas.openxmlformats.org/officeDocument/2006/relationships/notesSlide" Target="/ppt/notesSlides/notesSlide3.xml" Id="R32fda1b7e7ca48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34bf4960d491a" /><Relationship Type="http://schemas.openxmlformats.org/officeDocument/2006/relationships/notesSlide" Target="/ppt/notesSlides/notesSlide4.xml" Id="R6bd842356343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074-1">
            <a:extLst xmlns:a="http://schemas.openxmlformats.org/drawingml/2006/main">
              <a:ext uri="{FF2B5EF4-FFF2-40B4-BE49-F238E27FC236}">
                <a16:creationId xmlns:a16="http://schemas.microsoft.com/office/drawing/2014/main" id="{CCBE6808-95C5-4A81-84D8-263CD9D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074-1">
            <a:extLst xmlns:a="http://schemas.openxmlformats.org/drawingml/2006/main">
              <a:ext uri="{FF2B5EF4-FFF2-40B4-BE49-F238E27FC236}">
                <a16:creationId xmlns:a16="http://schemas.microsoft.com/office/drawing/2014/main" id="{0DE823E0-5462-4A31-B08C-69E2435F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p03-full-000074</a:t>
            </a:r>
          </a:p>
        </p:txBody>
      </p:sp>
      <p:sp>
        <p:nvSpPr>
          <p:cNvPr id="3" name="qa-v2-r2-title-p03-full-000074-1">
            <a:extLst xmlns:a="http://schemas.openxmlformats.org/drawingml/2006/main">
              <a:ext uri="{FF2B5EF4-FFF2-40B4-BE49-F238E27FC236}">
                <a16:creationId xmlns:a16="http://schemas.microsoft.com/office/drawing/2014/main" id="{603B82BC-1BAD-429B-B42D-A6146CF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074-1">
            <a:extLst xmlns:a="http://schemas.openxmlformats.org/drawingml/2006/main">
              <a:ext uri="{FF2B5EF4-FFF2-40B4-BE49-F238E27FC236}">
                <a16:creationId xmlns:a16="http://schemas.microsoft.com/office/drawing/2014/main" id="{FF43A1A7-A533-4384-83EE-F76A3AF7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remediation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2026-07-13 as a dependency relevance question focused on source reliability, provenance,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p03-src-000074 is the declared source; p03-full-002465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100033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074-2">
            <a:extLst xmlns:a="http://schemas.openxmlformats.org/drawingml/2006/main">
              <a:ext uri="{FF2B5EF4-FFF2-40B4-BE49-F238E27FC236}">
                <a16:creationId xmlns:a16="http://schemas.microsoft.com/office/drawing/2014/main" id="{232104A4-A4FF-49D9-A346-45D63A5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074-2">
            <a:extLst xmlns:a="http://schemas.openxmlformats.org/drawingml/2006/main">
              <a:ext uri="{FF2B5EF4-FFF2-40B4-BE49-F238E27FC236}">
                <a16:creationId xmlns:a16="http://schemas.microsoft.com/office/drawing/2014/main" id="{F4CE772E-9FA4-4D1B-B8D6-38BAF43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p03-full-000074</a:t>
            </a:r>
          </a:p>
        </p:txBody>
      </p:sp>
      <p:sp>
        <p:nvSpPr>
          <p:cNvPr id="3" name="qa-v2-r2-title-p03-full-000074-2">
            <a:extLst xmlns:a="http://schemas.openxmlformats.org/drawingml/2006/main">
              <a:ext uri="{FF2B5EF4-FFF2-40B4-BE49-F238E27FC236}">
                <a16:creationId xmlns:a16="http://schemas.microsoft.com/office/drawing/2014/main" id="{CCAF8C40-4C4C-407A-9DC7-FE39DD61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074-2">
            <a:extLst xmlns:a="http://schemas.openxmlformats.org/drawingml/2006/main">
              <a:ext uri="{FF2B5EF4-FFF2-40B4-BE49-F238E27FC236}">
                <a16:creationId xmlns:a16="http://schemas.microsoft.com/office/drawing/2014/main" id="{D81631A0-FFD4-44A3-9743-7877FCAF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recalculate the reviewed-role denominator independently, then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compare the timely-attestation numerator with the reviewed-role denominator.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control-to-evidence fit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reliability, provenance, and corroboration quality, rather than treat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980584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074-3">
            <a:extLst xmlns:a="http://schemas.openxmlformats.org/drawingml/2006/main">
              <a:ext uri="{FF2B5EF4-FFF2-40B4-BE49-F238E27FC236}">
                <a16:creationId xmlns:a16="http://schemas.microsoft.com/office/drawing/2014/main" id="{0032D512-443E-49F0-8A33-DC3AC14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074-3">
            <a:extLst xmlns:a="http://schemas.openxmlformats.org/drawingml/2006/main">
              <a:ext uri="{FF2B5EF4-FFF2-40B4-BE49-F238E27FC236}">
                <a16:creationId xmlns:a16="http://schemas.microsoft.com/office/drawing/2014/main" id="{18D3B829-30E3-481C-9EE2-559EDCC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p03-full-000074</a:t>
            </a:r>
          </a:p>
        </p:txBody>
      </p:sp>
      <p:sp>
        <p:nvSpPr>
          <p:cNvPr id="3" name="qa-v2-r2-title-p03-full-000074-3">
            <a:extLst xmlns:a="http://schemas.openxmlformats.org/drawingml/2006/main">
              <a:ext uri="{FF2B5EF4-FFF2-40B4-BE49-F238E27FC236}">
                <a16:creationId xmlns:a16="http://schemas.microsoft.com/office/drawing/2014/main" id="{66F5BC02-BD1D-493C-A9E2-BBB3E6C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074-3">
            <a:extLst xmlns:a="http://schemas.openxmlformats.org/drawingml/2006/main">
              <a:ext uri="{FF2B5EF4-FFF2-40B4-BE49-F238E27FC236}">
                <a16:creationId xmlns:a16="http://schemas.microsoft.com/office/drawing/2014/main" id="{C2DA93AB-7B89-431E-8E9B-2437ED5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confirm the evidence chain;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436389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074-4">
            <a:extLst xmlns:a="http://schemas.openxmlformats.org/drawingml/2006/main">
              <a:ext uri="{FF2B5EF4-FFF2-40B4-BE49-F238E27FC236}">
                <a16:creationId xmlns:a16="http://schemas.microsoft.com/office/drawing/2014/main" id="{CA8C9BDF-B907-450F-99B1-EFE2B43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074-4">
            <a:extLst xmlns:a="http://schemas.openxmlformats.org/drawingml/2006/main">
              <a:ext uri="{FF2B5EF4-FFF2-40B4-BE49-F238E27FC236}">
                <a16:creationId xmlns:a16="http://schemas.microsoft.com/office/drawing/2014/main" id="{315A6215-FE9E-4105-954A-0D21AAD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p03-full-000074</a:t>
            </a:r>
          </a:p>
        </p:txBody>
      </p:sp>
      <p:sp>
        <p:nvSpPr>
          <p:cNvPr id="3" name="qa-v2-r2-title-p03-full-000074-4">
            <a:extLst xmlns:a="http://schemas.openxmlformats.org/drawingml/2006/main">
              <a:ext uri="{FF2B5EF4-FFF2-40B4-BE49-F238E27FC236}">
                <a16:creationId xmlns:a16="http://schemas.microsoft.com/office/drawing/2014/main" id="{D9A62B39-0D88-4621-9C8F-D4B5929F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0074-4">
            <a:extLst xmlns:a="http://schemas.openxmlformats.org/drawingml/2006/main">
              <a:ext uri="{FF2B5EF4-FFF2-40B4-BE49-F238E27FC236}">
                <a16:creationId xmlns:a16="http://schemas.microsoft.com/office/drawing/2014/main" id="{7E173695-B27E-4C8A-B551-6C41560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436389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2026-08-25T12:44:30.0670000Z</dcterms:created>
  <dcterms:modified xsi:type="dcterms:W3CDTF">2026-08-25T12:44:30.0670000Z</dcterms:modified>
</coreProperties>
</file>