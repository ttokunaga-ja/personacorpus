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180f48feb4f53" /><Relationship Type="http://schemas.openxmlformats.org/officeDocument/2006/relationships/extended-properties" Target="/docProps/app.xml" Id="R68d4c27e6c7b45a1" /><Relationship Type="http://schemas.openxmlformats.org/officeDocument/2006/relationships/officeDocument" Target="/ppt/presentation.xml" Id="R3a7095727b28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43564db874847"/>
  </p:sldMasterIdLst>
  <p:notesMasterIdLst>
    <p:notesMasterId xmlns:r="http://schemas.openxmlformats.org/officeDocument/2006/relationships" r:id="R154a6cf89b824251"/>
  </p:notesMasterIdLst>
  <p:sldIdLst>
    <p:sldId xmlns:r="http://schemas.openxmlformats.org/officeDocument/2006/relationships" id="256" r:id="R9b5490dd57c24a89"/>
    <p:sldId xmlns:r="http://schemas.openxmlformats.org/officeDocument/2006/relationships" id="257" r:id="R44c01946f14d43a7"/>
    <p:sldId xmlns:r="http://schemas.openxmlformats.org/officeDocument/2006/relationships" id="258" r:id="R5522500553e9464a"/>
    <p:sldId xmlns:r="http://schemas.openxmlformats.org/officeDocument/2006/relationships" id="259" r:id="R004d32e72bba4b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e4d8def76474b" /><Relationship Type="http://schemas.openxmlformats.org/officeDocument/2006/relationships/slideMaster" Target="/ppt/slideMasters/slideMaster1.xml" Id="R17643564db874847" /><Relationship Type="http://schemas.openxmlformats.org/officeDocument/2006/relationships/notesMaster" Target="/ppt/notesMasters/notesMaster1.xml" Id="R154a6cf89b824251" /><Relationship Type="http://schemas.openxmlformats.org/officeDocument/2006/relationships/presProps" Target="/ppt/presProps.xml" Id="Rb3ef9a07f36f4d0a" /><Relationship Type="http://schemas.openxmlformats.org/officeDocument/2006/relationships/tableStyles" Target="/ppt/tableStyles.xml" Id="R7571f1b041e74dff" /><Relationship Type="http://schemas.openxmlformats.org/officeDocument/2006/relationships/slide" Target="/ppt/slides/slide1.xml" Id="R9b5490dd57c24a89" /><Relationship Type="http://schemas.openxmlformats.org/officeDocument/2006/relationships/slide" Target="/ppt/slides/slide2.xml" Id="R44c01946f14d43a7" /><Relationship Type="http://schemas.openxmlformats.org/officeDocument/2006/relationships/slide" Target="/ppt/slides/slide3.xml" Id="R5522500553e9464a" /><Relationship Type="http://schemas.openxmlformats.org/officeDocument/2006/relationships/slide" Target="/ppt/slides/slide4.xml" Id="R004d32e72bba4b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5f7f9b4409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388c3141e4249" /><Relationship Type="http://schemas.openxmlformats.org/officeDocument/2006/relationships/notesMaster" Target="/ppt/notesMasters/notesMaster1.xml" Id="R3539c1b65ff2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8b86510e2148bb" /><Relationship Type="http://schemas.openxmlformats.org/officeDocument/2006/relationships/notesMaster" Target="/ppt/notesMasters/notesMaster1.xml" Id="Rf52e6b0dd01a4d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cd7a353b904d5c" /><Relationship Type="http://schemas.openxmlformats.org/officeDocument/2006/relationships/notesMaster" Target="/ppt/notesMasters/notesMaster1.xml" Id="R29bb207782924b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2727b147d4450" /><Relationship Type="http://schemas.openxmlformats.org/officeDocument/2006/relationships/notesMaster" Target="/ppt/notesMasters/notesMaster1.xml" Id="Rbd905b13279e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p03-full-003107.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p03-full-003107.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p03-full-003107.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p03-full-003107.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096bd2e4947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1870da0e34bae" /><Relationship Type="http://schemas.openxmlformats.org/officeDocument/2006/relationships/slideLayout" Target="/ppt/slideLayouts/slideLayout1.xml" Id="Rfbdbaeeef6bf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dbaeeef6bf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9aeb4404041fc" /><Relationship Type="http://schemas.openxmlformats.org/officeDocument/2006/relationships/notesSlide" Target="/ppt/notesSlides/notesSlide1.xml" Id="R31aac49639c541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0aea1d2b546b5" /><Relationship Type="http://schemas.openxmlformats.org/officeDocument/2006/relationships/notesSlide" Target="/ppt/notesSlides/notesSlide2.xml" Id="Re45fc9e78566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23836495b4440" /><Relationship Type="http://schemas.openxmlformats.org/officeDocument/2006/relationships/notesSlide" Target="/ppt/notesSlides/notesSlide3.xml" Id="Rb4cbf347a7cb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478ce8a214248" /><Relationship Type="http://schemas.openxmlformats.org/officeDocument/2006/relationships/notesSlide" Target="/ppt/notesSlides/notesSlide4.xml" Id="R6ca3ff0a8d004e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29-1">
            <a:extLst xmlns:a="http://schemas.openxmlformats.org/drawingml/2006/main">
              <a:ext uri="{FF2B5EF4-FFF2-40B4-BE49-F238E27FC236}">
                <a16:creationId xmlns:a16="http://schemas.microsoft.com/office/drawing/2014/main" id="{AA2848C0-953F-4988-B0DE-75C4DACB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29-1">
            <a:extLst xmlns:a="http://schemas.openxmlformats.org/drawingml/2006/main">
              <a:ext uri="{FF2B5EF4-FFF2-40B4-BE49-F238E27FC236}">
                <a16:creationId xmlns:a16="http://schemas.microsoft.com/office/drawing/2014/main" id="{97C4ECE5-39AB-49E6-98F9-045FFBF0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p03-full-002529</a:t>
            </a:r>
          </a:p>
        </p:txBody>
      </p:sp>
      <p:sp>
        <p:nvSpPr>
          <p:cNvPr id="3" name="qa-v2-r2-title-p03-full-002529-1">
            <a:extLst xmlns:a="http://schemas.openxmlformats.org/drawingml/2006/main">
              <a:ext uri="{FF2B5EF4-FFF2-40B4-BE49-F238E27FC236}">
                <a16:creationId xmlns:a16="http://schemas.microsoft.com/office/drawing/2014/main" id="{94628280-D70F-4D2E-97EC-C264B2D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529-1">
            <a:extLst xmlns:a="http://schemas.openxmlformats.org/drawingml/2006/main">
              <a:ext uri="{FF2B5EF4-FFF2-40B4-BE49-F238E27FC236}">
                <a16:creationId xmlns:a16="http://schemas.microsoft.com/office/drawing/2014/main" id="{0CA4F8C5-51E2-4B51-9AC5-58619AF8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exception 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p03-src-002529; p03-full-003107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742579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29-2">
            <a:extLst xmlns:a="http://schemas.openxmlformats.org/drawingml/2006/main">
              <a:ext uri="{FF2B5EF4-FFF2-40B4-BE49-F238E27FC236}">
                <a16:creationId xmlns:a16="http://schemas.microsoft.com/office/drawing/2014/main" id="{5BB3B6F2-FE79-4FB5-AED0-F7D6EA0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29-2">
            <a:extLst xmlns:a="http://schemas.openxmlformats.org/drawingml/2006/main">
              <a:ext uri="{FF2B5EF4-FFF2-40B4-BE49-F238E27FC236}">
                <a16:creationId xmlns:a16="http://schemas.microsoft.com/office/drawing/2014/main" id="{65D50DF5-E527-4EBA-9D83-BB223AF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p03-full-002529</a:t>
            </a:r>
          </a:p>
        </p:txBody>
      </p:sp>
      <p:sp>
        <p:nvSpPr>
          <p:cNvPr id="3" name="qa-v2-r2-title-p03-full-002529-2">
            <a:extLst xmlns:a="http://schemas.openxmlformats.org/drawingml/2006/main">
              <a:ext uri="{FF2B5EF4-FFF2-40B4-BE49-F238E27FC236}">
                <a16:creationId xmlns:a16="http://schemas.microsoft.com/office/drawing/2014/main" id="{D6DA6DCF-72EC-47AE-87D8-01BF1C37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529-2">
            <a:extLst xmlns:a="http://schemas.openxmlformats.org/drawingml/2006/main">
              <a:ext uri="{FF2B5EF4-FFF2-40B4-BE49-F238E27FC236}">
                <a16:creationId xmlns:a16="http://schemas.microsoft.com/office/drawing/2014/main" id="{4A49FE89-87D6-4A1E-816A-4B65F65E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test whether preparer and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roles remain distinguishable in the exception disposition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42612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29-3">
            <a:extLst xmlns:a="http://schemas.openxmlformats.org/drawingml/2006/main">
              <a:ext uri="{FF2B5EF4-FFF2-40B4-BE49-F238E27FC236}">
                <a16:creationId xmlns:a16="http://schemas.microsoft.com/office/drawing/2014/main" id="{E3AE4E9C-38EF-4033-A6D2-4B44DC5C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29-3">
            <a:extLst xmlns:a="http://schemas.openxmlformats.org/drawingml/2006/main">
              <a:ext uri="{FF2B5EF4-FFF2-40B4-BE49-F238E27FC236}">
                <a16:creationId xmlns:a16="http://schemas.microsoft.com/office/drawing/2014/main" id="{2FCB5775-7552-4CD0-B504-0A7AA1E4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p03-full-002529</a:t>
            </a:r>
          </a:p>
        </p:txBody>
      </p:sp>
      <p:sp>
        <p:nvSpPr>
          <p:cNvPr id="3" name="qa-v2-r2-title-p03-full-002529-3">
            <a:extLst xmlns:a="http://schemas.openxmlformats.org/drawingml/2006/main">
              <a:ext uri="{FF2B5EF4-FFF2-40B4-BE49-F238E27FC236}">
                <a16:creationId xmlns:a16="http://schemas.microsoft.com/office/drawing/2014/main" id="{C0055070-27BA-4620-8127-637CAC4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529-3">
            <a:extLst xmlns:a="http://schemas.openxmlformats.org/drawingml/2006/main">
              <a:ext uri="{FF2B5EF4-FFF2-40B4-BE49-F238E27FC236}">
                <a16:creationId xmlns:a16="http://schemas.microsoft.com/office/drawing/2014/main" id="{3B95D2D5-71C7-4BEB-9FD8-8A9F354A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72157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529-4">
            <a:extLst xmlns:a="http://schemas.openxmlformats.org/drawingml/2006/main">
              <a:ext uri="{FF2B5EF4-FFF2-40B4-BE49-F238E27FC236}">
                <a16:creationId xmlns:a16="http://schemas.microsoft.com/office/drawing/2014/main" id="{3EBF416F-DF8A-424F-A5A6-76E6ED4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529-4">
            <a:extLst xmlns:a="http://schemas.openxmlformats.org/drawingml/2006/main">
              <a:ext uri="{FF2B5EF4-FFF2-40B4-BE49-F238E27FC236}">
                <a16:creationId xmlns:a16="http://schemas.microsoft.com/office/drawing/2014/main" id="{B667791E-2EF0-402E-A18A-0A846795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p03-full-002529</a:t>
            </a:r>
          </a:p>
        </p:txBody>
      </p:sp>
      <p:sp>
        <p:nvSpPr>
          <p:cNvPr id="3" name="qa-v2-r2-title-p03-full-002529-4">
            <a:extLst xmlns:a="http://schemas.openxmlformats.org/drawingml/2006/main">
              <a:ext uri="{FF2B5EF4-FFF2-40B4-BE49-F238E27FC236}">
                <a16:creationId xmlns:a16="http://schemas.microsoft.com/office/drawing/2014/main" id="{63012844-E7DC-49E2-B4E9-42798D02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529-4">
            <a:extLst xmlns:a="http://schemas.openxmlformats.org/drawingml/2006/main">
              <a:ext uri="{FF2B5EF4-FFF2-40B4-BE49-F238E27FC236}">
                <a16:creationId xmlns:a16="http://schemas.microsoft.com/office/drawing/2014/main" id="{48D3B24D-116E-4A38-B6EB-147D9F0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p03-src-002529 with p03-full-003107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72157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2026-08-25T12:44:51.5660000Z</dcterms:created>
  <dcterms:modified xsi:type="dcterms:W3CDTF">2026-08-25T12:44:51.5660000Z</dcterms:modified>
</coreProperties>
</file>