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fb012a78da444d" /><Relationship Type="http://schemas.openxmlformats.org/officeDocument/2006/relationships/extended-properties" Target="/docProps/app.xml" Id="R6c6e90ff64494f62" /><Relationship Type="http://schemas.openxmlformats.org/officeDocument/2006/relationships/officeDocument" Target="/ppt/presentation.xml" Id="Rda4bd0aeecf4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8f9aef98fd42ac"/>
  </p:sldMasterIdLst>
  <p:notesMasterIdLst>
    <p:notesMasterId xmlns:r="http://schemas.openxmlformats.org/officeDocument/2006/relationships" r:id="Rc9bcb8b6ab094d6a"/>
  </p:notesMasterIdLst>
  <p:sldIdLst>
    <p:sldId xmlns:r="http://schemas.openxmlformats.org/officeDocument/2006/relationships" id="256" r:id="Rbda801b6ece94474"/>
    <p:sldId xmlns:r="http://schemas.openxmlformats.org/officeDocument/2006/relationships" id="257" r:id="R7a45a878ca0a47da"/>
    <p:sldId xmlns:r="http://schemas.openxmlformats.org/officeDocument/2006/relationships" id="258" r:id="Reca368ae3ab54278"/>
    <p:sldId xmlns:r="http://schemas.openxmlformats.org/officeDocument/2006/relationships" id="259" r:id="Rabc8615bc2a842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ed574f86e94ff9" /><Relationship Type="http://schemas.openxmlformats.org/officeDocument/2006/relationships/slideMaster" Target="/ppt/slideMasters/slideMaster1.xml" Id="Rec8f9aef98fd42ac" /><Relationship Type="http://schemas.openxmlformats.org/officeDocument/2006/relationships/notesMaster" Target="/ppt/notesMasters/notesMaster1.xml" Id="Rc9bcb8b6ab094d6a" /><Relationship Type="http://schemas.openxmlformats.org/officeDocument/2006/relationships/presProps" Target="/ppt/presProps.xml" Id="R741494e7f5094912" /><Relationship Type="http://schemas.openxmlformats.org/officeDocument/2006/relationships/tableStyles" Target="/ppt/tableStyles.xml" Id="R0d9bd10d900e429c" /><Relationship Type="http://schemas.openxmlformats.org/officeDocument/2006/relationships/slide" Target="/ppt/slides/slide1.xml" Id="Rbda801b6ece94474" /><Relationship Type="http://schemas.openxmlformats.org/officeDocument/2006/relationships/slide" Target="/ppt/slides/slide2.xml" Id="R7a45a878ca0a47da" /><Relationship Type="http://schemas.openxmlformats.org/officeDocument/2006/relationships/slide" Target="/ppt/slides/slide3.xml" Id="Reca368ae3ab54278" /><Relationship Type="http://schemas.openxmlformats.org/officeDocument/2006/relationships/slide" Target="/ppt/slides/slide4.xml" Id="Rabc8615bc2a842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18c865225049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97bc8f170b4c39" /><Relationship Type="http://schemas.openxmlformats.org/officeDocument/2006/relationships/notesMaster" Target="/ppt/notesMasters/notesMaster1.xml" Id="R51e6fc31c5264f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effaaa510848cd" /><Relationship Type="http://schemas.openxmlformats.org/officeDocument/2006/relationships/notesMaster" Target="/ppt/notesMasters/notesMaster1.xml" Id="R66cae3c816f746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480148cc6047ab" /><Relationship Type="http://schemas.openxmlformats.org/officeDocument/2006/relationships/notesMaster" Target="/ppt/notesMasters/notesMaster1.xml" Id="R39db6d87501d41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eb7e723a84863" /><Relationship Type="http://schemas.openxmlformats.org/officeDocument/2006/relationships/notesMaster" Target="/ppt/notesMasters/notesMaster1.xml" Id="Rc85d3f7a5dee43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Cobalt Harbor Systems record; direct dependency p03-full-002955.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ebe21e27d744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e49cb4dcf94c7a" /><Relationship Type="http://schemas.openxmlformats.org/officeDocument/2006/relationships/slideLayout" Target="/ppt/slideLayouts/slideLayout1.xml" Id="Rcae394d7cd1c47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394d7cd1c47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ecf3563af4b9f" /><Relationship Type="http://schemas.openxmlformats.org/officeDocument/2006/relationships/notesSlide" Target="/ppt/notesSlides/notesSlide1.xml" Id="R7c63abdaccea4f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337ffc2b040d9" /><Relationship Type="http://schemas.openxmlformats.org/officeDocument/2006/relationships/notesSlide" Target="/ppt/notesSlides/notesSlide2.xml" Id="R2e2acc59d7d64d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ecbdde0f543d4" /><Relationship Type="http://schemas.openxmlformats.org/officeDocument/2006/relationships/notesSlide" Target="/ppt/notesSlides/notesSlide3.xml" Id="R39563b7aa8434d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2978afff74920" /><Relationship Type="http://schemas.openxmlformats.org/officeDocument/2006/relationships/notesSlide" Target="/ppt/notesSlides/notesSlide4.xml" Id="R4700bc3fcc604e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28-1">
            <a:extLst xmlns:a="http://schemas.openxmlformats.org/drawingml/2006/main">
              <a:ext uri="{FF2B5EF4-FFF2-40B4-BE49-F238E27FC236}">
                <a16:creationId xmlns:a16="http://schemas.microsoft.com/office/drawing/2014/main" id="{7B1ACCA8-6C59-4C05-A228-21A8CEA7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28-1">
            <a:extLst xmlns:a="http://schemas.openxmlformats.org/drawingml/2006/main">
              <a:ext uri="{FF2B5EF4-FFF2-40B4-BE49-F238E27FC236}">
                <a16:creationId xmlns:a16="http://schemas.microsoft.com/office/drawing/2014/main" id="{92817B0D-BAB0-4352-B475-633E564E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p03-full-003128</a:t>
            </a:r>
          </a:p>
        </p:txBody>
      </p:sp>
      <p:sp>
        <p:nvSpPr>
          <p:cNvPr id="3" name="qa-v2-r2-title-p03-full-003128-1">
            <a:extLst xmlns:a="http://schemas.openxmlformats.org/drawingml/2006/main">
              <a:ext uri="{FF2B5EF4-FFF2-40B4-BE49-F238E27FC236}">
                <a16:creationId xmlns:a16="http://schemas.microsoft.com/office/drawing/2014/main" id="{CFA70307-1B28-48EF-AB6E-E05D45CD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3128-1">
            <a:extLst xmlns:a="http://schemas.openxmlformats.org/drawingml/2006/main">
              <a:ext uri="{FF2B5EF4-FFF2-40B4-BE49-F238E27FC236}">
                <a16:creationId xmlns:a16="http://schemas.microsoft.com/office/drawing/2014/main" id="{C10D0F3B-4EA0-400F-8553-8D920F27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vulnerability register risk treatment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vulnerabilities. The record treats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on 2026-07-14 as a residual-risk basis question focused on source reliability,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provenance, and corroboration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p03-src-003128 is the declared source; p03-full-002955 is the dependency that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13478897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28-2">
            <a:extLst xmlns:a="http://schemas.openxmlformats.org/drawingml/2006/main">
              <a:ext uri="{FF2B5EF4-FFF2-40B4-BE49-F238E27FC236}">
                <a16:creationId xmlns:a16="http://schemas.microsoft.com/office/drawing/2014/main" id="{E4D217E5-2513-4F86-8EF4-515E25FC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28-2">
            <a:extLst xmlns:a="http://schemas.openxmlformats.org/drawingml/2006/main">
              <a:ext uri="{FF2B5EF4-FFF2-40B4-BE49-F238E27FC236}">
                <a16:creationId xmlns:a16="http://schemas.microsoft.com/office/drawing/2014/main" id="{FD353243-9163-4440-ADC9-46E18FE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p03-full-003128</a:t>
            </a:r>
          </a:p>
        </p:txBody>
      </p:sp>
      <p:sp>
        <p:nvSpPr>
          <p:cNvPr id="3" name="qa-v2-r2-title-p03-full-003128-2">
            <a:extLst xmlns:a="http://schemas.openxmlformats.org/drawingml/2006/main">
              <a:ext uri="{FF2B5EF4-FFF2-40B4-BE49-F238E27FC236}">
                <a16:creationId xmlns:a16="http://schemas.microsoft.com/office/drawing/2014/main" id="{12B26F58-1186-4E99-A549-C1D4740F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3128-2">
            <a:extLst xmlns:a="http://schemas.openxmlformats.org/drawingml/2006/main">
              <a:ext uri="{FF2B5EF4-FFF2-40B4-BE49-F238E27FC236}">
                <a16:creationId xmlns:a16="http://schemas.microsoft.com/office/drawing/2014/main" id="{A485C7BC-F85B-46D1-A3F9-41E0A1B8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assigned record concerns vulnerability register risk treatment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security vulnerabilities and requires a reviewer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to explain how p03-src-003128 and p03-full-002955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 Set 184 is used with AC-27 to evaluate review-to-closure continuity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and source reliability, provenance, and corroboration quality, rather than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treat two identifiers as 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239198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28-3">
            <a:extLst xmlns:a="http://schemas.openxmlformats.org/drawingml/2006/main">
              <a:ext uri="{FF2B5EF4-FFF2-40B4-BE49-F238E27FC236}">
                <a16:creationId xmlns:a16="http://schemas.microsoft.com/office/drawing/2014/main" id="{CF90884C-A2A9-4269-A7C4-4BAA78BE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28-3">
            <a:extLst xmlns:a="http://schemas.openxmlformats.org/drawingml/2006/main">
              <a:ext uri="{FF2B5EF4-FFF2-40B4-BE49-F238E27FC236}">
                <a16:creationId xmlns:a16="http://schemas.microsoft.com/office/drawing/2014/main" id="{1DF6FD08-6ABF-41C0-8B52-65376906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p03-full-003128</a:t>
            </a:r>
          </a:p>
        </p:txBody>
      </p:sp>
      <p:sp>
        <p:nvSpPr>
          <p:cNvPr id="3" name="qa-v2-r2-title-p03-full-003128-3">
            <a:extLst xmlns:a="http://schemas.openxmlformats.org/drawingml/2006/main">
              <a:ext uri="{FF2B5EF4-FFF2-40B4-BE49-F238E27FC236}">
                <a16:creationId xmlns:a16="http://schemas.microsoft.com/office/drawing/2014/main" id="{6A9673A9-3F83-4BE5-B76B-664DE29F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3128-3">
            <a:extLst xmlns:a="http://schemas.openxmlformats.org/drawingml/2006/main">
              <a:ext uri="{FF2B5EF4-FFF2-40B4-BE49-F238E27FC236}">
                <a16:creationId xmlns:a16="http://schemas.microsoft.com/office/drawing/2014/main" id="{F9D9B3B7-E2F0-452C-B285-BF5CE286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A reviewer must identify the causal bridge from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When that bridge is absent, record a reasoned exception; the RISK-031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2063281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3128-4">
            <a:extLst xmlns:a="http://schemas.openxmlformats.org/drawingml/2006/main">
              <a:ext uri="{FF2B5EF4-FFF2-40B4-BE49-F238E27FC236}">
                <a16:creationId xmlns:a16="http://schemas.microsoft.com/office/drawing/2014/main" id="{B087B263-DA8F-4E8C-8874-C97AC889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3128-4">
            <a:extLst xmlns:a="http://schemas.openxmlformats.org/drawingml/2006/main">
              <a:ext uri="{FF2B5EF4-FFF2-40B4-BE49-F238E27FC236}">
                <a16:creationId xmlns:a16="http://schemas.microsoft.com/office/drawing/2014/main" id="{A60617BC-3FA4-473F-B858-FFEEDBB0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p03-full-003128</a:t>
            </a:r>
          </a:p>
        </p:txBody>
      </p:sp>
      <p:sp>
        <p:nvSpPr>
          <p:cNvPr id="3" name="qa-v2-r2-title-p03-full-003128-4">
            <a:extLst xmlns:a="http://schemas.openxmlformats.org/drawingml/2006/main">
              <a:ext uri="{FF2B5EF4-FFF2-40B4-BE49-F238E27FC236}">
                <a16:creationId xmlns:a16="http://schemas.microsoft.com/office/drawing/2014/main" id="{EB4A27BB-F169-4D45-AECA-25556B43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Follow-up record</a:t>
            </a:r>
          </a:p>
        </p:txBody>
      </p:sp>
      <p:sp>
        <p:nvSpPr>
          <p:cNvPr id="4" name="qa-v2-r2-body-p03-full-003128-4">
            <a:extLst xmlns:a="http://schemas.openxmlformats.org/drawingml/2006/main">
              <a:ext uri="{FF2B5EF4-FFF2-40B4-BE49-F238E27FC236}">
                <a16:creationId xmlns:a16="http://schemas.microsoft.com/office/drawing/2014/main" id="{C4F04833-C23A-4DF4-808C-8B9C96F0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next review compares the changed source fact with p03-full-002955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retains an explicit residual-risk basis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 counterexample is recorded separately so it cannot be mistaken for approval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evidence.</a:t>
            </a:r>
          </a:p>
        </p:txBody>
      </p:sp>
    </p:spTree>
    <p:extLst>
      <p:ext uri="{BB962C8B-B14F-4D97-AF65-F5344CB8AC3E}">
        <p14:creationId xmlns:p14="http://schemas.microsoft.com/office/powerpoint/2010/main" val="2063281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2026-08-25T13:10:53.7800000Z</dcterms:created>
  <dcterms:modified xsi:type="dcterms:W3CDTF">2026-08-25T13:10:53.7800000Z</dcterms:modified>
</coreProperties>
</file>