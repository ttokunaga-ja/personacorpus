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d50f8f10d449ed" /><Relationship Type="http://schemas.openxmlformats.org/officeDocument/2006/relationships/extended-properties" Target="/docProps/app.xml" Id="R233723d0a2f64e6d" /><Relationship Type="http://schemas.openxmlformats.org/officeDocument/2006/relationships/officeDocument" Target="/ppt/presentation.xml" Id="Rebcda48ea268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a4c6e3ce274d2b"/>
  </p:sldMasterIdLst>
  <p:notesMasterIdLst>
    <p:notesMasterId xmlns:r="http://schemas.openxmlformats.org/officeDocument/2006/relationships" r:id="Ra5385a64f710494a"/>
  </p:notesMasterIdLst>
  <p:sldIdLst>
    <p:sldId xmlns:r="http://schemas.openxmlformats.org/officeDocument/2006/relationships" id="256" r:id="R9276cf200eac4aac"/>
    <p:sldId xmlns:r="http://schemas.openxmlformats.org/officeDocument/2006/relationships" id="257" r:id="Reab2bc90e1344425"/>
    <p:sldId xmlns:r="http://schemas.openxmlformats.org/officeDocument/2006/relationships" id="258" r:id="R3bcefdafcf804cdb"/>
    <p:sldId xmlns:r="http://schemas.openxmlformats.org/officeDocument/2006/relationships" id="259" r:id="R0b7cb10e1dc14d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cab4a287494b5d" /><Relationship Type="http://schemas.openxmlformats.org/officeDocument/2006/relationships/slideMaster" Target="/ppt/slideMasters/slideMaster1.xml" Id="Reba4c6e3ce274d2b" /><Relationship Type="http://schemas.openxmlformats.org/officeDocument/2006/relationships/notesMaster" Target="/ppt/notesMasters/notesMaster1.xml" Id="Ra5385a64f710494a" /><Relationship Type="http://schemas.openxmlformats.org/officeDocument/2006/relationships/presProps" Target="/ppt/presProps.xml" Id="R127351738cb944de" /><Relationship Type="http://schemas.openxmlformats.org/officeDocument/2006/relationships/tableStyles" Target="/ppt/tableStyles.xml" Id="R83570f2eac8c4d70" /><Relationship Type="http://schemas.openxmlformats.org/officeDocument/2006/relationships/slide" Target="/ppt/slides/slide1.xml" Id="R9276cf200eac4aac" /><Relationship Type="http://schemas.openxmlformats.org/officeDocument/2006/relationships/slide" Target="/ppt/slides/slide2.xml" Id="Reab2bc90e1344425" /><Relationship Type="http://schemas.openxmlformats.org/officeDocument/2006/relationships/slide" Target="/ppt/slides/slide3.xml" Id="R3bcefdafcf804cdb" /><Relationship Type="http://schemas.openxmlformats.org/officeDocument/2006/relationships/slide" Target="/ppt/slides/slide4.xml" Id="R0b7cb10e1dc1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92ab73e9a64f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9efd3deb0f47f3" /><Relationship Type="http://schemas.openxmlformats.org/officeDocument/2006/relationships/notesMaster" Target="/ppt/notesMasters/notesMaster1.xml" Id="R09ba5d8325a64e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fdbd5a989843ff" /><Relationship Type="http://schemas.openxmlformats.org/officeDocument/2006/relationships/notesMaster" Target="/ppt/notesMasters/notesMaster1.xml" Id="R9baeb27313e34b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5dddc4a7e74a59" /><Relationship Type="http://schemas.openxmlformats.org/officeDocument/2006/relationships/notesMaster" Target="/ppt/notesMasters/notesMaster1.xml" Id="R1f41ab68088546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fff2aa13964675" /><Relationship Type="http://schemas.openxmlformats.org/officeDocument/2006/relationships/notesMaster" Target="/ppt/notesMasters/notesMaster1.xml" Id="Re7e32b2bde814b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db0adb0bd44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8458625a9846ab" /><Relationship Type="http://schemas.openxmlformats.org/officeDocument/2006/relationships/slideLayout" Target="/ppt/slideLayouts/slideLayout1.xml" Id="R2f2bd4ac917447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bd4ac917447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6820814ff4b93" /><Relationship Type="http://schemas.openxmlformats.org/officeDocument/2006/relationships/notesSlide" Target="/ppt/notesSlides/notesSlide1.xml" Id="Rd74a3db4c23e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84b6f847e48ff" /><Relationship Type="http://schemas.openxmlformats.org/officeDocument/2006/relationships/notesSlide" Target="/ppt/notesSlides/notesSlide2.xml" Id="R68301ba80fec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c00dc3c504e30" /><Relationship Type="http://schemas.openxmlformats.org/officeDocument/2006/relationships/notesSlide" Target="/ppt/notesSlides/notesSlide3.xml" Id="R41161403ef3440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b6030b6014a06" /><Relationship Type="http://schemas.openxmlformats.org/officeDocument/2006/relationships/notesSlide" Target="/ppt/notesSlides/notesSlide4.xml" Id="R38307a8a1e4949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974-1">
            <a:extLst xmlns:a="http://schemas.openxmlformats.org/drawingml/2006/main">
              <a:ext uri="{FF2B5EF4-FFF2-40B4-BE49-F238E27FC236}">
                <a16:creationId xmlns:a16="http://schemas.microsoft.com/office/drawing/2014/main" id="{D080DBF3-1D39-4552-B227-352FB6B9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974-1">
            <a:extLst xmlns:a="http://schemas.openxmlformats.org/drawingml/2006/main">
              <a:ext uri="{FF2B5EF4-FFF2-40B4-BE49-F238E27FC236}">
                <a16:creationId xmlns:a16="http://schemas.microsoft.com/office/drawing/2014/main" id="{11EDE719-A5D0-4B44-8736-1C9C0547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p03-full-001974</a:t>
            </a:r>
          </a:p>
        </p:txBody>
      </p:sp>
      <p:sp>
        <p:nvSpPr>
          <p:cNvPr id="3" name="qa-v2-r2-title-p03-full-001974-1">
            <a:extLst xmlns:a="http://schemas.openxmlformats.org/drawingml/2006/main">
              <a:ext uri="{FF2B5EF4-FFF2-40B4-BE49-F238E27FC236}">
                <a16:creationId xmlns:a16="http://schemas.microsoft.com/office/drawing/2014/main" id="{6C83C489-C93E-46CB-AB40-5436A59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974-1">
            <a:extLst xmlns:a="http://schemas.openxmlformats.org/drawingml/2006/main">
              <a:ext uri="{FF2B5EF4-FFF2-40B4-BE49-F238E27FC236}">
                <a16:creationId xmlns:a16="http://schemas.microsoft.com/office/drawing/2014/main" id="{BE967E48-BFF8-4D62-B811-6580A6C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incident evidence custody check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incident reports.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2026-07-15 as a control scope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p03-src-001974 is the declared source; p03-full-000418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242362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974-2">
            <a:extLst xmlns:a="http://schemas.openxmlformats.org/drawingml/2006/main">
              <a:ext uri="{FF2B5EF4-FFF2-40B4-BE49-F238E27FC236}">
                <a16:creationId xmlns:a16="http://schemas.microsoft.com/office/drawing/2014/main" id="{9F47D324-276B-4031-8C6B-8483EC16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974-2">
            <a:extLst xmlns:a="http://schemas.openxmlformats.org/drawingml/2006/main">
              <a:ext uri="{FF2B5EF4-FFF2-40B4-BE49-F238E27FC236}">
                <a16:creationId xmlns:a16="http://schemas.microsoft.com/office/drawing/2014/main" id="{AE7D265C-02E9-480C-B957-B61FA7FA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p03-full-001974</a:t>
            </a:r>
          </a:p>
        </p:txBody>
      </p:sp>
      <p:sp>
        <p:nvSpPr>
          <p:cNvPr id="3" name="qa-v2-r2-title-p03-full-001974-2">
            <a:extLst xmlns:a="http://schemas.openxmlformats.org/drawingml/2006/main">
              <a:ext uri="{FF2B5EF4-FFF2-40B4-BE49-F238E27FC236}">
                <a16:creationId xmlns:a16="http://schemas.microsoft.com/office/drawing/2014/main" id="{01A3E69D-DF14-4030-9938-4F49366F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974-2">
            <a:extLst xmlns:a="http://schemas.openxmlformats.org/drawingml/2006/main">
              <a:ext uri="{FF2B5EF4-FFF2-40B4-BE49-F238E27FC236}">
                <a16:creationId xmlns:a16="http://schemas.microsoft.com/office/drawing/2014/main" id="{4C926102-BDD4-45B1-BB5E-B401CF6E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incident evidence custody check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incident reports and requires a reviewer to explain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how p03-src-001974 and p03-full-000418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control-to-evidence fit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2011630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974-3">
            <a:extLst xmlns:a="http://schemas.openxmlformats.org/drawingml/2006/main">
              <a:ext uri="{FF2B5EF4-FFF2-40B4-BE49-F238E27FC236}">
                <a16:creationId xmlns:a16="http://schemas.microsoft.com/office/drawing/2014/main" id="{1CFA8C0A-53F0-4F99-AD0E-CAE60018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974-3">
            <a:extLst xmlns:a="http://schemas.openxmlformats.org/drawingml/2006/main">
              <a:ext uri="{FF2B5EF4-FFF2-40B4-BE49-F238E27FC236}">
                <a16:creationId xmlns:a16="http://schemas.microsoft.com/office/drawing/2014/main" id="{8EC9E46C-5948-45B2-8B6C-C024541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p03-full-001974</a:t>
            </a:r>
          </a:p>
        </p:txBody>
      </p:sp>
      <p:sp>
        <p:nvSpPr>
          <p:cNvPr id="3" name="qa-v2-r2-title-p03-full-001974-3">
            <a:extLst xmlns:a="http://schemas.openxmlformats.org/drawingml/2006/main">
              <a:ext uri="{FF2B5EF4-FFF2-40B4-BE49-F238E27FC236}">
                <a16:creationId xmlns:a16="http://schemas.microsoft.com/office/drawing/2014/main" id="{0C9AF3EB-BEEC-4D58-8A4A-FF691C6D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974-3">
            <a:extLst xmlns:a="http://schemas.openxmlformats.org/drawingml/2006/main">
              <a:ext uri="{FF2B5EF4-FFF2-40B4-BE49-F238E27FC236}">
                <a16:creationId xmlns:a16="http://schemas.microsoft.com/office/drawing/2014/main" id="{F23B6E46-DFEE-450B-8CED-B56847FB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retain the accountable record;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939323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974-4">
            <a:extLst xmlns:a="http://schemas.openxmlformats.org/drawingml/2006/main">
              <a:ext uri="{FF2B5EF4-FFF2-40B4-BE49-F238E27FC236}">
                <a16:creationId xmlns:a16="http://schemas.microsoft.com/office/drawing/2014/main" id="{0F063E58-0E87-4253-9F3B-FC7841FF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974-4">
            <a:extLst xmlns:a="http://schemas.openxmlformats.org/drawingml/2006/main">
              <a:ext uri="{FF2B5EF4-FFF2-40B4-BE49-F238E27FC236}">
                <a16:creationId xmlns:a16="http://schemas.microsoft.com/office/drawing/2014/main" id="{F3DC8DDD-50F2-4D82-BC6A-C0B02DE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p03-full-001974</a:t>
            </a:r>
          </a:p>
        </p:txBody>
      </p:sp>
      <p:sp>
        <p:nvSpPr>
          <p:cNvPr id="3" name="qa-v2-r2-title-p03-full-001974-4">
            <a:extLst xmlns:a="http://schemas.openxmlformats.org/drawingml/2006/main">
              <a:ext uri="{FF2B5EF4-FFF2-40B4-BE49-F238E27FC236}">
                <a16:creationId xmlns:a16="http://schemas.microsoft.com/office/drawing/2014/main" id="{7E4CE2BF-4D6E-48B1-AF39-418C33E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1974-4">
            <a:extLst xmlns:a="http://schemas.openxmlformats.org/drawingml/2006/main">
              <a:ext uri="{FF2B5EF4-FFF2-40B4-BE49-F238E27FC236}">
                <a16:creationId xmlns:a16="http://schemas.microsoft.com/office/drawing/2014/main" id="{0E79F4F6-09F2-403B-8892-9D2C1A0C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p03-full-000418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scope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93932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2026-08-25T12:31:37.2590000Z</dcterms:created>
  <dcterms:modified xsi:type="dcterms:W3CDTF">2026-08-25T12:31:37.2590000Z</dcterms:modified>
</coreProperties>
</file>