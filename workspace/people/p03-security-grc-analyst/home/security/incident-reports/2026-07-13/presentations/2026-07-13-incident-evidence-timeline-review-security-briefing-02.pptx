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4fb3e7fa474e7e" /><Relationship Type="http://schemas.openxmlformats.org/officeDocument/2006/relationships/extended-properties" Target="/docProps/app.xml" Id="R0c16e92b44734e15" /><Relationship Type="http://schemas.openxmlformats.org/officeDocument/2006/relationships/officeDocument" Target="/ppt/presentation.xml" Id="Re937f07386ef40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7199d55d5f4c7d"/>
  </p:sldMasterIdLst>
  <p:notesMasterIdLst>
    <p:notesMasterId xmlns:r="http://schemas.openxmlformats.org/officeDocument/2006/relationships" r:id="Rdf73b1131a154bfd"/>
  </p:notesMasterIdLst>
  <p:sldIdLst>
    <p:sldId xmlns:r="http://schemas.openxmlformats.org/officeDocument/2006/relationships" id="256" r:id="R7eecfcda919343df"/>
    <p:sldId xmlns:r="http://schemas.openxmlformats.org/officeDocument/2006/relationships" id="257" r:id="Rf25135908e1b4a98"/>
    <p:sldId xmlns:r="http://schemas.openxmlformats.org/officeDocument/2006/relationships" id="258" r:id="Ra004d8153ef9457b"/>
    <p:sldId xmlns:r="http://schemas.openxmlformats.org/officeDocument/2006/relationships" id="259" r:id="R331f288737d340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ff1c2e16574886" /><Relationship Type="http://schemas.openxmlformats.org/officeDocument/2006/relationships/slideMaster" Target="/ppt/slideMasters/slideMaster1.xml" Id="Re07199d55d5f4c7d" /><Relationship Type="http://schemas.openxmlformats.org/officeDocument/2006/relationships/notesMaster" Target="/ppt/notesMasters/notesMaster1.xml" Id="Rdf73b1131a154bfd" /><Relationship Type="http://schemas.openxmlformats.org/officeDocument/2006/relationships/presProps" Target="/ppt/presProps.xml" Id="R41794fa422464e2c" /><Relationship Type="http://schemas.openxmlformats.org/officeDocument/2006/relationships/tableStyles" Target="/ppt/tableStyles.xml" Id="R1ec92a9a9e924a00" /><Relationship Type="http://schemas.openxmlformats.org/officeDocument/2006/relationships/slide" Target="/ppt/slides/slide1.xml" Id="R7eecfcda919343df" /><Relationship Type="http://schemas.openxmlformats.org/officeDocument/2006/relationships/slide" Target="/ppt/slides/slide2.xml" Id="Rf25135908e1b4a98" /><Relationship Type="http://schemas.openxmlformats.org/officeDocument/2006/relationships/slide" Target="/ppt/slides/slide3.xml" Id="Ra004d8153ef9457b" /><Relationship Type="http://schemas.openxmlformats.org/officeDocument/2006/relationships/slide" Target="/ppt/slides/slide4.xml" Id="R331f288737d340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d3412be9624d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4eb535423c45d2" /><Relationship Type="http://schemas.openxmlformats.org/officeDocument/2006/relationships/notesMaster" Target="/ppt/notesMasters/notesMaster1.xml" Id="R63d8bb0d6d9447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c8e96404d54d4b" /><Relationship Type="http://schemas.openxmlformats.org/officeDocument/2006/relationships/notesMaster" Target="/ppt/notesMasters/notesMaster1.xml" Id="Re55eaa461ae745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1ddb4012e448c1" /><Relationship Type="http://schemas.openxmlformats.org/officeDocument/2006/relationships/notesMaster" Target="/ppt/notesMasters/notesMaster1.xml" Id="R3d1d4a1b730444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c4626bcd514013" /><Relationship Type="http://schemas.openxmlformats.org/officeDocument/2006/relationships/notesMaster" Target="/ppt/notesMasters/notesMaster1.xml" Id="Rd0431c2eac134d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0cc17ef0f42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c81a07ba244840" /><Relationship Type="http://schemas.openxmlformats.org/officeDocument/2006/relationships/slideLayout" Target="/ppt/slideLayouts/slideLayout1.xml" Id="R9a804f24c6c0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804f24c6c0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7a864ff734848" /><Relationship Type="http://schemas.openxmlformats.org/officeDocument/2006/relationships/notesSlide" Target="/ppt/notesSlides/notesSlide1.xml" Id="Rb7b578bd77e24a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e516e85d84e02" /><Relationship Type="http://schemas.openxmlformats.org/officeDocument/2006/relationships/notesSlide" Target="/ppt/notesSlides/notesSlide2.xml" Id="R1ac6a12c010f4d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e50d5396b43de" /><Relationship Type="http://schemas.openxmlformats.org/officeDocument/2006/relationships/notesSlide" Target="/ppt/notesSlides/notesSlide3.xml" Id="R36cd006609a340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13d779a684908" /><Relationship Type="http://schemas.openxmlformats.org/officeDocument/2006/relationships/notesSlide" Target="/ppt/notesSlides/notesSlide4.xml" Id="R91fc4b7b7a324d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973-1">
            <a:extLst xmlns:a="http://schemas.openxmlformats.org/drawingml/2006/main">
              <a:ext uri="{FF2B5EF4-FFF2-40B4-BE49-F238E27FC236}">
                <a16:creationId xmlns:a16="http://schemas.microsoft.com/office/drawing/2014/main" id="{0A1D5F92-D72D-4B7A-ABBC-53AF4D19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973-1">
            <a:extLst xmlns:a="http://schemas.openxmlformats.org/drawingml/2006/main">
              <a:ext uri="{FF2B5EF4-FFF2-40B4-BE49-F238E27FC236}">
                <a16:creationId xmlns:a16="http://schemas.microsoft.com/office/drawing/2014/main" id="{949FA59D-F9AE-4968-BA78-E883E7F8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p03-full-004973</a:t>
            </a:r>
          </a:p>
        </p:txBody>
      </p:sp>
      <p:sp>
        <p:nvSpPr>
          <p:cNvPr id="3" name="qa-v2-r2-title-p03-full-004973-1">
            <a:extLst xmlns:a="http://schemas.openxmlformats.org/drawingml/2006/main">
              <a:ext uri="{FF2B5EF4-FFF2-40B4-BE49-F238E27FC236}">
                <a16:creationId xmlns:a16="http://schemas.microsoft.com/office/drawing/2014/main" id="{D2474DAF-F855-43D3-AAC2-59009C0A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973-1">
            <a:extLst xmlns:a="http://schemas.openxmlformats.org/drawingml/2006/main">
              <a:ext uri="{FF2B5EF4-FFF2-40B4-BE49-F238E27FC236}">
                <a16:creationId xmlns:a16="http://schemas.microsoft.com/office/drawing/2014/main" id="{2CE89EBC-589C-46E2-AD56-C9A5629A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incident evidence timeline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incident reports.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2026-07-13.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p03-src-004973; p03-full-000378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record completeness assessment.</a:t>
            </a:r>
          </a:p>
        </p:txBody>
      </p:sp>
    </p:spTree>
    <p:extLst>
      <p:ext uri="{BB962C8B-B14F-4D97-AF65-F5344CB8AC3E}">
        <p14:creationId xmlns:p14="http://schemas.microsoft.com/office/powerpoint/2010/main" val="72424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973-2">
            <a:extLst xmlns:a="http://schemas.openxmlformats.org/drawingml/2006/main">
              <a:ext uri="{FF2B5EF4-FFF2-40B4-BE49-F238E27FC236}">
                <a16:creationId xmlns:a16="http://schemas.microsoft.com/office/drawing/2014/main" id="{92B29CDE-4A2C-46E3-9BE1-DC940F4D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973-2">
            <a:extLst xmlns:a="http://schemas.openxmlformats.org/drawingml/2006/main">
              <a:ext uri="{FF2B5EF4-FFF2-40B4-BE49-F238E27FC236}">
                <a16:creationId xmlns:a16="http://schemas.microsoft.com/office/drawing/2014/main" id="{EA6A3167-E842-4CCC-A751-05A7DE9B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p03-full-004973</a:t>
            </a:r>
          </a:p>
        </p:txBody>
      </p:sp>
      <p:sp>
        <p:nvSpPr>
          <p:cNvPr id="3" name="qa-v2-r2-title-p03-full-004973-2">
            <a:extLst xmlns:a="http://schemas.openxmlformats.org/drawingml/2006/main">
              <a:ext uri="{FF2B5EF4-FFF2-40B4-BE49-F238E27FC236}">
                <a16:creationId xmlns:a16="http://schemas.microsoft.com/office/drawing/2014/main" id="{EACC6309-9385-4E37-8F19-264513CF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973-2">
            <a:extLst xmlns:a="http://schemas.openxmlformats.org/drawingml/2006/main">
              <a:ext uri="{FF2B5EF4-FFF2-40B4-BE49-F238E27FC236}">
                <a16:creationId xmlns:a16="http://schemas.microsoft.com/office/drawing/2014/main" id="{FDFDA0D4-1E19-4A99-995D-686B1A6C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incident evidence timeline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 security briefing within security incident reports and requires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reviewer to explain how p03-src-004973 and p03-full-000378 support the stated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scope-to-treatment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860331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973-3">
            <a:extLst xmlns:a="http://schemas.openxmlformats.org/drawingml/2006/main">
              <a:ext uri="{FF2B5EF4-FFF2-40B4-BE49-F238E27FC236}">
                <a16:creationId xmlns:a16="http://schemas.microsoft.com/office/drawing/2014/main" id="{35C6F4AA-CAD0-4F14-8C99-ED2C894C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973-3">
            <a:extLst xmlns:a="http://schemas.openxmlformats.org/drawingml/2006/main">
              <a:ext uri="{FF2B5EF4-FFF2-40B4-BE49-F238E27FC236}">
                <a16:creationId xmlns:a16="http://schemas.microsoft.com/office/drawing/2014/main" id="{E2304646-B1C1-4FA6-941E-B6AAB433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p03-full-004973</a:t>
            </a:r>
          </a:p>
        </p:txBody>
      </p:sp>
      <p:sp>
        <p:nvSpPr>
          <p:cNvPr id="3" name="qa-v2-r2-title-p03-full-004973-3">
            <a:extLst xmlns:a="http://schemas.openxmlformats.org/drawingml/2006/main">
              <a:ext uri="{FF2B5EF4-FFF2-40B4-BE49-F238E27FC236}">
                <a16:creationId xmlns:a16="http://schemas.microsoft.com/office/drawing/2014/main" id="{BAE6DAD8-B756-4A6F-90B7-CD9272EF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973-3">
            <a:extLst xmlns:a="http://schemas.openxmlformats.org/drawingml/2006/main">
              <a:ext uri="{FF2B5EF4-FFF2-40B4-BE49-F238E27FC236}">
                <a16:creationId xmlns:a16="http://schemas.microsoft.com/office/drawing/2014/main" id="{846414A0-471D-4DDA-B421-4D5347BB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document the decision condition;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604034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973-4">
            <a:extLst xmlns:a="http://schemas.openxmlformats.org/drawingml/2006/main">
              <a:ext uri="{FF2B5EF4-FFF2-40B4-BE49-F238E27FC236}">
                <a16:creationId xmlns:a16="http://schemas.microsoft.com/office/drawing/2014/main" id="{7DD9D8B5-0DD3-43EE-86E0-FD5ED053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973-4">
            <a:extLst xmlns:a="http://schemas.openxmlformats.org/drawingml/2006/main">
              <a:ext uri="{FF2B5EF4-FFF2-40B4-BE49-F238E27FC236}">
                <a16:creationId xmlns:a16="http://schemas.microsoft.com/office/drawing/2014/main" id="{8AFF91A8-CDF3-4CA8-8C6D-948A2B2A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p03-full-004973</a:t>
            </a:r>
          </a:p>
        </p:txBody>
      </p:sp>
      <p:sp>
        <p:nvSpPr>
          <p:cNvPr id="3" name="qa-v2-r2-title-p03-full-004973-4">
            <a:extLst xmlns:a="http://schemas.openxmlformats.org/drawingml/2006/main">
              <a:ext uri="{FF2B5EF4-FFF2-40B4-BE49-F238E27FC236}">
                <a16:creationId xmlns:a16="http://schemas.microsoft.com/office/drawing/2014/main" id="{E67AEAE6-1F24-4974-B1D7-73C4937F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973-4">
            <a:extLst xmlns:a="http://schemas.openxmlformats.org/drawingml/2006/main">
              <a:ext uri="{FF2B5EF4-FFF2-40B4-BE49-F238E27FC236}">
                <a16:creationId xmlns:a16="http://schemas.microsoft.com/office/drawing/2014/main" id="{49D9B48D-084A-4A23-8646-C89CF9F9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p03-src-004973 with p03-full-000378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record completeness.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604034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2026-08-25T12:31:15.9090000Z</dcterms:created>
  <dcterms:modified xsi:type="dcterms:W3CDTF">2026-08-25T12:31:15.9090000Z</dcterms:modified>
</coreProperties>
</file>