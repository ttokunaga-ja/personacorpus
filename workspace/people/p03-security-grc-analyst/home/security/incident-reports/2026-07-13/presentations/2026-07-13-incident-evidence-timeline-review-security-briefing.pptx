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b1c85c6e0247e7" /><Relationship Type="http://schemas.openxmlformats.org/officeDocument/2006/relationships/extended-properties" Target="/docProps/app.xml" Id="R023a55e3928e4375" /><Relationship Type="http://schemas.openxmlformats.org/officeDocument/2006/relationships/officeDocument" Target="/ppt/presentation.xml" Id="R63a290aac65946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cd3f9186b547a6"/>
  </p:sldMasterIdLst>
  <p:notesMasterIdLst>
    <p:notesMasterId xmlns:r="http://schemas.openxmlformats.org/officeDocument/2006/relationships" r:id="Rfa71469202864816"/>
  </p:notesMasterIdLst>
  <p:sldIdLst>
    <p:sldId xmlns:r="http://schemas.openxmlformats.org/officeDocument/2006/relationships" id="256" r:id="R9687c20f90c94b0c"/>
    <p:sldId xmlns:r="http://schemas.openxmlformats.org/officeDocument/2006/relationships" id="257" r:id="Rd697a1e0844644ac"/>
    <p:sldId xmlns:r="http://schemas.openxmlformats.org/officeDocument/2006/relationships" id="258" r:id="Ra52e5907baca447f"/>
    <p:sldId xmlns:r="http://schemas.openxmlformats.org/officeDocument/2006/relationships" id="259" r:id="R047d1dfb13044e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69d71ed1894c56" /><Relationship Type="http://schemas.openxmlformats.org/officeDocument/2006/relationships/slideMaster" Target="/ppt/slideMasters/slideMaster1.xml" Id="R60cd3f9186b547a6" /><Relationship Type="http://schemas.openxmlformats.org/officeDocument/2006/relationships/notesMaster" Target="/ppt/notesMasters/notesMaster1.xml" Id="Rfa71469202864816" /><Relationship Type="http://schemas.openxmlformats.org/officeDocument/2006/relationships/presProps" Target="/ppt/presProps.xml" Id="R943fb22457864489" /><Relationship Type="http://schemas.openxmlformats.org/officeDocument/2006/relationships/tableStyles" Target="/ppt/tableStyles.xml" Id="R9411ec28370c4615" /><Relationship Type="http://schemas.openxmlformats.org/officeDocument/2006/relationships/slide" Target="/ppt/slides/slide1.xml" Id="R9687c20f90c94b0c" /><Relationship Type="http://schemas.openxmlformats.org/officeDocument/2006/relationships/slide" Target="/ppt/slides/slide2.xml" Id="Rd697a1e0844644ac" /><Relationship Type="http://schemas.openxmlformats.org/officeDocument/2006/relationships/slide" Target="/ppt/slides/slide3.xml" Id="Ra52e5907baca447f" /><Relationship Type="http://schemas.openxmlformats.org/officeDocument/2006/relationships/slide" Target="/ppt/slides/slide4.xml" Id="R047d1dfb13044e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72941583cb44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2a4464175f4b44" /><Relationship Type="http://schemas.openxmlformats.org/officeDocument/2006/relationships/notesMaster" Target="/ppt/notesMasters/notesMaster1.xml" Id="Rb65c4911ab6c49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9b14b4387c4193" /><Relationship Type="http://schemas.openxmlformats.org/officeDocument/2006/relationships/notesMaster" Target="/ppt/notesMasters/notesMaster1.xml" Id="R2d041669d51f48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20484465034182" /><Relationship Type="http://schemas.openxmlformats.org/officeDocument/2006/relationships/notesMaster" Target="/ppt/notesMasters/notesMaster1.xml" Id="R245f012248164c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dfabbfa74a46b9" /><Relationship Type="http://schemas.openxmlformats.org/officeDocument/2006/relationships/notesMaster" Target="/ppt/notesMasters/notesMaster1.xml" Id="R860b1de5ae2d4f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1ac4966ac4c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9bdbc06b5c43f4" /><Relationship Type="http://schemas.openxmlformats.org/officeDocument/2006/relationships/slideLayout" Target="/ppt/slideLayouts/slideLayout1.xml" Id="R9c0e0ecc7f2449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0e0ecc7f2449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f6cf7f34c4a10" /><Relationship Type="http://schemas.openxmlformats.org/officeDocument/2006/relationships/notesSlide" Target="/ppt/notesSlides/notesSlide1.xml" Id="R10bf8a38ff5a4b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1436838894897" /><Relationship Type="http://schemas.openxmlformats.org/officeDocument/2006/relationships/notesSlide" Target="/ppt/notesSlides/notesSlide2.xml" Id="R57f60425f8b948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6b7ce96a541b3" /><Relationship Type="http://schemas.openxmlformats.org/officeDocument/2006/relationships/notesSlide" Target="/ppt/notesSlides/notesSlide3.xml" Id="R4292926d292742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912860bbf4e3d" /><Relationship Type="http://schemas.openxmlformats.org/officeDocument/2006/relationships/notesSlide" Target="/ppt/notesSlides/notesSlide4.xml" Id="Rea9c53096c3849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273-1">
            <a:extLst xmlns:a="http://schemas.openxmlformats.org/drawingml/2006/main">
              <a:ext uri="{FF2B5EF4-FFF2-40B4-BE49-F238E27FC236}">
                <a16:creationId xmlns:a16="http://schemas.microsoft.com/office/drawing/2014/main" id="{2DE06742-378E-41F0-8652-EE02DD69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273-1">
            <a:extLst xmlns:a="http://schemas.openxmlformats.org/drawingml/2006/main">
              <a:ext uri="{FF2B5EF4-FFF2-40B4-BE49-F238E27FC236}">
                <a16:creationId xmlns:a16="http://schemas.microsoft.com/office/drawing/2014/main" id="{4B0DCC6E-4AAE-49DE-9790-9FF0E755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p03-full-004273</a:t>
            </a:r>
          </a:p>
        </p:txBody>
      </p:sp>
      <p:sp>
        <p:nvSpPr>
          <p:cNvPr id="3" name="qa-v2-r2-title-p03-full-004273-1">
            <a:extLst xmlns:a="http://schemas.openxmlformats.org/drawingml/2006/main">
              <a:ext uri="{FF2B5EF4-FFF2-40B4-BE49-F238E27FC236}">
                <a16:creationId xmlns:a16="http://schemas.microsoft.com/office/drawing/2014/main" id="{33F01422-9705-441C-AAB3-C2FF69FB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4273-1">
            <a:extLst xmlns:a="http://schemas.openxmlformats.org/drawingml/2006/main">
              <a:ext uri="{FF2B5EF4-FFF2-40B4-BE49-F238E27FC236}">
                <a16:creationId xmlns:a16="http://schemas.microsoft.com/office/drawing/2014/main" id="{5E811C45-1A1B-4BAF-A5F2-290A3FFE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incident evidence timeline review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security incident reports. The record treats RISK-031 on 2026-07-13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as an assessment context question focused on source reliability, provenance,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p03-src-004273 is the declared source; p03-full-000179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5603395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1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273-2">
            <a:extLst xmlns:a="http://schemas.openxmlformats.org/drawingml/2006/main">
              <a:ext uri="{FF2B5EF4-FFF2-40B4-BE49-F238E27FC236}">
                <a16:creationId xmlns:a16="http://schemas.microsoft.com/office/drawing/2014/main" id="{2AF4600B-2D0E-402A-B097-E5289AB9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273-2">
            <a:extLst xmlns:a="http://schemas.openxmlformats.org/drawingml/2006/main">
              <a:ext uri="{FF2B5EF4-FFF2-40B4-BE49-F238E27FC236}">
                <a16:creationId xmlns:a16="http://schemas.microsoft.com/office/drawing/2014/main" id="{9293646E-8832-476C-B80D-15BCF961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p03-full-004273</a:t>
            </a:r>
          </a:p>
        </p:txBody>
      </p:sp>
      <p:sp>
        <p:nvSpPr>
          <p:cNvPr id="3" name="qa-v2-r2-title-p03-full-004273-2">
            <a:extLst xmlns:a="http://schemas.openxmlformats.org/drawingml/2006/main">
              <a:ext uri="{FF2B5EF4-FFF2-40B4-BE49-F238E27FC236}">
                <a16:creationId xmlns:a16="http://schemas.microsoft.com/office/drawing/2014/main" id="{7DF6E854-CDC1-440F-AB42-E9107E6A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4273-2">
            <a:extLst xmlns:a="http://schemas.openxmlformats.org/drawingml/2006/main">
              <a:ext uri="{FF2B5EF4-FFF2-40B4-BE49-F238E27FC236}">
                <a16:creationId xmlns:a16="http://schemas.microsoft.com/office/drawing/2014/main" id="{61B7C98A-08AD-42EA-8E27-39033484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incident evidence timeline review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incident reports and requires a reviewer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to explain how p03-src-004273 and p03-full-000179 support the stated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dependency-to-action relevance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source reliability, provenance, and corroboration quality, rather than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846910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8B08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273-3">
            <a:extLst xmlns:a="http://schemas.openxmlformats.org/drawingml/2006/main">
              <a:ext uri="{FF2B5EF4-FFF2-40B4-BE49-F238E27FC236}">
                <a16:creationId xmlns:a16="http://schemas.microsoft.com/office/drawing/2014/main" id="{7565B056-0430-4B05-8777-389124D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273-3">
            <a:extLst xmlns:a="http://schemas.openxmlformats.org/drawingml/2006/main">
              <a:ext uri="{FF2B5EF4-FFF2-40B4-BE49-F238E27FC236}">
                <a16:creationId xmlns:a16="http://schemas.microsoft.com/office/drawing/2014/main" id="{F1F7370A-9B2C-4929-8EF4-E13D22B5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p03-full-004273</a:t>
            </a:r>
          </a:p>
        </p:txBody>
      </p:sp>
      <p:sp>
        <p:nvSpPr>
          <p:cNvPr id="3" name="qa-v2-r2-title-p03-full-004273-3">
            <a:extLst xmlns:a="http://schemas.openxmlformats.org/drawingml/2006/main">
              <a:ext uri="{FF2B5EF4-FFF2-40B4-BE49-F238E27FC236}">
                <a16:creationId xmlns:a16="http://schemas.microsoft.com/office/drawing/2014/main" id="{AF0C66F1-A62B-4D59-AC56-ADB56CF7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4273-3">
            <a:extLst xmlns:a="http://schemas.openxmlformats.org/drawingml/2006/main">
              <a:ext uri="{FF2B5EF4-FFF2-40B4-BE49-F238E27FC236}">
                <a16:creationId xmlns:a16="http://schemas.microsoft.com/office/drawing/2014/main" id="{F59BE98A-4C0B-40F0-B242-9D9941AB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request an explicit corroborating note;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6469002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8B08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273-4">
            <a:extLst xmlns:a="http://schemas.openxmlformats.org/drawingml/2006/main">
              <a:ext uri="{FF2B5EF4-FFF2-40B4-BE49-F238E27FC236}">
                <a16:creationId xmlns:a16="http://schemas.microsoft.com/office/drawing/2014/main" id="{CBE35055-128F-4251-9017-92A5FA95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273-4">
            <a:extLst xmlns:a="http://schemas.openxmlformats.org/drawingml/2006/main">
              <a:ext uri="{FF2B5EF4-FFF2-40B4-BE49-F238E27FC236}">
                <a16:creationId xmlns:a16="http://schemas.microsoft.com/office/drawing/2014/main" id="{017C33BC-D69C-46D1-9092-C64140D9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p03-full-004273</a:t>
            </a:r>
          </a:p>
        </p:txBody>
      </p:sp>
      <p:sp>
        <p:nvSpPr>
          <p:cNvPr id="3" name="qa-v2-r2-title-p03-full-004273-4">
            <a:extLst xmlns:a="http://schemas.openxmlformats.org/drawingml/2006/main">
              <a:ext uri="{FF2B5EF4-FFF2-40B4-BE49-F238E27FC236}">
                <a16:creationId xmlns:a16="http://schemas.microsoft.com/office/drawing/2014/main" id="{F20707D2-4671-439A-844F-64A909DE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4273-4">
            <a:extLst xmlns:a="http://schemas.openxmlformats.org/drawingml/2006/main">
              <a:ext uri="{FF2B5EF4-FFF2-40B4-BE49-F238E27FC236}">
                <a16:creationId xmlns:a16="http://schemas.microsoft.com/office/drawing/2014/main" id="{C0357E13-6ACA-4E31-86D5-139B9C3A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p03-full-000179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assessment context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6469002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2026-08-25T12:30:54.4390000Z</dcterms:created>
  <dcterms:modified xsi:type="dcterms:W3CDTF">2026-08-25T12:30:54.4390000Z</dcterms:modified>
</coreProperties>
</file>