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b111eeeb3e4266" /><Relationship Type="http://schemas.openxmlformats.org/officeDocument/2006/relationships/extended-properties" Target="/docProps/app.xml" Id="R8751eb32ef954016" /><Relationship Type="http://schemas.openxmlformats.org/officeDocument/2006/relationships/officeDocument" Target="/ppt/presentation.xml" Id="R63683322170145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8d3599bd424b1c"/>
  </p:sldMasterIdLst>
  <p:notesMasterIdLst>
    <p:notesMasterId xmlns:r="http://schemas.openxmlformats.org/officeDocument/2006/relationships" r:id="R86f87968d57846c8"/>
  </p:notesMasterIdLst>
  <p:sldIdLst>
    <p:sldId xmlns:r="http://schemas.openxmlformats.org/officeDocument/2006/relationships" id="256" r:id="R0cfafe262d3f416e"/>
    <p:sldId xmlns:r="http://schemas.openxmlformats.org/officeDocument/2006/relationships" id="257" r:id="R5cff9daef67d4bcf"/>
    <p:sldId xmlns:r="http://schemas.openxmlformats.org/officeDocument/2006/relationships" id="258" r:id="R588ae4f2d0744a50"/>
    <p:sldId xmlns:r="http://schemas.openxmlformats.org/officeDocument/2006/relationships" id="259" r:id="Rdb91bea5ef7848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7d29f441d34640" /><Relationship Type="http://schemas.openxmlformats.org/officeDocument/2006/relationships/slideMaster" Target="/ppt/slideMasters/slideMaster1.xml" Id="Rb58d3599bd424b1c" /><Relationship Type="http://schemas.openxmlformats.org/officeDocument/2006/relationships/notesMaster" Target="/ppt/notesMasters/notesMaster1.xml" Id="R86f87968d57846c8" /><Relationship Type="http://schemas.openxmlformats.org/officeDocument/2006/relationships/presProps" Target="/ppt/presProps.xml" Id="R2a631180d1724b20" /><Relationship Type="http://schemas.openxmlformats.org/officeDocument/2006/relationships/tableStyles" Target="/ppt/tableStyles.xml" Id="R089fb23be9cd47a5" /><Relationship Type="http://schemas.openxmlformats.org/officeDocument/2006/relationships/slide" Target="/ppt/slides/slide1.xml" Id="R0cfafe262d3f416e" /><Relationship Type="http://schemas.openxmlformats.org/officeDocument/2006/relationships/slide" Target="/ppt/slides/slide2.xml" Id="R5cff9daef67d4bcf" /><Relationship Type="http://schemas.openxmlformats.org/officeDocument/2006/relationships/slide" Target="/ppt/slides/slide3.xml" Id="R588ae4f2d0744a50" /><Relationship Type="http://schemas.openxmlformats.org/officeDocument/2006/relationships/slide" Target="/ppt/slides/slide4.xml" Id="Rdb91bea5ef7848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29de933c4f45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99444e85944eb3" /><Relationship Type="http://schemas.openxmlformats.org/officeDocument/2006/relationships/notesMaster" Target="/ppt/notesMasters/notesMaster1.xml" Id="Racf4cf5635874a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e0edab1b2e4842" /><Relationship Type="http://schemas.openxmlformats.org/officeDocument/2006/relationships/notesMaster" Target="/ppt/notesMasters/notesMaster1.xml" Id="Rdb17da22852a41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8cbf3206a641da" /><Relationship Type="http://schemas.openxmlformats.org/officeDocument/2006/relationships/notesMaster" Target="/ppt/notesMasters/notesMaster1.xml" Id="R5f50d341774544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96a3c9d46b4656" /><Relationship Type="http://schemas.openxmlformats.org/officeDocument/2006/relationships/notesMaster" Target="/ppt/notesMasters/notesMaster1.xml" Id="R86348006ebd644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f68c3498142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af711809104909" /><Relationship Type="http://schemas.openxmlformats.org/officeDocument/2006/relationships/slideLayout" Target="/ppt/slideLayouts/slideLayout1.xml" Id="Rbaab49a75da64a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ab49a75da64a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917c06a1241e3" /><Relationship Type="http://schemas.openxmlformats.org/officeDocument/2006/relationships/notesSlide" Target="/ppt/notesSlides/notesSlide1.xml" Id="R8186d4fde41b4c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abbd4c42646cb" /><Relationship Type="http://schemas.openxmlformats.org/officeDocument/2006/relationships/notesSlide" Target="/ppt/notesSlides/notesSlide2.xml" Id="Rc7c40fc0530841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428b500b34f8d" /><Relationship Type="http://schemas.openxmlformats.org/officeDocument/2006/relationships/notesSlide" Target="/ppt/notesSlides/notesSlide3.xml" Id="R184d68dacf7a4d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2fc31e9594565" /><Relationship Type="http://schemas.openxmlformats.org/officeDocument/2006/relationships/notesSlide" Target="/ppt/notesSlides/notesSlide4.xml" Id="R9fa2feb571fd44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828-1">
            <a:extLst xmlns:a="http://schemas.openxmlformats.org/drawingml/2006/main">
              <a:ext uri="{FF2B5EF4-FFF2-40B4-BE49-F238E27FC236}">
                <a16:creationId xmlns:a16="http://schemas.microsoft.com/office/drawing/2014/main" id="{BAF8DD27-D311-4C6B-BD84-21108D8A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828-1">
            <a:extLst xmlns:a="http://schemas.openxmlformats.org/drawingml/2006/main">
              <a:ext uri="{FF2B5EF4-FFF2-40B4-BE49-F238E27FC236}">
                <a16:creationId xmlns:a16="http://schemas.microsoft.com/office/drawing/2014/main" id="{D4396C29-ABE0-4CD5-9740-CF5D7CF4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p03-full-002828</a:t>
            </a:r>
          </a:p>
        </p:txBody>
      </p:sp>
      <p:sp>
        <p:nvSpPr>
          <p:cNvPr id="3" name="qa-v2-r2-title-p03-full-002828-1">
            <a:extLst xmlns:a="http://schemas.openxmlformats.org/drawingml/2006/main">
              <a:ext uri="{FF2B5EF4-FFF2-40B4-BE49-F238E27FC236}">
                <a16:creationId xmlns:a16="http://schemas.microsoft.com/office/drawing/2014/main" id="{C8649E79-3C21-40AC-96FD-2759DDBE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2828-1">
            <a:extLst xmlns:a="http://schemas.openxmlformats.org/drawingml/2006/main">
              <a:ext uri="{FF2B5EF4-FFF2-40B4-BE49-F238E27FC236}">
                <a16:creationId xmlns:a16="http://schemas.microsoft.com/office/drawing/2014/main" id="{8211749E-AFE5-4309-8000-5AF35544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incident evidence intake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incident reports. The record treats RISK-031 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 as a decision trace question focused on ownership,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boundaries, and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p03-src-002828 is the declared source; p03-full-000852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571019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828-2">
            <a:extLst xmlns:a="http://schemas.openxmlformats.org/drawingml/2006/main">
              <a:ext uri="{FF2B5EF4-FFF2-40B4-BE49-F238E27FC236}">
                <a16:creationId xmlns:a16="http://schemas.microsoft.com/office/drawing/2014/main" id="{A12F0323-079E-4CAA-B652-FEFF6D54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828-2">
            <a:extLst xmlns:a="http://schemas.openxmlformats.org/drawingml/2006/main">
              <a:ext uri="{FF2B5EF4-FFF2-40B4-BE49-F238E27FC236}">
                <a16:creationId xmlns:a16="http://schemas.microsoft.com/office/drawing/2014/main" id="{CA18EB54-0B0C-4BA8-BCC2-EBF42622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p03-full-002828</a:t>
            </a:r>
          </a:p>
        </p:txBody>
      </p:sp>
      <p:sp>
        <p:nvSpPr>
          <p:cNvPr id="3" name="qa-v2-r2-title-p03-full-002828-2">
            <a:extLst xmlns:a="http://schemas.openxmlformats.org/drawingml/2006/main">
              <a:ext uri="{FF2B5EF4-FFF2-40B4-BE49-F238E27FC236}">
                <a16:creationId xmlns:a16="http://schemas.microsoft.com/office/drawing/2014/main" id="{8CD72110-58F8-4078-B372-275DC6FA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2828-2">
            <a:extLst xmlns:a="http://schemas.openxmlformats.org/drawingml/2006/main">
              <a:ext uri="{FF2B5EF4-FFF2-40B4-BE49-F238E27FC236}">
                <a16:creationId xmlns:a16="http://schemas.microsoft.com/office/drawing/2014/main" id="{9C16497C-3D2D-4BBC-9D2F-3BD3C848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2026 q3 incident evidence intake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incident reports and requires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reviewer to explain how p03-src-002828 and p03-full-000852 support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timing consistency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ownership, approval boundaries, and accountability, rather than treat two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908188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4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828-3">
            <a:extLst xmlns:a="http://schemas.openxmlformats.org/drawingml/2006/main">
              <a:ext uri="{FF2B5EF4-FFF2-40B4-BE49-F238E27FC236}">
                <a16:creationId xmlns:a16="http://schemas.microsoft.com/office/drawing/2014/main" id="{BAC3D5BA-56CE-4253-9EAC-527BA1B4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828-3">
            <a:extLst xmlns:a="http://schemas.openxmlformats.org/drawingml/2006/main">
              <a:ext uri="{FF2B5EF4-FFF2-40B4-BE49-F238E27FC236}">
                <a16:creationId xmlns:a16="http://schemas.microsoft.com/office/drawing/2014/main" id="{08AA963B-A7F0-46CE-A2E0-D53A99C8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p03-full-002828</a:t>
            </a:r>
          </a:p>
        </p:txBody>
      </p:sp>
      <p:sp>
        <p:nvSpPr>
          <p:cNvPr id="3" name="qa-v2-r2-title-p03-full-002828-3">
            <a:extLst xmlns:a="http://schemas.openxmlformats.org/drawingml/2006/main">
              <a:ext uri="{FF2B5EF4-FFF2-40B4-BE49-F238E27FC236}">
                <a16:creationId xmlns:a16="http://schemas.microsoft.com/office/drawing/2014/main" id="{13387871-B7D1-4D9B-81B5-A48849FA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2828-3">
            <a:extLst xmlns:a="http://schemas.openxmlformats.org/drawingml/2006/main">
              <a:ext uri="{FF2B5EF4-FFF2-40B4-BE49-F238E27FC236}">
                <a16:creationId xmlns:a16="http://schemas.microsoft.com/office/drawing/2014/main" id="{43B4EDF3-1153-4D2F-8EFD-A1825AC7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verify the dependency meaning;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580309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4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2828-4">
            <a:extLst xmlns:a="http://schemas.openxmlformats.org/drawingml/2006/main">
              <a:ext uri="{FF2B5EF4-FFF2-40B4-BE49-F238E27FC236}">
                <a16:creationId xmlns:a16="http://schemas.microsoft.com/office/drawing/2014/main" id="{13EE08A9-A4A9-4628-BAEA-EEE32B70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2828-4">
            <a:extLst xmlns:a="http://schemas.openxmlformats.org/drawingml/2006/main">
              <a:ext uri="{FF2B5EF4-FFF2-40B4-BE49-F238E27FC236}">
                <a16:creationId xmlns:a16="http://schemas.microsoft.com/office/drawing/2014/main" id="{4254A48F-0470-4DC1-896E-1E4AB9E2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p03-full-002828</a:t>
            </a:r>
          </a:p>
        </p:txBody>
      </p:sp>
      <p:sp>
        <p:nvSpPr>
          <p:cNvPr id="3" name="qa-v2-r2-title-p03-full-002828-4">
            <a:extLst xmlns:a="http://schemas.openxmlformats.org/drawingml/2006/main">
              <a:ext uri="{FF2B5EF4-FFF2-40B4-BE49-F238E27FC236}">
                <a16:creationId xmlns:a16="http://schemas.microsoft.com/office/drawing/2014/main" id="{F9D638E2-C358-48A7-A9B1-CBDC705A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2828-4">
            <a:extLst xmlns:a="http://schemas.openxmlformats.org/drawingml/2006/main">
              <a:ext uri="{FF2B5EF4-FFF2-40B4-BE49-F238E27FC236}">
                <a16:creationId xmlns:a16="http://schemas.microsoft.com/office/drawing/2014/main" id="{723AD46D-4CDC-4179-92DB-8DB990F2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p03-full-000852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decision trace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1580309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2026-08-25T12:31:58.5990000Z</dcterms:created>
  <dcterms:modified xsi:type="dcterms:W3CDTF">2026-08-25T12:31:58.5990000Z</dcterms:modified>
</coreProperties>
</file>