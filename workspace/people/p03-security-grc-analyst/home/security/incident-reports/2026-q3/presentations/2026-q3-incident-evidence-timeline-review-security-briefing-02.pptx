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20d5794bc14c43" /><Relationship Type="http://schemas.openxmlformats.org/officeDocument/2006/relationships/extended-properties" Target="/docProps/app.xml" Id="Rb9d43a3e4bee48a9" /><Relationship Type="http://schemas.openxmlformats.org/officeDocument/2006/relationships/officeDocument" Target="/ppt/presentation.xml" Id="R48ed038c879e47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644392e0b74ad4"/>
  </p:sldMasterIdLst>
  <p:notesMasterIdLst>
    <p:notesMasterId xmlns:r="http://schemas.openxmlformats.org/officeDocument/2006/relationships" r:id="R8ed154281ba445b1"/>
  </p:notesMasterIdLst>
  <p:sldIdLst>
    <p:sldId xmlns:r="http://schemas.openxmlformats.org/officeDocument/2006/relationships" id="256" r:id="R967696f5ed134ea0"/>
    <p:sldId xmlns:r="http://schemas.openxmlformats.org/officeDocument/2006/relationships" id="257" r:id="Ra345e2c2b88b44dc"/>
    <p:sldId xmlns:r="http://schemas.openxmlformats.org/officeDocument/2006/relationships" id="258" r:id="Ra868fac294004e18"/>
    <p:sldId xmlns:r="http://schemas.openxmlformats.org/officeDocument/2006/relationships" id="259" r:id="Rb1b6658f22074d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823253227e4300" /><Relationship Type="http://schemas.openxmlformats.org/officeDocument/2006/relationships/slideMaster" Target="/ppt/slideMasters/slideMaster1.xml" Id="R67644392e0b74ad4" /><Relationship Type="http://schemas.openxmlformats.org/officeDocument/2006/relationships/notesMaster" Target="/ppt/notesMasters/notesMaster1.xml" Id="R8ed154281ba445b1" /><Relationship Type="http://schemas.openxmlformats.org/officeDocument/2006/relationships/presProps" Target="/ppt/presProps.xml" Id="Rde968d9768ab4672" /><Relationship Type="http://schemas.openxmlformats.org/officeDocument/2006/relationships/tableStyles" Target="/ppt/tableStyles.xml" Id="Rd76396bd50a34526" /><Relationship Type="http://schemas.openxmlformats.org/officeDocument/2006/relationships/slide" Target="/ppt/slides/slide1.xml" Id="R967696f5ed134ea0" /><Relationship Type="http://schemas.openxmlformats.org/officeDocument/2006/relationships/slide" Target="/ppt/slides/slide2.xml" Id="Ra345e2c2b88b44dc" /><Relationship Type="http://schemas.openxmlformats.org/officeDocument/2006/relationships/slide" Target="/ppt/slides/slide3.xml" Id="Ra868fac294004e18" /><Relationship Type="http://schemas.openxmlformats.org/officeDocument/2006/relationships/slide" Target="/ppt/slides/slide4.xml" Id="Rb1b6658f22074d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6bc89177d547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d2291d620e4e09" /><Relationship Type="http://schemas.openxmlformats.org/officeDocument/2006/relationships/notesMaster" Target="/ppt/notesMasters/notesMaster1.xml" Id="R76187b6912a64d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d02dfc2e3244cf" /><Relationship Type="http://schemas.openxmlformats.org/officeDocument/2006/relationships/notesMaster" Target="/ppt/notesMasters/notesMaster1.xml" Id="R5973008bc49a4f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6ef76d398e4a7e" /><Relationship Type="http://schemas.openxmlformats.org/officeDocument/2006/relationships/notesMaster" Target="/ppt/notesMasters/notesMaster1.xml" Id="R81c7a621382445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a2daac1ae24da8" /><Relationship Type="http://schemas.openxmlformats.org/officeDocument/2006/relationships/notesMaster" Target="/ppt/notesMasters/notesMaster1.xml" Id="R57e19190a22940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ba153864794b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72d2ff34024a22" /><Relationship Type="http://schemas.openxmlformats.org/officeDocument/2006/relationships/slideLayout" Target="/ppt/slideLayouts/slideLayout1.xml" Id="R6b83b05025c540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83b05025c540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99414853c464c" /><Relationship Type="http://schemas.openxmlformats.org/officeDocument/2006/relationships/notesSlide" Target="/ppt/notesSlides/notesSlide1.xml" Id="R0ecc6962712b4a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2dd97a38d476e" /><Relationship Type="http://schemas.openxmlformats.org/officeDocument/2006/relationships/notesSlide" Target="/ppt/notesSlides/notesSlide2.xml" Id="Rb176421282b647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5b12e83064cd4" /><Relationship Type="http://schemas.openxmlformats.org/officeDocument/2006/relationships/notesSlide" Target="/ppt/notesSlides/notesSlide3.xml" Id="R42a90d258e4c4c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4cc382fa24a33" /><Relationship Type="http://schemas.openxmlformats.org/officeDocument/2006/relationships/notesSlide" Target="/ppt/notesSlides/notesSlide4.xml" Id="R4c764e5ce57446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073-1">
            <a:extLst xmlns:a="http://schemas.openxmlformats.org/drawingml/2006/main">
              <a:ext uri="{FF2B5EF4-FFF2-40B4-BE49-F238E27FC236}">
                <a16:creationId xmlns:a16="http://schemas.microsoft.com/office/drawing/2014/main" id="{CD87E88C-61E7-4665-A55C-F524C99E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073-1">
            <a:extLst xmlns:a="http://schemas.openxmlformats.org/drawingml/2006/main">
              <a:ext uri="{FF2B5EF4-FFF2-40B4-BE49-F238E27FC236}">
                <a16:creationId xmlns:a16="http://schemas.microsoft.com/office/drawing/2014/main" id="{9E7C175E-0FDC-48E9-95AC-14A3F224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p03-full-005073</a:t>
            </a:r>
          </a:p>
        </p:txBody>
      </p:sp>
      <p:sp>
        <p:nvSpPr>
          <p:cNvPr id="3" name="qa-v2-r2-title-p03-full-005073-1">
            <a:extLst xmlns:a="http://schemas.openxmlformats.org/drawingml/2006/main">
              <a:ext uri="{FF2B5EF4-FFF2-40B4-BE49-F238E27FC236}">
                <a16:creationId xmlns:a16="http://schemas.microsoft.com/office/drawing/2014/main" id="{1119B732-7832-45F8-9BC8-29E4D208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5073-1">
            <a:extLst xmlns:a="http://schemas.openxmlformats.org/drawingml/2006/main">
              <a:ext uri="{FF2B5EF4-FFF2-40B4-BE49-F238E27FC236}">
                <a16:creationId xmlns:a16="http://schemas.microsoft.com/office/drawing/2014/main" id="{8FDAEF07-D379-4697-A98A-0FC1C57A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incident evidence timeline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review security briefing within security incident reports. Declared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review date: 2026-07-20. The assessment emphasizes chronology,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recency, and decision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p03-src-005073; p03-full-000952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approval boundary assessment.</a:t>
            </a:r>
          </a:p>
        </p:txBody>
      </p:sp>
    </p:spTree>
    <p:extLst>
      <p:ext uri="{BB962C8B-B14F-4D97-AF65-F5344CB8AC3E}">
        <p14:creationId xmlns:p14="http://schemas.microsoft.com/office/powerpoint/2010/main" val="1262552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F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073-2">
            <a:extLst xmlns:a="http://schemas.openxmlformats.org/drawingml/2006/main">
              <a:ext uri="{FF2B5EF4-FFF2-40B4-BE49-F238E27FC236}">
                <a16:creationId xmlns:a16="http://schemas.microsoft.com/office/drawing/2014/main" id="{1E5F6DB5-49BD-423E-ABBF-0E751453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073-2">
            <a:extLst xmlns:a="http://schemas.openxmlformats.org/drawingml/2006/main">
              <a:ext uri="{FF2B5EF4-FFF2-40B4-BE49-F238E27FC236}">
                <a16:creationId xmlns:a16="http://schemas.microsoft.com/office/drawing/2014/main" id="{31D9DE60-0DD1-4603-A876-218FAAC7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p03-full-005073</a:t>
            </a:r>
          </a:p>
        </p:txBody>
      </p:sp>
      <p:sp>
        <p:nvSpPr>
          <p:cNvPr id="3" name="qa-v2-r2-title-p03-full-005073-2">
            <a:extLst xmlns:a="http://schemas.openxmlformats.org/drawingml/2006/main">
              <a:ext uri="{FF2B5EF4-FFF2-40B4-BE49-F238E27FC236}">
                <a16:creationId xmlns:a16="http://schemas.microsoft.com/office/drawing/2014/main" id="{D50EC114-D986-48C2-8C0B-0E357161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5073-2">
            <a:extLst xmlns:a="http://schemas.openxmlformats.org/drawingml/2006/main">
              <a:ext uri="{FF2B5EF4-FFF2-40B4-BE49-F238E27FC236}">
                <a16:creationId xmlns:a16="http://schemas.microsoft.com/office/drawing/2014/main" id="{756E2A3B-0824-4127-9D60-E99CE843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The assigned record concerns 2026 q3 incident evidence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timeline review security briefing within security incident reports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requires a reviewer to explain how p03-src-005073 and p03-full-000952 support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record-to-decision continuity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16266088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073-3">
            <a:extLst xmlns:a="http://schemas.openxmlformats.org/drawingml/2006/main">
              <a:ext uri="{FF2B5EF4-FFF2-40B4-BE49-F238E27FC236}">
                <a16:creationId xmlns:a16="http://schemas.microsoft.com/office/drawing/2014/main" id="{6D791A62-BDFB-440B-AA74-E3DFAF7F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073-3">
            <a:extLst xmlns:a="http://schemas.openxmlformats.org/drawingml/2006/main">
              <a:ext uri="{FF2B5EF4-FFF2-40B4-BE49-F238E27FC236}">
                <a16:creationId xmlns:a16="http://schemas.microsoft.com/office/drawing/2014/main" id="{845CD15B-F0CE-4074-A2D8-43A9519C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p03-full-005073</a:t>
            </a:r>
          </a:p>
        </p:txBody>
      </p:sp>
      <p:sp>
        <p:nvSpPr>
          <p:cNvPr id="3" name="qa-v2-r2-title-p03-full-005073-3">
            <a:extLst xmlns:a="http://schemas.openxmlformats.org/drawingml/2006/main">
              <a:ext uri="{FF2B5EF4-FFF2-40B4-BE49-F238E27FC236}">
                <a16:creationId xmlns:a16="http://schemas.microsoft.com/office/drawing/2014/main" id="{24B232F8-07F3-4316-85B3-BDF9657C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5073-3">
            <a:extLst xmlns:a="http://schemas.openxmlformats.org/drawingml/2006/main">
              <a:ext uri="{FF2B5EF4-FFF2-40B4-BE49-F238E27FC236}">
                <a16:creationId xmlns:a16="http://schemas.microsoft.com/office/drawing/2014/main" id="{B37D260B-3852-4AF9-97FF-DBFA84BF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restate the approval boundary;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8026807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073-4">
            <a:extLst xmlns:a="http://schemas.openxmlformats.org/drawingml/2006/main">
              <a:ext uri="{FF2B5EF4-FFF2-40B4-BE49-F238E27FC236}">
                <a16:creationId xmlns:a16="http://schemas.microsoft.com/office/drawing/2014/main" id="{D9556969-4A88-4CB6-B1C2-5532D68A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073-4">
            <a:extLst xmlns:a="http://schemas.openxmlformats.org/drawingml/2006/main">
              <a:ext uri="{FF2B5EF4-FFF2-40B4-BE49-F238E27FC236}">
                <a16:creationId xmlns:a16="http://schemas.microsoft.com/office/drawing/2014/main" id="{E6EACEB0-DF77-4AE9-8C20-A9DB3624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p03-full-005073</a:t>
            </a:r>
          </a:p>
        </p:txBody>
      </p:sp>
      <p:sp>
        <p:nvSpPr>
          <p:cNvPr id="3" name="qa-v2-r2-title-p03-full-005073-4">
            <a:extLst xmlns:a="http://schemas.openxmlformats.org/drawingml/2006/main">
              <a:ext uri="{FF2B5EF4-FFF2-40B4-BE49-F238E27FC236}">
                <a16:creationId xmlns:a16="http://schemas.microsoft.com/office/drawing/2014/main" id="{F353A20E-8FD0-4783-BB89-9ED4D2AF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5073-4">
            <a:extLst xmlns:a="http://schemas.openxmlformats.org/drawingml/2006/main">
              <a:ext uri="{FF2B5EF4-FFF2-40B4-BE49-F238E27FC236}">
                <a16:creationId xmlns:a16="http://schemas.microsoft.com/office/drawing/2014/main" id="{0779C6D3-18B1-4540-87A7-1E7D3F75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p03-src-005073 with p03-full-000952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approval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802680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2026-08-25T12:32:41.2580000Z</dcterms:created>
  <dcterms:modified xsi:type="dcterms:W3CDTF">2026-08-25T12:32:41.2580000Z</dcterms:modified>
</coreProperties>
</file>