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238dfb6604733" /><Relationship Type="http://schemas.openxmlformats.org/officeDocument/2006/relationships/extended-properties" Target="/docProps/app.xml" Id="R35df8fc071c946ff" /><Relationship Type="http://schemas.openxmlformats.org/officeDocument/2006/relationships/officeDocument" Target="/ppt/presentation.xml" Id="R501d1bf3dd01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f65a4d7b1499b"/>
  </p:sldMasterIdLst>
  <p:notesMasterIdLst>
    <p:notesMasterId xmlns:r="http://schemas.openxmlformats.org/officeDocument/2006/relationships" r:id="R771f485d7a8c48cb"/>
  </p:notesMasterIdLst>
  <p:sldIdLst>
    <p:sldId xmlns:r="http://schemas.openxmlformats.org/officeDocument/2006/relationships" id="256" r:id="R67f752b8d44f4352"/>
    <p:sldId xmlns:r="http://schemas.openxmlformats.org/officeDocument/2006/relationships" id="257" r:id="R76c1be37e68a4cc7"/>
    <p:sldId xmlns:r="http://schemas.openxmlformats.org/officeDocument/2006/relationships" id="258" r:id="Rf303e6680d3e46d2"/>
    <p:sldId xmlns:r="http://schemas.openxmlformats.org/officeDocument/2006/relationships" id="259" r:id="R7ecfede6d04d48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f14e1a2e44913" /><Relationship Type="http://schemas.openxmlformats.org/officeDocument/2006/relationships/slideMaster" Target="/ppt/slideMasters/slideMaster1.xml" Id="R368f65a4d7b1499b" /><Relationship Type="http://schemas.openxmlformats.org/officeDocument/2006/relationships/notesMaster" Target="/ppt/notesMasters/notesMaster1.xml" Id="R771f485d7a8c48cb" /><Relationship Type="http://schemas.openxmlformats.org/officeDocument/2006/relationships/presProps" Target="/ppt/presProps.xml" Id="R258ec97d646946a1" /><Relationship Type="http://schemas.openxmlformats.org/officeDocument/2006/relationships/tableStyles" Target="/ppt/tableStyles.xml" Id="R53c7815f45c14881" /><Relationship Type="http://schemas.openxmlformats.org/officeDocument/2006/relationships/slide" Target="/ppt/slides/slide1.xml" Id="R67f752b8d44f4352" /><Relationship Type="http://schemas.openxmlformats.org/officeDocument/2006/relationships/slide" Target="/ppt/slides/slide2.xml" Id="R76c1be37e68a4cc7" /><Relationship Type="http://schemas.openxmlformats.org/officeDocument/2006/relationships/slide" Target="/ppt/slides/slide3.xml" Id="Rf303e6680d3e46d2" /><Relationship Type="http://schemas.openxmlformats.org/officeDocument/2006/relationships/slide" Target="/ppt/slides/slide4.xml" Id="R7ecfede6d04d48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404975908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6330fd3f642eb" /><Relationship Type="http://schemas.openxmlformats.org/officeDocument/2006/relationships/notesMaster" Target="/ppt/notesMasters/notesMaster1.xml" Id="R6d000669c3d2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a6b6b81da4c4d" /><Relationship Type="http://schemas.openxmlformats.org/officeDocument/2006/relationships/notesMaster" Target="/ppt/notesMasters/notesMaster1.xml" Id="Rc1440cfa90c049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9fb3f0c5db4e77" /><Relationship Type="http://schemas.openxmlformats.org/officeDocument/2006/relationships/notesMaster" Target="/ppt/notesMasters/notesMaster1.xml" Id="Re5f76792d0a54a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903bc2c1154a8a" /><Relationship Type="http://schemas.openxmlformats.org/officeDocument/2006/relationships/notesMaster" Target="/ppt/notesMasters/notesMaster1.xml" Id="Rbef96663ba63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27ac83c6a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c7352ba0249b6" /><Relationship Type="http://schemas.openxmlformats.org/officeDocument/2006/relationships/slideLayout" Target="/ppt/slideLayouts/slideLayout1.xml" Id="Reb3ea72fd352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3ea72fd352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d3e4b34d0424b" /><Relationship Type="http://schemas.openxmlformats.org/officeDocument/2006/relationships/notesSlide" Target="/ppt/notesSlides/notesSlide1.xml" Id="Ra160b0d79f1247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194de31e047ab" /><Relationship Type="http://schemas.openxmlformats.org/officeDocument/2006/relationships/notesSlide" Target="/ppt/notesSlides/notesSlide2.xml" Id="Rf8023a988fc8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4ca79dc5d4151" /><Relationship Type="http://schemas.openxmlformats.org/officeDocument/2006/relationships/notesSlide" Target="/ppt/notesSlides/notesSlide3.xml" Id="R8a9650aa81aa4f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27eb164c74796" /><Relationship Type="http://schemas.openxmlformats.org/officeDocument/2006/relationships/notesSlide" Target="/ppt/notesSlides/notesSlide4.xml" Id="R8d992c8b226242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73-1">
            <a:extLst xmlns:a="http://schemas.openxmlformats.org/drawingml/2006/main">
              <a:ext uri="{FF2B5EF4-FFF2-40B4-BE49-F238E27FC236}">
                <a16:creationId xmlns:a16="http://schemas.microsoft.com/office/drawing/2014/main" id="{07E8B039-B3AA-483E-94BC-919B4DA4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73-1">
            <a:extLst xmlns:a="http://schemas.openxmlformats.org/drawingml/2006/main">
              <a:ext uri="{FF2B5EF4-FFF2-40B4-BE49-F238E27FC236}">
                <a16:creationId xmlns:a16="http://schemas.microsoft.com/office/drawing/2014/main" id="{A4FEFCFF-F231-40A3-BEB3-EF59FADA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p03-full-004373</a:t>
            </a:r>
          </a:p>
        </p:txBody>
      </p:sp>
      <p:sp>
        <p:nvSpPr>
          <p:cNvPr id="3" name="qa-v2-r2-title-p03-full-004373-1">
            <a:extLst xmlns:a="http://schemas.openxmlformats.org/drawingml/2006/main">
              <a:ext uri="{FF2B5EF4-FFF2-40B4-BE49-F238E27FC236}">
                <a16:creationId xmlns:a16="http://schemas.microsoft.com/office/drawing/2014/main" id="{2A1FC3C3-6361-45A3-A728-197DB568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4373-1">
            <a:extLst xmlns:a="http://schemas.openxmlformats.org/drawingml/2006/main">
              <a:ext uri="{FF2B5EF4-FFF2-40B4-BE49-F238E27FC236}">
                <a16:creationId xmlns:a16="http://schemas.microsoft.com/office/drawing/2014/main" id="{8F2E532D-8BA9-4A92-8229-DFC17189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incident evidence timeline review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incident reports.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 decision trace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p03-src-004373 is the declared source; p03-full-000378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220234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73-2">
            <a:extLst xmlns:a="http://schemas.openxmlformats.org/drawingml/2006/main">
              <a:ext uri="{FF2B5EF4-FFF2-40B4-BE49-F238E27FC236}">
                <a16:creationId xmlns:a16="http://schemas.microsoft.com/office/drawing/2014/main" id="{2D7B3E63-2165-4D1B-B782-64C81349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73-2">
            <a:extLst xmlns:a="http://schemas.openxmlformats.org/drawingml/2006/main">
              <a:ext uri="{FF2B5EF4-FFF2-40B4-BE49-F238E27FC236}">
                <a16:creationId xmlns:a16="http://schemas.microsoft.com/office/drawing/2014/main" id="{9C73FD35-79AB-4FD3-87B3-3F8435D5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p03-full-004373</a:t>
            </a:r>
          </a:p>
        </p:txBody>
      </p:sp>
      <p:sp>
        <p:nvSpPr>
          <p:cNvPr id="3" name="qa-v2-r2-title-p03-full-004373-2">
            <a:extLst xmlns:a="http://schemas.openxmlformats.org/drawingml/2006/main">
              <a:ext uri="{FF2B5EF4-FFF2-40B4-BE49-F238E27FC236}">
                <a16:creationId xmlns:a16="http://schemas.microsoft.com/office/drawing/2014/main" id="{7C4054DC-A0EB-4AD2-9AB5-6BEDC48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4373-2">
            <a:extLst xmlns:a="http://schemas.openxmlformats.org/drawingml/2006/main">
              <a:ext uri="{FF2B5EF4-FFF2-40B4-BE49-F238E27FC236}">
                <a16:creationId xmlns:a16="http://schemas.microsoft.com/office/drawing/2014/main" id="{E6B5B224-5EE8-45B1-8F98-318F825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2026 q3 incident evidence timeline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incident reports and requires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reviewer to explain how p03-src-004373 and p03-full-000378 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source-to-review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52455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73-3">
            <a:extLst xmlns:a="http://schemas.openxmlformats.org/drawingml/2006/main">
              <a:ext uri="{FF2B5EF4-FFF2-40B4-BE49-F238E27FC236}">
                <a16:creationId xmlns:a16="http://schemas.microsoft.com/office/drawing/2014/main" id="{13D86CD8-D190-42EA-8F78-99C3E99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73-3">
            <a:extLst xmlns:a="http://schemas.openxmlformats.org/drawingml/2006/main">
              <a:ext uri="{FF2B5EF4-FFF2-40B4-BE49-F238E27FC236}">
                <a16:creationId xmlns:a16="http://schemas.microsoft.com/office/drawing/2014/main" id="{B4D39869-6343-462C-8BD2-5EE0EDF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p03-full-004373</a:t>
            </a:r>
          </a:p>
        </p:txBody>
      </p:sp>
      <p:sp>
        <p:nvSpPr>
          <p:cNvPr id="3" name="qa-v2-r2-title-p03-full-004373-3">
            <a:extLst xmlns:a="http://schemas.openxmlformats.org/drawingml/2006/main">
              <a:ext uri="{FF2B5EF4-FFF2-40B4-BE49-F238E27FC236}">
                <a16:creationId xmlns:a16="http://schemas.microsoft.com/office/drawing/2014/main" id="{DF091C86-FB2B-43E4-89DE-1E9F6E0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4373-3">
            <a:extLst xmlns:a="http://schemas.openxmlformats.org/drawingml/2006/main">
              <a:ext uri="{FF2B5EF4-FFF2-40B4-BE49-F238E27FC236}">
                <a16:creationId xmlns:a16="http://schemas.microsoft.com/office/drawing/2014/main" id="{4065927A-8FE2-4494-A520-6BFFA22C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confirm the evidence chain;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866205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373-4">
            <a:extLst xmlns:a="http://schemas.openxmlformats.org/drawingml/2006/main">
              <a:ext uri="{FF2B5EF4-FFF2-40B4-BE49-F238E27FC236}">
                <a16:creationId xmlns:a16="http://schemas.microsoft.com/office/drawing/2014/main" id="{4164BCE4-86C9-4734-94B8-F7CD1E2D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373-4">
            <a:extLst xmlns:a="http://schemas.openxmlformats.org/drawingml/2006/main">
              <a:ext uri="{FF2B5EF4-FFF2-40B4-BE49-F238E27FC236}">
                <a16:creationId xmlns:a16="http://schemas.microsoft.com/office/drawing/2014/main" id="{7860587D-2B2D-4D51-B7C2-B8143FE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p03-full-004373</a:t>
            </a:r>
          </a:p>
        </p:txBody>
      </p:sp>
      <p:sp>
        <p:nvSpPr>
          <p:cNvPr id="3" name="qa-v2-r2-title-p03-full-004373-4">
            <a:extLst xmlns:a="http://schemas.openxmlformats.org/drawingml/2006/main">
              <a:ext uri="{FF2B5EF4-FFF2-40B4-BE49-F238E27FC236}">
                <a16:creationId xmlns:a16="http://schemas.microsoft.com/office/drawing/2014/main" id="{165AA55F-1E4E-4601-81A4-A9FCF92C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4373-4">
            <a:extLst xmlns:a="http://schemas.openxmlformats.org/drawingml/2006/main">
              <a:ext uri="{FF2B5EF4-FFF2-40B4-BE49-F238E27FC236}">
                <a16:creationId xmlns:a16="http://schemas.microsoft.com/office/drawing/2014/main" id="{0CC8BDDB-26D1-45DC-8D4A-CCCB7FE2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p03-full-000378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decision trace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866205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2026-08-25T12:32:19.9440000Z</dcterms:created>
  <dcterms:modified xsi:type="dcterms:W3CDTF">2026-08-25T12:32:19.9440000Z</dcterms:modified>
</coreProperties>
</file>