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b75861f9ff46eb" /><Relationship Type="http://schemas.openxmlformats.org/officeDocument/2006/relationships/extended-properties" Target="/docProps/app.xml" Id="Re434d158d86d4e87" /><Relationship Type="http://schemas.openxmlformats.org/officeDocument/2006/relationships/officeDocument" Target="/ppt/presentation.xml" Id="R88fdb930de73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fd67951db4dbe"/>
  </p:sldMasterIdLst>
  <p:notesMasterIdLst>
    <p:notesMasterId xmlns:r="http://schemas.openxmlformats.org/officeDocument/2006/relationships" r:id="Rf3fdf01db7024600"/>
  </p:notesMasterIdLst>
  <p:sldIdLst>
    <p:sldId xmlns:r="http://schemas.openxmlformats.org/officeDocument/2006/relationships" id="256" r:id="R59fb69884a084787"/>
    <p:sldId xmlns:r="http://schemas.openxmlformats.org/officeDocument/2006/relationships" id="257" r:id="R6801837a6590476a"/>
    <p:sldId xmlns:r="http://schemas.openxmlformats.org/officeDocument/2006/relationships" id="258" r:id="R056f1beb7696451f"/>
    <p:sldId xmlns:r="http://schemas.openxmlformats.org/officeDocument/2006/relationships" id="259" r:id="R785e6f12a344400e"/>
    <p:sldId xmlns:r="http://schemas.openxmlformats.org/officeDocument/2006/relationships" id="260" r:id="Rf3cfc3295f8b4997"/>
    <p:sldId xmlns:r="http://schemas.openxmlformats.org/officeDocument/2006/relationships" id="261" r:id="Rbdeb1fb109bb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c6b0fdb316413f" /><Relationship Type="http://schemas.openxmlformats.org/officeDocument/2006/relationships/slideMaster" Target="/ppt/slideMasters/slideMaster1.xml" Id="R75cfd67951db4dbe" /><Relationship Type="http://schemas.openxmlformats.org/officeDocument/2006/relationships/notesMaster" Target="/ppt/notesMasters/notesMaster1.xml" Id="Rf3fdf01db7024600" /><Relationship Type="http://schemas.openxmlformats.org/officeDocument/2006/relationships/presProps" Target="/ppt/presProps.xml" Id="Rd80a46ff9b6642af" /><Relationship Type="http://schemas.openxmlformats.org/officeDocument/2006/relationships/tableStyles" Target="/ppt/tableStyles.xml" Id="Rceef71eebfe143f7" /><Relationship Type="http://schemas.openxmlformats.org/officeDocument/2006/relationships/slide" Target="/ppt/slides/slide1.xml" Id="R59fb69884a084787" /><Relationship Type="http://schemas.openxmlformats.org/officeDocument/2006/relationships/slide" Target="/ppt/slides/slide2.xml" Id="R6801837a6590476a" /><Relationship Type="http://schemas.openxmlformats.org/officeDocument/2006/relationships/slide" Target="/ppt/slides/slide3.xml" Id="R056f1beb7696451f" /><Relationship Type="http://schemas.openxmlformats.org/officeDocument/2006/relationships/slide" Target="/ppt/slides/slide4.xml" Id="R785e6f12a344400e" /><Relationship Type="http://schemas.openxmlformats.org/officeDocument/2006/relationships/slide" Target="/ppt/slides/slide5.xml" Id="Rf3cfc3295f8b4997" /><Relationship Type="http://schemas.openxmlformats.org/officeDocument/2006/relationships/slide" Target="/ppt/slides/slide6.xml" Id="Rbdeb1fb109bb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a8d89f12e1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78566d3b9647bc" /><Relationship Type="http://schemas.openxmlformats.org/officeDocument/2006/relationships/notesMaster" Target="/ppt/notesMasters/notesMaster1.xml" Id="Rcdb7a93713e2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0da3fc8dfe4252" /><Relationship Type="http://schemas.openxmlformats.org/officeDocument/2006/relationships/notesMaster" Target="/ppt/notesMasters/notesMaster1.xml" Id="R7914d28b0b6346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0b44f62df4a4d" /><Relationship Type="http://schemas.openxmlformats.org/officeDocument/2006/relationships/notesMaster" Target="/ppt/notesMasters/notesMaster1.xml" Id="Rbc85e527f47e46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2313633652460b" /><Relationship Type="http://schemas.openxmlformats.org/officeDocument/2006/relationships/notesMaster" Target="/ppt/notesMasters/notesMaster1.xml" Id="R49c012b8171549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7a3f6b2ad43f5" /><Relationship Type="http://schemas.openxmlformats.org/officeDocument/2006/relationships/notesMaster" Target="/ppt/notesMasters/notesMaster1.xml" Id="Rb16a3da05f4648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2a09b74f64e42" /><Relationship Type="http://schemas.openxmlformats.org/officeDocument/2006/relationships/notesMaster" Target="/ppt/notesMasters/notesMaster1.xml" Id="Rc37c76906c86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ac5210b854c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b9a97f9854b21" /><Relationship Type="http://schemas.openxmlformats.org/officeDocument/2006/relationships/slideLayout" Target="/ppt/slideLayouts/slideLayout1.xml" Id="R3f86553a5ea04e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6553a5ea04e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6e2d7ed094088" /><Relationship Type="http://schemas.openxmlformats.org/officeDocument/2006/relationships/notesSlide" Target="/ppt/notesSlides/notesSlide1.xml" Id="R7f5d72005e3c4a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59392caa42fd" /><Relationship Type="http://schemas.openxmlformats.org/officeDocument/2006/relationships/chart" Target="/ppt/slides/charts/chart1.xml" Id="Rbb1396ac980549f1" /><Relationship Type="http://schemas.openxmlformats.org/officeDocument/2006/relationships/notesSlide" Target="/ppt/notesSlides/notesSlide2.xml" Id="R5aa556ac65e4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c8587af024126" /><Relationship Type="http://schemas.openxmlformats.org/officeDocument/2006/relationships/chart" Target="/ppt/slides/charts/chart2.xml" Id="R44fdbaa2f9314c17" /><Relationship Type="http://schemas.openxmlformats.org/officeDocument/2006/relationships/notesSlide" Target="/ppt/notesSlides/notesSlide3.xml" Id="Raece46f2270e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7c1c903e483d" /><Relationship Type="http://schemas.openxmlformats.org/officeDocument/2006/relationships/chart" Target="/ppt/slides/charts/chart3.xml" Id="R48bbf14b9aba4d33" /><Relationship Type="http://schemas.openxmlformats.org/officeDocument/2006/relationships/notesSlide" Target="/ppt/notesSlides/notesSlide4.xml" Id="Rd6d7bacb3736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cf19d1994a50" /><Relationship Type="http://schemas.openxmlformats.org/officeDocument/2006/relationships/notesSlide" Target="/ppt/notesSlides/notesSlide5.xml" Id="R82fd07bf9878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e9a61c2994d41" /><Relationship Type="http://schemas.openxmlformats.org/officeDocument/2006/relationships/notesSlide" Target="/ppt/notesSlides/notesSlide6.xml" Id="R5aedd2a2dddb41b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8E4B0-BD65-4DBC-983C-E392BCEF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8018-E6B8-44B8-9010-F9C0867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BFA4E-6CBA-420C-B2F7-93DAA2CC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Revenue JPY 7.56bn; EBITDA JPY 0.90bn.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Ahead of budget by JPY 160m and JPY 40m.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66142-BC3C-45ED-AE83-B5733B96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586DB-92C5-4207-94CA-61239706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FY2026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Revenue 7,560 | EBITDA 900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D7DE6-9A21-4353-953C-0B274913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01</a:t>
            </a:r>
          </a:p>
        </p:txBody>
      </p:sp>
    </p:spTree>
    <p:extLst>
      <p:ext uri="{BB962C8B-B14F-4D97-AF65-F5344CB8AC3E}">
        <p14:creationId xmlns:p14="http://schemas.microsoft.com/office/powerpoint/2010/main" val="660659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2EF16-D147-471A-9F74-D9384E4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58756-71BC-4537-882E-F048AAB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3C596-96D4-41C3-B7F3-E31AEE4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Q1 actual anchors the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Revenue 1,842; EBITDA 222.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1396ac980549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38D81-73BD-4B1B-B13B-FD1C6B1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02</a:t>
            </a:r>
          </a:p>
        </p:txBody>
      </p:sp>
    </p:spTree>
    <p:extLst>
      <p:ext uri="{BB962C8B-B14F-4D97-AF65-F5344CB8AC3E}">
        <p14:creationId xmlns:p14="http://schemas.microsoft.com/office/powerpoint/2010/main" val="28700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EE978-B588-4C21-8E62-38AA4538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CCE0-0FEE-49DD-8D71-BA5B522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677DF-7A1F-45F1-9DD6-7B66CDC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Monthly drivers support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Q2 1,860; Q3 1,910; Q4 1,948 revenue.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dbaa2f9314c1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1A0C-98B9-48F5-9A89-2B4DB9D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03</a:t>
            </a:r>
          </a:p>
        </p:txBody>
      </p:sp>
    </p:spTree>
    <p:extLst>
      <p:ext uri="{BB962C8B-B14F-4D97-AF65-F5344CB8AC3E}">
        <p14:creationId xmlns:p14="http://schemas.microsoft.com/office/powerpoint/2010/main" val="670218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525E0-A524-4E77-B715-7B802DA6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B60EC-8474-40B0-8214-3D0766F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15EC6-ED81-4EA9-AE4E-24D9A70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Working capital needs active follow-through.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 312; AP 226; inventory 418.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bbf14b9aba4d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BAB4-9A27-4CC6-9529-E31F953F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04</a:t>
            </a:r>
          </a:p>
        </p:txBody>
      </p:sp>
    </p:spTree>
    <p:extLst>
      <p:ext uri="{BB962C8B-B14F-4D97-AF65-F5344CB8AC3E}">
        <p14:creationId xmlns:p14="http://schemas.microsoft.com/office/powerpoint/2010/main" val="1149301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B5B2C-4949-46BF-86AF-415FD94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69B9A-0E10-4B5A-9A99-3BDCFBA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96312-BA73-4958-B6A6-E615D5F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March cash variance is fully explained.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Receipts 7.2; vendors 3.1; fees 1.3; FX 0.8.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F145-38B4-4C33-8D53-A4895403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7076-BB5A-4CA3-9291-85B449A5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Management focus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Plan, monitor,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BC80A-911E-4C28-A04F-95FB694E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05</a:t>
            </a:r>
          </a:p>
        </p:txBody>
      </p:sp>
    </p:spTree>
    <p:extLst>
      <p:ext uri="{BB962C8B-B14F-4D97-AF65-F5344CB8AC3E}">
        <p14:creationId xmlns:p14="http://schemas.microsoft.com/office/powerpoint/2010/main" val="1675926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13E41-239B-4629-8842-1AD8024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FY2026 base case: ahead 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20007-441D-47B8-83E7-3371926A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884B5-9482-4D9C-A0B1-0E805402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Decision: retain base case and clear the timing bridge at April close.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451C-24A6-47F5-BB60-2BF46AFC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366C8-23BA-447C-AEE0-FF6E121A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Management focus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Plan, monitor,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CA04-F0CC-4DFA-9C7B-3C31F0CF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06</a:t>
            </a:r>
          </a:p>
        </p:txBody>
      </p:sp>
    </p:spTree>
    <p:extLst>
      <p:ext uri="{BB962C8B-B14F-4D97-AF65-F5344CB8AC3E}">
        <p14:creationId xmlns:p14="http://schemas.microsoft.com/office/powerpoint/2010/main" val="236957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2026-08-23T18:53:21.8460000Z</dcterms:created>
  <dcterms:modified xsi:type="dcterms:W3CDTF">2026-08-23T18:53:21.8460000Z</dcterms:modified>
</coreProperties>
</file>