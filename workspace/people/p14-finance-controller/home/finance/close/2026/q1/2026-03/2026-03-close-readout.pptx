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06954f78474e98" /><Relationship Type="http://schemas.openxmlformats.org/officeDocument/2006/relationships/extended-properties" Target="/docProps/app.xml" Id="Raccc19fe736645c2" /><Relationship Type="http://schemas.openxmlformats.org/officeDocument/2006/relationships/officeDocument" Target="/ppt/presentation.xml" Id="R3fdfd459d54d42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47259545a94981"/>
  </p:sldMasterIdLst>
  <p:notesMasterIdLst>
    <p:notesMasterId xmlns:r="http://schemas.openxmlformats.org/officeDocument/2006/relationships" r:id="R43be4da7566a4dcf"/>
  </p:notesMasterIdLst>
  <p:sldIdLst>
    <p:sldId xmlns:r="http://schemas.openxmlformats.org/officeDocument/2006/relationships" id="256" r:id="R62338f6797a74b20"/>
    <p:sldId xmlns:r="http://schemas.openxmlformats.org/officeDocument/2006/relationships" id="257" r:id="R8dd708f3877042f7"/>
    <p:sldId xmlns:r="http://schemas.openxmlformats.org/officeDocument/2006/relationships" id="258" r:id="Rb43570bc2b004d16"/>
    <p:sldId xmlns:r="http://schemas.openxmlformats.org/officeDocument/2006/relationships" id="259" r:id="Rddefbea283a049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e1e7ca5e334a81" /><Relationship Type="http://schemas.openxmlformats.org/officeDocument/2006/relationships/slideMaster" Target="/ppt/slideMasters/slideMaster1.xml" Id="Rd047259545a94981" /><Relationship Type="http://schemas.openxmlformats.org/officeDocument/2006/relationships/notesMaster" Target="/ppt/notesMasters/notesMaster1.xml" Id="R43be4da7566a4dcf" /><Relationship Type="http://schemas.openxmlformats.org/officeDocument/2006/relationships/presProps" Target="/ppt/presProps.xml" Id="Rd33c85a8c75b4c47" /><Relationship Type="http://schemas.openxmlformats.org/officeDocument/2006/relationships/tableStyles" Target="/ppt/tableStyles.xml" Id="R9483b31d10a04a45" /><Relationship Type="http://schemas.openxmlformats.org/officeDocument/2006/relationships/slide" Target="/ppt/slides/slide1.xml" Id="R62338f6797a74b20" /><Relationship Type="http://schemas.openxmlformats.org/officeDocument/2006/relationships/slide" Target="/ppt/slides/slide2.xml" Id="R8dd708f3877042f7" /><Relationship Type="http://schemas.openxmlformats.org/officeDocument/2006/relationships/slide" Target="/ppt/slides/slide3.xml" Id="Rb43570bc2b004d16" /><Relationship Type="http://schemas.openxmlformats.org/officeDocument/2006/relationships/slide" Target="/ppt/slides/slide4.xml" Id="Rddefbea283a0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8fe70f418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74eaa6cb534d9c" /><Relationship Type="http://schemas.openxmlformats.org/officeDocument/2006/relationships/notesMaster" Target="/ppt/notesMasters/notesMaster1.xml" Id="Rc41ecf68bbb749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688dea0984a74" /><Relationship Type="http://schemas.openxmlformats.org/officeDocument/2006/relationships/notesMaster" Target="/ppt/notesMasters/notesMaster1.xml" Id="Rd1e046b2e7b64c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14161de73f4ea2" /><Relationship Type="http://schemas.openxmlformats.org/officeDocument/2006/relationships/notesMaster" Target="/ppt/notesMasters/notesMaster1.xml" Id="Rb5165ca24485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206fa0dff744cd" /><Relationship Type="http://schemas.openxmlformats.org/officeDocument/2006/relationships/notesMaster" Target="/ppt/notesMasters/notesMaster1.xml" Id="R533468aff3b4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8b366ac7e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1a0a52a9ef4116" /><Relationship Type="http://schemas.openxmlformats.org/officeDocument/2006/relationships/slideLayout" Target="/ppt/slideLayouts/slideLayout1.xml" Id="R16353e6358e94d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53e6358e94d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1447da42e47bc" /><Relationship Type="http://schemas.openxmlformats.org/officeDocument/2006/relationships/notesSlide" Target="/ppt/notesSlides/notesSlide1.xml" Id="R07b05090ef8349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3066aad0a4ad8" /><Relationship Type="http://schemas.openxmlformats.org/officeDocument/2006/relationships/notesSlide" Target="/ppt/notesSlides/notesSlide2.xml" Id="Rbdf1ccaccbdc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004eade224039" /><Relationship Type="http://schemas.openxmlformats.org/officeDocument/2006/relationships/notesSlide" Target="/ppt/notesSlides/notesSlide3.xml" Id="Rd9f35725b52447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e7a6d9eaa4061" /><Relationship Type="http://schemas.openxmlformats.org/officeDocument/2006/relationships/notesSlide" Target="/ppt/notesSlides/notesSlide4.xml" Id="R46e7d4a800aa4a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F9442-F4AA-4F3E-B8AA-3FEB9A54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D8688-9B0B-4A69-87D7-029DAF74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March 2026 close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88A5E-CACC-4D0B-98C0-4EA1160A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Cedar Works | FY2026 Q1 | JPY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CEACE-C9E0-4BF8-8F42-006F52A9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52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Revenue JPY 1.842bn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EBITDA JPY 222m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Close certified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55D1C-4782-48A5-B787-9B57F1DD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2FF9D-D324-47DF-A80A-EE405680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Performance ended above plan and all close controls passed.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C593A-6ED9-47E5-9A05-64ABEC1C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Cedar Works | March 2026 Close | 1</a:t>
            </a:r>
          </a:p>
        </p:txBody>
      </p:sp>
    </p:spTree>
    <p:extLst>
      <p:ext uri="{BB962C8B-B14F-4D97-AF65-F5344CB8AC3E}">
        <p14:creationId xmlns:p14="http://schemas.microsoft.com/office/powerpoint/2010/main" val="1131187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75E90-58F1-4BC9-95EA-B3F88597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25CA3-5B77-44A4-B11A-A2F9A9CF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Revenue and EBITDA exceeded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BFBD8-32FC-49CA-A8F2-FE026BA8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Actual revenue: JPY 1.842bn vs budget JPY 1.800bn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D7AD5-EE74-4BA1-9F56-B804B88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52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Revenue +JPY 42m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EBITDA +JPY 12m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Gross profit JPY 711m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31567-588C-45B2-9947-281C7D7E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7FA4C-A3E0-4700-82A7-CA94195C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quarter closed with 38.6% gross margin.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BCF35-6DCF-4906-B694-095DAEC6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Cedar Works | March 2026 Close | 2</a:t>
            </a:r>
          </a:p>
        </p:txBody>
      </p:sp>
    </p:spTree>
    <p:extLst>
      <p:ext uri="{BB962C8B-B14F-4D97-AF65-F5344CB8AC3E}">
        <p14:creationId xmlns:p14="http://schemas.microsoft.com/office/powerpoint/2010/main" val="469296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0BA95-06B1-41E0-98B7-0F950D83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04BE7-4E9A-4716-A8DC-68EF89D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Cash difference is fully explained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6484E-6813-46D5-A3B1-FA439F19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Ledger JPY 498.6m | Bank JPY 486.2m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D58D1-D6AF-44D2-ADFA-8C591696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52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Variance JPY 12.4m unfavorable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Receipt 7.2m | Vendor 3.1m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Fees 1.3m | FX 0.8m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32154-B389-4752-AFBD-9A46AFA3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B37C8-709C-48C8-99C1-10F8C837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bridge is fully traceable and reconciles to zero.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42447-FCFE-4C08-8CF8-2DF571CE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Cedar Works | March 2026 Close | 3</a:t>
            </a:r>
          </a:p>
        </p:txBody>
      </p:sp>
    </p:spTree>
    <p:extLst>
      <p:ext uri="{BB962C8B-B14F-4D97-AF65-F5344CB8AC3E}">
        <p14:creationId xmlns:p14="http://schemas.microsoft.com/office/powerpoint/2010/main" val="1760535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E6ED2-1C4B-48C5-B86F-6BB2D2C1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039A2-1A5F-4262-935D-513F346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Role-based review completed the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2ABC4-7064-4662-BF37-8889E9CA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</a:defRPr>
            </a:pPr>
            <a:r>
              <a:rPr sz="1500">
                <a:solidFill>
                  <a:srgbClr val="4B5563"/>
                </a:solidFill>
              </a:rPr>
              <a:t>AR JPY 312m | AP JPY 226m | Inventory JPY 418m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3B934-2D05-4DDD-B61D-A414211D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52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Prepared: Controller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Reviewed: Treasury Lead</a:t>
            </a:r>
          </a:p>
          <a:p xmlns:a="http://schemas.openxmlformats.org/drawingml/2006/main">
            <a:pPr>
              <a:defRPr sz="2100">
                <a:solidFill>
                  <a:srgbClr val="111827"/>
                </a:solidFill>
              </a:defRPr>
            </a:pPr>
            <a:r>
              <a:rPr sz="2100">
                <a:solidFill>
                  <a:srgbClr val="111827"/>
                </a:solidFill>
              </a:rPr>
              <a:t>Approved: Finance Director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D9E4C-7928-4147-8631-1CD96965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96E07-406A-4575-8976-50B1CAF4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April follow-up is clearing timing items against the bank statement.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5B846-820A-4EBC-BDAB-C5F61D3D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Cedar Works | March 2026 Close | 4</a:t>
            </a:r>
          </a:p>
        </p:txBody>
      </p:sp>
    </p:spTree>
    <p:extLst>
      <p:ext uri="{BB962C8B-B14F-4D97-AF65-F5344CB8AC3E}">
        <p14:creationId xmlns:p14="http://schemas.microsoft.com/office/powerpoint/2010/main" val="869714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2026-08-23T18:55:22.8540000Z</dcterms:created>
  <dcterms:modified xsi:type="dcterms:W3CDTF">2026-08-23T18:55:22.8540000Z</dcterms:modified>
</coreProperties>
</file>