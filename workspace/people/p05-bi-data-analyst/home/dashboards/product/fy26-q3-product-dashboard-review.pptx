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7af80cde6490b" /><Relationship Type="http://schemas.openxmlformats.org/officeDocument/2006/relationships/extended-properties" Target="/docProps/app.xml" Id="Rfa0c381c76d147ae" /><Relationship Type="http://schemas.openxmlformats.org/officeDocument/2006/relationships/officeDocument" Target="/ppt/presentation.xml" Id="R28bdca62ef0e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1db0de801412c"/>
  </p:sldMasterIdLst>
  <p:notesMasterIdLst>
    <p:notesMasterId xmlns:r="http://schemas.openxmlformats.org/officeDocument/2006/relationships" r:id="R991977e25a584b5c"/>
  </p:notesMasterIdLst>
  <p:sldIdLst>
    <p:sldId xmlns:r="http://schemas.openxmlformats.org/officeDocument/2006/relationships" id="256" r:id="R414fc228f0f34c97"/>
    <p:sldId xmlns:r="http://schemas.openxmlformats.org/officeDocument/2006/relationships" id="257" r:id="Rb60c1f1a8e044552"/>
    <p:sldId xmlns:r="http://schemas.openxmlformats.org/officeDocument/2006/relationships" id="258" r:id="Refed588b799344c0"/>
    <p:sldId xmlns:r="http://schemas.openxmlformats.org/officeDocument/2006/relationships" id="259" r:id="Rd923ce13ff604b70"/>
    <p:sldId xmlns:r="http://schemas.openxmlformats.org/officeDocument/2006/relationships" id="260" r:id="R8f5d97d9ff464d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eb72642900419b" /><Relationship Type="http://schemas.openxmlformats.org/officeDocument/2006/relationships/slideMaster" Target="/ppt/slideMasters/slideMaster1.xml" Id="R2111db0de801412c" /><Relationship Type="http://schemas.openxmlformats.org/officeDocument/2006/relationships/notesMaster" Target="/ppt/notesMasters/notesMaster1.xml" Id="R991977e25a584b5c" /><Relationship Type="http://schemas.openxmlformats.org/officeDocument/2006/relationships/presProps" Target="/ppt/presProps.xml" Id="R5addc11655b345d2" /><Relationship Type="http://schemas.openxmlformats.org/officeDocument/2006/relationships/tableStyles" Target="/ppt/tableStyles.xml" Id="R6502b67a90604c54" /><Relationship Type="http://schemas.openxmlformats.org/officeDocument/2006/relationships/slide" Target="/ppt/slides/slide1.xml" Id="R414fc228f0f34c97" /><Relationship Type="http://schemas.openxmlformats.org/officeDocument/2006/relationships/slide" Target="/ppt/slides/slide2.xml" Id="Rb60c1f1a8e044552" /><Relationship Type="http://schemas.openxmlformats.org/officeDocument/2006/relationships/slide" Target="/ppt/slides/slide3.xml" Id="Refed588b799344c0" /><Relationship Type="http://schemas.openxmlformats.org/officeDocument/2006/relationships/slide" Target="/ppt/slides/slide4.xml" Id="Rd923ce13ff604b70" /><Relationship Type="http://schemas.openxmlformats.org/officeDocument/2006/relationships/slide" Target="/ppt/slides/slide5.xml" Id="R8f5d97d9ff464d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9a0c6f256c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53058dce44d02" /><Relationship Type="http://schemas.openxmlformats.org/officeDocument/2006/relationships/notesMaster" Target="/ppt/notesMasters/notesMaster1.xml" Id="R08b27605cf4244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d69ad4c7d4319" /><Relationship Type="http://schemas.openxmlformats.org/officeDocument/2006/relationships/notesMaster" Target="/ppt/notesMasters/notesMaster1.xml" Id="R9dde4c4e68834f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385e8aef1846f5" /><Relationship Type="http://schemas.openxmlformats.org/officeDocument/2006/relationships/notesMaster" Target="/ppt/notesMasters/notesMaster1.xml" Id="Rb0f352aa377b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45ec8282a04f24" /><Relationship Type="http://schemas.openxmlformats.org/officeDocument/2006/relationships/notesMaster" Target="/ppt/notesMasters/notesMaster1.xml" Id="R51b65c4632b4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9f556112a7404c" /><Relationship Type="http://schemas.openxmlformats.org/officeDocument/2006/relationships/notesMaster" Target="/ppt/notesMasters/notesMaster1.xml" Id="Rc5e4d741606646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6f467e48842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af2752857b45c4" /><Relationship Type="http://schemas.openxmlformats.org/officeDocument/2006/relationships/slideLayout" Target="/ppt/slideLayouts/slideLayout1.xml" Id="R645ab2f18eec40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ab2f18eec40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177de0b3748ad" /><Relationship Type="http://schemas.openxmlformats.org/officeDocument/2006/relationships/notesSlide" Target="/ppt/notesSlides/notesSlide1.xml" Id="R8fe513a9eccf40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6257f0f5c4e5c" /><Relationship Type="http://schemas.openxmlformats.org/officeDocument/2006/relationships/notesSlide" Target="/ppt/notesSlides/notesSlide2.xml" Id="Ra200b26e989744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bb0df63b64bcf" /><Relationship Type="http://schemas.openxmlformats.org/officeDocument/2006/relationships/notesSlide" Target="/ppt/notesSlides/notesSlide3.xml" Id="R5e18ddd3de4848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a68593e064760" /><Relationship Type="http://schemas.openxmlformats.org/officeDocument/2006/relationships/notesSlide" Target="/ppt/notesSlides/notesSlide4.xml" Id="R659e282df9d8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e113c48fd4027" /><Relationship Type="http://schemas.openxmlformats.org/officeDocument/2006/relationships/notesSlide" Target="/ppt/notesSlides/notesSlide5.xml" Id="R9fc371538f244e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C25A8-D9DA-41B4-A8D2-38279B56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FY26 Q3 Product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0ABFB-6485-4D6A-9939-8C459E3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F"/>
                </a:solidFill>
              </a:defRPr>
            </a:pPr>
            <a:r>
              <a:rPr sz="1500" b="0">
                <a:solidFill>
                  <a:srgbClr val="52677F"/>
                </a:solidFill>
              </a:rPr>
              <a:t>Executive product mix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2DE96-E36B-45A2-93D6-3D59BEE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B0D18-B121-4ECB-B842-54163E48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77F"/>
                </a:solidFill>
              </a:defRPr>
            </a:pPr>
            <a:r>
              <a:rPr sz="1125" b="1">
                <a:solidFill>
                  <a:srgbClr val="52677F"/>
                </a:solidFill>
              </a:rPr>
              <a:t>GMV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F4EBD-4625-4B80-85D6-7CC8A076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¥84.2M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F20EF-3D63-4E5E-9572-EBEB57BE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EEE1E-AC67-4DC0-9F99-D6903E60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77F"/>
                </a:solidFill>
              </a:defRPr>
            </a:pPr>
            <a:r>
              <a:rPr sz="1125" b="1">
                <a:solidFill>
                  <a:srgbClr val="52677F"/>
                </a:solidFill>
              </a:rPr>
              <a:t>Top 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43962-D051-431F-B7B1-453A397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Home ¥24.8M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2B6AD-6F7A-471E-989C-1D9EF18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9AFCD-D249-41F1-9C2C-70B3A016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77F"/>
                </a:solidFill>
              </a:defRPr>
            </a:pPr>
            <a:r>
              <a:rPr sz="1125" b="1">
                <a:solidFill>
                  <a:srgbClr val="52677F"/>
                </a:solidFill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6B0D7-20E7-41D7-9E8D-F22CF9F9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MTR-09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5DCEB-ECED-4B53-8D50-B30ACE4B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The FY26 Q3 controlled view aligns a single synthetic GMV reference with category contribution and return-review controls.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8DB25-9B27-42CC-B802-3E2C4EDD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</p:spTree>
    <p:extLst>
      <p:ext uri="{BB962C8B-B14F-4D97-AF65-F5344CB8AC3E}">
        <p14:creationId xmlns:p14="http://schemas.microsoft.com/office/powerpoint/2010/main" val="1275999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D1EA0-F6EB-4184-8358-02C76299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GMV is reconciled across five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F2771-256A-4C66-983B-67EB1FA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F"/>
                </a:solidFill>
              </a:defRPr>
            </a:pPr>
            <a:r>
              <a:rPr sz="1500" b="0">
                <a:solidFill>
                  <a:srgbClr val="52677F"/>
                </a:solidFill>
              </a:rPr>
              <a:t>Category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FEC9F-3C1A-4C45-AC15-F269576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35074-2DD4-49E0-80B9-5D008ABC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444DE-ECD2-4378-A66C-C96007C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¥24.8M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5D2FC-14CC-4702-BE97-AED6FD4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Electronics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FC12C-EEFE-4FE8-8CCC-DC11373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52625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55C51-B579-4619-B3FA-C9A45D2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¥22.1M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1802A-B588-40B7-AA92-8B0F3D78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Apparel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4CEB6-1523-498D-8630-97A7D49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4595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A109A-9ACC-4040-9973-408C1E5B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¥19.3M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6AE70-AB16-4372-AFEA-E4B8612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Beauty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2CE25-5B96-41B0-AE0D-36CF182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25479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4631E-B24E-46D3-A4BE-EF0E39D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¥10.7M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CDAED-D4CF-410E-868C-BF36C478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Other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792F4-CA0A-48C0-9263-AF6E07B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17383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B6527-4DE6-4DDA-B6A4-F222C33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14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¥7.3M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53840-05E7-40BD-A6CC-60E8A33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Five categories reconcile to GMV ¥84.2M.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0C800-3B32-45B1-BE74-4E6E906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</p:spTree>
    <p:extLst>
      <p:ext uri="{BB962C8B-B14F-4D97-AF65-F5344CB8AC3E}">
        <p14:creationId xmlns:p14="http://schemas.microsoft.com/office/powerpoint/2010/main" val="230550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42030-6125-426D-8CBE-6E3D98B5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Return risk is focused in Electronics and Apparel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21F86-253B-40BB-834A-EFEE780B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F"/>
                </a:solidFill>
              </a:defRPr>
            </a:pPr>
            <a:r>
              <a:rPr sz="1500" b="0">
                <a:solidFill>
                  <a:srgbClr val="52677F"/>
                </a:solidFill>
              </a:rPr>
              <a:t>Return-rate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A747B-2EB8-41E4-8365-09C6084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77F"/>
                </a:solidFill>
              </a:defRPr>
            </a:pPr>
            <a:r>
              <a:rPr sz="1200" b="1">
                <a:solidFill>
                  <a:srgbClr val="52677F"/>
                </a:solidFill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CC739-CCEC-4FF2-A10D-7EAA3F4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77F"/>
                </a:solidFill>
              </a:defRPr>
            </a:pPr>
            <a:r>
              <a:rPr sz="1200" b="1">
                <a:solidFill>
                  <a:srgbClr val="52677F"/>
                </a:solidFill>
              </a:rPr>
              <a:t>Return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A2760-BADF-4058-A9A0-4982CF9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77F"/>
                </a:solidFill>
              </a:defRPr>
            </a:pPr>
            <a:r>
              <a:rPr sz="1200" b="1">
                <a:solidFill>
                  <a:srgbClr val="52677F"/>
                </a:solidFill>
              </a:rPr>
              <a:t>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AD37-4F1E-4300-8BBD-13A4A72C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D1C09-3C67-422E-9545-F4B9E651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Electronics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74039-E6D6-487C-BBDD-FC5C3714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4.3%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DB65-84E6-436A-80B4-3E4BBFCC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Monitor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5711-3142-4345-AA14-5B859DA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47099-808E-4AD6-8102-05BACAB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Apparel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6B4C1-C69A-425E-A24A-1F312B43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4.5%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E83BD-CF8E-42F9-918B-6E94D33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Seasonal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AF925-8C1C-4C43-8037-B747B14E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D0FAB-538F-4B4D-A236-5118815F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935D2-75C6-47C9-A43D-F6E6C0DC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2.4%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79B56-981D-4CD8-A037-EE4726E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Steady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99CE2-7DFB-4525-98E7-197CFC7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83782-70F1-47EB-AF18-41B063E6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Beauty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16DFC-8CC0-47CE-91E3-CBF25578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2.7%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14E71-7719-4425-9AFE-C99A0EE2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Steady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4D542-2DC8-452D-93BF-D82015A9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7C348-53DE-4938-BF99-C54B1350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Other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A2AB6-02A7-47C4-8344-86F07998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2.7%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2AD6F-CABC-4B2D-9EF2-D84FB69F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Controlled residual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FCD4A-9AB7-4FDC-8778-6798ACC9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Owner: Analytics • Due: next metric review • Status: validate treatment before publishing.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874BB-8A2C-4854-B46E-EB7097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</p:spTree>
    <p:extLst>
      <p:ext uri="{BB962C8B-B14F-4D97-AF65-F5344CB8AC3E}">
        <p14:creationId xmlns:p14="http://schemas.microsoft.com/office/powerpoint/2010/main" val="1170982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9F822-A553-4842-A3D0-624297E0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Metric MTR-09 keeps the dashboard controlled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C6C9-638C-4FED-84E0-BF0D607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F"/>
                </a:solidFill>
              </a:defRPr>
            </a:pPr>
            <a:r>
              <a:rPr sz="1500" b="0">
                <a:solidFill>
                  <a:srgbClr val="52677F"/>
                </a:solidFill>
              </a:rPr>
              <a:t>Reconciliation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2C8AE-B39B-4F8A-BC73-D89224D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A0335-6CE7-48E1-A33B-4D95D39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56B8-FAC1-4D09-91C0-BC6E8F4C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¥24.8M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43058-0DF8-4BAC-9C3B-A75EC20A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Electronics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38793-4839-4CDD-B7DF-C0A62CB9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52625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9F51C-8B23-45B4-9419-2F95FF83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¥22.1M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BBF11-7085-4F12-B2C1-DC676EA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Apparel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BD396-95E4-4B32-A1BC-A3433565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45958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639E0-2B57-4BBD-8F1A-C91627CD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¥19.3M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73A07-0951-46F6-93D9-1087D2D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Beauty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2ACC7-8C7F-487A-8651-A13E47EA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25479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5334-0F40-415B-9956-A058A66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¥10.7M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777FB-69FD-4416-8334-41E7988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Other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D97C3-CB1E-4953-9DA5-CCFE8269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173831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66937-AC35-4A8A-9FA6-4FB504D7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14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¥7.3M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A047F-901A-402C-AA83-E1DD1483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Control: reconcile Home ¥24.8M; Electronics ¥22.1M; Apparel ¥19.3M; Beauty ¥10.7M; Other ¥7.3M.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094B3-6DA5-4B7E-B675-6E6CA14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</p:spTree>
    <p:extLst>
      <p:ext uri="{BB962C8B-B14F-4D97-AF65-F5344CB8AC3E}">
        <p14:creationId xmlns:p14="http://schemas.microsoft.com/office/powerpoint/2010/main" val="1653268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7A1AA-6DAD-4816-9C74-FF8E5BB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Actions have an owner and review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46110-897E-4AD1-A0B8-E4B92BC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F"/>
                </a:solidFill>
              </a:defRPr>
            </a:pPr>
            <a:r>
              <a:rPr sz="1500" b="0">
                <a:solidFill>
                  <a:srgbClr val="52677F"/>
                </a:solidFill>
              </a:rPr>
              <a:t>Decisions and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7448-E4AB-46A0-9B84-D73873C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EA542-4845-4CE0-A0FE-FDF19AA7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Reconcile category split to GMV ¥84.2M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7615D-868A-4718-9A50-8C2FF1FA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F"/>
                </a:solidFill>
              </a:defRPr>
            </a:pPr>
            <a:r>
              <a:rPr sz="1200" b="0">
                <a:solidFill>
                  <a:srgbClr val="52677F"/>
                </a:solidFill>
              </a:rPr>
              <a:t>Owner: BI Analyst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55374-7078-48BD-A678-BB3C19D5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19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F"/>
                </a:solidFill>
              </a:defRPr>
            </a:pPr>
            <a:r>
              <a:rPr sz="1125" b="0">
                <a:solidFill>
                  <a:srgbClr val="52677F"/>
                </a:solidFill>
              </a:rPr>
              <a:t>Due: Before publish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5A91D-0467-4E7F-BBF8-0D337431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07E17-EB58-4C10-AE8D-FD1E1BF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Retain metric MTR-09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BA6D6-7DFB-4F5A-B813-A1E54EB5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F"/>
                </a:solidFill>
              </a:defRPr>
            </a:pPr>
            <a:r>
              <a:rPr sz="1200" b="0">
                <a:solidFill>
                  <a:srgbClr val="52677F"/>
                </a:solidFill>
              </a:rPr>
              <a:t>Owner: Analytics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E8CB6-AD76-4C10-B16E-8AEC39F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F"/>
                </a:solidFill>
              </a:defRPr>
            </a:pPr>
            <a:r>
              <a:rPr sz="1125" b="0">
                <a:solidFill>
                  <a:srgbClr val="52677F"/>
                </a:solidFill>
              </a:rPr>
              <a:t>Due: Current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4785C-5021-44A9-805D-BAE7C39A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EDECF-759E-40C1-8FC7-EBE773B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Validate Electronics/Apparel returns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907E1-9F7E-4C3B-90C4-A48B3B4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F"/>
                </a:solidFill>
              </a:defRPr>
            </a:pPr>
            <a:r>
              <a:rPr sz="1200" b="0">
                <a:solidFill>
                  <a:srgbClr val="52677F"/>
                </a:solidFill>
              </a:rPr>
              <a:t>Owner: Data Quality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365D4-E2A6-48B0-B663-AE3BC2CB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290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F"/>
                </a:solidFill>
              </a:defRPr>
            </a:pPr>
            <a:r>
              <a:rPr sz="1125" b="0">
                <a:solidFill>
                  <a:srgbClr val="52677F"/>
                </a:solidFill>
              </a:rPr>
              <a:t>Due: Next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31C61-4A4A-4115-BB2C-57B824C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</p:spTree>
    <p:extLst>
      <p:ext uri="{BB962C8B-B14F-4D97-AF65-F5344CB8AC3E}">
        <p14:creationId xmlns:p14="http://schemas.microsoft.com/office/powerpoint/2010/main" val="1945927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2026-08-22T22:02:10.5840000Z</dcterms:created>
  <dcterms:modified xsi:type="dcterms:W3CDTF">2026-08-22T22:02:10.5840000Z</dcterms:modified>
</coreProperties>
</file>