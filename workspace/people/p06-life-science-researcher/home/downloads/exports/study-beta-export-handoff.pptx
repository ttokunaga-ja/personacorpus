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3A4B"/>
                </a:solidFill>
              </a:defRPr>
            </a:pPr>
            <a:r>
              <a:t>Study Beta export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F4D56"/>
                </a:solidFill>
              </a:defRPr>
            </a:pPr>
            <a:r>
              <a:t>cohort B-16 | BETA-B16-R02 | Internal analytical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F4D56"/>
                </a:solidFill>
              </a:defRPr>
            </a:pPr>
            <a:r>
              <a:t>Orchid Cellworks | Study Beta | 2026-07-13 | wholly synthetic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7040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B3A4B"/>
                </a:solidFill>
              </a:defRPr>
            </a:pPr>
            <a:r>
              <a:t>Curated synthetic export is ready for controlled dashboard import.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278084"/>
                </a:solidFill>
              </a:defRPr>
            </a:pPr>
            <a:r>
              <a:t>Reference outcome: normalized response 1.18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17720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F4D56"/>
                </a:solidFill>
              </a:defRPr>
            </a:pPr>
            <a:r>
              <a:t>Scope: reproducible fields, QC context, and release traceability.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3A4B"/>
                </a:solidFill>
              </a:defRPr>
            </a:pPr>
            <a:r>
              <a:t>What is in the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F4D56"/>
                </a:solidFill>
              </a:defRPr>
            </a:pPr>
            <a:r>
              <a:t>A compact, auditable transfer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F4D56"/>
                </a:solidFill>
              </a:defRPr>
            </a:pPr>
            <a:r>
              <a:t>Orchid Cellworks | Study Beta | 2026-07-13 | wholly synthetic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926080" cy="2926080"/>
          </a:xfrm>
          <a:prstGeom prst="roundRect">
            <a:avLst/>
          </a:prstGeom>
          <a:solidFill>
            <a:srgbClr val="EDF5F4"/>
          </a:solidFill>
          <a:ln>
            <a:solidFill>
              <a:srgbClr val="278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762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A4B"/>
                </a:solidFill>
              </a:defRPr>
            </a:pPr>
            <a:r>
              <a:t>Curated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852928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3F4D56"/>
                </a:solidFill>
              </a:defRPr>
            </a:pPr>
            <a:r>
              <a:t>Coded records, concentrations, CV, recovery, and disposition.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828800"/>
            <a:ext cx="2926080" cy="2926080"/>
          </a:xfrm>
          <a:prstGeom prst="roundRect">
            <a:avLst/>
          </a:prstGeom>
          <a:solidFill>
            <a:srgbClr val="EDF5F4"/>
          </a:solidFill>
          <a:ln>
            <a:solidFill>
              <a:srgbClr val="278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1762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A4B"/>
                </a:solidFill>
              </a:defRPr>
            </a:pPr>
            <a:r>
              <a:t>Workbook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852928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3F4D56"/>
                </a:solidFill>
              </a:defRPr>
            </a:pPr>
            <a:r>
              <a:t>Raw data, visible formulas, results summary, and chart.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1828800"/>
            <a:ext cx="2926080" cy="2926080"/>
          </a:xfrm>
          <a:prstGeom prst="roundRect">
            <a:avLst/>
          </a:prstGeom>
          <a:solidFill>
            <a:srgbClr val="EDF5F4"/>
          </a:solidFill>
          <a:ln>
            <a:solidFill>
              <a:srgbClr val="278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21762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A4B"/>
                </a:solidFill>
              </a:defRPr>
            </a:pPr>
            <a:r>
              <a:t>Summary 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852928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3F4D56"/>
                </a:solidFill>
              </a:defRPr>
            </a:pPr>
            <a:r>
              <a:t>Readable release rationale and data lineage.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3A4B"/>
                </a:solidFill>
              </a:defRPr>
            </a:pPr>
            <a:r>
              <a:t>Quality controls support release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F4D56"/>
                </a:solidFill>
              </a:defRPr>
            </a:pPr>
            <a:r>
              <a:t>Checks are visible in the exported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F4D56"/>
                </a:solidFill>
              </a:defRPr>
            </a:pPr>
            <a:r>
              <a:t>Orchid Cellworks | Study Beta | 2026-07-13 | wholly synthetic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1B3A4B"/>
                </a:solidFill>
              </a:defRPr>
            </a:pPr>
            <a:r>
              <a:t>Duplicate CV</a:t>
            </a:r>
            <a:br/>
            <a:r>
              <a:t>Within the &lt;=10.0% acceptance criterion</a:t>
            </a:r>
            <a:br/>
            <a:br/>
            <a:r>
              <a:t>Recovery</a:t>
            </a:r>
            <a:br/>
            <a:r>
              <a:t>Within the 90-110% release window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389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278084"/>
                </a:solidFill>
              </a:defRPr>
            </a:pPr>
            <a:r>
              <a:t>Run status</a:t>
            </a:r>
            <a:br/>
            <a:r>
              <a:t>16 records accepted</a:t>
            </a:r>
            <a:br/>
            <a:br/>
            <a:r>
              <a:t>Instrument</a:t>
            </a:r>
            <a:br/>
            <a:r>
              <a:t>SpectraNova SN-4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3A4B"/>
                </a:solidFill>
              </a:defRPr>
            </a:pPr>
            <a:r>
              <a:t>Lineage is explicit and synthetic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F4D56"/>
                </a:solidFill>
              </a:defRPr>
            </a:pPr>
            <a:r>
              <a:t>A reviewer can trace each record without sensitive source material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F4D56"/>
                </a:solidFill>
              </a:defRPr>
            </a:pPr>
            <a:r>
              <a:t>Orchid Cellworks | Study Beta | 2026-07-13 | wholly synthetic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241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1B3A4B"/>
                </a:solidFill>
              </a:defRPr>
            </a:pPr>
            <a:r>
              <a:t>cohort B-16 -&gt; BETA-B16-R02 -&gt; curated fields -&gt; workbook formulas -&gt; dashboard-ready handoff</a:t>
            </a:r>
            <a:br/>
            <a:br/>
            <a:r>
              <a:t>Protocol: OCW-BIO-017 | Calibration lot: CAL-260713-A | Review: 2026-07-13 17:30 UTC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3A4B"/>
                </a:solidFill>
              </a:defRPr>
            </a:pPr>
            <a:r>
              <a:t>Recommended receiving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F4D56"/>
                </a:solidFill>
              </a:defRPr>
            </a:pPr>
            <a:r>
              <a:t>Accept the curated export; preserve release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F4D56"/>
                </a:solidFill>
              </a:defRPr>
            </a:pPr>
            <a:r>
              <a:t>Orchid Cellworks | Study Beta | 2026-07-13 | wholly synthetic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424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1B3A4B"/>
                </a:solidFill>
              </a:defRPr>
            </a:pPr>
            <a:r>
              <a:t>1. Import the CSV as a typed, flat table.</a:t>
            </a:r>
            <a:br/>
            <a:r>
              <a:t>2. Retain the workbook as the formula-visible audit companion.</a:t>
            </a:r>
            <a:br/>
            <a:r>
              <a:t>3. Attach the PDF summary to the transfer record.</a:t>
            </a:r>
            <a:br/>
            <a:r>
              <a:t>4. Keep the diagnostic PCAP only as synthetic connectivity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83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78084"/>
                </a:solidFill>
              </a:defRPr>
            </a:pPr>
            <a:r>
              <a:t>No real samples, PHI, PII, endpoints, or credentials are included.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