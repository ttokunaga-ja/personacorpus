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C2E5C"/>
                </a:solidFill>
                <a:latin typeface="Aptos"/>
              </a:defRPr>
            </a:pPr>
            <a:r>
              <a:t>Study Alpha manuscript figure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5563"/>
                </a:solidFill>
                <a:latin typeface="Aptos"/>
              </a:defRPr>
            </a:pPr>
            <a:r>
              <a:t>Cohort A-24 | protocol OCW-BIO-017 | all content fictional and synthetic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88136"/>
            <a:ext cx="11064240" cy="32004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6675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C2E5C"/>
                </a:solidFill>
                <a:latin typeface="Aptos"/>
              </a:defRPr>
            </a:pPr>
            <a:r>
              <a:t>A coherent figure set for a synthetic assay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71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85563"/>
                </a:solidFill>
                <a:latin typeface="Aptos"/>
              </a:defRPr>
            </a:pPr>
            <a:r>
              <a:t>Review purpose: assess figure clarity, synthetic-data disclosure, QC readability, and figure-to-caption alignment before manuscript circulation.</a:t>
            </a:r>
          </a:p>
        </p:txBody>
      </p:sp>
      <p:pic>
        <p:nvPicPr>
          <p:cNvPr id="7" name="Picture 6" descr="study-alpha-a24-assay-response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17320"/>
            <a:ext cx="411480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4069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8A"/>
                </a:solidFill>
                <a:latin typeface="Aptos"/>
              </a:defRPr>
            </a:pPr>
            <a:r>
              <a:t>Key anchors: Study Alpha | cohort A-24 | 6.8 ng/mL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Orchid Cellworks | Study Alpha | fictional synthetic corpus | 2026-07-13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C2E5C"/>
                </a:solidFill>
                <a:latin typeface="Aptos"/>
              </a:defRPr>
            </a:pPr>
            <a:r>
              <a:t>Assay response establishes the study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5563"/>
                </a:solidFill>
                <a:latin typeface="Aptos"/>
              </a:defRPr>
            </a:pPr>
            <a:r>
              <a:t>Figure 1 | synthetic response values for OCW-A24-001 through OCW-A24-024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88136"/>
            <a:ext cx="11064240" cy="32004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udy-alpha-a24-assay-response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07592"/>
            <a:ext cx="7498079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389888"/>
            <a:ext cx="3154680" cy="4069080"/>
          </a:xfrm>
          <a:prstGeom prst="roundRect">
            <a:avLst/>
          </a:prstGeom>
          <a:solidFill>
            <a:srgbClr val="F0F8FA"/>
          </a:solidFill>
          <a:ln>
            <a:solidFill>
              <a:srgbClr val="A1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8A"/>
                </a:solidFill>
                <a:latin typeface="Aptos"/>
              </a:defRPr>
            </a:pPr>
            <a:r>
              <a:t>Review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48840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E5C"/>
                </a:solidFill>
                <a:latin typeface="Aptos"/>
              </a:defRPr>
            </a:pPr>
            <a:r>
              <a:t>• Median reference: 6.8 ng/mL</a:t>
            </a:r>
            <a:br/>
            <a:br/>
            <a:r>
              <a:t>• IDs are fictional, non-personal sample labels</a:t>
            </a:r>
            <a:br/>
            <a:br/>
            <a:r>
              <a:t>• Disclosure is visible within the figure</a:t>
            </a:r>
            <a:br/>
            <a:br/>
            <a:r>
              <a:t>• Review: legend, scale, and sample-label density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Orchid Cellworks | Study Alpha | fictional synthetic corpus | 2026-07-13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C2E5C"/>
                </a:solidFill>
                <a:latin typeface="Aptos"/>
              </a:defRPr>
            </a:pPr>
            <a:r>
              <a:t>Precision and QC evidence support interpretable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5563"/>
                </a:solidFill>
                <a:latin typeface="Aptos"/>
              </a:defRPr>
            </a:pPr>
            <a:r>
              <a:t>Figures 2 and 3 | duplicate distribution and Levey-Jennings-style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88136"/>
            <a:ext cx="11064240" cy="32004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pha-a24-qc-control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07592"/>
            <a:ext cx="7498079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389888"/>
            <a:ext cx="3154680" cy="4069080"/>
          </a:xfrm>
          <a:prstGeom prst="roundRect">
            <a:avLst/>
          </a:prstGeom>
          <a:solidFill>
            <a:srgbClr val="F0F8FA"/>
          </a:solidFill>
          <a:ln>
            <a:solidFill>
              <a:srgbClr val="A1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8A"/>
                </a:solidFill>
                <a:latin typeface="Aptos"/>
              </a:defRPr>
            </a:pPr>
            <a:r>
              <a:t>Review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48840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E5C"/>
                </a:solidFill>
                <a:latin typeface="Aptos"/>
              </a:defRPr>
            </a:pPr>
            <a:r>
              <a:t>• Duplicate target: CV &lt;= 10%</a:t>
            </a:r>
            <a:br/>
            <a:br/>
            <a:r>
              <a:t>• Recovery band: 90-110%</a:t>
            </a:r>
            <a:br/>
            <a:br/>
            <a:r>
              <a:t>• QC run: ALPHA-A24-R03</a:t>
            </a:r>
            <a:br/>
            <a:br/>
            <a:r>
              <a:t>• Review: all synthetic QC observations are visibly in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Orchid Cellworks | Study Alpha | fictional synthetic corpus | 2026-07-13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C2E5C"/>
                </a:solidFill>
                <a:latin typeface="Aptos"/>
              </a:defRPr>
            </a:pPr>
            <a:r>
              <a:t>The comparator is explicitly synthetic and scale-aware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5563"/>
                </a:solidFill>
                <a:latin typeface="Aptos"/>
              </a:defRPr>
            </a:pPr>
            <a:r>
              <a:t>Figure 4 | Study Alpha A-24 alongside Study Beta B-16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88136"/>
            <a:ext cx="11064240" cy="32004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pha-beta-assay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07592"/>
            <a:ext cx="7498079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389888"/>
            <a:ext cx="3154680" cy="4069080"/>
          </a:xfrm>
          <a:prstGeom prst="roundRect">
            <a:avLst/>
          </a:prstGeom>
          <a:solidFill>
            <a:srgbClr val="F0F8FA"/>
          </a:solidFill>
          <a:ln>
            <a:solidFill>
              <a:srgbClr val="A1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8A"/>
                </a:solidFill>
                <a:latin typeface="Aptos"/>
              </a:defRPr>
            </a:pPr>
            <a:r>
              <a:t>Review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48840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E5C"/>
                </a:solidFill>
                <a:latin typeface="Aptos"/>
              </a:defRPr>
            </a:pPr>
            <a:r>
              <a:t>• Study Beta baseline: 1.00</a:t>
            </a:r>
            <a:br/>
            <a:br/>
            <a:r>
              <a:t>• Treated comparator: 1.18</a:t>
            </a:r>
            <a:br/>
            <a:br/>
            <a:r>
              <a:t>• Alpha uses ng/mL; Beta is normalized response</a:t>
            </a:r>
            <a:br/>
            <a:br/>
            <a:r>
              <a:t>• Review: labels prevent inappropriate cross-scale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Orchid Cellworks | Study Alpha | fictional synthetic corpus | 2026-07-13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C2E5C"/>
                </a:solidFill>
                <a:latin typeface="Aptos"/>
              </a:defRPr>
            </a:pPr>
            <a:r>
              <a:t>Workflow and cohort schematic make the methods legible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5563"/>
                </a:solidFill>
                <a:latin typeface="Aptos"/>
              </a:defRPr>
            </a:pPr>
            <a:r>
              <a:t>Figures 5 and 6 | protocol and sample-flow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88136"/>
            <a:ext cx="11064240" cy="32004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udy-alpha-cohort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07592"/>
            <a:ext cx="7498079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389888"/>
            <a:ext cx="3154680" cy="4069080"/>
          </a:xfrm>
          <a:prstGeom prst="roundRect">
            <a:avLst/>
          </a:prstGeom>
          <a:solidFill>
            <a:srgbClr val="F0F8FA"/>
          </a:solidFill>
          <a:ln>
            <a:solidFill>
              <a:srgbClr val="A1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8A"/>
                </a:solidFill>
                <a:latin typeface="Aptos"/>
              </a:defRPr>
            </a:pPr>
            <a:r>
              <a:t>Review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148840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E5C"/>
                </a:solidFill>
                <a:latin typeface="Aptos"/>
              </a:defRPr>
            </a:pPr>
            <a:r>
              <a:t>• Protocol: OCW-BIO-017</a:t>
            </a:r>
            <a:br/>
            <a:br/>
            <a:r>
              <a:t>• Cohort size: n = 24 synthetic samples</a:t>
            </a:r>
            <a:br/>
            <a:br/>
            <a:r>
              <a:t>• Pathway: enrollment → duplicate assay → analyzed cohort</a:t>
            </a:r>
            <a:br/>
            <a:br/>
            <a:r>
              <a:t>• Review: no PHI, PII, or real study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Orchid Cellworks | Study Alpha | fictional synthetic corpus | 2026-07-13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C2E5C"/>
                </a:solidFill>
                <a:latin typeface="Aptos"/>
              </a:defRPr>
            </a:pPr>
            <a:r>
              <a:t>Review conclusion: the manuscript set is internally consistent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5563"/>
                </a:solidFill>
                <a:latin typeface="Aptos"/>
              </a:defRPr>
            </a:pPr>
            <a:r>
              <a:t>Ready for synthetic-corpus review; captions carry the same fictional-data 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88136"/>
            <a:ext cx="11064240" cy="32004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E8A"/>
                </a:solidFill>
                <a:latin typeface="Aptos"/>
              </a:defRPr>
            </a:pPr>
            <a:r>
              <a:t>Figure set review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E5C"/>
                </a:solidFill>
                <a:latin typeface="Aptos"/>
              </a:defRPr>
            </a:pPr>
            <a:r>
              <a:t>✓  All six figures use fictional synthetic data and no person-level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6207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E5C"/>
                </a:solidFill>
                <a:latin typeface="Aptos"/>
              </a:defRPr>
            </a:pPr>
            <a:r>
              <a:t>✓  Seed figure presents the required study, date, cohort, and assay anchors.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83864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E5C"/>
                </a:solidFill>
                <a:latin typeface="Aptos"/>
              </a:defRPr>
            </a:pPr>
            <a:r>
              <a:t>✓  QC and duplicate acceptance criteria are consistent across figures and captions.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05656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E5C"/>
                </a:solidFill>
                <a:latin typeface="Aptos"/>
              </a:defRPr>
            </a:pPr>
            <a:r>
              <a:t>✓  Study Beta is identified as a synthetic comparator with baseline 1.00 and treated 1.18.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27448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E5C"/>
                </a:solidFill>
                <a:latin typeface="Aptos"/>
              </a:defRPr>
            </a:pPr>
            <a:r>
              <a:t>✓  Caption PDF provides searchable, figure-by-figure narrative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Orchid Cellworks | Study Alpha | fictional synthetic corpus | 2026-07-13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8556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