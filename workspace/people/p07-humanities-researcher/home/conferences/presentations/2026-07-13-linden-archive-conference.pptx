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31cef1b4e94629" /><Relationship Type="http://schemas.openxmlformats.org/officeDocument/2006/relationships/extended-properties" Target="/docProps/app.xml" Id="R4f056a63153c4437" /><Relationship Type="http://schemas.openxmlformats.org/officeDocument/2006/relationships/officeDocument" Target="/ppt/presentation.xml" Id="R5a723add323c48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407b04239a41b2"/>
  </p:sldMasterIdLst>
  <p:notesMasterIdLst>
    <p:notesMasterId xmlns:r="http://schemas.openxmlformats.org/officeDocument/2006/relationships" r:id="Rb6ad2d66a6514cdc"/>
  </p:notesMasterIdLst>
  <p:sldIdLst>
    <p:sldId xmlns:r="http://schemas.openxmlformats.org/officeDocument/2006/relationships" id="256" r:id="R70621242e1774f2b"/>
    <p:sldId xmlns:r="http://schemas.openxmlformats.org/officeDocument/2006/relationships" id="257" r:id="R093ea76ae49c4ee2"/>
    <p:sldId xmlns:r="http://schemas.openxmlformats.org/officeDocument/2006/relationships" id="258" r:id="R8106e167dc4147c6"/>
    <p:sldId xmlns:r="http://schemas.openxmlformats.org/officeDocument/2006/relationships" id="259" r:id="R4fbd0084dfb741e0"/>
    <p:sldId xmlns:r="http://schemas.openxmlformats.org/officeDocument/2006/relationships" id="260" r:id="R7d299270826842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9c0764cedb48fd" /><Relationship Type="http://schemas.openxmlformats.org/officeDocument/2006/relationships/slideMaster" Target="/ppt/slideMasters/slideMaster1.xml" Id="R92407b04239a41b2" /><Relationship Type="http://schemas.openxmlformats.org/officeDocument/2006/relationships/notesMaster" Target="/ppt/notesMasters/notesMaster1.xml" Id="Rb6ad2d66a6514cdc" /><Relationship Type="http://schemas.openxmlformats.org/officeDocument/2006/relationships/presProps" Target="/ppt/presProps.xml" Id="R5c2ed4b688fe4bba" /><Relationship Type="http://schemas.openxmlformats.org/officeDocument/2006/relationships/tableStyles" Target="/ppt/tableStyles.xml" Id="R9bcc6862a0e549f4" /><Relationship Type="http://schemas.openxmlformats.org/officeDocument/2006/relationships/slide" Target="/ppt/slides/slide1.xml" Id="R70621242e1774f2b" /><Relationship Type="http://schemas.openxmlformats.org/officeDocument/2006/relationships/slide" Target="/ppt/slides/slide2.xml" Id="R093ea76ae49c4ee2" /><Relationship Type="http://schemas.openxmlformats.org/officeDocument/2006/relationships/slide" Target="/ppt/slides/slide3.xml" Id="R8106e167dc4147c6" /><Relationship Type="http://schemas.openxmlformats.org/officeDocument/2006/relationships/slide" Target="/ppt/slides/slide4.xml" Id="R4fbd0084dfb741e0" /><Relationship Type="http://schemas.openxmlformats.org/officeDocument/2006/relationships/slide" Target="/ppt/slides/slide5.xml" Id="R7d299270826842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b54407745345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8b640833364124" /><Relationship Type="http://schemas.openxmlformats.org/officeDocument/2006/relationships/notesMaster" Target="/ppt/notesMasters/notesMaster1.xml" Id="R6a0a271a9a2145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7e22053ac044ac" /><Relationship Type="http://schemas.openxmlformats.org/officeDocument/2006/relationships/notesMaster" Target="/ppt/notesMasters/notesMaster1.xml" Id="R459326123dd349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e73ce861144446" /><Relationship Type="http://schemas.openxmlformats.org/officeDocument/2006/relationships/notesMaster" Target="/ppt/notesMasters/notesMaster1.xml" Id="R013f3c400f5c48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18fa6a832d4db2" /><Relationship Type="http://schemas.openxmlformats.org/officeDocument/2006/relationships/notesMaster" Target="/ppt/notesMasters/notesMaster1.xml" Id="R6fa840b0bb6f4d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6698beea3a45a6" /><Relationship Type="http://schemas.openxmlformats.org/officeDocument/2006/relationships/notesMaster" Target="/ppt/notesMasters/notesMaster1.xml" Id="Rf11021731d5c49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2c8ed19c144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e7151b14474b0c" /><Relationship Type="http://schemas.openxmlformats.org/officeDocument/2006/relationships/slideLayout" Target="/ppt/slideLayouts/slideLayout1.xml" Id="R4350d79e208642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50d79e208642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5321fa48d4df6" /><Relationship Type="http://schemas.openxmlformats.org/officeDocument/2006/relationships/notesSlide" Target="/ppt/notesSlides/notesSlide1.xml" Id="R730693077b544a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b0a9db15e4691" /><Relationship Type="http://schemas.openxmlformats.org/officeDocument/2006/relationships/image" Target="/ppt/media/image.png" Id="Ra756251f2e1a4359" /><Relationship Type="http://schemas.openxmlformats.org/officeDocument/2006/relationships/notesSlide" Target="/ppt/notesSlides/notesSlide2.xml" Id="R750d63ad30d845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88e19a443460e" /><Relationship Type="http://schemas.openxmlformats.org/officeDocument/2006/relationships/image" Target="/ppt/media/image2.png" Id="R101d84e8634245bd" /><Relationship Type="http://schemas.openxmlformats.org/officeDocument/2006/relationships/notesSlide" Target="/ppt/notesSlides/notesSlide3.xml" Id="R8653ff939c9d47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cda428fdd457e" /><Relationship Type="http://schemas.openxmlformats.org/officeDocument/2006/relationships/image" Target="/ppt/media/image3.png" Id="R7c71c218a8b44b1c" /><Relationship Type="http://schemas.openxmlformats.org/officeDocument/2006/relationships/notesSlide" Target="/ppt/notesSlides/notesSlide4.xml" Id="Rf92fd472a2904c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4865b75d04c5a" /><Relationship Type="http://schemas.openxmlformats.org/officeDocument/2006/relationships/notesSlide" Target="/ppt/notesSlides/notesSlide5.xml" Id="R417eb3b769ca45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9C09D-C239-4F9E-985A-E2956ECF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CONFERENCE PAPER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0FF0A-90EB-4653-BE2D-1DE37DAC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96BAE-98E1-4E87-B5C5-4924341C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When a linden becomes an editorial meeting place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1434A-E377-47F8-B9BC-59F784A6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Reading Box 14, folio 184 across material marks, language shifts, and circulation notes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25245-D0DD-4CAE-9D48-D1D8471B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390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568D4-5018-4ABA-BE96-63A6BCC9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Synthetic scholarship for an audience-facing research conversation</a:t>
            </a:r>
          </a:p>
        </p:txBody>
      </p:sp>
    </p:spTree>
    <p:extLst>
      <p:ext uri="{BB962C8B-B14F-4D97-AF65-F5344CB8AC3E}">
        <p14:creationId xmlns:p14="http://schemas.microsoft.com/office/powerpoint/2010/main" val="1525601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BA046-EBA1-4F99-9CFC-11CC92E5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CONFERENCE PAPER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406A3-04D4-4C84-8131-3BF9970B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BCA4D-6A6A-4C92-B84C-62B997A0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material page records several hands at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34D43-A092-497F-9EA7-85261E0B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552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Cream laid paper, an oval HCR/LCS stamp, brown correspondence marks, and blue editorial pencil make the page a layered research object. The reading remains synthetic and provisional.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CA96E-57DB-42DF-BD19-3112AE64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E038E-3CF8-4985-9ACC-79DD60E8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Linden Archive Project | synthetic research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821D7-5E70-4890-B8A5-BD76815A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6251f2e1a4359"/>
          <a:srcRect xmlns:a="http://schemas.openxmlformats.org/drawingml/2006/main" l="16507" t="0" r="16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817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EBC90-ECF2-4EBF-8472-68D7B219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CONFERENCE PAPER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261EA-7AFB-4C9C-BFF7-858D392D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DB9DB-6A12-4769-BDFD-C44D9D34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languages change the work of the image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AB7DA-310A-4680-9628-4EC3F99F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552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English, French, German, and Japanese render “linden” differently: linden, tilleul, Linde, 菩提樹. The project keeps each choice beside its source language rather than collapsing them into one equivalent.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15C01-537D-4F77-BABD-A6F9ACC3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85DB2-18D7-4466-BE45-687F71AA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Linden Archive Project | synthetic research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4E277-54D1-40EE-9263-C4E6BEAB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d84e8634245bd"/>
          <a:srcRect xmlns:a="http://schemas.openxmlformats.org/drawingml/2006/main" l="16507" t="0" r="16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44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251F5-FF54-48D8-92AF-CD91AEA6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CONFERENCE PAPER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12C9A-221D-4C92-B74E-FEFDCABC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D3191-BBE3-4171-A9BC-9DAD630B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Box 14 turns circulation into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9C7DF-EED8-4549-A520-4316AC2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552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Folios 181, 183, 184, 186, 188, 191, 193, and 196 create a sequence of drafting, enclosure, annotation, proof, gloss, and response. The linden travels with those editorial 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FE3CC-69F9-4C4C-88C4-76597F80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FCEAD-ED59-443E-A016-F0545DFF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Linden Archive Project | synthetic research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59B8D-8971-43B6-AB63-59C42F3E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1c218a8b44b1c"/>
          <a:srcRect xmlns:a="http://schemas.openxmlformats.org/drawingml/2006/main" l="16507" t="0" r="16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86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4CFC4-5F63-4FD5-981C-FE9D9ADA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CONFERENCE PAPER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49E75-81EA-48A0-B306-87A4E24A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DF310-AF21-4A08-A2B2-E62C303B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971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small archive can sustain a large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C2C75-F8BB-42E9-A5F9-339DCE61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AF0EC-04E3-41B5-AE44-95E2578A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838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The Linden Archive Project asks how an image coordinates readers across a correspondence network. citation LA-042 gives the audience a stable way to return to Box 14, folio 184.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E29A9-7CC8-4D05-B260-27EF2424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Return point: Linden Archive Project | Box 14 | folio 184 | citation LA-042</a:t>
            </a:r>
          </a:p>
        </p:txBody>
      </p:sp>
    </p:spTree>
    <p:extLst>
      <p:ext uri="{BB962C8B-B14F-4D97-AF65-F5344CB8AC3E}">
        <p14:creationId xmlns:p14="http://schemas.microsoft.com/office/powerpoint/2010/main" val="488255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2026-08-23T10:08:53.3270000Z</dcterms:created>
  <dcterms:modified xsi:type="dcterms:W3CDTF">2026-08-23T10:08:53.3270000Z</dcterms:modified>
</coreProperties>
</file>