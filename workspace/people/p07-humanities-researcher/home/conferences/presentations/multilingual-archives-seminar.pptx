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d5dbe61bd4769" /><Relationship Type="http://schemas.openxmlformats.org/officeDocument/2006/relationships/extended-properties" Target="/docProps/app.xml" Id="R72e903ca5d8d45e8" /><Relationship Type="http://schemas.openxmlformats.org/officeDocument/2006/relationships/officeDocument" Target="/ppt/presentation.xml" Id="R99c44caf27e947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7866f32754808"/>
  </p:sldMasterIdLst>
  <p:notesMasterIdLst>
    <p:notesMasterId xmlns:r="http://schemas.openxmlformats.org/officeDocument/2006/relationships" r:id="R6354dcfd82b84995"/>
  </p:notesMasterIdLst>
  <p:sldIdLst>
    <p:sldId xmlns:r="http://schemas.openxmlformats.org/officeDocument/2006/relationships" id="256" r:id="Rb5795e44626b4fc6"/>
    <p:sldId xmlns:r="http://schemas.openxmlformats.org/officeDocument/2006/relationships" id="257" r:id="R6937a25a5dad4895"/>
    <p:sldId xmlns:r="http://schemas.openxmlformats.org/officeDocument/2006/relationships" id="258" r:id="R1151173fe5654768"/>
    <p:sldId xmlns:r="http://schemas.openxmlformats.org/officeDocument/2006/relationships" id="259" r:id="R2b3dfba32df34d27"/>
    <p:sldId xmlns:r="http://schemas.openxmlformats.org/officeDocument/2006/relationships" id="260" r:id="R185bd2f3482d43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fbcca2c8c4c88" /><Relationship Type="http://schemas.openxmlformats.org/officeDocument/2006/relationships/slideMaster" Target="/ppt/slideMasters/slideMaster1.xml" Id="R5e37866f32754808" /><Relationship Type="http://schemas.openxmlformats.org/officeDocument/2006/relationships/notesMaster" Target="/ppt/notesMasters/notesMaster1.xml" Id="R6354dcfd82b84995" /><Relationship Type="http://schemas.openxmlformats.org/officeDocument/2006/relationships/presProps" Target="/ppt/presProps.xml" Id="R8ce8177d804b45c6" /><Relationship Type="http://schemas.openxmlformats.org/officeDocument/2006/relationships/tableStyles" Target="/ppt/tableStyles.xml" Id="Re0a70a26b08740c2" /><Relationship Type="http://schemas.openxmlformats.org/officeDocument/2006/relationships/slide" Target="/ppt/slides/slide1.xml" Id="Rb5795e44626b4fc6" /><Relationship Type="http://schemas.openxmlformats.org/officeDocument/2006/relationships/slide" Target="/ppt/slides/slide2.xml" Id="R6937a25a5dad4895" /><Relationship Type="http://schemas.openxmlformats.org/officeDocument/2006/relationships/slide" Target="/ppt/slides/slide3.xml" Id="R1151173fe5654768" /><Relationship Type="http://schemas.openxmlformats.org/officeDocument/2006/relationships/slide" Target="/ppt/slides/slide4.xml" Id="R2b3dfba32df34d27" /><Relationship Type="http://schemas.openxmlformats.org/officeDocument/2006/relationships/slide" Target="/ppt/slides/slide5.xml" Id="R185bd2f3482d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5f9f72a55c46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6b9dcc97394677" /><Relationship Type="http://schemas.openxmlformats.org/officeDocument/2006/relationships/notesMaster" Target="/ppt/notesMasters/notesMaster1.xml" Id="R3b93188e760f45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7ef5209e544449" /><Relationship Type="http://schemas.openxmlformats.org/officeDocument/2006/relationships/notesMaster" Target="/ppt/notesMasters/notesMaster1.xml" Id="Rf51cf5d7468e42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c318962b0f4a76" /><Relationship Type="http://schemas.openxmlformats.org/officeDocument/2006/relationships/notesMaster" Target="/ppt/notesMasters/notesMaster1.xml" Id="Rec0c8330066741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43da40b1ec4c51" /><Relationship Type="http://schemas.openxmlformats.org/officeDocument/2006/relationships/notesMaster" Target="/ppt/notesMasters/notesMaster1.xml" Id="R47672f74103c46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fc3a4a00f1490a" /><Relationship Type="http://schemas.openxmlformats.org/officeDocument/2006/relationships/notesMaster" Target="/ppt/notesMasters/notesMaster1.xml" Id="R5c37693fbd65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content is wholly synthetic for the Linden Archive Project corpus.</a:t>
            </a:r>
          </a:p>
          <a:p xmlns:a="http://schemas.openxmlformats.org/drawingml/2006/main">
            <a:r>
              <a:t>Source spine: LA-SRC-B14-F184; Box 14; folio 184; source date 1907-03-16; citation LA-042.</a:t>
            </a:r>
          </a:p>
          <a:p xmlns:a="http://schemas.openxmlformats.org/drawingml/2006/main">
            <a:r>
              <a:t>Visual asset, if present: built-in ImageGen output recorded in scratch/p07/p07-primary-11/source-notes.txt.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785a410fc41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2bb1c918c34ad1" /><Relationship Type="http://schemas.openxmlformats.org/officeDocument/2006/relationships/slideLayout" Target="/ppt/slideLayouts/slideLayout1.xml" Id="R144987f8565b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987f8565b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34b52ee364aa1" /><Relationship Type="http://schemas.openxmlformats.org/officeDocument/2006/relationships/notesSlide" Target="/ppt/notesSlides/notesSlide1.xml" Id="R2b4d97854fd1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3b81193e64206" /><Relationship Type="http://schemas.openxmlformats.org/officeDocument/2006/relationships/image" Target="/ppt/media/image.png" Id="Rba0cdcc5f8f04889" /><Relationship Type="http://schemas.openxmlformats.org/officeDocument/2006/relationships/notesSlide" Target="/ppt/notesSlides/notesSlide2.xml" Id="Re7f9a1ebc64740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d541f84b24214" /><Relationship Type="http://schemas.openxmlformats.org/officeDocument/2006/relationships/image" Target="/ppt/media/image2.png" Id="Rc3a7625ce44a484e" /><Relationship Type="http://schemas.openxmlformats.org/officeDocument/2006/relationships/notesSlide" Target="/ppt/notesSlides/notesSlide3.xml" Id="R22f1782767314e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2dcecb6ba42e2" /><Relationship Type="http://schemas.openxmlformats.org/officeDocument/2006/relationships/image" Target="/ppt/media/image3.png" Id="R45315c19a8554776" /><Relationship Type="http://schemas.openxmlformats.org/officeDocument/2006/relationships/notesSlide" Target="/ppt/notesSlides/notesSlide4.xml" Id="Rce6fb0281d7d44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fd8b118064d35" /><Relationship Type="http://schemas.openxmlformats.org/officeDocument/2006/relationships/notesSlide" Target="/ppt/notesSlides/notesSlide5.xml" Id="R8e1cf9a27ea144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A5D77-45C7-441F-87A3-9FB2A70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MULTILINGUAL ARCHIVES SEMINAR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80EEF-CB7A-46C7-AE32-267FCFEB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1B7E8-D31B-4F71-BCA4-37B1F2F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Translation is part of the archive’s social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E58F3-3902-45B1-A8AC-DECA1F41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 seminar reading of folio 184 and the languages around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80F1B-7A18-43D5-9AE5-49DCFC5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390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D2FE6-BFF0-4AC6-8771-E5CD2A19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Synthetic scholarship for an audience-facing research conversation</a:t>
            </a:r>
          </a:p>
        </p:txBody>
      </p:sp>
    </p:spTree>
    <p:extLst>
      <p:ext uri="{BB962C8B-B14F-4D97-AF65-F5344CB8AC3E}">
        <p14:creationId xmlns:p14="http://schemas.microsoft.com/office/powerpoint/2010/main" val="558938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47CA7-9DC2-46DD-BC92-544F0D1D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MULTILINGUAL ARCHIVES SEMINAR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C8CEA-BC8E-49D3-B06C-5E5C555A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6DAE9-E48E-4B07-BFDC-62551E6E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folio anchors discussion without closing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43C19-0632-47A4-97DB-F6699AB8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Box 14, folio 184 offers a shared anchor: a synthetic letter of 1907-03-16, recorded as LA-SRC-B14-F184 and indexed through citation LA-042.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44F47-5F20-48BB-9687-6A84EE97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17B2A-0181-47CD-856E-EC82C65D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8012B-D490-4FC1-B02A-CE37FD33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cdcc5f8f04889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8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A58AD-04A5-43B0-B4B2-3E8CEC4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MULTILINGUAL ARCHIVES SEMINAR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51960-E7A4-4ADA-A7D1-7D479A91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71D79-7A35-48DD-AD85-4B268937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Parallel texts make choices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46147-584A-4876-8BD1-55F7C604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Keeping original and translation side by side lets seminar readers identify rhythm, address, and botanical resonance without presenting a modern translation as historical testimony.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957E3-D599-4E8C-A089-6A4000AA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51242-CCB0-4AD9-B163-A2EF2C2B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46F5E-3562-452F-9053-7992C67B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7625ce44a484e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41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B7480-567E-47CB-A5AB-A2ED6394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MULTILINGUAL ARCHIVES SEMINAR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1C581-4B38-453B-A80F-FDFEA92B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A6379-391C-468B-BAD6-570368AE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Reception emerges through a network of returns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4B52C-F3AA-417F-8346-9C306124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Later notes, proofs, and glosses can be read as routes of reception. The network view connects material evidence with multilingual circulation.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33EA1-68C6-4E92-99B4-9A38C29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E9F73-FAFA-46A2-AFD3-34B8C704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Linden Archive Project | synthetic research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3089F-3449-4C37-8FA8-E10EA173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15c19a8554776"/>
          <a:srcRect xmlns:a="http://schemas.openxmlformats.org/drawingml/2006/main" l="16507" t="0" r="16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333500"/>
            <a:ext cx="46482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A8895-9373-4544-AF6E-66659BCC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LINDEN ARCHIVE PROJECT  |  MULTILINGUAL ARCHIVES SEMINAR  | 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A16D6-4E88-463B-B622-003A3FDE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13426-3AF5-4833-A19E-6455944E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971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multilingual archive asks for slow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ECCC-10D3-43C1-A541-5796A30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5C421-E22E-46C7-9AB0-BA60E0E9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The Linden Archive Project treats variation as evidence. The next discussion asks which editorial decisions become visible only when language, material form, and circulation are read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45F13-65F9-4E10-8834-A5A102F5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Return point: Linden Archive Project | Box 14 | folio 184 | citation LA-042</a:t>
            </a:r>
          </a:p>
        </p:txBody>
      </p:sp>
    </p:spTree>
    <p:extLst>
      <p:ext uri="{BB962C8B-B14F-4D97-AF65-F5344CB8AC3E}">
        <p14:creationId xmlns:p14="http://schemas.microsoft.com/office/powerpoint/2010/main" val="567723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2026-08-23T10:08:53.9140000Z</dcterms:created>
  <dcterms:modified xsi:type="dcterms:W3CDTF">2026-08-23T10:08:53.9140000Z</dcterms:modified>
</coreProperties>
</file>