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45d868c18f47ea" /><Relationship Type="http://schemas.openxmlformats.org/officeDocument/2006/relationships/extended-properties" Target="/docProps/app.xml" Id="R0d3bff4240ad4fcc" /><Relationship Type="http://schemas.openxmlformats.org/officeDocument/2006/relationships/officeDocument" Target="/ppt/presentation.xml" Id="R9fe49583e2704e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a0d5b2d0974436"/>
  </p:sldMasterIdLst>
  <p:notesMasterIdLst>
    <p:notesMasterId xmlns:r="http://schemas.openxmlformats.org/officeDocument/2006/relationships" r:id="R5e4846c82d8f430b"/>
  </p:notesMasterIdLst>
  <p:sldIdLst>
    <p:sldId xmlns:r="http://schemas.openxmlformats.org/officeDocument/2006/relationships" id="256" r:id="Re0da0861c4014066"/>
    <p:sldId xmlns:r="http://schemas.openxmlformats.org/officeDocument/2006/relationships" id="257" r:id="Ra680f141f8cf4bde"/>
    <p:sldId xmlns:r="http://schemas.openxmlformats.org/officeDocument/2006/relationships" id="258" r:id="Rd9d9b45cff4044bf"/>
    <p:sldId xmlns:r="http://schemas.openxmlformats.org/officeDocument/2006/relationships" id="259" r:id="R17209f5d71814dc6"/>
    <p:sldId xmlns:r="http://schemas.openxmlformats.org/officeDocument/2006/relationships" id="260" r:id="Rddba7dd188924c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e310ba408046eb" /><Relationship Type="http://schemas.openxmlformats.org/officeDocument/2006/relationships/slideMaster" Target="/ppt/slideMasters/slideMaster1.xml" Id="R4fa0d5b2d0974436" /><Relationship Type="http://schemas.openxmlformats.org/officeDocument/2006/relationships/notesMaster" Target="/ppt/notesMasters/notesMaster1.xml" Id="R5e4846c82d8f430b" /><Relationship Type="http://schemas.openxmlformats.org/officeDocument/2006/relationships/presProps" Target="/ppt/presProps.xml" Id="R4d7800a8989b4e10" /><Relationship Type="http://schemas.openxmlformats.org/officeDocument/2006/relationships/tableStyles" Target="/ppt/tableStyles.xml" Id="Ra3f939312b014023" /><Relationship Type="http://schemas.openxmlformats.org/officeDocument/2006/relationships/slide" Target="/ppt/slides/slide1.xml" Id="Re0da0861c4014066" /><Relationship Type="http://schemas.openxmlformats.org/officeDocument/2006/relationships/slide" Target="/ppt/slides/slide2.xml" Id="Ra680f141f8cf4bde" /><Relationship Type="http://schemas.openxmlformats.org/officeDocument/2006/relationships/slide" Target="/ppt/slides/slide3.xml" Id="Rd9d9b45cff4044bf" /><Relationship Type="http://schemas.openxmlformats.org/officeDocument/2006/relationships/slide" Target="/ppt/slides/slide4.xml" Id="R17209f5d71814dc6" /><Relationship Type="http://schemas.openxmlformats.org/officeDocument/2006/relationships/slide" Target="/ppt/slides/slide5.xml" Id="Rddba7dd188924c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728349f45449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b9a1f7f9de47c8" /><Relationship Type="http://schemas.openxmlformats.org/officeDocument/2006/relationships/notesMaster" Target="/ppt/notesMasters/notesMaster1.xml" Id="R5ffe7fcb888846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0d1da3f9cf4dda" /><Relationship Type="http://schemas.openxmlformats.org/officeDocument/2006/relationships/notesMaster" Target="/ppt/notesMasters/notesMaster1.xml" Id="Re3eb7a5c188541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041a9747b44293" /><Relationship Type="http://schemas.openxmlformats.org/officeDocument/2006/relationships/notesMaster" Target="/ppt/notesMasters/notesMaster1.xml" Id="Rd1c017428dc748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430801b07a4d44" /><Relationship Type="http://schemas.openxmlformats.org/officeDocument/2006/relationships/notesMaster" Target="/ppt/notesMasters/notesMaster1.xml" Id="Ra56c2253554a49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f0be5c4b304104" /><Relationship Type="http://schemas.openxmlformats.org/officeDocument/2006/relationships/notesMaster" Target="/ppt/notesMasters/notesMaster1.xml" Id="R9621d083c25c4c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43a86651145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bb3a6d729b4939" /><Relationship Type="http://schemas.openxmlformats.org/officeDocument/2006/relationships/slideLayout" Target="/ppt/slideLayouts/slideLayout1.xml" Id="R16578dce12c94b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578dce12c94b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53f2cb9b147db" /><Relationship Type="http://schemas.openxmlformats.org/officeDocument/2006/relationships/notesSlide" Target="/ppt/notesSlides/notesSlide1.xml" Id="Rbc76d6cd62fc4b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d58843133488a" /><Relationship Type="http://schemas.openxmlformats.org/officeDocument/2006/relationships/image" Target="/ppt/media/image.png" Id="Re2793ca1c0e24896" /><Relationship Type="http://schemas.openxmlformats.org/officeDocument/2006/relationships/notesSlide" Target="/ppt/notesSlides/notesSlide2.xml" Id="R0584089df9fe41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015d9d9474da8" /><Relationship Type="http://schemas.openxmlformats.org/officeDocument/2006/relationships/image" Target="/ppt/media/image2.png" Id="Rcc6dd00f682a4e64" /><Relationship Type="http://schemas.openxmlformats.org/officeDocument/2006/relationships/notesSlide" Target="/ppt/notesSlides/notesSlide3.xml" Id="Ra37129e560734d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a7ffaee12401a" /><Relationship Type="http://schemas.openxmlformats.org/officeDocument/2006/relationships/image" Target="/ppt/media/image3.png" Id="R119545dd8dd6437b" /><Relationship Type="http://schemas.openxmlformats.org/officeDocument/2006/relationships/notesSlide" Target="/ppt/notesSlides/notesSlide4.xml" Id="Rbcbc871d60b34d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378d1206c4e72" /><Relationship Type="http://schemas.openxmlformats.org/officeDocument/2006/relationships/notesSlide" Target="/ppt/notesSlides/notesSlide5.xml" Id="Rb34ee2e486854a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3DEA8-8C52-48BA-ABDD-788F6AA8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METHODS COLLOQUIUM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7B07C-7377-45EB-BF95-8F4DE4FB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C0A62-764D-40FB-AB94-7588AC8D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method for reading editorial movement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056D6-21B1-4EAC-8A58-03FFE4BA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 reproducible synthetic workflow for the Linden Correspondence Series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7B3A2-AD26-4C7F-80C1-2890ECA0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390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72D5A-A97D-465D-A58B-F6D73A87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Synthetic scholarship for an audience-facing research conversation</a:t>
            </a:r>
          </a:p>
        </p:txBody>
      </p:sp>
    </p:spTree>
    <p:extLst>
      <p:ext uri="{BB962C8B-B14F-4D97-AF65-F5344CB8AC3E}">
        <p14:creationId xmlns:p14="http://schemas.microsoft.com/office/powerpoint/2010/main" val="361611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33AA1-FF0F-4716-9C0A-E7D1F7C1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METHODS COLLOQUIUM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CEBFB-0AB3-45C5-9B19-49E4B251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DAE7E-7AC9-4CCE-B248-1583D1DC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Preserve uncertainty in the transcript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B71EF-FCD5-40F0-A512-AE9EDFC5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552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Unreadable words remain [illegible: n words]; uncertain readings retain [?]; supplied text is marked. The method values accountable incompleteness over a smooth but invented certainty.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419E2-D4A7-4676-AFBA-BD9F85BB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35CBF-83E5-4351-9187-2B55D029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Linden Archive Project | synthetic research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B5FFD-1D20-4A4B-9DDE-0407E5CD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93ca1c0e24896"/>
          <a:srcRect xmlns:a="http://schemas.openxmlformats.org/drawingml/2006/main" l="16507" t="0" r="16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66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72FBA-7699-48A6-A30E-926C4B1D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METHODS COLLOQUIUM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84E99-3803-41AA-97E4-B35D9B25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6DAA7-4029-4174-A7A9-64434B5E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Align translation by paragraph rather than impression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40105-F3A5-4D12-8BE2-7580A08B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552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Parallel passages use P01, P02, and later identifiers. Original and translation remain adjacent, with a stated choice for linden / tilleul / Linde / 菩提樹.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6AB68-AD01-44C3-893E-11E452EA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CB1B1-CD46-4BEA-899D-8860961A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Linden Archive Project | synthetic research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E0D5C-1F35-4182-946B-2B98FCBC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dd00f682a4e64"/>
          <a:srcRect xmlns:a="http://schemas.openxmlformats.org/drawingml/2006/main" l="16507" t="0" r="16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120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958A7-9AF7-40D3-94F5-79FDDDEE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METHODS COLLOQUIUM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A0FCC-03EA-40D8-A485-A24D6BD1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5D838-468E-48E7-BD65-F467D07C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Move from marks to circulation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55DC7-FA06-48C8-8DC6-F47C8FB6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552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Paper, stamp, pencil, and enclosure are not decorative details. They help reconstruct when a phrase became portable, revised, or legible to another reader.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C48B3-76FB-4056-8651-CA867F18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C0A6C-9D1C-47B2-8D23-4453727A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Linden Archive Project | synthetic research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ED597-66ED-4236-88F5-1F59E56C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545dd8dd6437b"/>
          <a:srcRect xmlns:a="http://schemas.openxmlformats.org/drawingml/2006/main" l="16507" t="0" r="16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19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C84DC-577C-4101-A058-8DA31A19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METHODS COLLOQUIUM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280F1-816F-460A-B878-DECFF2AE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0BD7D-6D86-46BF-9755-E4732DD7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971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result is a shareable chain of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ABFA3-949D-4F01-82A8-08A6E3EA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95056-D819-475E-8001-FC041754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838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The method produces an auditable path from source observation to interpretation. citation LA-042 is the cross-reference for the Box 14, folio 184 demonstration.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B5C75-69FE-4615-BDCE-2D63AC7A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Return point: Linden Archive Project | Box 14 | folio 184 | citation LA-042</a:t>
            </a:r>
          </a:p>
        </p:txBody>
      </p:sp>
    </p:spTree>
    <p:extLst>
      <p:ext uri="{BB962C8B-B14F-4D97-AF65-F5344CB8AC3E}">
        <p14:creationId xmlns:p14="http://schemas.microsoft.com/office/powerpoint/2010/main" val="1009600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2026-08-23T10:08:53.7090000Z</dcterms:created>
  <dcterms:modified xsi:type="dcterms:W3CDTF">2026-08-23T10:08:53.7090000Z</dcterms:modified>
</coreProperties>
</file>